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39"/>
  </p:notesMasterIdLst>
  <p:sldIdLst>
    <p:sldId id="409" r:id="rId3"/>
    <p:sldId id="368" r:id="rId4"/>
    <p:sldId id="311" r:id="rId5"/>
    <p:sldId id="369" r:id="rId6"/>
    <p:sldId id="332" r:id="rId7"/>
    <p:sldId id="373" r:id="rId8"/>
    <p:sldId id="356" r:id="rId9"/>
    <p:sldId id="334" r:id="rId10"/>
    <p:sldId id="335" r:id="rId11"/>
    <p:sldId id="352" r:id="rId12"/>
    <p:sldId id="357" r:id="rId13"/>
    <p:sldId id="370" r:id="rId14"/>
    <p:sldId id="358" r:id="rId15"/>
    <p:sldId id="351" r:id="rId16"/>
    <p:sldId id="365" r:id="rId17"/>
    <p:sldId id="338" r:id="rId18"/>
    <p:sldId id="339" r:id="rId19"/>
    <p:sldId id="353" r:id="rId20"/>
    <p:sldId id="371" r:id="rId21"/>
    <p:sldId id="361" r:id="rId22"/>
    <p:sldId id="359" r:id="rId23"/>
    <p:sldId id="374" r:id="rId24"/>
    <p:sldId id="341" r:id="rId25"/>
    <p:sldId id="342" r:id="rId26"/>
    <p:sldId id="343" r:id="rId27"/>
    <p:sldId id="355" r:id="rId28"/>
    <p:sldId id="344" r:id="rId29"/>
    <p:sldId id="362" r:id="rId30"/>
    <p:sldId id="354" r:id="rId31"/>
    <p:sldId id="372" r:id="rId32"/>
    <p:sldId id="345" r:id="rId33"/>
    <p:sldId id="346" r:id="rId34"/>
    <p:sldId id="348" r:id="rId35"/>
    <p:sldId id="347" r:id="rId36"/>
    <p:sldId id="363" r:id="rId37"/>
    <p:sldId id="256" r:id="rId38"/>
  </p:sldIdLst>
  <p:sldSz cx="12192000" cy="6858000"/>
  <p:notesSz cx="6858000" cy="9144000"/>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95">
          <p15:clr>
            <a:srgbClr val="A4A3A4"/>
          </p15:clr>
        </p15:guide>
        <p15:guide id="2" pos="5141">
          <p15:clr>
            <a:srgbClr val="A4A3A4"/>
          </p15:clr>
        </p15:guide>
        <p15:guide id="3" orient="horz" pos="3534">
          <p15:clr>
            <a:srgbClr val="A4A3A4"/>
          </p15:clr>
        </p15:guide>
        <p15:guide id="4" pos="386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3300"/>
    <a:srgbClr val="29B6BD"/>
    <a:srgbClr val="000000"/>
    <a:srgbClr val="105163"/>
    <a:srgbClr val="39B294"/>
    <a:srgbClr val="F3908C"/>
    <a:srgbClr val="F95D77"/>
    <a:srgbClr val="EEEEEE"/>
    <a:srgbClr val="FDF6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35" autoAdjust="0"/>
    <p:restoredTop sz="94660" autoAdjust="0"/>
  </p:normalViewPr>
  <p:slideViewPr>
    <p:cSldViewPr snapToGrid="0" showGuides="1">
      <p:cViewPr varScale="1">
        <p:scale>
          <a:sx n="62" d="100"/>
          <a:sy n="62" d="100"/>
        </p:scale>
        <p:origin x="77" y="221"/>
      </p:cViewPr>
      <p:guideLst>
        <p:guide orient="horz" pos="4695"/>
        <p:guide pos="5141"/>
        <p:guide orient="horz" pos="3534"/>
        <p:guide pos="3861"/>
      </p:guideLst>
    </p:cSldViewPr>
  </p:slideViewPr>
  <p:outlineViewPr>
    <p:cViewPr>
      <p:scale>
        <a:sx n="33" d="100"/>
        <a:sy n="33" d="100"/>
      </p:scale>
      <p:origin x="0" y="0"/>
    </p:cViewPr>
  </p:outlineViewPr>
  <p:notesTextViewPr>
    <p:cViewPr>
      <p:scale>
        <a:sx n="1" d="1"/>
        <a:sy n="1" d="1"/>
      </p:scale>
      <p:origin x="0" y="0"/>
    </p:cViewPr>
  </p:notesTextViewPr>
  <p:sorterViewPr>
    <p:cViewPr>
      <p:scale>
        <a:sx n="152" d="100"/>
        <a:sy n="152"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54B8A4-21AC-4020-BA60-861D53E16876}" type="datetimeFigureOut">
              <a:rPr lang="zh-CN" altLang="en-US" smtClean="0"/>
              <a:t>2024-12-17</a:t>
            </a:fld>
            <a:endParaRPr lang="zh-CN" altLang="en-US"/>
          </a:p>
        </p:txBody>
      </p:sp>
      <p:sp>
        <p:nvSpPr>
          <p:cNvPr id="4" name="幻灯片图像占位符 3"/>
          <p:cNvSpPr>
            <a:spLocks noGrp="1" noRot="1" noChangeAspect="1"/>
          </p:cNvSpPr>
          <p:nvPr>
            <p:ph type="sldImg" idx="2"/>
          </p:nvPr>
        </p:nvSpPr>
        <p:spPr>
          <a:xfrm>
            <a:off x="685530" y="1143000"/>
            <a:ext cx="54869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AAF762-52F3-4512-B16B-1F6F197A993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6</a:t>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7</a:t>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11</a:t>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12</a:t>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13</a:t>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fld id="{3BAAF762-52F3-4512-B16B-1F6F197A9938}"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20</a:t>
            </a:fld>
            <a:endParaRPr lang="zh-CN" alt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21</a:t>
            </a:fld>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22</a:t>
            </a:fld>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26</a:t>
            </a:fld>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28</a:t>
            </a:fld>
            <a:endParaRPr lang="zh-CN" alt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fld id="{3BAAF762-52F3-4512-B16B-1F6F197A9938}"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AAF762-52F3-4512-B16B-1F6F197A9938}" type="slidenum">
              <a:rPr lang="zh-CN" altLang="en-US" smtClean="0">
                <a:solidFill>
                  <a:prstClr val="black"/>
                </a:solidFill>
              </a:rPr>
              <a:t>35</a:t>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8910172" y="6235700"/>
            <a:ext cx="2340000" cy="432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12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60159275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8910172" y="6235700"/>
            <a:ext cx="2340000" cy="432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12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75482685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814122" y="355508"/>
            <a:ext cx="554704" cy="565423"/>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6096000" y="6041267"/>
            <a:ext cx="5422900" cy="276999"/>
          </a:xfrm>
          <a:prstGeom prst="rect">
            <a:avLst/>
          </a:prstGeom>
        </p:spPr>
        <p:txBody>
          <a:bodyPr wrap="square" lIns="90000">
            <a:normAutofit/>
          </a:bodyPr>
          <a:lstStyle>
            <a:lvl1pPr marL="0" indent="0" algn="r">
              <a:lnSpc>
                <a:spcPct val="100000"/>
              </a:lnSpc>
              <a:buNone/>
              <a:defRPr sz="12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660400" y="6041267"/>
            <a:ext cx="5321300" cy="276999"/>
          </a:xfrm>
          <a:prstGeom prst="rect">
            <a:avLst/>
          </a:prstGeom>
        </p:spPr>
        <p:txBody>
          <a:bodyPr wrap="none">
            <a:normAutofit/>
          </a:bodyPr>
          <a:lstStyle>
            <a:lvl1pPr marL="0" indent="0" algn="l">
              <a:lnSpc>
                <a:spcPct val="100000"/>
              </a:lnSpc>
              <a:buNone/>
              <a:defRPr sz="12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4845050" y="5383906"/>
            <a:ext cx="2501900" cy="376256"/>
          </a:xfrm>
          <a:prstGeom prst="rect">
            <a:avLst/>
          </a:prstGeom>
        </p:spPr>
        <p:txBody>
          <a:bodyPr wrap="square" lIns="90000" numCol="1" anchor="ctr">
            <a:normAutofit/>
          </a:bodyPr>
          <a:lstStyle>
            <a:lvl1pPr marL="0" indent="0" algn="ctr">
              <a:lnSpc>
                <a:spcPct val="100000"/>
              </a:lnSpc>
              <a:buNone/>
              <a:defRPr sz="16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2990327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7965"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7965"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7965"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7965"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4pPr>
      <a:lvl5pPr marL="2057400" indent="-227965"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5pPr>
      <a:lvl6pPr marL="2514600" indent="-227965"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7965"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7965"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7965"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zh-CN"/>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3428494"/>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7.png"/><Relationship Id="rId7" Type="http://schemas.openxmlformats.org/officeDocument/2006/relationships/image" Target="../media/image9.jpeg"/><Relationship Id="rId12"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13.jpeg"/><Relationship Id="rId5" Type="http://schemas.openxmlformats.org/officeDocument/2006/relationships/image" Target="../media/image8.png"/><Relationship Id="rId10" Type="http://schemas.openxmlformats.org/officeDocument/2006/relationships/image" Target="../media/image12.jpeg"/><Relationship Id="rId4" Type="http://schemas.microsoft.com/office/2007/relationships/hdphoto" Target="../media/hdphoto1.wdp"/><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9.jpe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图片 3" descr="86b6f767ec2089f9a896067e67b77258"/>
          <p:cNvPicPr>
            <a:picLocks noChangeAspect="1"/>
          </p:cNvPicPr>
          <p:nvPr/>
        </p:nvPicPr>
        <p:blipFill>
          <a:blip r:embed="rId3"/>
          <a:stretch>
            <a:fillRect/>
          </a:stretch>
        </p:blipFill>
        <p:spPr>
          <a:xfrm>
            <a:off x="2196465" y="-1550670"/>
            <a:ext cx="8474075" cy="8474075"/>
          </a:xfrm>
          <a:prstGeom prst="rect">
            <a:avLst/>
          </a:prstGeom>
        </p:spPr>
      </p:pic>
      <p:sp>
        <p:nvSpPr>
          <p:cNvPr id="38" name="矩形 17"/>
          <p:cNvSpPr>
            <a:spLocks noChangeArrowheads="1"/>
          </p:cNvSpPr>
          <p:nvPr/>
        </p:nvSpPr>
        <p:spPr bwMode="auto">
          <a:xfrm>
            <a:off x="2622550" y="3836035"/>
            <a:ext cx="7872730" cy="61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3200" b="1" dirty="0">
                <a:solidFill>
                  <a:srgbClr val="C00000"/>
                </a:solidFill>
                <a:latin typeface="微软雅黑" panose="020B0503020204020204" pitchFamily="34" charset="-122"/>
                <a:ea typeface="微软雅黑" panose="020B0503020204020204" pitchFamily="34" charset="-122"/>
              </a:rPr>
              <a:t>五四青年节共青团团委活动报告</a:t>
            </a:r>
            <a:r>
              <a:rPr lang="en-US" altLang="zh-CN" sz="3200" b="1" dirty="0">
                <a:solidFill>
                  <a:srgbClr val="C00000"/>
                </a:solidFill>
                <a:latin typeface="微软雅黑" panose="020B0503020204020204" pitchFamily="34" charset="-122"/>
                <a:ea typeface="微软雅黑" panose="020B0503020204020204" pitchFamily="34" charset="-122"/>
              </a:rPr>
              <a:t>PPT</a:t>
            </a:r>
            <a:r>
              <a:rPr lang="zh-CN" altLang="en-US" sz="3200" b="1" dirty="0">
                <a:solidFill>
                  <a:srgbClr val="C00000"/>
                </a:solidFill>
                <a:latin typeface="微软雅黑" panose="020B0503020204020204" pitchFamily="34" charset="-122"/>
                <a:ea typeface="微软雅黑" panose="020B0503020204020204" pitchFamily="34" charset="-122"/>
              </a:rPr>
              <a:t>模板</a:t>
            </a:r>
          </a:p>
        </p:txBody>
      </p:sp>
      <p:sp>
        <p:nvSpPr>
          <p:cNvPr id="54" name="矩形 53"/>
          <p:cNvSpPr/>
          <p:nvPr/>
        </p:nvSpPr>
        <p:spPr>
          <a:xfrm>
            <a:off x="3675698" y="4436110"/>
            <a:ext cx="5487035" cy="373380"/>
          </a:xfrm>
          <a:prstGeom prst="rect">
            <a:avLst/>
          </a:prstGeom>
        </p:spPr>
        <p:txBody>
          <a:bodyPr wrap="square" lIns="68580" tIns="34290" rIns="68580" bIns="34290">
            <a:spAutoFit/>
          </a:bodyPr>
          <a:lstStyle/>
          <a:p>
            <a:pPr algn="ctr"/>
            <a:r>
              <a:rPr lang="en-US" altLang="zh-CN" sz="1000" dirty="0">
                <a:solidFill>
                  <a:srgbClr val="C00000"/>
                </a:solidFill>
                <a:latin typeface="Source Han Sans ExtraLight" panose="020B0200000000000000" pitchFamily="34" charset="-122"/>
                <a:ea typeface="Source Han Sans ExtraLight" panose="020B0200000000000000" pitchFamily="34" charset="-122"/>
                <a:cs typeface="Arial" panose="020B0604020202020204" pitchFamily="34" charset="0"/>
              </a:rPr>
              <a:t>The Concepts National Income And National Product Have Roughly The Same Value And Can Be Used Interchangeably If Our Interest Is In Their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1+#ppt_w/2"/>
                                          </p:val>
                                        </p:tav>
                                        <p:tav tm="100000">
                                          <p:val>
                                            <p:strVal val="#ppt_x"/>
                                          </p:val>
                                        </p:tav>
                                      </p:tavLst>
                                    </p:anim>
                                    <p:anim calcmode="lin" valueType="num">
                                      <p:cBhvr additive="base">
                                        <p:cTn id="8" dur="500" fill="hold"/>
                                        <p:tgtEl>
                                          <p:spTgt spid="3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fill="hold"/>
                                        <p:tgtEl>
                                          <p:spTgt spid="54"/>
                                        </p:tgtEl>
                                        <p:attrNameLst>
                                          <p:attrName>ppt_x</p:attrName>
                                        </p:attrNameLst>
                                      </p:cBhvr>
                                      <p:tavLst>
                                        <p:tav tm="0">
                                          <p:val>
                                            <p:strVal val="1+#ppt_w/2"/>
                                          </p:val>
                                        </p:tav>
                                        <p:tav tm="100000">
                                          <p:val>
                                            <p:strVal val="#ppt_x"/>
                                          </p:val>
                                        </p:tav>
                                      </p:tavLst>
                                    </p:anim>
                                    <p:anim calcmode="lin" valueType="num">
                                      <p:cBhvr additive="base">
                                        <p:cTn id="13"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5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64358" y="1609784"/>
            <a:ext cx="6492615" cy="883047"/>
            <a:chOff x="3152668" y="1220489"/>
            <a:chExt cx="4325789" cy="1055428"/>
          </a:xfrm>
        </p:grpSpPr>
        <p:sp>
          <p:nvSpPr>
            <p:cNvPr id="42" name="六边形 41"/>
            <p:cNvSpPr/>
            <p:nvPr/>
          </p:nvSpPr>
          <p:spPr>
            <a:xfrm>
              <a:off x="3152668" y="1220489"/>
              <a:ext cx="4325789"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43" name="六边形 42"/>
            <p:cNvSpPr/>
            <p:nvPr/>
          </p:nvSpPr>
          <p:spPr>
            <a:xfrm>
              <a:off x="3152668" y="1220489"/>
              <a:ext cx="4325789"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48" name="TextBox 87"/>
            <p:cNvSpPr txBox="1"/>
            <p:nvPr/>
          </p:nvSpPr>
          <p:spPr>
            <a:xfrm>
              <a:off x="3650852" y="1849441"/>
              <a:ext cx="3092520" cy="261082"/>
            </a:xfrm>
            <a:prstGeom prst="rect">
              <a:avLst/>
            </a:prstGeom>
            <a:noFill/>
          </p:spPr>
          <p:txBody>
            <a:bodyPr wrap="square" lIns="0" tIns="0" rIns="0" bIns="0" rtlCol="0">
              <a:spAutoFit/>
            </a:bodyPr>
            <a:lstStyle/>
            <a:p>
              <a:r>
                <a:rPr lang="zh-CN" altLang="en-US" sz="1335" dirty="0">
                  <a:latin typeface="微软雅黑" panose="020B0503020204020204" pitchFamily="34" charset="-122"/>
                  <a:ea typeface="微软雅黑" panose="020B0503020204020204" pitchFamily="34" charset="-122"/>
                  <a:sym typeface="微软雅黑" panose="020B0503020204020204" pitchFamily="34" charset="-122"/>
                </a:rPr>
                <a:t>单击添加文本单击添加文本单击添加文本单击添加文本</a:t>
              </a:r>
            </a:p>
          </p:txBody>
        </p:sp>
        <p:sp>
          <p:nvSpPr>
            <p:cNvPr id="49" name="TextBox 88"/>
            <p:cNvSpPr txBox="1"/>
            <p:nvPr/>
          </p:nvSpPr>
          <p:spPr>
            <a:xfrm>
              <a:off x="3706149" y="1439160"/>
              <a:ext cx="1502197" cy="416669"/>
            </a:xfrm>
            <a:prstGeom prst="rect">
              <a:avLst/>
            </a:prstGeom>
            <a:noFill/>
          </p:spPr>
          <p:txBody>
            <a:bodyPr wrap="square" lIns="0" tIns="0" rIns="0" bIns="0" rtlCol="0">
              <a:spAutoFit/>
            </a:bodyPr>
            <a:lstStyle/>
            <a:p>
              <a:r>
                <a:rPr lang="zh-CN" altLang="en-US" sz="2135" dirty="0">
                  <a:solidFill>
                    <a:schemeClr val="tx2"/>
                  </a:solidFill>
                  <a:latin typeface="微软雅黑" panose="020B0503020204020204" pitchFamily="34" charset="-122"/>
                  <a:ea typeface="微软雅黑" panose="020B0503020204020204" pitchFamily="34" charset="-122"/>
                </a:rPr>
                <a:t>单击此处添加标题</a:t>
              </a:r>
            </a:p>
          </p:txBody>
        </p:sp>
      </p:grpSp>
      <p:grpSp>
        <p:nvGrpSpPr>
          <p:cNvPr id="2" name="组合 1"/>
          <p:cNvGrpSpPr/>
          <p:nvPr/>
        </p:nvGrpSpPr>
        <p:grpSpPr>
          <a:xfrm>
            <a:off x="2227742" y="1609785"/>
            <a:ext cx="1024335" cy="883047"/>
            <a:chOff x="1729502" y="1220490"/>
            <a:chExt cx="1224296" cy="1055428"/>
          </a:xfrm>
        </p:grpSpPr>
        <p:sp>
          <p:nvSpPr>
            <p:cNvPr id="40" name="六边形 39"/>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41" name="六边形 40"/>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50" name="TextBox 88"/>
            <p:cNvSpPr txBox="1"/>
            <p:nvPr/>
          </p:nvSpPr>
          <p:spPr>
            <a:xfrm>
              <a:off x="2015376" y="1481210"/>
              <a:ext cx="886380" cy="573015"/>
            </a:xfrm>
            <a:prstGeom prst="rect">
              <a:avLst/>
            </a:prstGeom>
            <a:noFill/>
          </p:spPr>
          <p:txBody>
            <a:bodyPr wrap="square" lIns="0" tIns="0" rIns="0" bIns="0" rtlCol="0">
              <a:spAutoFit/>
            </a:bodyPr>
            <a:lstStyle/>
            <a:p>
              <a:r>
                <a:rPr lang="en-US" altLang="zh-CN" sz="2935" b="1" dirty="0">
                  <a:solidFill>
                    <a:schemeClr val="tx2"/>
                  </a:solidFill>
                  <a:latin typeface="微软雅黑" panose="020B0503020204020204" pitchFamily="34" charset="-122"/>
                  <a:ea typeface="微软雅黑" panose="020B0503020204020204" pitchFamily="34" charset="-122"/>
                </a:rPr>
                <a:t>01</a:t>
              </a:r>
            </a:p>
          </p:txBody>
        </p:sp>
      </p:grpSp>
      <p:grpSp>
        <p:nvGrpSpPr>
          <p:cNvPr id="101" name="组合 100"/>
          <p:cNvGrpSpPr/>
          <p:nvPr/>
        </p:nvGrpSpPr>
        <p:grpSpPr>
          <a:xfrm>
            <a:off x="3664358" y="2720128"/>
            <a:ext cx="6492615" cy="883047"/>
            <a:chOff x="3152668" y="1220489"/>
            <a:chExt cx="4325789" cy="1055428"/>
          </a:xfrm>
        </p:grpSpPr>
        <p:sp>
          <p:nvSpPr>
            <p:cNvPr id="103" name="六边形 102"/>
            <p:cNvSpPr/>
            <p:nvPr/>
          </p:nvSpPr>
          <p:spPr>
            <a:xfrm>
              <a:off x="3152668" y="1220489"/>
              <a:ext cx="4325789"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104" name="六边形 103"/>
            <p:cNvSpPr/>
            <p:nvPr/>
          </p:nvSpPr>
          <p:spPr>
            <a:xfrm>
              <a:off x="3152668" y="1220489"/>
              <a:ext cx="4325789"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126" name="TextBox 87"/>
            <p:cNvSpPr txBox="1"/>
            <p:nvPr/>
          </p:nvSpPr>
          <p:spPr>
            <a:xfrm>
              <a:off x="3650852" y="1849441"/>
              <a:ext cx="3092520" cy="261082"/>
            </a:xfrm>
            <a:prstGeom prst="rect">
              <a:avLst/>
            </a:prstGeom>
            <a:noFill/>
          </p:spPr>
          <p:txBody>
            <a:bodyPr wrap="square" lIns="0" tIns="0" rIns="0" bIns="0" rtlCol="0">
              <a:spAutoFit/>
            </a:bodyPr>
            <a:lstStyle/>
            <a:p>
              <a:r>
                <a:rPr lang="zh-CN" altLang="en-US" sz="1335" dirty="0">
                  <a:latin typeface="微软雅黑" panose="020B0503020204020204" pitchFamily="34" charset="-122"/>
                  <a:ea typeface="微软雅黑" panose="020B0503020204020204" pitchFamily="34" charset="-122"/>
                  <a:sym typeface="微软雅黑" panose="020B0503020204020204" pitchFamily="34" charset="-122"/>
                </a:rPr>
                <a:t>单击添加文本单击添加文本单击添加文本单击添加文本</a:t>
              </a:r>
            </a:p>
          </p:txBody>
        </p:sp>
        <p:sp>
          <p:nvSpPr>
            <p:cNvPr id="127" name="TextBox 88"/>
            <p:cNvSpPr txBox="1"/>
            <p:nvPr/>
          </p:nvSpPr>
          <p:spPr>
            <a:xfrm>
              <a:off x="3706149" y="1439160"/>
              <a:ext cx="1502197" cy="416669"/>
            </a:xfrm>
            <a:prstGeom prst="rect">
              <a:avLst/>
            </a:prstGeom>
            <a:noFill/>
          </p:spPr>
          <p:txBody>
            <a:bodyPr wrap="square" lIns="0" tIns="0" rIns="0" bIns="0" rtlCol="0">
              <a:spAutoFit/>
            </a:bodyPr>
            <a:lstStyle/>
            <a:p>
              <a:r>
                <a:rPr lang="zh-CN" altLang="en-US" sz="2135" dirty="0">
                  <a:solidFill>
                    <a:schemeClr val="bg2"/>
                  </a:solidFill>
                  <a:latin typeface="微软雅黑" panose="020B0503020204020204" pitchFamily="34" charset="-122"/>
                  <a:ea typeface="微软雅黑" panose="020B0503020204020204" pitchFamily="34" charset="-122"/>
                </a:rPr>
                <a:t>单击此处添加标题</a:t>
              </a:r>
            </a:p>
          </p:txBody>
        </p:sp>
      </p:grpSp>
      <p:grpSp>
        <p:nvGrpSpPr>
          <p:cNvPr id="128" name="组合 127"/>
          <p:cNvGrpSpPr/>
          <p:nvPr/>
        </p:nvGrpSpPr>
        <p:grpSpPr>
          <a:xfrm>
            <a:off x="2227742" y="2720129"/>
            <a:ext cx="1024335" cy="883047"/>
            <a:chOff x="1729502" y="1220490"/>
            <a:chExt cx="1224296" cy="1055428"/>
          </a:xfrm>
        </p:grpSpPr>
        <p:sp>
          <p:nvSpPr>
            <p:cNvPr id="129" name="六边形 128"/>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30" name="六边形 129"/>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31" name="TextBox 88"/>
            <p:cNvSpPr txBox="1"/>
            <p:nvPr/>
          </p:nvSpPr>
          <p:spPr>
            <a:xfrm>
              <a:off x="2015376" y="1481210"/>
              <a:ext cx="886380" cy="573015"/>
            </a:xfrm>
            <a:prstGeom prst="rect">
              <a:avLst/>
            </a:prstGeom>
            <a:noFill/>
          </p:spPr>
          <p:txBody>
            <a:bodyPr wrap="square" lIns="0" tIns="0" rIns="0" bIns="0" rtlCol="0">
              <a:spAutoFit/>
            </a:bodyPr>
            <a:lstStyle/>
            <a:p>
              <a:r>
                <a:rPr lang="en-US" altLang="zh-CN" sz="2935" b="1" dirty="0">
                  <a:solidFill>
                    <a:schemeClr val="bg2"/>
                  </a:solidFill>
                  <a:latin typeface="微软雅黑" panose="020B0503020204020204" pitchFamily="34" charset="-122"/>
                  <a:ea typeface="微软雅黑" panose="020B0503020204020204" pitchFamily="34" charset="-122"/>
                </a:rPr>
                <a:t>02</a:t>
              </a:r>
            </a:p>
          </p:txBody>
        </p:sp>
      </p:grpSp>
      <p:grpSp>
        <p:nvGrpSpPr>
          <p:cNvPr id="141" name="组合 140"/>
          <p:cNvGrpSpPr/>
          <p:nvPr/>
        </p:nvGrpSpPr>
        <p:grpSpPr>
          <a:xfrm>
            <a:off x="3664358" y="3830469"/>
            <a:ext cx="6492615" cy="883047"/>
            <a:chOff x="3152668" y="1220489"/>
            <a:chExt cx="4325789" cy="1055428"/>
          </a:xfrm>
        </p:grpSpPr>
        <p:sp>
          <p:nvSpPr>
            <p:cNvPr id="142" name="六边形 141"/>
            <p:cNvSpPr/>
            <p:nvPr/>
          </p:nvSpPr>
          <p:spPr>
            <a:xfrm>
              <a:off x="3152668" y="1220489"/>
              <a:ext cx="4325789"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143" name="六边形 142"/>
            <p:cNvSpPr/>
            <p:nvPr/>
          </p:nvSpPr>
          <p:spPr>
            <a:xfrm>
              <a:off x="3152668" y="1220489"/>
              <a:ext cx="4325789"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144" name="TextBox 87"/>
            <p:cNvSpPr txBox="1"/>
            <p:nvPr/>
          </p:nvSpPr>
          <p:spPr>
            <a:xfrm>
              <a:off x="3650852" y="1849441"/>
              <a:ext cx="3092520" cy="261082"/>
            </a:xfrm>
            <a:prstGeom prst="rect">
              <a:avLst/>
            </a:prstGeom>
            <a:noFill/>
          </p:spPr>
          <p:txBody>
            <a:bodyPr wrap="square" lIns="0" tIns="0" rIns="0" bIns="0" rtlCol="0">
              <a:spAutoFit/>
            </a:bodyPr>
            <a:lstStyle/>
            <a:p>
              <a:r>
                <a:rPr lang="zh-CN" altLang="en-US" sz="1335" dirty="0">
                  <a:latin typeface="微软雅黑" panose="020B0503020204020204" pitchFamily="34" charset="-122"/>
                  <a:ea typeface="微软雅黑" panose="020B0503020204020204" pitchFamily="34" charset="-122"/>
                  <a:sym typeface="微软雅黑" panose="020B0503020204020204" pitchFamily="34" charset="-122"/>
                </a:rPr>
                <a:t>单击添加文本单击添加文本单击添加文本单击添加文本</a:t>
              </a:r>
            </a:p>
          </p:txBody>
        </p:sp>
        <p:sp>
          <p:nvSpPr>
            <p:cNvPr id="145" name="TextBox 88"/>
            <p:cNvSpPr txBox="1"/>
            <p:nvPr/>
          </p:nvSpPr>
          <p:spPr>
            <a:xfrm>
              <a:off x="3706149" y="1439160"/>
              <a:ext cx="1502197" cy="416669"/>
            </a:xfrm>
            <a:prstGeom prst="rect">
              <a:avLst/>
            </a:prstGeom>
            <a:noFill/>
          </p:spPr>
          <p:txBody>
            <a:bodyPr wrap="square" lIns="0" tIns="0" rIns="0" bIns="0" rtlCol="0">
              <a:spAutoFit/>
            </a:bodyPr>
            <a:lstStyle/>
            <a:p>
              <a:r>
                <a:rPr lang="zh-CN" altLang="en-US" sz="2135" dirty="0">
                  <a:solidFill>
                    <a:schemeClr val="tx2"/>
                  </a:solidFill>
                  <a:latin typeface="微软雅黑" panose="020B0503020204020204" pitchFamily="34" charset="-122"/>
                  <a:ea typeface="微软雅黑" panose="020B0503020204020204" pitchFamily="34" charset="-122"/>
                </a:rPr>
                <a:t>单击此处添加标题</a:t>
              </a:r>
            </a:p>
          </p:txBody>
        </p:sp>
      </p:grpSp>
      <p:grpSp>
        <p:nvGrpSpPr>
          <p:cNvPr id="146" name="组合 145"/>
          <p:cNvGrpSpPr/>
          <p:nvPr/>
        </p:nvGrpSpPr>
        <p:grpSpPr>
          <a:xfrm>
            <a:off x="2227742" y="3830471"/>
            <a:ext cx="1024335" cy="883047"/>
            <a:chOff x="1729502" y="1220490"/>
            <a:chExt cx="1224296" cy="1055428"/>
          </a:xfrm>
        </p:grpSpPr>
        <p:sp>
          <p:nvSpPr>
            <p:cNvPr id="147" name="六边形 146"/>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48" name="六边形 147"/>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49" name="TextBox 88"/>
            <p:cNvSpPr txBox="1"/>
            <p:nvPr/>
          </p:nvSpPr>
          <p:spPr>
            <a:xfrm>
              <a:off x="2015376" y="1481210"/>
              <a:ext cx="886380" cy="573015"/>
            </a:xfrm>
            <a:prstGeom prst="rect">
              <a:avLst/>
            </a:prstGeom>
            <a:noFill/>
          </p:spPr>
          <p:txBody>
            <a:bodyPr wrap="square" lIns="0" tIns="0" rIns="0" bIns="0" rtlCol="0">
              <a:spAutoFit/>
            </a:bodyPr>
            <a:lstStyle/>
            <a:p>
              <a:r>
                <a:rPr lang="en-US" altLang="zh-CN" sz="2935" b="1" dirty="0">
                  <a:solidFill>
                    <a:schemeClr val="tx2"/>
                  </a:solidFill>
                  <a:latin typeface="微软雅黑" panose="020B0503020204020204" pitchFamily="34" charset="-122"/>
                  <a:ea typeface="微软雅黑" panose="020B0503020204020204" pitchFamily="34" charset="-122"/>
                </a:rPr>
                <a:t>03</a:t>
              </a:r>
            </a:p>
          </p:txBody>
        </p:sp>
      </p:grpSp>
      <p:grpSp>
        <p:nvGrpSpPr>
          <p:cNvPr id="154" name="组合 153"/>
          <p:cNvGrpSpPr/>
          <p:nvPr/>
        </p:nvGrpSpPr>
        <p:grpSpPr>
          <a:xfrm>
            <a:off x="3664358" y="4940813"/>
            <a:ext cx="6492615" cy="883047"/>
            <a:chOff x="3152668" y="1220489"/>
            <a:chExt cx="4325789" cy="1055428"/>
          </a:xfrm>
        </p:grpSpPr>
        <p:sp>
          <p:nvSpPr>
            <p:cNvPr id="155" name="六边形 154"/>
            <p:cNvSpPr/>
            <p:nvPr/>
          </p:nvSpPr>
          <p:spPr>
            <a:xfrm>
              <a:off x="3152668" y="1220489"/>
              <a:ext cx="4325789"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156" name="六边形 155"/>
            <p:cNvSpPr/>
            <p:nvPr/>
          </p:nvSpPr>
          <p:spPr>
            <a:xfrm>
              <a:off x="3152668" y="1220489"/>
              <a:ext cx="4325789"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prstClr val="white"/>
                </a:solidFill>
              </a:endParaRPr>
            </a:p>
          </p:txBody>
        </p:sp>
        <p:sp>
          <p:nvSpPr>
            <p:cNvPr id="157" name="TextBox 87"/>
            <p:cNvSpPr txBox="1"/>
            <p:nvPr/>
          </p:nvSpPr>
          <p:spPr>
            <a:xfrm>
              <a:off x="3650852" y="1849441"/>
              <a:ext cx="3092520" cy="261082"/>
            </a:xfrm>
            <a:prstGeom prst="rect">
              <a:avLst/>
            </a:prstGeom>
            <a:noFill/>
          </p:spPr>
          <p:txBody>
            <a:bodyPr wrap="square" lIns="0" tIns="0" rIns="0" bIns="0" rtlCol="0">
              <a:spAutoFit/>
            </a:bodyPr>
            <a:lstStyle/>
            <a:p>
              <a:r>
                <a:rPr lang="zh-CN" altLang="en-US" sz="1335" dirty="0">
                  <a:latin typeface="微软雅黑" panose="020B0503020204020204" pitchFamily="34" charset="-122"/>
                  <a:ea typeface="微软雅黑" panose="020B0503020204020204" pitchFamily="34" charset="-122"/>
                  <a:sym typeface="微软雅黑" panose="020B0503020204020204" pitchFamily="34" charset="-122"/>
                </a:rPr>
                <a:t>单击添加文本单击添加文本单击添加文本单击添加文本</a:t>
              </a:r>
            </a:p>
          </p:txBody>
        </p:sp>
        <p:sp>
          <p:nvSpPr>
            <p:cNvPr id="158" name="TextBox 88"/>
            <p:cNvSpPr txBox="1"/>
            <p:nvPr/>
          </p:nvSpPr>
          <p:spPr>
            <a:xfrm>
              <a:off x="3706149" y="1439160"/>
              <a:ext cx="1502197" cy="416669"/>
            </a:xfrm>
            <a:prstGeom prst="rect">
              <a:avLst/>
            </a:prstGeom>
            <a:noFill/>
          </p:spPr>
          <p:txBody>
            <a:bodyPr wrap="square" lIns="0" tIns="0" rIns="0" bIns="0" rtlCol="0">
              <a:spAutoFit/>
            </a:bodyPr>
            <a:lstStyle/>
            <a:p>
              <a:r>
                <a:rPr lang="zh-CN" altLang="en-US" sz="2135" dirty="0">
                  <a:solidFill>
                    <a:schemeClr val="bg2"/>
                  </a:solidFill>
                  <a:latin typeface="微软雅黑" panose="020B0503020204020204" pitchFamily="34" charset="-122"/>
                  <a:ea typeface="微软雅黑" panose="020B0503020204020204" pitchFamily="34" charset="-122"/>
                </a:rPr>
                <a:t>单击此处添加标题</a:t>
              </a:r>
            </a:p>
          </p:txBody>
        </p:sp>
      </p:grpSp>
      <p:grpSp>
        <p:nvGrpSpPr>
          <p:cNvPr id="159" name="组合 158"/>
          <p:cNvGrpSpPr/>
          <p:nvPr/>
        </p:nvGrpSpPr>
        <p:grpSpPr>
          <a:xfrm>
            <a:off x="2227742" y="4940815"/>
            <a:ext cx="1024335" cy="883047"/>
            <a:chOff x="1729502" y="1220490"/>
            <a:chExt cx="1224296" cy="1055428"/>
          </a:xfrm>
        </p:grpSpPr>
        <p:sp>
          <p:nvSpPr>
            <p:cNvPr id="160" name="六边形 159"/>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61" name="六边形 160"/>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62" name="TextBox 88"/>
            <p:cNvSpPr txBox="1"/>
            <p:nvPr/>
          </p:nvSpPr>
          <p:spPr>
            <a:xfrm>
              <a:off x="2015376" y="1481210"/>
              <a:ext cx="886380" cy="573015"/>
            </a:xfrm>
            <a:prstGeom prst="rect">
              <a:avLst/>
            </a:prstGeom>
            <a:noFill/>
          </p:spPr>
          <p:txBody>
            <a:bodyPr wrap="square" lIns="0" tIns="0" rIns="0" bIns="0" rtlCol="0">
              <a:spAutoFit/>
            </a:bodyPr>
            <a:lstStyle/>
            <a:p>
              <a:r>
                <a:rPr lang="en-US" altLang="zh-CN" sz="2935" b="1" dirty="0">
                  <a:solidFill>
                    <a:schemeClr val="bg2"/>
                  </a:solidFill>
                  <a:latin typeface="微软雅黑" panose="020B0503020204020204" pitchFamily="34" charset="-122"/>
                  <a:ea typeface="微软雅黑" panose="020B0503020204020204" pitchFamily="34" charset="-122"/>
                </a:rPr>
                <a:t>04</a:t>
              </a:r>
            </a:p>
          </p:txBody>
        </p:sp>
      </p:grpSp>
      <p:sp>
        <p:nvSpPr>
          <p:cNvPr id="4" name="同侧圆角矩形 3"/>
          <p:cNvSpPr/>
          <p:nvPr/>
        </p:nvSpPr>
        <p:spPr>
          <a:xfrm rot="5400000">
            <a:off x="1541780" y="-155575"/>
            <a:ext cx="523240" cy="183832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1229360" y="507365"/>
            <a:ext cx="1536700"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C00000"/>
                </a:solidFill>
                <a:latin typeface="微软雅黑" panose="020B0503020204020204" pitchFamily="34" charset="-122"/>
                <a:ea typeface="微软雅黑" panose="020B0503020204020204" pitchFamily="34" charset="-122"/>
              </a:rPr>
              <a:t>目录</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1+#ppt_w/2"/>
                                          </p:val>
                                        </p:tav>
                                        <p:tav tm="100000">
                                          <p:val>
                                            <p:strVal val="#ppt_x"/>
                                          </p:val>
                                        </p:tav>
                                      </p:tavLst>
                                    </p:anim>
                                    <p:anim calcmode="lin" valueType="num">
                                      <p:cBhvr additive="base">
                                        <p:cTn id="1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28"/>
                                        </p:tgtEl>
                                        <p:attrNameLst>
                                          <p:attrName>style.visibility</p:attrName>
                                        </p:attrNameLst>
                                      </p:cBhvr>
                                      <p:to>
                                        <p:strVal val="visible"/>
                                      </p:to>
                                    </p:set>
                                    <p:anim calcmode="lin" valueType="num">
                                      <p:cBhvr>
                                        <p:cTn id="20" dur="500" fill="hold"/>
                                        <p:tgtEl>
                                          <p:spTgt spid="128"/>
                                        </p:tgtEl>
                                        <p:attrNameLst>
                                          <p:attrName>ppt_w</p:attrName>
                                        </p:attrNameLst>
                                      </p:cBhvr>
                                      <p:tavLst>
                                        <p:tav tm="0">
                                          <p:val>
                                            <p:fltVal val="0"/>
                                          </p:val>
                                        </p:tav>
                                        <p:tav tm="100000">
                                          <p:val>
                                            <p:strVal val="#ppt_w"/>
                                          </p:val>
                                        </p:tav>
                                      </p:tavLst>
                                    </p:anim>
                                    <p:anim calcmode="lin" valueType="num">
                                      <p:cBhvr>
                                        <p:cTn id="21" dur="500" fill="hold"/>
                                        <p:tgtEl>
                                          <p:spTgt spid="128"/>
                                        </p:tgtEl>
                                        <p:attrNameLst>
                                          <p:attrName>ppt_h</p:attrName>
                                        </p:attrNameLst>
                                      </p:cBhvr>
                                      <p:tavLst>
                                        <p:tav tm="0">
                                          <p:val>
                                            <p:fltVal val="0"/>
                                          </p:val>
                                        </p:tav>
                                        <p:tav tm="100000">
                                          <p:val>
                                            <p:strVal val="#ppt_h"/>
                                          </p:val>
                                        </p:tav>
                                      </p:tavLst>
                                    </p:anim>
                                    <p:animEffect transition="in" filter="fade">
                                      <p:cBhvr>
                                        <p:cTn id="22" dur="500"/>
                                        <p:tgtEl>
                                          <p:spTgt spid="12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01"/>
                                        </p:tgtEl>
                                        <p:attrNameLst>
                                          <p:attrName>style.visibility</p:attrName>
                                        </p:attrNameLst>
                                      </p:cBhvr>
                                      <p:to>
                                        <p:strVal val="visible"/>
                                      </p:to>
                                    </p:set>
                                    <p:anim calcmode="lin" valueType="num">
                                      <p:cBhvr additive="base">
                                        <p:cTn id="27" dur="500" fill="hold"/>
                                        <p:tgtEl>
                                          <p:spTgt spid="101"/>
                                        </p:tgtEl>
                                        <p:attrNameLst>
                                          <p:attrName>ppt_x</p:attrName>
                                        </p:attrNameLst>
                                      </p:cBhvr>
                                      <p:tavLst>
                                        <p:tav tm="0">
                                          <p:val>
                                            <p:strVal val="1+#ppt_w/2"/>
                                          </p:val>
                                        </p:tav>
                                        <p:tav tm="100000">
                                          <p:val>
                                            <p:strVal val="#ppt_x"/>
                                          </p:val>
                                        </p:tav>
                                      </p:tavLst>
                                    </p:anim>
                                    <p:anim calcmode="lin" valueType="num">
                                      <p:cBhvr additive="base">
                                        <p:cTn id="28" dur="500" fill="hold"/>
                                        <p:tgtEl>
                                          <p:spTgt spid="101"/>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46"/>
                                        </p:tgtEl>
                                        <p:attrNameLst>
                                          <p:attrName>style.visibility</p:attrName>
                                        </p:attrNameLst>
                                      </p:cBhvr>
                                      <p:to>
                                        <p:strVal val="visible"/>
                                      </p:to>
                                    </p:set>
                                    <p:anim calcmode="lin" valueType="num">
                                      <p:cBhvr>
                                        <p:cTn id="33" dur="500" fill="hold"/>
                                        <p:tgtEl>
                                          <p:spTgt spid="146"/>
                                        </p:tgtEl>
                                        <p:attrNameLst>
                                          <p:attrName>ppt_w</p:attrName>
                                        </p:attrNameLst>
                                      </p:cBhvr>
                                      <p:tavLst>
                                        <p:tav tm="0">
                                          <p:val>
                                            <p:fltVal val="0"/>
                                          </p:val>
                                        </p:tav>
                                        <p:tav tm="100000">
                                          <p:val>
                                            <p:strVal val="#ppt_w"/>
                                          </p:val>
                                        </p:tav>
                                      </p:tavLst>
                                    </p:anim>
                                    <p:anim calcmode="lin" valueType="num">
                                      <p:cBhvr>
                                        <p:cTn id="34" dur="500" fill="hold"/>
                                        <p:tgtEl>
                                          <p:spTgt spid="146"/>
                                        </p:tgtEl>
                                        <p:attrNameLst>
                                          <p:attrName>ppt_h</p:attrName>
                                        </p:attrNameLst>
                                      </p:cBhvr>
                                      <p:tavLst>
                                        <p:tav tm="0">
                                          <p:val>
                                            <p:fltVal val="0"/>
                                          </p:val>
                                        </p:tav>
                                        <p:tav tm="100000">
                                          <p:val>
                                            <p:strVal val="#ppt_h"/>
                                          </p:val>
                                        </p:tav>
                                      </p:tavLst>
                                    </p:anim>
                                    <p:animEffect transition="in" filter="fade">
                                      <p:cBhvr>
                                        <p:cTn id="35" dur="500"/>
                                        <p:tgtEl>
                                          <p:spTgt spid="146"/>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141"/>
                                        </p:tgtEl>
                                        <p:attrNameLst>
                                          <p:attrName>style.visibility</p:attrName>
                                        </p:attrNameLst>
                                      </p:cBhvr>
                                      <p:to>
                                        <p:strVal val="visible"/>
                                      </p:to>
                                    </p:set>
                                    <p:anim calcmode="lin" valueType="num">
                                      <p:cBhvr additive="base">
                                        <p:cTn id="40" dur="500" fill="hold"/>
                                        <p:tgtEl>
                                          <p:spTgt spid="141"/>
                                        </p:tgtEl>
                                        <p:attrNameLst>
                                          <p:attrName>ppt_x</p:attrName>
                                        </p:attrNameLst>
                                      </p:cBhvr>
                                      <p:tavLst>
                                        <p:tav tm="0">
                                          <p:val>
                                            <p:strVal val="1+#ppt_w/2"/>
                                          </p:val>
                                        </p:tav>
                                        <p:tav tm="100000">
                                          <p:val>
                                            <p:strVal val="#ppt_x"/>
                                          </p:val>
                                        </p:tav>
                                      </p:tavLst>
                                    </p:anim>
                                    <p:anim calcmode="lin" valueType="num">
                                      <p:cBhvr additive="base">
                                        <p:cTn id="41" dur="500" fill="hold"/>
                                        <p:tgtEl>
                                          <p:spTgt spid="14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159"/>
                                        </p:tgtEl>
                                        <p:attrNameLst>
                                          <p:attrName>style.visibility</p:attrName>
                                        </p:attrNameLst>
                                      </p:cBhvr>
                                      <p:to>
                                        <p:strVal val="visible"/>
                                      </p:to>
                                    </p:set>
                                    <p:anim calcmode="lin" valueType="num">
                                      <p:cBhvr>
                                        <p:cTn id="46" dur="500" fill="hold"/>
                                        <p:tgtEl>
                                          <p:spTgt spid="159"/>
                                        </p:tgtEl>
                                        <p:attrNameLst>
                                          <p:attrName>ppt_w</p:attrName>
                                        </p:attrNameLst>
                                      </p:cBhvr>
                                      <p:tavLst>
                                        <p:tav tm="0">
                                          <p:val>
                                            <p:fltVal val="0"/>
                                          </p:val>
                                        </p:tav>
                                        <p:tav tm="100000">
                                          <p:val>
                                            <p:strVal val="#ppt_w"/>
                                          </p:val>
                                        </p:tav>
                                      </p:tavLst>
                                    </p:anim>
                                    <p:anim calcmode="lin" valueType="num">
                                      <p:cBhvr>
                                        <p:cTn id="47" dur="500" fill="hold"/>
                                        <p:tgtEl>
                                          <p:spTgt spid="159"/>
                                        </p:tgtEl>
                                        <p:attrNameLst>
                                          <p:attrName>ppt_h</p:attrName>
                                        </p:attrNameLst>
                                      </p:cBhvr>
                                      <p:tavLst>
                                        <p:tav tm="0">
                                          <p:val>
                                            <p:fltVal val="0"/>
                                          </p:val>
                                        </p:tav>
                                        <p:tav tm="100000">
                                          <p:val>
                                            <p:strVal val="#ppt_h"/>
                                          </p:val>
                                        </p:tav>
                                      </p:tavLst>
                                    </p:anim>
                                    <p:animEffect transition="in" filter="fade">
                                      <p:cBhvr>
                                        <p:cTn id="48" dur="500"/>
                                        <p:tgtEl>
                                          <p:spTgt spid="159"/>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154"/>
                                        </p:tgtEl>
                                        <p:attrNameLst>
                                          <p:attrName>style.visibility</p:attrName>
                                        </p:attrNameLst>
                                      </p:cBhvr>
                                      <p:to>
                                        <p:strVal val="visible"/>
                                      </p:to>
                                    </p:set>
                                    <p:anim calcmode="lin" valueType="num">
                                      <p:cBhvr additive="base">
                                        <p:cTn id="53" dur="500" fill="hold"/>
                                        <p:tgtEl>
                                          <p:spTgt spid="154"/>
                                        </p:tgtEl>
                                        <p:attrNameLst>
                                          <p:attrName>ppt_x</p:attrName>
                                        </p:attrNameLst>
                                      </p:cBhvr>
                                      <p:tavLst>
                                        <p:tav tm="0">
                                          <p:val>
                                            <p:strVal val="1+#ppt_w/2"/>
                                          </p:val>
                                        </p:tav>
                                        <p:tav tm="100000">
                                          <p:val>
                                            <p:strVal val="#ppt_x"/>
                                          </p:val>
                                        </p:tav>
                                      </p:tavLst>
                                    </p:anim>
                                    <p:anim calcmode="lin" valueType="num">
                                      <p:cBhvr additive="base">
                                        <p:cTn id="54" dur="500" fill="hold"/>
                                        <p:tgtEl>
                                          <p:spTgt spid="1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p:cNvGrpSpPr/>
          <p:nvPr/>
        </p:nvGrpSpPr>
        <p:grpSpPr>
          <a:xfrm>
            <a:off x="4568170" y="1337644"/>
            <a:ext cx="2881205" cy="2368645"/>
            <a:chOff x="1729502" y="1220490"/>
            <a:chExt cx="1283815" cy="1055428"/>
          </a:xfrm>
        </p:grpSpPr>
        <p:sp>
          <p:nvSpPr>
            <p:cNvPr id="52" name="六边形 51"/>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53" name="六边形 52"/>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54" name="TextBox 88"/>
            <p:cNvSpPr txBox="1"/>
            <p:nvPr/>
          </p:nvSpPr>
          <p:spPr>
            <a:xfrm>
              <a:off x="2126937" y="1519637"/>
              <a:ext cx="886380" cy="484685"/>
            </a:xfrm>
            <a:prstGeom prst="rect">
              <a:avLst/>
            </a:prstGeom>
            <a:noFill/>
          </p:spPr>
          <p:txBody>
            <a:bodyPr wrap="square" lIns="0" tIns="0" rIns="0" bIns="0" rtlCol="0">
              <a:spAutoFit/>
            </a:bodyPr>
            <a:lstStyle/>
            <a:p>
              <a:r>
                <a:rPr lang="en-US" altLang="zh-CN" sz="6665" b="1" dirty="0">
                  <a:solidFill>
                    <a:schemeClr val="tx2"/>
                  </a:solidFill>
                  <a:latin typeface="微软雅黑" panose="020B0503020204020204" pitchFamily="34" charset="-122"/>
                  <a:ea typeface="微软雅黑" panose="020B0503020204020204" pitchFamily="34" charset="-122"/>
                </a:rPr>
                <a:t>01</a:t>
              </a:r>
            </a:p>
          </p:txBody>
        </p:sp>
      </p:grpSp>
      <p:sp>
        <p:nvSpPr>
          <p:cNvPr id="58" name="TextBox 1"/>
          <p:cNvSpPr txBox="1"/>
          <p:nvPr/>
        </p:nvSpPr>
        <p:spPr>
          <a:xfrm>
            <a:off x="4229059" y="3937860"/>
            <a:ext cx="3459480" cy="743585"/>
          </a:xfrm>
          <a:prstGeom prst="rect">
            <a:avLst/>
          </a:prstGeom>
          <a:noFill/>
        </p:spPr>
        <p:txBody>
          <a:bodyPr wrap="none" rtlCol="0">
            <a:spAutoFit/>
          </a:bodyPr>
          <a:lstStyle/>
          <a:p>
            <a:pPr marL="0" lvl="1" algn="l"/>
            <a:r>
              <a:rPr lang="zh-CN" altLang="en-US" sz="4000" b="1" spc="300" dirty="0">
                <a:solidFill>
                  <a:schemeClr val="tx2"/>
                </a:solidFill>
                <a:latin typeface="微软雅黑" panose="020B0503020204020204" pitchFamily="34" charset="-122"/>
                <a:ea typeface="微软雅黑" panose="020B0503020204020204" pitchFamily="34" charset="-122"/>
              </a:rPr>
              <a:t>此处添加标题</a:t>
            </a:r>
          </a:p>
        </p:txBody>
      </p:sp>
      <p:sp>
        <p:nvSpPr>
          <p:cNvPr id="59" name="文本框 9"/>
          <p:cNvSpPr txBox="1"/>
          <p:nvPr/>
        </p:nvSpPr>
        <p:spPr>
          <a:xfrm>
            <a:off x="4021071" y="4775809"/>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0" name="文本框 9"/>
          <p:cNvSpPr txBox="1"/>
          <p:nvPr/>
        </p:nvSpPr>
        <p:spPr>
          <a:xfrm>
            <a:off x="4021070" y="5144417"/>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2" name="文本框 9"/>
          <p:cNvSpPr txBox="1"/>
          <p:nvPr/>
        </p:nvSpPr>
        <p:spPr>
          <a:xfrm>
            <a:off x="5617112"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3" name="文本框 9"/>
          <p:cNvSpPr txBox="1"/>
          <p:nvPr/>
        </p:nvSpPr>
        <p:spPr>
          <a:xfrm>
            <a:off x="5617114"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5" name="文本框 9"/>
          <p:cNvSpPr txBox="1"/>
          <p:nvPr/>
        </p:nvSpPr>
        <p:spPr>
          <a:xfrm>
            <a:off x="7213152"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6" name="文本框 9"/>
          <p:cNvSpPr txBox="1"/>
          <p:nvPr/>
        </p:nvSpPr>
        <p:spPr>
          <a:xfrm>
            <a:off x="7213154"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fltVal val="0"/>
                                          </p:val>
                                        </p:tav>
                                        <p:tav tm="100000">
                                          <p:val>
                                            <p:strVal val="#ppt_w"/>
                                          </p:val>
                                        </p:tav>
                                      </p:tavLst>
                                    </p:anim>
                                    <p:anim calcmode="lin" valueType="num">
                                      <p:cBhvr>
                                        <p:cTn id="8" dur="500" fill="hold"/>
                                        <p:tgtEl>
                                          <p:spTgt spid="51"/>
                                        </p:tgtEl>
                                        <p:attrNameLst>
                                          <p:attrName>ppt_h</p:attrName>
                                        </p:attrNameLst>
                                      </p:cBhvr>
                                      <p:tavLst>
                                        <p:tav tm="0">
                                          <p:val>
                                            <p:fltVal val="0"/>
                                          </p:val>
                                        </p:tav>
                                        <p:tav tm="100000">
                                          <p:val>
                                            <p:strVal val="#ppt_h"/>
                                          </p:val>
                                        </p:tav>
                                      </p:tavLst>
                                    </p:anim>
                                    <p:animEffect transition="in" filter="fade">
                                      <p:cBhvr>
                                        <p:cTn id="9" dur="500"/>
                                        <p:tgtEl>
                                          <p:spTgt spid="51"/>
                                        </p:tgtEl>
                                      </p:cBhvr>
                                    </p:animEffect>
                                  </p:childTnLst>
                                </p:cTn>
                              </p:par>
                              <p:par>
                                <p:cTn id="10" presetID="12" presetClass="entr" presetSubtype="8" fill="hold" grpId="0" nodeType="with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additive="base">
                                        <p:cTn id="12" dur="500"/>
                                        <p:tgtEl>
                                          <p:spTgt spid="58"/>
                                        </p:tgtEl>
                                        <p:attrNameLst>
                                          <p:attrName>ppt_x</p:attrName>
                                        </p:attrNameLst>
                                      </p:cBhvr>
                                      <p:tavLst>
                                        <p:tav tm="0">
                                          <p:val>
                                            <p:strVal val="#ppt_x-#ppt_w*1.125000"/>
                                          </p:val>
                                        </p:tav>
                                        <p:tav tm="100000">
                                          <p:val>
                                            <p:strVal val="#ppt_x"/>
                                          </p:val>
                                        </p:tav>
                                      </p:tavLst>
                                    </p:anim>
                                    <p:animEffect transition="in" filter="wipe(right)">
                                      <p:cBhvr>
                                        <p:cTn id="13" dur="500"/>
                                        <p:tgtEl>
                                          <p:spTgt spid="58"/>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additive="base">
                                        <p:cTn id="17" dur="500" fill="hold"/>
                                        <p:tgtEl>
                                          <p:spTgt spid="59"/>
                                        </p:tgtEl>
                                        <p:attrNameLst>
                                          <p:attrName>ppt_x</p:attrName>
                                        </p:attrNameLst>
                                      </p:cBhvr>
                                      <p:tavLst>
                                        <p:tav tm="0">
                                          <p:val>
                                            <p:strVal val="#ppt_x"/>
                                          </p:val>
                                        </p:tav>
                                        <p:tav tm="100000">
                                          <p:val>
                                            <p:strVal val="#ppt_x"/>
                                          </p:val>
                                        </p:tav>
                                      </p:tavLst>
                                    </p:anim>
                                    <p:anim calcmode="lin" valueType="num">
                                      <p:cBhvr additive="base">
                                        <p:cTn id="18" dur="500" fill="hold"/>
                                        <p:tgtEl>
                                          <p:spTgt spid="5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200"/>
                                  </p:stCondLst>
                                  <p:childTnLst>
                                    <p:set>
                                      <p:cBhvr>
                                        <p:cTn id="20" dur="1" fill="hold">
                                          <p:stCondLst>
                                            <p:cond delay="0"/>
                                          </p:stCondLst>
                                        </p:cTn>
                                        <p:tgtEl>
                                          <p:spTgt spid="60"/>
                                        </p:tgtEl>
                                        <p:attrNameLst>
                                          <p:attrName>style.visibility</p:attrName>
                                        </p:attrNameLst>
                                      </p:cBhvr>
                                      <p:to>
                                        <p:strVal val="visible"/>
                                      </p:to>
                                    </p:set>
                                    <p:anim calcmode="lin" valueType="num">
                                      <p:cBhvr additive="base">
                                        <p:cTn id="21" dur="500" fill="hold"/>
                                        <p:tgtEl>
                                          <p:spTgt spid="60"/>
                                        </p:tgtEl>
                                        <p:attrNameLst>
                                          <p:attrName>ppt_x</p:attrName>
                                        </p:attrNameLst>
                                      </p:cBhvr>
                                      <p:tavLst>
                                        <p:tav tm="0">
                                          <p:val>
                                            <p:strVal val="#ppt_x"/>
                                          </p:val>
                                        </p:tav>
                                        <p:tav tm="100000">
                                          <p:val>
                                            <p:strVal val="#ppt_x"/>
                                          </p:val>
                                        </p:tav>
                                      </p:tavLst>
                                    </p:anim>
                                    <p:anim calcmode="lin" valueType="num">
                                      <p:cBhvr additive="base">
                                        <p:cTn id="22" dur="500" fill="hold"/>
                                        <p:tgtEl>
                                          <p:spTgt spid="6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200"/>
                                  </p:stCondLst>
                                  <p:childTnLst>
                                    <p:set>
                                      <p:cBhvr>
                                        <p:cTn id="24" dur="1" fill="hold">
                                          <p:stCondLst>
                                            <p:cond delay="0"/>
                                          </p:stCondLst>
                                        </p:cTn>
                                        <p:tgtEl>
                                          <p:spTgt spid="62"/>
                                        </p:tgtEl>
                                        <p:attrNameLst>
                                          <p:attrName>style.visibility</p:attrName>
                                        </p:attrNameLst>
                                      </p:cBhvr>
                                      <p:to>
                                        <p:strVal val="visible"/>
                                      </p:to>
                                    </p:set>
                                    <p:anim calcmode="lin" valueType="num">
                                      <p:cBhvr additive="base">
                                        <p:cTn id="25" dur="500" fill="hold"/>
                                        <p:tgtEl>
                                          <p:spTgt spid="62"/>
                                        </p:tgtEl>
                                        <p:attrNameLst>
                                          <p:attrName>ppt_x</p:attrName>
                                        </p:attrNameLst>
                                      </p:cBhvr>
                                      <p:tavLst>
                                        <p:tav tm="0">
                                          <p:val>
                                            <p:strVal val="#ppt_x"/>
                                          </p:val>
                                        </p:tav>
                                        <p:tav tm="100000">
                                          <p:val>
                                            <p:strVal val="#ppt_x"/>
                                          </p:val>
                                        </p:tav>
                                      </p:tavLst>
                                    </p:anim>
                                    <p:anim calcmode="lin" valueType="num">
                                      <p:cBhvr additive="base">
                                        <p:cTn id="26" dur="500" fill="hold"/>
                                        <p:tgtEl>
                                          <p:spTgt spid="6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400"/>
                                  </p:stCondLst>
                                  <p:childTnLst>
                                    <p:set>
                                      <p:cBhvr>
                                        <p:cTn id="28" dur="1" fill="hold">
                                          <p:stCondLst>
                                            <p:cond delay="0"/>
                                          </p:stCondLst>
                                        </p:cTn>
                                        <p:tgtEl>
                                          <p:spTgt spid="63"/>
                                        </p:tgtEl>
                                        <p:attrNameLst>
                                          <p:attrName>style.visibility</p:attrName>
                                        </p:attrNameLst>
                                      </p:cBhvr>
                                      <p:to>
                                        <p:strVal val="visible"/>
                                      </p:to>
                                    </p:set>
                                    <p:anim calcmode="lin" valueType="num">
                                      <p:cBhvr additive="base">
                                        <p:cTn id="29" dur="500" fill="hold"/>
                                        <p:tgtEl>
                                          <p:spTgt spid="63"/>
                                        </p:tgtEl>
                                        <p:attrNameLst>
                                          <p:attrName>ppt_x</p:attrName>
                                        </p:attrNameLst>
                                      </p:cBhvr>
                                      <p:tavLst>
                                        <p:tav tm="0">
                                          <p:val>
                                            <p:strVal val="#ppt_x"/>
                                          </p:val>
                                        </p:tav>
                                        <p:tav tm="100000">
                                          <p:val>
                                            <p:strVal val="#ppt_x"/>
                                          </p:val>
                                        </p:tav>
                                      </p:tavLst>
                                    </p:anim>
                                    <p:anim calcmode="lin" valueType="num">
                                      <p:cBhvr additive="base">
                                        <p:cTn id="30" dur="500" fill="hold"/>
                                        <p:tgtEl>
                                          <p:spTgt spid="6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200"/>
                                  </p:stCondLst>
                                  <p:childTnLst>
                                    <p:set>
                                      <p:cBhvr>
                                        <p:cTn id="32" dur="1" fill="hold">
                                          <p:stCondLst>
                                            <p:cond delay="0"/>
                                          </p:stCondLst>
                                        </p:cTn>
                                        <p:tgtEl>
                                          <p:spTgt spid="65"/>
                                        </p:tgtEl>
                                        <p:attrNameLst>
                                          <p:attrName>style.visibility</p:attrName>
                                        </p:attrNameLst>
                                      </p:cBhvr>
                                      <p:to>
                                        <p:strVal val="visible"/>
                                      </p:to>
                                    </p:set>
                                    <p:anim calcmode="lin" valueType="num">
                                      <p:cBhvr additive="base">
                                        <p:cTn id="33" dur="500" fill="hold"/>
                                        <p:tgtEl>
                                          <p:spTgt spid="65"/>
                                        </p:tgtEl>
                                        <p:attrNameLst>
                                          <p:attrName>ppt_x</p:attrName>
                                        </p:attrNameLst>
                                      </p:cBhvr>
                                      <p:tavLst>
                                        <p:tav tm="0">
                                          <p:val>
                                            <p:strVal val="#ppt_x"/>
                                          </p:val>
                                        </p:tav>
                                        <p:tav tm="100000">
                                          <p:val>
                                            <p:strVal val="#ppt_x"/>
                                          </p:val>
                                        </p:tav>
                                      </p:tavLst>
                                    </p:anim>
                                    <p:anim calcmode="lin" valueType="num">
                                      <p:cBhvr additive="base">
                                        <p:cTn id="34" dur="500" fill="hold"/>
                                        <p:tgtEl>
                                          <p:spTgt spid="6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400"/>
                                  </p:stCondLst>
                                  <p:childTnLst>
                                    <p:set>
                                      <p:cBhvr>
                                        <p:cTn id="36" dur="1" fill="hold">
                                          <p:stCondLst>
                                            <p:cond delay="0"/>
                                          </p:stCondLst>
                                        </p:cTn>
                                        <p:tgtEl>
                                          <p:spTgt spid="66"/>
                                        </p:tgtEl>
                                        <p:attrNameLst>
                                          <p:attrName>style.visibility</p:attrName>
                                        </p:attrNameLst>
                                      </p:cBhvr>
                                      <p:to>
                                        <p:strVal val="visible"/>
                                      </p:to>
                                    </p:set>
                                    <p:anim calcmode="lin" valueType="num">
                                      <p:cBhvr additive="base">
                                        <p:cTn id="37" dur="500" fill="hold"/>
                                        <p:tgtEl>
                                          <p:spTgt spid="66"/>
                                        </p:tgtEl>
                                        <p:attrNameLst>
                                          <p:attrName>ppt_x</p:attrName>
                                        </p:attrNameLst>
                                      </p:cBhvr>
                                      <p:tavLst>
                                        <p:tav tm="0">
                                          <p:val>
                                            <p:strVal val="#ppt_x"/>
                                          </p:val>
                                        </p:tav>
                                        <p:tav tm="100000">
                                          <p:val>
                                            <p:strVal val="#ppt_x"/>
                                          </p:val>
                                        </p:tav>
                                      </p:tavLst>
                                    </p:anim>
                                    <p:anim calcmode="lin" valueType="num">
                                      <p:cBhvr additive="base">
                                        <p:cTn id="38"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P spid="62" grpId="0"/>
      <p:bldP spid="63" grpId="0"/>
      <p:bldP spid="65" grpId="0"/>
      <p:bldP spid="6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177743" y="1817585"/>
            <a:ext cx="2245896" cy="2534032"/>
            <a:chOff x="1632857" y="1363189"/>
            <a:chExt cx="1684422" cy="1900524"/>
          </a:xfrm>
        </p:grpSpPr>
        <p:sp>
          <p:nvSpPr>
            <p:cNvPr id="93" name="Freeform 5"/>
            <p:cNvSpPr/>
            <p:nvPr/>
          </p:nvSpPr>
          <p:spPr bwMode="auto">
            <a:xfrm rot="5400000">
              <a:off x="1524806" y="1471240"/>
              <a:ext cx="1900524" cy="168442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sz="1865"/>
            </a:p>
          </p:txBody>
        </p:sp>
        <p:sp>
          <p:nvSpPr>
            <p:cNvPr id="94" name="Freeform 5"/>
            <p:cNvSpPr/>
            <p:nvPr/>
          </p:nvSpPr>
          <p:spPr bwMode="auto">
            <a:xfrm rot="5400000">
              <a:off x="1782571" y="1699695"/>
              <a:ext cx="1384993" cy="122751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sz="1865"/>
            </a:p>
          </p:txBody>
        </p:sp>
        <p:sp>
          <p:nvSpPr>
            <p:cNvPr id="95" name="文本框 94"/>
            <p:cNvSpPr txBox="1"/>
            <p:nvPr/>
          </p:nvSpPr>
          <p:spPr>
            <a:xfrm>
              <a:off x="1705546" y="2084234"/>
              <a:ext cx="1539044" cy="575786"/>
            </a:xfrm>
            <a:prstGeom prst="rect">
              <a:avLst/>
            </a:prstGeom>
            <a:noFill/>
          </p:spPr>
          <p:txBody>
            <a:bodyPr wrap="square" lIns="91440" tIns="45720" rIns="91440" bIns="45720" rtlCol="0">
              <a:spAutoFit/>
            </a:bodyPr>
            <a:lstStyle/>
            <a:p>
              <a:pPr algn="ctr"/>
              <a:r>
                <a:rPr lang="en-US" altLang="zh-CN" sz="4400" dirty="0">
                  <a:solidFill>
                    <a:schemeClr val="bg1"/>
                  </a:solidFill>
                  <a:latin typeface="Impact" panose="020B0806030902050204" pitchFamily="34" charset="0"/>
                </a:rPr>
                <a:t>50</a:t>
              </a:r>
              <a:r>
                <a:rPr lang="en-US" altLang="zh-CN" sz="3200" dirty="0">
                  <a:solidFill>
                    <a:schemeClr val="bg1"/>
                  </a:solidFill>
                  <a:latin typeface="Impact" panose="020B0806030902050204" pitchFamily="34" charset="0"/>
                </a:rPr>
                <a:t>%</a:t>
              </a:r>
              <a:endParaRPr lang="zh-CN" altLang="en-US" sz="3200" dirty="0">
                <a:solidFill>
                  <a:schemeClr val="bg1"/>
                </a:solidFill>
                <a:latin typeface="Impact" panose="020B0806030902050204" pitchFamily="34" charset="0"/>
              </a:endParaRPr>
            </a:p>
          </p:txBody>
        </p:sp>
      </p:grpSp>
      <p:grpSp>
        <p:nvGrpSpPr>
          <p:cNvPr id="4" name="组合 3"/>
          <p:cNvGrpSpPr/>
          <p:nvPr/>
        </p:nvGrpSpPr>
        <p:grpSpPr>
          <a:xfrm>
            <a:off x="5146734" y="2082031"/>
            <a:ext cx="2052059" cy="2230229"/>
            <a:chOff x="3859600" y="1561523"/>
            <a:chExt cx="1539044" cy="1672672"/>
          </a:xfrm>
        </p:grpSpPr>
        <p:grpSp>
          <p:nvGrpSpPr>
            <p:cNvPr id="96" name="组合 95"/>
            <p:cNvGrpSpPr/>
            <p:nvPr/>
          </p:nvGrpSpPr>
          <p:grpSpPr>
            <a:xfrm>
              <a:off x="3880733" y="1561523"/>
              <a:ext cx="1482478" cy="1672672"/>
              <a:chOff x="5331123" y="2557541"/>
              <a:chExt cx="1611146" cy="1817848"/>
            </a:xfrm>
          </p:grpSpPr>
          <p:sp>
            <p:nvSpPr>
              <p:cNvPr id="97" name="Freeform 5"/>
              <p:cNvSpPr/>
              <p:nvPr/>
            </p:nvSpPr>
            <p:spPr bwMode="auto">
              <a:xfrm rot="5400000">
                <a:off x="5227772" y="2660892"/>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121920" tIns="60960" rIns="121920" bIns="60960" numCol="1" anchor="t" anchorCtr="0" compatLnSpc="1"/>
              <a:lstStyle/>
              <a:p>
                <a:endParaRPr lang="zh-CN" altLang="en-US" sz="1865"/>
              </a:p>
            </p:txBody>
          </p:sp>
          <p:sp>
            <p:nvSpPr>
              <p:cNvPr id="98" name="Freeform 5"/>
              <p:cNvSpPr/>
              <p:nvPr/>
            </p:nvSpPr>
            <p:spPr bwMode="auto">
              <a:xfrm rot="5400000">
                <a:off x="5474324" y="2879409"/>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solidFill>
              <a:ln w="15875">
                <a:noFill/>
              </a:ln>
              <a:effectLst>
                <a:innerShdw blurRad="63500" dist="25400" dir="8100000">
                  <a:prstClr val="black">
                    <a:alpha val="50000"/>
                  </a:prstClr>
                </a:innerShdw>
              </a:effectLst>
            </p:spPr>
            <p:txBody>
              <a:bodyPr vert="horz" wrap="square" lIns="121920" tIns="60960" rIns="121920" bIns="60960" numCol="1" anchor="t" anchorCtr="0" compatLnSpc="1"/>
              <a:lstStyle/>
              <a:p>
                <a:endParaRPr lang="zh-CN" altLang="en-US" sz="1865"/>
              </a:p>
            </p:txBody>
          </p:sp>
        </p:grpSp>
        <p:sp>
          <p:nvSpPr>
            <p:cNvPr id="99" name="文本框 98"/>
            <p:cNvSpPr txBox="1"/>
            <p:nvPr/>
          </p:nvSpPr>
          <p:spPr>
            <a:xfrm>
              <a:off x="3859600" y="2165887"/>
              <a:ext cx="1539044" cy="575786"/>
            </a:xfrm>
            <a:prstGeom prst="rect">
              <a:avLst/>
            </a:prstGeom>
            <a:noFill/>
          </p:spPr>
          <p:txBody>
            <a:bodyPr wrap="square" lIns="91440" tIns="45720" rIns="91440" bIns="45720" rtlCol="0">
              <a:spAutoFit/>
            </a:bodyPr>
            <a:lstStyle/>
            <a:p>
              <a:pPr algn="ctr"/>
              <a:r>
                <a:rPr lang="en-US" altLang="zh-CN" sz="4400" dirty="0">
                  <a:solidFill>
                    <a:schemeClr val="bg1"/>
                  </a:solidFill>
                  <a:latin typeface="Impact" panose="020B0806030902050204" pitchFamily="34" charset="0"/>
                </a:rPr>
                <a:t>25</a:t>
              </a:r>
              <a:r>
                <a:rPr lang="en-US" altLang="zh-CN" sz="3200" dirty="0">
                  <a:solidFill>
                    <a:schemeClr val="bg1"/>
                  </a:solidFill>
                  <a:latin typeface="Impact" panose="020B0806030902050204" pitchFamily="34" charset="0"/>
                </a:rPr>
                <a:t>%</a:t>
              </a:r>
              <a:endParaRPr lang="zh-CN" altLang="en-US" sz="3200" dirty="0">
                <a:solidFill>
                  <a:schemeClr val="bg1"/>
                </a:solidFill>
                <a:latin typeface="Impact" panose="020B0806030902050204" pitchFamily="34" charset="0"/>
              </a:endParaRPr>
            </a:p>
          </p:txBody>
        </p:sp>
      </p:grpSp>
      <p:grpSp>
        <p:nvGrpSpPr>
          <p:cNvPr id="100" name="组合 99"/>
          <p:cNvGrpSpPr/>
          <p:nvPr/>
        </p:nvGrpSpPr>
        <p:grpSpPr>
          <a:xfrm>
            <a:off x="7647714" y="2516827"/>
            <a:ext cx="2052059" cy="1811311"/>
            <a:chOff x="7992049" y="2392298"/>
            <a:chExt cx="2462220" cy="2173353"/>
          </a:xfrm>
        </p:grpSpPr>
        <p:grpSp>
          <p:nvGrpSpPr>
            <p:cNvPr id="101" name="组合 100"/>
            <p:cNvGrpSpPr/>
            <p:nvPr/>
          </p:nvGrpSpPr>
          <p:grpSpPr>
            <a:xfrm>
              <a:off x="8260045" y="2392298"/>
              <a:ext cx="1926228" cy="2173353"/>
              <a:chOff x="5331123" y="2557541"/>
              <a:chExt cx="1611146" cy="1817848"/>
            </a:xfrm>
          </p:grpSpPr>
          <p:sp>
            <p:nvSpPr>
              <p:cNvPr id="103" name="Freeform 5"/>
              <p:cNvSpPr/>
              <p:nvPr/>
            </p:nvSpPr>
            <p:spPr bwMode="auto">
              <a:xfrm rot="5400000">
                <a:off x="5227772" y="2660892"/>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121920" tIns="60960" rIns="121920" bIns="60960" numCol="1" anchor="t" anchorCtr="0" compatLnSpc="1"/>
              <a:lstStyle/>
              <a:p>
                <a:endParaRPr lang="zh-CN" altLang="en-US" sz="1865"/>
              </a:p>
            </p:txBody>
          </p:sp>
          <p:sp>
            <p:nvSpPr>
              <p:cNvPr id="104" name="Freeform 5"/>
              <p:cNvSpPr/>
              <p:nvPr/>
            </p:nvSpPr>
            <p:spPr bwMode="auto">
              <a:xfrm rot="5400000">
                <a:off x="5474324" y="2879409"/>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15875">
                <a:noFill/>
              </a:ln>
              <a:effectLst>
                <a:innerShdw blurRad="63500" dist="25400" dir="8100000">
                  <a:prstClr val="black">
                    <a:alpha val="50000"/>
                  </a:prstClr>
                </a:innerShdw>
              </a:effectLst>
            </p:spPr>
            <p:txBody>
              <a:bodyPr vert="horz" wrap="square" lIns="121920" tIns="60960" rIns="121920" bIns="60960" numCol="1" anchor="t" anchorCtr="0" compatLnSpc="1"/>
              <a:lstStyle/>
              <a:p>
                <a:endParaRPr lang="zh-CN" altLang="en-US" sz="1865"/>
              </a:p>
            </p:txBody>
          </p:sp>
        </p:grpSp>
        <p:sp>
          <p:nvSpPr>
            <p:cNvPr id="102" name="文本框 101"/>
            <p:cNvSpPr txBox="1"/>
            <p:nvPr/>
          </p:nvSpPr>
          <p:spPr>
            <a:xfrm>
              <a:off x="7992049" y="3082409"/>
              <a:ext cx="2462220" cy="921165"/>
            </a:xfrm>
            <a:prstGeom prst="rect">
              <a:avLst/>
            </a:prstGeom>
            <a:noFill/>
          </p:spPr>
          <p:txBody>
            <a:bodyPr wrap="square" rtlCol="0">
              <a:spAutoFit/>
            </a:bodyPr>
            <a:lstStyle/>
            <a:p>
              <a:pPr algn="ctr"/>
              <a:r>
                <a:rPr lang="en-US" altLang="zh-CN" sz="4400" dirty="0">
                  <a:solidFill>
                    <a:schemeClr val="bg1"/>
                  </a:solidFill>
                  <a:latin typeface="Impact" panose="020B0806030902050204" pitchFamily="34" charset="0"/>
                </a:rPr>
                <a:t>10</a:t>
              </a:r>
              <a:r>
                <a:rPr lang="en-US" altLang="zh-CN" sz="3200" dirty="0">
                  <a:solidFill>
                    <a:schemeClr val="bg1"/>
                  </a:solidFill>
                  <a:latin typeface="Impact" panose="020B0806030902050204" pitchFamily="34" charset="0"/>
                </a:rPr>
                <a:t>%</a:t>
              </a:r>
              <a:endParaRPr lang="zh-CN" altLang="en-US" sz="3200" dirty="0">
                <a:solidFill>
                  <a:schemeClr val="bg1"/>
                </a:solidFill>
                <a:latin typeface="Impact" panose="020B0806030902050204" pitchFamily="34" charset="0"/>
              </a:endParaRPr>
            </a:p>
          </p:txBody>
        </p:sp>
      </p:grpSp>
      <p:sp>
        <p:nvSpPr>
          <p:cNvPr id="111" name="任意多边形 110"/>
          <p:cNvSpPr/>
          <p:nvPr/>
        </p:nvSpPr>
        <p:spPr>
          <a:xfrm rot="18900000" flipH="1">
            <a:off x="4680040" y="3200101"/>
            <a:ext cx="206717" cy="206717"/>
          </a:xfrm>
          <a:custGeom>
            <a:avLst/>
            <a:gdLst>
              <a:gd name="connsiteX0" fmla="*/ 0 w 1192530"/>
              <a:gd name="connsiteY0" fmla="*/ 1192530 h 1192530"/>
              <a:gd name="connsiteX1" fmla="*/ 0 w 1192530"/>
              <a:gd name="connsiteY1" fmla="*/ 0 h 1192530"/>
              <a:gd name="connsiteX2" fmla="*/ 369742 w 1192530"/>
              <a:gd name="connsiteY2" fmla="*/ 0 h 1192530"/>
              <a:gd name="connsiteX3" fmla="*/ 369742 w 1192530"/>
              <a:gd name="connsiteY3" fmla="*/ 826009 h 1192530"/>
              <a:gd name="connsiteX4" fmla="*/ 1192530 w 1192530"/>
              <a:gd name="connsiteY4" fmla="*/ 826009 h 1192530"/>
              <a:gd name="connsiteX5" fmla="*/ 1192530 w 1192530"/>
              <a:gd name="connsiteY5" fmla="*/ 1192530 h 119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530" h="1192530">
                <a:moveTo>
                  <a:pt x="0" y="1192530"/>
                </a:moveTo>
                <a:lnTo>
                  <a:pt x="0" y="0"/>
                </a:lnTo>
                <a:lnTo>
                  <a:pt x="369742" y="0"/>
                </a:lnTo>
                <a:lnTo>
                  <a:pt x="369742" y="826009"/>
                </a:lnTo>
                <a:lnTo>
                  <a:pt x="1192530" y="826009"/>
                </a:lnTo>
                <a:lnTo>
                  <a:pt x="1192530" y="119253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112" name="任意多边形 111"/>
          <p:cNvSpPr/>
          <p:nvPr/>
        </p:nvSpPr>
        <p:spPr>
          <a:xfrm rot="18900000" flipH="1">
            <a:off x="7375196" y="3200101"/>
            <a:ext cx="206717" cy="206717"/>
          </a:xfrm>
          <a:custGeom>
            <a:avLst/>
            <a:gdLst>
              <a:gd name="connsiteX0" fmla="*/ 0 w 1192530"/>
              <a:gd name="connsiteY0" fmla="*/ 1192530 h 1192530"/>
              <a:gd name="connsiteX1" fmla="*/ 0 w 1192530"/>
              <a:gd name="connsiteY1" fmla="*/ 0 h 1192530"/>
              <a:gd name="connsiteX2" fmla="*/ 369742 w 1192530"/>
              <a:gd name="connsiteY2" fmla="*/ 0 h 1192530"/>
              <a:gd name="connsiteX3" fmla="*/ 369742 w 1192530"/>
              <a:gd name="connsiteY3" fmla="*/ 826009 h 1192530"/>
              <a:gd name="connsiteX4" fmla="*/ 1192530 w 1192530"/>
              <a:gd name="connsiteY4" fmla="*/ 826009 h 1192530"/>
              <a:gd name="connsiteX5" fmla="*/ 1192530 w 1192530"/>
              <a:gd name="connsiteY5" fmla="*/ 1192530 h 119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530" h="1192530">
                <a:moveTo>
                  <a:pt x="0" y="1192530"/>
                </a:moveTo>
                <a:lnTo>
                  <a:pt x="0" y="0"/>
                </a:lnTo>
                <a:lnTo>
                  <a:pt x="369742" y="0"/>
                </a:lnTo>
                <a:lnTo>
                  <a:pt x="369742" y="826009"/>
                </a:lnTo>
                <a:lnTo>
                  <a:pt x="1192530" y="826009"/>
                </a:lnTo>
                <a:lnTo>
                  <a:pt x="1192530" y="119253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grpSp>
        <p:nvGrpSpPr>
          <p:cNvPr id="133" name="组合 132"/>
          <p:cNvGrpSpPr/>
          <p:nvPr/>
        </p:nvGrpSpPr>
        <p:grpSpPr>
          <a:xfrm>
            <a:off x="2316910" y="4654100"/>
            <a:ext cx="2357633" cy="1033620"/>
            <a:chOff x="1256119" y="1638320"/>
            <a:chExt cx="1923767" cy="775215"/>
          </a:xfrm>
        </p:grpSpPr>
        <p:sp>
          <p:nvSpPr>
            <p:cNvPr id="134" name="TextBox 204"/>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35" name="TextBox 205"/>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nvGrpSpPr>
          <p:cNvPr id="136" name="组合 135"/>
          <p:cNvGrpSpPr/>
          <p:nvPr/>
        </p:nvGrpSpPr>
        <p:grpSpPr>
          <a:xfrm>
            <a:off x="5338572" y="4654100"/>
            <a:ext cx="2357633" cy="1033620"/>
            <a:chOff x="1256119" y="1638320"/>
            <a:chExt cx="1923767" cy="775215"/>
          </a:xfrm>
        </p:grpSpPr>
        <p:sp>
          <p:nvSpPr>
            <p:cNvPr id="137"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38"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39" name="组合 138"/>
          <p:cNvGrpSpPr/>
          <p:nvPr/>
        </p:nvGrpSpPr>
        <p:grpSpPr>
          <a:xfrm>
            <a:off x="7808715" y="4654100"/>
            <a:ext cx="2357633" cy="1033620"/>
            <a:chOff x="1256119" y="1638320"/>
            <a:chExt cx="1923767" cy="775215"/>
          </a:xfrm>
        </p:grpSpPr>
        <p:sp>
          <p:nvSpPr>
            <p:cNvPr id="140" name="TextBox 213"/>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41" name="TextBox 214"/>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11"/>
                                        </p:tgtEl>
                                        <p:attrNameLst>
                                          <p:attrName>style.visibility</p:attrName>
                                        </p:attrNameLst>
                                      </p:cBhvr>
                                      <p:to>
                                        <p:strVal val="visible"/>
                                      </p:to>
                                    </p:set>
                                    <p:animEffect transition="in" filter="wipe(left)">
                                      <p:cBhvr>
                                        <p:cTn id="14" dur="500"/>
                                        <p:tgtEl>
                                          <p:spTgt spid="1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2"/>
                                        </p:tgtEl>
                                        <p:attrNameLst>
                                          <p:attrName>style.visibility</p:attrName>
                                        </p:attrNameLst>
                                      </p:cBhvr>
                                      <p:to>
                                        <p:strVal val="visible"/>
                                      </p:to>
                                    </p:set>
                                    <p:animEffect transition="in" filter="wipe(left)">
                                      <p:cBhvr>
                                        <p:cTn id="26" dur="500"/>
                                        <p:tgtEl>
                                          <p:spTgt spid="112"/>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00"/>
                                        </p:tgtEl>
                                        <p:attrNameLst>
                                          <p:attrName>style.visibility</p:attrName>
                                        </p:attrNameLst>
                                      </p:cBhvr>
                                      <p:to>
                                        <p:strVal val="visible"/>
                                      </p:to>
                                    </p:set>
                                    <p:anim calcmode="lin" valueType="num">
                                      <p:cBhvr>
                                        <p:cTn id="31" dur="500" fill="hold"/>
                                        <p:tgtEl>
                                          <p:spTgt spid="100"/>
                                        </p:tgtEl>
                                        <p:attrNameLst>
                                          <p:attrName>ppt_w</p:attrName>
                                        </p:attrNameLst>
                                      </p:cBhvr>
                                      <p:tavLst>
                                        <p:tav tm="0">
                                          <p:val>
                                            <p:fltVal val="0"/>
                                          </p:val>
                                        </p:tav>
                                        <p:tav tm="100000">
                                          <p:val>
                                            <p:strVal val="#ppt_w"/>
                                          </p:val>
                                        </p:tav>
                                      </p:tavLst>
                                    </p:anim>
                                    <p:anim calcmode="lin" valueType="num">
                                      <p:cBhvr>
                                        <p:cTn id="32" dur="500" fill="hold"/>
                                        <p:tgtEl>
                                          <p:spTgt spid="100"/>
                                        </p:tgtEl>
                                        <p:attrNameLst>
                                          <p:attrName>ppt_h</p:attrName>
                                        </p:attrNameLst>
                                      </p:cBhvr>
                                      <p:tavLst>
                                        <p:tav tm="0">
                                          <p:val>
                                            <p:fltVal val="0"/>
                                          </p:val>
                                        </p:tav>
                                        <p:tav tm="100000">
                                          <p:val>
                                            <p:strVal val="#ppt_h"/>
                                          </p:val>
                                        </p:tav>
                                      </p:tavLst>
                                    </p:anim>
                                    <p:animEffect transition="in" filter="fade">
                                      <p:cBhvr>
                                        <p:cTn id="33" dur="500"/>
                                        <p:tgtEl>
                                          <p:spTgt spid="100"/>
                                        </p:tgtEl>
                                      </p:cBhvr>
                                    </p:animEffect>
                                  </p:childTnLst>
                                </p:cTn>
                              </p:par>
                              <p:par>
                                <p:cTn id="34" presetID="2" presetClass="entr" presetSubtype="2" fill="hold" nodeType="withEffect">
                                  <p:stCondLst>
                                    <p:cond delay="0"/>
                                  </p:stCondLst>
                                  <p:childTnLst>
                                    <p:set>
                                      <p:cBhvr>
                                        <p:cTn id="35" dur="1" fill="hold">
                                          <p:stCondLst>
                                            <p:cond delay="0"/>
                                          </p:stCondLst>
                                        </p:cTn>
                                        <p:tgtEl>
                                          <p:spTgt spid="133"/>
                                        </p:tgtEl>
                                        <p:attrNameLst>
                                          <p:attrName>style.visibility</p:attrName>
                                        </p:attrNameLst>
                                      </p:cBhvr>
                                      <p:to>
                                        <p:strVal val="visible"/>
                                      </p:to>
                                    </p:set>
                                    <p:anim calcmode="lin" valueType="num">
                                      <p:cBhvr additive="base">
                                        <p:cTn id="36" dur="500" fill="hold"/>
                                        <p:tgtEl>
                                          <p:spTgt spid="133"/>
                                        </p:tgtEl>
                                        <p:attrNameLst>
                                          <p:attrName>ppt_x</p:attrName>
                                        </p:attrNameLst>
                                      </p:cBhvr>
                                      <p:tavLst>
                                        <p:tav tm="0">
                                          <p:val>
                                            <p:strVal val="1+#ppt_w/2"/>
                                          </p:val>
                                        </p:tav>
                                        <p:tav tm="100000">
                                          <p:val>
                                            <p:strVal val="#ppt_x"/>
                                          </p:val>
                                        </p:tav>
                                      </p:tavLst>
                                    </p:anim>
                                    <p:anim calcmode="lin" valueType="num">
                                      <p:cBhvr additive="base">
                                        <p:cTn id="37" dur="500" fill="hold"/>
                                        <p:tgtEl>
                                          <p:spTgt spid="133"/>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0"/>
                                  </p:stCondLst>
                                  <p:childTnLst>
                                    <p:set>
                                      <p:cBhvr>
                                        <p:cTn id="39" dur="1" fill="hold">
                                          <p:stCondLst>
                                            <p:cond delay="0"/>
                                          </p:stCondLst>
                                        </p:cTn>
                                        <p:tgtEl>
                                          <p:spTgt spid="136"/>
                                        </p:tgtEl>
                                        <p:attrNameLst>
                                          <p:attrName>style.visibility</p:attrName>
                                        </p:attrNameLst>
                                      </p:cBhvr>
                                      <p:to>
                                        <p:strVal val="visible"/>
                                      </p:to>
                                    </p:set>
                                    <p:anim calcmode="lin" valueType="num">
                                      <p:cBhvr additive="base">
                                        <p:cTn id="40" dur="500" fill="hold"/>
                                        <p:tgtEl>
                                          <p:spTgt spid="136"/>
                                        </p:tgtEl>
                                        <p:attrNameLst>
                                          <p:attrName>ppt_x</p:attrName>
                                        </p:attrNameLst>
                                      </p:cBhvr>
                                      <p:tavLst>
                                        <p:tav tm="0">
                                          <p:val>
                                            <p:strVal val="1+#ppt_w/2"/>
                                          </p:val>
                                        </p:tav>
                                        <p:tav tm="100000">
                                          <p:val>
                                            <p:strVal val="#ppt_x"/>
                                          </p:val>
                                        </p:tav>
                                      </p:tavLst>
                                    </p:anim>
                                    <p:anim calcmode="lin" valueType="num">
                                      <p:cBhvr additive="base">
                                        <p:cTn id="41" dur="500" fill="hold"/>
                                        <p:tgtEl>
                                          <p:spTgt spid="136"/>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0"/>
                                  </p:stCondLst>
                                  <p:childTnLst>
                                    <p:set>
                                      <p:cBhvr>
                                        <p:cTn id="43" dur="1" fill="hold">
                                          <p:stCondLst>
                                            <p:cond delay="0"/>
                                          </p:stCondLst>
                                        </p:cTn>
                                        <p:tgtEl>
                                          <p:spTgt spid="139"/>
                                        </p:tgtEl>
                                        <p:attrNameLst>
                                          <p:attrName>style.visibility</p:attrName>
                                        </p:attrNameLst>
                                      </p:cBhvr>
                                      <p:to>
                                        <p:strVal val="visible"/>
                                      </p:to>
                                    </p:set>
                                    <p:anim calcmode="lin" valueType="num">
                                      <p:cBhvr additive="base">
                                        <p:cTn id="44" dur="500" fill="hold"/>
                                        <p:tgtEl>
                                          <p:spTgt spid="139"/>
                                        </p:tgtEl>
                                        <p:attrNameLst>
                                          <p:attrName>ppt_x</p:attrName>
                                        </p:attrNameLst>
                                      </p:cBhvr>
                                      <p:tavLst>
                                        <p:tav tm="0">
                                          <p:val>
                                            <p:strVal val="1+#ppt_w/2"/>
                                          </p:val>
                                        </p:tav>
                                        <p:tav tm="100000">
                                          <p:val>
                                            <p:strVal val="#ppt_x"/>
                                          </p:val>
                                        </p:tav>
                                      </p:tavLst>
                                    </p:anim>
                                    <p:anim calcmode="lin" valueType="num">
                                      <p:cBhvr additive="base">
                                        <p:cTn id="45" dur="500" fill="hold"/>
                                        <p:tgtEl>
                                          <p:spTgt spid="1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ldLvl="0" animBg="1"/>
      <p:bldP spid="112"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b="13325"/>
          <a:stretch>
            <a:fillRect/>
          </a:stretch>
        </p:blipFill>
        <p:spPr>
          <a:xfrm>
            <a:off x="-559341" y="2581195"/>
            <a:ext cx="2090157" cy="4287305"/>
          </a:xfrm>
          <a:prstGeom prst="rect">
            <a:avLst/>
          </a:prstGeom>
        </p:spPr>
      </p:pic>
      <p:pic>
        <p:nvPicPr>
          <p:cNvPr id="31" name="图片 30"/>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10544466" y="2604243"/>
            <a:ext cx="1665013" cy="4244527"/>
          </a:xfrm>
          <a:prstGeom prst="rect">
            <a:avLst/>
          </a:prstGeom>
        </p:spPr>
      </p:pic>
      <p:sp>
        <p:nvSpPr>
          <p:cNvPr id="32" name="TextBox 106"/>
          <p:cNvSpPr txBox="1"/>
          <p:nvPr/>
        </p:nvSpPr>
        <p:spPr>
          <a:xfrm>
            <a:off x="1380878" y="4609371"/>
            <a:ext cx="1782660" cy="417830"/>
          </a:xfrm>
          <a:prstGeom prst="rect">
            <a:avLst/>
          </a:prstGeom>
          <a:noFill/>
        </p:spPr>
        <p:txBody>
          <a:bodyPr vert="horz" wrap="square" rtlCol="0">
            <a:spAutoFit/>
          </a:bodyPr>
          <a:lstStyle/>
          <a:p>
            <a:pPr algn="ctr"/>
            <a:r>
              <a:rPr lang="zh-CN" altLang="en-US" sz="2000" dirty="0">
                <a:latin typeface="微软雅黑" panose="020B0503020204020204" pitchFamily="34" charset="-122"/>
              </a:rPr>
              <a:t>标题文字</a:t>
            </a:r>
          </a:p>
        </p:txBody>
      </p:sp>
      <p:sp>
        <p:nvSpPr>
          <p:cNvPr id="33" name="TextBox 107"/>
          <p:cNvSpPr txBox="1"/>
          <p:nvPr/>
        </p:nvSpPr>
        <p:spPr>
          <a:xfrm>
            <a:off x="3163538" y="3743659"/>
            <a:ext cx="1780935" cy="417830"/>
          </a:xfrm>
          <a:prstGeom prst="rect">
            <a:avLst/>
          </a:prstGeom>
          <a:noFill/>
        </p:spPr>
        <p:txBody>
          <a:bodyPr vert="horz" wrap="square" rtlCol="0">
            <a:spAutoFit/>
          </a:bodyPr>
          <a:lstStyle/>
          <a:p>
            <a:pPr algn="ctr"/>
            <a:r>
              <a:rPr lang="zh-CN" altLang="en-US" sz="2000" dirty="0">
                <a:latin typeface="微软雅黑" panose="020B0503020204020204" pitchFamily="34" charset="-122"/>
              </a:rPr>
              <a:t>标题文字</a:t>
            </a:r>
          </a:p>
        </p:txBody>
      </p:sp>
      <p:sp>
        <p:nvSpPr>
          <p:cNvPr id="34" name="TextBox 108"/>
          <p:cNvSpPr txBox="1"/>
          <p:nvPr/>
        </p:nvSpPr>
        <p:spPr>
          <a:xfrm>
            <a:off x="5254575" y="3525011"/>
            <a:ext cx="1664821" cy="417830"/>
          </a:xfrm>
          <a:prstGeom prst="rect">
            <a:avLst/>
          </a:prstGeom>
          <a:noFill/>
        </p:spPr>
        <p:txBody>
          <a:bodyPr vert="horz" wrap="square" rtlCol="0">
            <a:spAutoFit/>
          </a:bodyPr>
          <a:lstStyle/>
          <a:p>
            <a:pPr algn="ctr"/>
            <a:r>
              <a:rPr lang="zh-CN" altLang="en-US" sz="2000" dirty="0">
                <a:latin typeface="微软雅黑" panose="020B0503020204020204" pitchFamily="34" charset="-122"/>
              </a:rPr>
              <a:t>标题文字</a:t>
            </a:r>
          </a:p>
        </p:txBody>
      </p:sp>
      <p:sp>
        <p:nvSpPr>
          <p:cNvPr id="35" name="TextBox 109"/>
          <p:cNvSpPr txBox="1"/>
          <p:nvPr/>
        </p:nvSpPr>
        <p:spPr>
          <a:xfrm>
            <a:off x="7248728" y="3686041"/>
            <a:ext cx="1824203" cy="417830"/>
          </a:xfrm>
          <a:prstGeom prst="rect">
            <a:avLst/>
          </a:prstGeom>
          <a:noFill/>
        </p:spPr>
        <p:txBody>
          <a:bodyPr vert="horz" wrap="square" rtlCol="0">
            <a:spAutoFit/>
          </a:bodyPr>
          <a:lstStyle/>
          <a:p>
            <a:pPr algn="ctr"/>
            <a:r>
              <a:rPr lang="zh-CN" altLang="en-US" sz="2000" dirty="0">
                <a:latin typeface="微软雅黑" panose="020B0503020204020204" pitchFamily="34" charset="-122"/>
              </a:rPr>
              <a:t>标题文字</a:t>
            </a:r>
          </a:p>
        </p:txBody>
      </p:sp>
      <p:sp>
        <p:nvSpPr>
          <p:cNvPr id="36" name="TextBox 110"/>
          <p:cNvSpPr txBox="1"/>
          <p:nvPr/>
        </p:nvSpPr>
        <p:spPr>
          <a:xfrm>
            <a:off x="9168942" y="4514539"/>
            <a:ext cx="1824203" cy="417830"/>
          </a:xfrm>
          <a:prstGeom prst="rect">
            <a:avLst/>
          </a:prstGeom>
          <a:noFill/>
        </p:spPr>
        <p:txBody>
          <a:bodyPr vert="horz" wrap="square" rtlCol="0">
            <a:spAutoFit/>
          </a:bodyPr>
          <a:lstStyle/>
          <a:p>
            <a:pPr algn="ctr"/>
            <a:r>
              <a:rPr lang="zh-CN" altLang="en-US" sz="2000" dirty="0">
                <a:latin typeface="微软雅黑" panose="020B0503020204020204" pitchFamily="34" charset="-122"/>
              </a:rPr>
              <a:t>标题文字</a:t>
            </a:r>
          </a:p>
        </p:txBody>
      </p:sp>
      <p:grpSp>
        <p:nvGrpSpPr>
          <p:cNvPr id="37" name="组合 36"/>
          <p:cNvGrpSpPr/>
          <p:nvPr/>
        </p:nvGrpSpPr>
        <p:grpSpPr>
          <a:xfrm>
            <a:off x="1346702" y="2631408"/>
            <a:ext cx="1752011" cy="1752011"/>
            <a:chOff x="792868" y="618113"/>
            <a:chExt cx="1314008" cy="1314008"/>
          </a:xfrm>
        </p:grpSpPr>
        <p:grpSp>
          <p:nvGrpSpPr>
            <p:cNvPr id="38" name="组合 37"/>
            <p:cNvGrpSpPr/>
            <p:nvPr/>
          </p:nvGrpSpPr>
          <p:grpSpPr>
            <a:xfrm>
              <a:off x="792868" y="618113"/>
              <a:ext cx="1314008" cy="1314008"/>
              <a:chOff x="304800" y="673100"/>
              <a:chExt cx="4000500" cy="4000500"/>
            </a:xfrm>
            <a:effectLst>
              <a:outerShdw blurRad="444500" dist="254000" dir="8100000" algn="tr" rotWithShape="0">
                <a:prstClr val="black">
                  <a:alpha val="50000"/>
                </a:prstClr>
              </a:outerShdw>
            </a:effectLst>
          </p:grpSpPr>
          <p:sp>
            <p:nvSpPr>
              <p:cNvPr id="40" name="同心圆 3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black"/>
                  </a:solidFill>
                </a:endParaRPr>
              </a:p>
            </p:txBody>
          </p:sp>
          <p:sp>
            <p:nvSpPr>
              <p:cNvPr id="41" name="椭圆 40"/>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sp>
          <p:nvSpPr>
            <p:cNvPr id="39" name="椭圆 38"/>
            <p:cNvSpPr/>
            <p:nvPr/>
          </p:nvSpPr>
          <p:spPr>
            <a:xfrm>
              <a:off x="859391" y="680166"/>
              <a:ext cx="1188000" cy="1188000"/>
            </a:xfrm>
            <a:prstGeom prst="ellipse">
              <a:avLst/>
            </a:prstGeom>
            <a:blipFill rotWithShape="1">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42" name="组合 41"/>
          <p:cNvGrpSpPr/>
          <p:nvPr/>
        </p:nvGrpSpPr>
        <p:grpSpPr>
          <a:xfrm>
            <a:off x="3192462" y="1676989"/>
            <a:ext cx="1752011" cy="1752011"/>
            <a:chOff x="792868" y="618113"/>
            <a:chExt cx="1314008" cy="1314008"/>
          </a:xfrm>
        </p:grpSpPr>
        <p:grpSp>
          <p:nvGrpSpPr>
            <p:cNvPr id="43" name="组合 42"/>
            <p:cNvGrpSpPr/>
            <p:nvPr/>
          </p:nvGrpSpPr>
          <p:grpSpPr>
            <a:xfrm>
              <a:off x="792868" y="618113"/>
              <a:ext cx="1314008" cy="1314008"/>
              <a:chOff x="304800" y="673100"/>
              <a:chExt cx="4000500" cy="4000500"/>
            </a:xfrm>
            <a:effectLst>
              <a:outerShdw blurRad="444500" dist="254000" dir="8100000" algn="tr" rotWithShape="0">
                <a:prstClr val="black">
                  <a:alpha val="50000"/>
                </a:prstClr>
              </a:outerShdw>
            </a:effectLst>
          </p:grpSpPr>
          <p:sp>
            <p:nvSpPr>
              <p:cNvPr id="45" name="同心圆 4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black"/>
                  </a:solidFill>
                </a:endParaRPr>
              </a:p>
            </p:txBody>
          </p:sp>
          <p:sp>
            <p:nvSpPr>
              <p:cNvPr id="46" name="椭圆 45"/>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sp>
          <p:nvSpPr>
            <p:cNvPr id="44" name="椭圆 43"/>
            <p:cNvSpPr/>
            <p:nvPr/>
          </p:nvSpPr>
          <p:spPr>
            <a:xfrm>
              <a:off x="859391" y="680166"/>
              <a:ext cx="1188000" cy="1188000"/>
            </a:xfrm>
            <a:prstGeom prst="ellipse">
              <a:avLst/>
            </a:prstGeom>
            <a:blipFill rotWithShape="1">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47" name="组合 46"/>
          <p:cNvGrpSpPr/>
          <p:nvPr/>
        </p:nvGrpSpPr>
        <p:grpSpPr>
          <a:xfrm>
            <a:off x="5304696" y="1412776"/>
            <a:ext cx="1752011" cy="1752011"/>
            <a:chOff x="792868" y="618113"/>
            <a:chExt cx="1314008" cy="1314008"/>
          </a:xfrm>
        </p:grpSpPr>
        <p:grpSp>
          <p:nvGrpSpPr>
            <p:cNvPr id="48" name="组合 47"/>
            <p:cNvGrpSpPr/>
            <p:nvPr/>
          </p:nvGrpSpPr>
          <p:grpSpPr>
            <a:xfrm>
              <a:off x="792868" y="618113"/>
              <a:ext cx="1314008" cy="1314008"/>
              <a:chOff x="304800" y="673100"/>
              <a:chExt cx="4000500" cy="4000500"/>
            </a:xfrm>
            <a:effectLst>
              <a:outerShdw blurRad="444500" dist="254000" dir="8100000" algn="tr" rotWithShape="0">
                <a:prstClr val="black">
                  <a:alpha val="50000"/>
                </a:prstClr>
              </a:outerShdw>
            </a:effectLst>
          </p:grpSpPr>
          <p:sp>
            <p:nvSpPr>
              <p:cNvPr id="50" name="同心圆 4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black"/>
                  </a:solidFill>
                </a:endParaRPr>
              </a:p>
            </p:txBody>
          </p:sp>
          <p:sp>
            <p:nvSpPr>
              <p:cNvPr id="51" name="椭圆 50"/>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sp>
          <p:nvSpPr>
            <p:cNvPr id="49" name="椭圆 48"/>
            <p:cNvSpPr/>
            <p:nvPr/>
          </p:nvSpPr>
          <p:spPr>
            <a:xfrm>
              <a:off x="856057" y="681119"/>
              <a:ext cx="1188000" cy="1188000"/>
            </a:xfrm>
            <a:prstGeom prst="ellipse">
              <a:avLst/>
            </a:prstGeom>
            <a:blipFill rotWithShape="1">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52" name="组合 51"/>
          <p:cNvGrpSpPr/>
          <p:nvPr/>
        </p:nvGrpSpPr>
        <p:grpSpPr>
          <a:xfrm>
            <a:off x="7355624" y="1676989"/>
            <a:ext cx="1752011" cy="1752011"/>
            <a:chOff x="792868" y="618113"/>
            <a:chExt cx="1314008" cy="1314008"/>
          </a:xfrm>
        </p:grpSpPr>
        <p:grpSp>
          <p:nvGrpSpPr>
            <p:cNvPr id="53" name="组合 52"/>
            <p:cNvGrpSpPr/>
            <p:nvPr/>
          </p:nvGrpSpPr>
          <p:grpSpPr>
            <a:xfrm>
              <a:off x="792868" y="618113"/>
              <a:ext cx="1314008" cy="1314008"/>
              <a:chOff x="304800" y="673100"/>
              <a:chExt cx="4000500" cy="4000500"/>
            </a:xfrm>
            <a:effectLst>
              <a:outerShdw blurRad="444500" dist="254000" dir="8100000" algn="tr" rotWithShape="0">
                <a:prstClr val="black">
                  <a:alpha val="50000"/>
                </a:prstClr>
              </a:outerShdw>
            </a:effectLst>
          </p:grpSpPr>
          <p:sp>
            <p:nvSpPr>
              <p:cNvPr id="55" name="同心圆 5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black"/>
                  </a:solidFill>
                </a:endParaRPr>
              </a:p>
            </p:txBody>
          </p:sp>
          <p:sp>
            <p:nvSpPr>
              <p:cNvPr id="56" name="椭圆 55"/>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sp>
          <p:nvSpPr>
            <p:cNvPr id="54" name="椭圆 53"/>
            <p:cNvSpPr/>
            <p:nvPr/>
          </p:nvSpPr>
          <p:spPr>
            <a:xfrm>
              <a:off x="859391" y="680166"/>
              <a:ext cx="1188000" cy="1188000"/>
            </a:xfrm>
            <a:prstGeom prst="ellipse">
              <a:avLst/>
            </a:prstGeom>
            <a:blipFill dpi="0" rotWithShape="1">
              <a:blip r:embed="rId10"/>
              <a:srcRect/>
              <a:stretch>
                <a:fillRect l="-8000" t="-5000" r="-5000" b="-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57" name="组合 56"/>
          <p:cNvGrpSpPr/>
          <p:nvPr/>
        </p:nvGrpSpPr>
        <p:grpSpPr>
          <a:xfrm>
            <a:off x="9217222" y="2637096"/>
            <a:ext cx="1752011" cy="1752011"/>
            <a:chOff x="792868" y="618113"/>
            <a:chExt cx="1314008" cy="1314008"/>
          </a:xfrm>
        </p:grpSpPr>
        <p:grpSp>
          <p:nvGrpSpPr>
            <p:cNvPr id="58" name="组合 57"/>
            <p:cNvGrpSpPr/>
            <p:nvPr/>
          </p:nvGrpSpPr>
          <p:grpSpPr>
            <a:xfrm>
              <a:off x="792868" y="618113"/>
              <a:ext cx="1314008" cy="1314008"/>
              <a:chOff x="304800" y="673100"/>
              <a:chExt cx="4000500" cy="4000500"/>
            </a:xfrm>
            <a:effectLst>
              <a:outerShdw blurRad="444500" dist="254000" dir="8100000" algn="tr" rotWithShape="0">
                <a:prstClr val="black">
                  <a:alpha val="50000"/>
                </a:prstClr>
              </a:outerShdw>
            </a:effectLst>
          </p:grpSpPr>
          <p:sp>
            <p:nvSpPr>
              <p:cNvPr id="60" name="同心圆 5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black"/>
                  </a:solidFill>
                </a:endParaRPr>
              </a:p>
            </p:txBody>
          </p:sp>
          <p:sp>
            <p:nvSpPr>
              <p:cNvPr id="61" name="椭圆 60"/>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sp>
          <p:nvSpPr>
            <p:cNvPr id="59" name="椭圆 58"/>
            <p:cNvSpPr/>
            <p:nvPr/>
          </p:nvSpPr>
          <p:spPr>
            <a:xfrm>
              <a:off x="859391" y="680166"/>
              <a:ext cx="1188000" cy="1188000"/>
            </a:xfrm>
            <a:prstGeom prst="ellipse">
              <a:avLst/>
            </a:prstGeom>
            <a:blipFill dpi="0" rotWithShape="1">
              <a:blip r:embed="rId11"/>
              <a:srcRect/>
              <a:stretch>
                <a:fillRect l="-5000" t="-5000" r="-5000" b="-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62" name="组合 61"/>
          <p:cNvGrpSpPr/>
          <p:nvPr/>
        </p:nvGrpSpPr>
        <p:grpSpPr>
          <a:xfrm>
            <a:off x="4312620" y="4161531"/>
            <a:ext cx="3928989" cy="2296165"/>
            <a:chOff x="3181050" y="3356986"/>
            <a:chExt cx="2946742" cy="1722124"/>
          </a:xfrm>
        </p:grpSpPr>
        <p:sp>
          <p:nvSpPr>
            <p:cNvPr id="63" name="矩形 1"/>
            <p:cNvSpPr>
              <a:spLocks noChangeArrowheads="1"/>
            </p:cNvSpPr>
            <p:nvPr/>
          </p:nvSpPr>
          <p:spPr bwMode="auto">
            <a:xfrm>
              <a:off x="3188670" y="3763390"/>
              <a:ext cx="2939122" cy="1315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335" dirty="0">
                  <a:latin typeface="微软雅黑" panose="020B0503020204020204" pitchFamily="34" charset="-122"/>
                  <a:sym typeface="微软雅黑" panose="020B0503020204020204" pitchFamily="34" charset="-122"/>
                </a:rPr>
                <a:t>单击添加文本单击添加文本单击添加文本单击添加文本单击添加文本单击添加文本单击添加文本单击添加文本单击添加文本单击添加文本单击加</a:t>
              </a:r>
            </a:p>
          </p:txBody>
        </p:sp>
        <p:sp>
          <p:nvSpPr>
            <p:cNvPr id="64" name="矩形 1"/>
            <p:cNvSpPr>
              <a:spLocks noChangeArrowheads="1"/>
            </p:cNvSpPr>
            <p:nvPr/>
          </p:nvSpPr>
          <p:spPr bwMode="auto">
            <a:xfrm>
              <a:off x="3181050" y="3356986"/>
              <a:ext cx="2939122"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400" dirty="0">
                  <a:solidFill>
                    <a:schemeClr val="tx2"/>
                  </a:solidFill>
                  <a:latin typeface="微软雅黑" panose="020B0503020204020204" pitchFamily="34" charset="-122"/>
                  <a:sym typeface="微软雅黑" panose="020B0503020204020204" pitchFamily="34" charset="-122"/>
                </a:rPr>
                <a:t>添加标题</a:t>
              </a: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12"/>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63" presetClass="path" presetSubtype="0" accel="50000" decel="50000" fill="hold" nodeType="withEffect">
                                      <p:stCondLst>
                                        <p:cond delay="0"/>
                                      </p:stCondLst>
                                      <p:childTnLst>
                                        <p:animMotion origin="layout" path="M 0 0 L 0.25 0 E" pathEditMode="relative" ptsTypes="">
                                          <p:cBhvr>
                                            <p:cTn id="9" dur="2000" spd="-100000" fill="hold"/>
                                            <p:tgtEl>
                                              <p:spTgt spid="30"/>
                                            </p:tgtEl>
                                            <p:attrNameLst>
                                              <p:attrName>ppt_x</p:attrName>
                                              <p:attrName>ppt_y</p:attrName>
                                            </p:attrNameLst>
                                          </p:cBhvr>
                                        </p:animMotion>
                                      </p:childTnLst>
                                    </p:cTn>
                                  </p:par>
                                  <p:par>
                                    <p:cTn id="10" presetID="10" presetClass="entr" presetSubtype="0" fill="hold"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3" presetID="63" presetClass="path" presetSubtype="0" accel="50000" decel="50000" fill="hold" nodeType="withEffect">
                                      <p:stCondLst>
                                        <p:cond delay="0"/>
                                      </p:stCondLst>
                                      <p:childTnLst>
                                        <p:animMotion origin="layout" path="M 4.41264E-6 3.7037E-6 L -0.2862 -0.00324 " pathEditMode="relative" rAng="0" ptsTypes="AA">
                                          <p:cBhvr>
                                            <p:cTn id="14" dur="2000" spd="-100000" fill="hold"/>
                                            <p:tgtEl>
                                              <p:spTgt spid="31"/>
                                            </p:tgtEl>
                                            <p:attrNameLst>
                                              <p:attrName>ppt_x</p:attrName>
                                              <p:attrName>ppt_y</p:attrName>
                                            </p:attrNameLst>
                                          </p:cBhvr>
                                          <p:rCtr x="-14310" y="-162"/>
                                        </p:animMotion>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37"/>
                                            </p:tgtEl>
                                            <p:attrNameLst>
                                              <p:attrName>style.visibility</p:attrName>
                                            </p:attrNameLst>
                                          </p:cBhvr>
                                          <p:to>
                                            <p:strVal val="visible"/>
                                          </p:to>
                                        </p:set>
                                      </p:childTnLst>
                                    </p:cTn>
                                  </p:par>
                                  <p:par>
                                    <p:cTn id="18" presetID="49" presetClass="path" presetSubtype="0" accel="50000" fill="hold" nodeType="withEffect">
                                      <p:stCondLst>
                                        <p:cond delay="0"/>
                                      </p:stCondLst>
                                      <p:childTnLst>
                                        <p:animMotion origin="layout" path="M -1.66667E-6 -1.95619E-6 L 0.31771 0.73033 " pathEditMode="relative" rAng="0" ptsTypes="AA">
                                          <p:cBhvr>
                                            <p:cTn id="19" dur="600" spd="-100000" fill="hold"/>
                                            <p:tgtEl>
                                              <p:spTgt spid="37"/>
                                            </p:tgtEl>
                                            <p:attrNameLst>
                                              <p:attrName>ppt_x</p:attrName>
                                              <p:attrName>ppt_y</p:attrName>
                                            </p:attrNameLst>
                                          </p:cBhvr>
                                          <p:rCtr x="15885" y="36501"/>
                                        </p:animMotion>
                                      </p:childTnLst>
                                    </p:cTn>
                                  </p:par>
                                  <p:par>
                                    <p:cTn id="20" presetID="1" presetClass="entr" presetSubtype="0" fill="hold" nodeType="withEffect">
                                      <p:stCondLst>
                                        <p:cond delay="200"/>
                                      </p:stCondLst>
                                      <p:childTnLst>
                                        <p:set>
                                          <p:cBhvr>
                                            <p:cTn id="21" dur="1" fill="hold">
                                              <p:stCondLst>
                                                <p:cond delay="0"/>
                                              </p:stCondLst>
                                            </p:cTn>
                                            <p:tgtEl>
                                              <p:spTgt spid="42"/>
                                            </p:tgtEl>
                                            <p:attrNameLst>
                                              <p:attrName>style.visibility</p:attrName>
                                            </p:attrNameLst>
                                          </p:cBhvr>
                                          <p:to>
                                            <p:strVal val="visible"/>
                                          </p:to>
                                        </p:set>
                                      </p:childTnLst>
                                    </p:cTn>
                                  </p:par>
                                  <p:par>
                                    <p:cTn id="22" presetID="49" presetClass="path" presetSubtype="0" accel="50000" fill="hold" nodeType="withEffect">
                                      <p:stCondLst>
                                        <p:cond delay="200"/>
                                      </p:stCondLst>
                                      <p:childTnLst>
                                        <p:animMotion origin="layout" path="M 1.38889E-6 3.45679E-6 L 0.17066 0.86913 " pathEditMode="relative" rAng="0" ptsTypes="AA">
                                          <p:cBhvr>
                                            <p:cTn id="23" dur="600" spd="-100000" fill="hold"/>
                                            <p:tgtEl>
                                              <p:spTgt spid="42"/>
                                            </p:tgtEl>
                                            <p:attrNameLst>
                                              <p:attrName>ppt_x</p:attrName>
                                              <p:attrName>ppt_y</p:attrName>
                                            </p:attrNameLst>
                                          </p:cBhvr>
                                          <p:rCtr x="8524" y="43457"/>
                                        </p:animMotion>
                                      </p:childTnLst>
                                    </p:cTn>
                                  </p:par>
                                  <p:par>
                                    <p:cTn id="24" presetID="1" presetClass="entr" presetSubtype="0" fill="hold" nodeType="withEffect">
                                      <p:stCondLst>
                                        <p:cond delay="400"/>
                                      </p:stCondLst>
                                      <p:childTnLst>
                                        <p:set>
                                          <p:cBhvr>
                                            <p:cTn id="25" dur="1" fill="hold">
                                              <p:stCondLst>
                                                <p:cond delay="0"/>
                                              </p:stCondLst>
                                            </p:cTn>
                                            <p:tgtEl>
                                              <p:spTgt spid="47"/>
                                            </p:tgtEl>
                                            <p:attrNameLst>
                                              <p:attrName>style.visibility</p:attrName>
                                            </p:attrNameLst>
                                          </p:cBhvr>
                                          <p:to>
                                            <p:strVal val="visible"/>
                                          </p:to>
                                        </p:set>
                                      </p:childTnLst>
                                    </p:cTn>
                                  </p:par>
                                  <p:par>
                                    <p:cTn id="26" presetID="49" presetClass="path" presetSubtype="0" accel="50000" fill="hold" nodeType="withEffect">
                                      <p:stCondLst>
                                        <p:cond delay="400"/>
                                      </p:stCondLst>
                                      <p:childTnLst>
                                        <p:animMotion origin="layout" path="M 0 2.00555E-6 L 0 0.88121 " pathEditMode="relative" rAng="0" ptsTypes="AA">
                                          <p:cBhvr>
                                            <p:cTn id="27" dur="600" spd="-100000" fill="hold"/>
                                            <p:tgtEl>
                                              <p:spTgt spid="47"/>
                                            </p:tgtEl>
                                            <p:attrNameLst>
                                              <p:attrName>ppt_x</p:attrName>
                                              <p:attrName>ppt_y</p:attrName>
                                            </p:attrNameLst>
                                          </p:cBhvr>
                                          <p:rCtr x="0" y="44060"/>
                                        </p:animMotion>
                                      </p:childTnLst>
                                    </p:cTn>
                                  </p:par>
                                  <p:par>
                                    <p:cTn id="28" presetID="1" presetClass="entr" presetSubtype="0" fill="hold" nodeType="withEffect">
                                      <p:stCondLst>
                                        <p:cond delay="600"/>
                                      </p:stCondLst>
                                      <p:childTnLst>
                                        <p:set>
                                          <p:cBhvr>
                                            <p:cTn id="29" dur="1" fill="hold">
                                              <p:stCondLst>
                                                <p:cond delay="0"/>
                                              </p:stCondLst>
                                            </p:cTn>
                                            <p:tgtEl>
                                              <p:spTgt spid="52"/>
                                            </p:tgtEl>
                                            <p:attrNameLst>
                                              <p:attrName>style.visibility</p:attrName>
                                            </p:attrNameLst>
                                          </p:cBhvr>
                                          <p:to>
                                            <p:strVal val="visible"/>
                                          </p:to>
                                        </p:set>
                                      </p:childTnLst>
                                    </p:cTn>
                                  </p:par>
                                  <p:par>
                                    <p:cTn id="30" presetID="49" presetClass="path" presetSubtype="0" accel="50000" fill="hold" nodeType="withEffect">
                                      <p:stCondLst>
                                        <p:cond delay="600"/>
                                      </p:stCondLst>
                                      <p:childTnLst>
                                        <p:animMotion origin="layout" path="M 3.88889E-6 -4.29497E-6 L -0.17049 0.86671 " pathEditMode="relative" rAng="0" ptsTypes="AA">
                                          <p:cBhvr>
                                            <p:cTn id="31" dur="600" spd="-100000" fill="hold"/>
                                            <p:tgtEl>
                                              <p:spTgt spid="52"/>
                                            </p:tgtEl>
                                            <p:attrNameLst>
                                              <p:attrName>ppt_x</p:attrName>
                                              <p:attrName>ppt_y</p:attrName>
                                            </p:attrNameLst>
                                          </p:cBhvr>
                                          <p:rCtr x="-8524" y="43320"/>
                                        </p:animMotion>
                                      </p:childTnLst>
                                    </p:cTn>
                                  </p:par>
                                  <p:par>
                                    <p:cTn id="32" presetID="1" presetClass="entr" presetSubtype="0" fill="hold" nodeType="withEffect">
                                      <p:stCondLst>
                                        <p:cond delay="800"/>
                                      </p:stCondLst>
                                      <p:childTnLst>
                                        <p:set>
                                          <p:cBhvr>
                                            <p:cTn id="33" dur="1" fill="hold">
                                              <p:stCondLst>
                                                <p:cond delay="0"/>
                                              </p:stCondLst>
                                            </p:cTn>
                                            <p:tgtEl>
                                              <p:spTgt spid="57"/>
                                            </p:tgtEl>
                                            <p:attrNameLst>
                                              <p:attrName>style.visibility</p:attrName>
                                            </p:attrNameLst>
                                          </p:cBhvr>
                                          <p:to>
                                            <p:strVal val="visible"/>
                                          </p:to>
                                        </p:set>
                                      </p:childTnLst>
                                    </p:cTn>
                                  </p:par>
                                  <p:par>
                                    <p:cTn id="34" presetID="49" presetClass="path" presetSubtype="0" accel="50000" fill="hold" nodeType="withEffect">
                                      <p:stCondLst>
                                        <p:cond delay="800"/>
                                      </p:stCondLst>
                                      <p:childTnLst>
                                        <p:animMotion origin="layout" path="M 2.22222E-6 2.89108E-6 L -0.32778 0.75902 " pathEditMode="relative" rAng="0" ptsTypes="AA">
                                          <p:cBhvr>
                                            <p:cTn id="35" dur="600" spd="-100000" fill="hold"/>
                                            <p:tgtEl>
                                              <p:spTgt spid="57"/>
                                            </p:tgtEl>
                                            <p:attrNameLst>
                                              <p:attrName>ppt_x</p:attrName>
                                              <p:attrName>ppt_y</p:attrName>
                                            </p:attrNameLst>
                                          </p:cBhvr>
                                          <p:rCtr x="-16389" y="37951"/>
                                        </p:animMotion>
                                      </p:childTnLst>
                                    </p:cTn>
                                  </p:par>
                                </p:childTnLst>
                              </p:cTn>
                            </p:par>
                            <p:par>
                              <p:cTn id="36" fill="hold">
                                <p:stCondLst>
                                  <p:cond delay="500"/>
                                </p:stCondLst>
                                <p:childTnLst>
                                  <p:par>
                                    <p:cTn id="37" presetID="2" presetClass="entr" presetSubtype="4" fill="hold" grpId="0" nodeType="afterEffect" p14:presetBounceEnd="20000">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14:bounceEnd="20000">
                                          <p:cBhvr additive="base">
                                            <p:cTn id="39" dur="500" fill="hold"/>
                                            <p:tgtEl>
                                              <p:spTgt spid="32"/>
                                            </p:tgtEl>
                                            <p:attrNameLst>
                                              <p:attrName>ppt_x</p:attrName>
                                            </p:attrNameLst>
                                          </p:cBhvr>
                                          <p:tavLst>
                                            <p:tav tm="0">
                                              <p:val>
                                                <p:strVal val="#ppt_x"/>
                                              </p:val>
                                            </p:tav>
                                            <p:tav tm="100000">
                                              <p:val>
                                                <p:strVal val="#ppt_x"/>
                                              </p:val>
                                            </p:tav>
                                          </p:tavLst>
                                        </p:anim>
                                        <p:anim calcmode="lin" valueType="num" p14:bounceEnd="20000">
                                          <p:cBhvr additive="base">
                                            <p:cTn id="40" dur="500" fill="hold"/>
                                            <p:tgtEl>
                                              <p:spTgt spid="32"/>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 presetClass="entr" presetSubtype="4" fill="hold" grpId="0" nodeType="afterEffect" p14:presetBounceEnd="20000">
                                      <p:stCondLst>
                                        <p:cond delay="0"/>
                                      </p:stCondLst>
                                      <p:childTnLst>
                                        <p:set>
                                          <p:cBhvr>
                                            <p:cTn id="43" dur="1" fill="hold">
                                              <p:stCondLst>
                                                <p:cond delay="0"/>
                                              </p:stCondLst>
                                            </p:cTn>
                                            <p:tgtEl>
                                              <p:spTgt spid="33"/>
                                            </p:tgtEl>
                                            <p:attrNameLst>
                                              <p:attrName>style.visibility</p:attrName>
                                            </p:attrNameLst>
                                          </p:cBhvr>
                                          <p:to>
                                            <p:strVal val="visible"/>
                                          </p:to>
                                        </p:set>
                                        <p:anim calcmode="lin" valueType="num" p14:bounceEnd="20000">
                                          <p:cBhvr additive="base">
                                            <p:cTn id="44" dur="500" fill="hold"/>
                                            <p:tgtEl>
                                              <p:spTgt spid="33"/>
                                            </p:tgtEl>
                                            <p:attrNameLst>
                                              <p:attrName>ppt_x</p:attrName>
                                            </p:attrNameLst>
                                          </p:cBhvr>
                                          <p:tavLst>
                                            <p:tav tm="0">
                                              <p:val>
                                                <p:strVal val="#ppt_x"/>
                                              </p:val>
                                            </p:tav>
                                            <p:tav tm="100000">
                                              <p:val>
                                                <p:strVal val="#ppt_x"/>
                                              </p:val>
                                            </p:tav>
                                          </p:tavLst>
                                        </p:anim>
                                        <p:anim calcmode="lin" valueType="num" p14:bounceEnd="20000">
                                          <p:cBhvr additive="base">
                                            <p:cTn id="45" dur="500" fill="hold"/>
                                            <p:tgtEl>
                                              <p:spTgt spid="33"/>
                                            </p:tgtEl>
                                            <p:attrNameLst>
                                              <p:attrName>ppt_y</p:attrName>
                                            </p:attrNameLst>
                                          </p:cBhvr>
                                          <p:tavLst>
                                            <p:tav tm="0">
                                              <p:val>
                                                <p:strVal val="1+#ppt_h/2"/>
                                              </p:val>
                                            </p:tav>
                                            <p:tav tm="100000">
                                              <p:val>
                                                <p:strVal val="#ppt_y"/>
                                              </p:val>
                                            </p:tav>
                                          </p:tavLst>
                                        </p:anim>
                                      </p:childTnLst>
                                    </p:cTn>
                                  </p:par>
                                </p:childTnLst>
                              </p:cTn>
                            </p:par>
                            <p:par>
                              <p:cTn id="46" fill="hold">
                                <p:stCondLst>
                                  <p:cond delay="1500"/>
                                </p:stCondLst>
                                <p:childTnLst>
                                  <p:par>
                                    <p:cTn id="47" presetID="2" presetClass="entr" presetSubtype="4" fill="hold" grpId="0" nodeType="afterEffect" p14:presetBounceEnd="20000">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14:bounceEnd="20000">
                                          <p:cBhvr additive="base">
                                            <p:cTn id="49" dur="500" fill="hold"/>
                                            <p:tgtEl>
                                              <p:spTgt spid="34"/>
                                            </p:tgtEl>
                                            <p:attrNameLst>
                                              <p:attrName>ppt_x</p:attrName>
                                            </p:attrNameLst>
                                          </p:cBhvr>
                                          <p:tavLst>
                                            <p:tav tm="0">
                                              <p:val>
                                                <p:strVal val="#ppt_x"/>
                                              </p:val>
                                            </p:tav>
                                            <p:tav tm="100000">
                                              <p:val>
                                                <p:strVal val="#ppt_x"/>
                                              </p:val>
                                            </p:tav>
                                          </p:tavLst>
                                        </p:anim>
                                        <p:anim calcmode="lin" valueType="num" p14:bounceEnd="20000">
                                          <p:cBhvr additive="base">
                                            <p:cTn id="50" dur="500" fill="hold"/>
                                            <p:tgtEl>
                                              <p:spTgt spid="34"/>
                                            </p:tgtEl>
                                            <p:attrNameLst>
                                              <p:attrName>ppt_y</p:attrName>
                                            </p:attrNameLst>
                                          </p:cBhvr>
                                          <p:tavLst>
                                            <p:tav tm="0">
                                              <p:val>
                                                <p:strVal val="1+#ppt_h/2"/>
                                              </p:val>
                                            </p:tav>
                                            <p:tav tm="100000">
                                              <p:val>
                                                <p:strVal val="#ppt_y"/>
                                              </p:val>
                                            </p:tav>
                                          </p:tavLst>
                                        </p:anim>
                                      </p:childTnLst>
                                    </p:cTn>
                                  </p:par>
                                </p:childTnLst>
                              </p:cTn>
                            </p:par>
                            <p:par>
                              <p:cTn id="51" fill="hold">
                                <p:stCondLst>
                                  <p:cond delay="2000"/>
                                </p:stCondLst>
                                <p:childTnLst>
                                  <p:par>
                                    <p:cTn id="52" presetID="2" presetClass="entr" presetSubtype="4" fill="hold" grpId="0" nodeType="afterEffect" p14:presetBounceEnd="20000">
                                      <p:stCondLst>
                                        <p:cond delay="0"/>
                                      </p:stCondLst>
                                      <p:childTnLst>
                                        <p:set>
                                          <p:cBhvr>
                                            <p:cTn id="53" dur="1" fill="hold">
                                              <p:stCondLst>
                                                <p:cond delay="0"/>
                                              </p:stCondLst>
                                            </p:cTn>
                                            <p:tgtEl>
                                              <p:spTgt spid="35"/>
                                            </p:tgtEl>
                                            <p:attrNameLst>
                                              <p:attrName>style.visibility</p:attrName>
                                            </p:attrNameLst>
                                          </p:cBhvr>
                                          <p:to>
                                            <p:strVal val="visible"/>
                                          </p:to>
                                        </p:set>
                                        <p:anim calcmode="lin" valueType="num" p14:bounceEnd="20000">
                                          <p:cBhvr additive="base">
                                            <p:cTn id="54" dur="500" fill="hold"/>
                                            <p:tgtEl>
                                              <p:spTgt spid="35"/>
                                            </p:tgtEl>
                                            <p:attrNameLst>
                                              <p:attrName>ppt_x</p:attrName>
                                            </p:attrNameLst>
                                          </p:cBhvr>
                                          <p:tavLst>
                                            <p:tav tm="0">
                                              <p:val>
                                                <p:strVal val="#ppt_x"/>
                                              </p:val>
                                            </p:tav>
                                            <p:tav tm="100000">
                                              <p:val>
                                                <p:strVal val="#ppt_x"/>
                                              </p:val>
                                            </p:tav>
                                          </p:tavLst>
                                        </p:anim>
                                        <p:anim calcmode="lin" valueType="num" p14:bounceEnd="20000">
                                          <p:cBhvr additive="base">
                                            <p:cTn id="55" dur="500" fill="hold"/>
                                            <p:tgtEl>
                                              <p:spTgt spid="35"/>
                                            </p:tgtEl>
                                            <p:attrNameLst>
                                              <p:attrName>ppt_y</p:attrName>
                                            </p:attrNameLst>
                                          </p:cBhvr>
                                          <p:tavLst>
                                            <p:tav tm="0">
                                              <p:val>
                                                <p:strVal val="1+#ppt_h/2"/>
                                              </p:val>
                                            </p:tav>
                                            <p:tav tm="100000">
                                              <p:val>
                                                <p:strVal val="#ppt_y"/>
                                              </p:val>
                                            </p:tav>
                                          </p:tavLst>
                                        </p:anim>
                                      </p:childTnLst>
                                    </p:cTn>
                                  </p:par>
                                </p:childTnLst>
                              </p:cTn>
                            </p:par>
                            <p:par>
                              <p:cTn id="56" fill="hold">
                                <p:stCondLst>
                                  <p:cond delay="2500"/>
                                </p:stCondLst>
                                <p:childTnLst>
                                  <p:par>
                                    <p:cTn id="57" presetID="2" presetClass="entr" presetSubtype="4" fill="hold" grpId="0" nodeType="afterEffect" p14:presetBounceEnd="20000">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14:bounceEnd="20000">
                                          <p:cBhvr additive="base">
                                            <p:cTn id="59" dur="500" fill="hold"/>
                                            <p:tgtEl>
                                              <p:spTgt spid="36"/>
                                            </p:tgtEl>
                                            <p:attrNameLst>
                                              <p:attrName>ppt_x</p:attrName>
                                            </p:attrNameLst>
                                          </p:cBhvr>
                                          <p:tavLst>
                                            <p:tav tm="0">
                                              <p:val>
                                                <p:strVal val="#ppt_x"/>
                                              </p:val>
                                            </p:tav>
                                            <p:tav tm="100000">
                                              <p:val>
                                                <p:strVal val="#ppt_x"/>
                                              </p:val>
                                            </p:tav>
                                          </p:tavLst>
                                        </p:anim>
                                        <p:anim calcmode="lin" valueType="num" p14:bounceEnd="20000">
                                          <p:cBhvr additive="base">
                                            <p:cTn id="6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62"/>
                                            </p:tgtEl>
                                            <p:attrNameLst>
                                              <p:attrName>style.visibility</p:attrName>
                                            </p:attrNameLst>
                                          </p:cBhvr>
                                          <p:to>
                                            <p:strVal val="visible"/>
                                          </p:to>
                                        </p:set>
                                        <p:anim calcmode="lin" valueType="num">
                                          <p:cBhvr additive="base">
                                            <p:cTn id="65" dur="500" fill="hold"/>
                                            <p:tgtEl>
                                              <p:spTgt spid="62"/>
                                            </p:tgtEl>
                                            <p:attrNameLst>
                                              <p:attrName>ppt_x</p:attrName>
                                            </p:attrNameLst>
                                          </p:cBhvr>
                                          <p:tavLst>
                                            <p:tav tm="0">
                                              <p:val>
                                                <p:strVal val="#ppt_x"/>
                                              </p:val>
                                            </p:tav>
                                            <p:tav tm="100000">
                                              <p:val>
                                                <p:strVal val="#ppt_x"/>
                                              </p:val>
                                            </p:tav>
                                          </p:tavLst>
                                        </p:anim>
                                        <p:anim calcmode="lin" valueType="num">
                                          <p:cBhvr additive="base">
                                            <p:cTn id="66"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63" presetClass="path" presetSubtype="0" accel="50000" decel="50000" fill="hold" nodeType="withEffect">
                                      <p:stCondLst>
                                        <p:cond delay="0"/>
                                      </p:stCondLst>
                                      <p:childTnLst>
                                        <p:animMotion origin="layout" path="M 0 0 L 0.25 0 E" pathEditMode="relative" ptsTypes="">
                                          <p:cBhvr>
                                            <p:cTn id="9" dur="2000" spd="-100000" fill="hold"/>
                                            <p:tgtEl>
                                              <p:spTgt spid="30"/>
                                            </p:tgtEl>
                                            <p:attrNameLst>
                                              <p:attrName>ppt_x</p:attrName>
                                              <p:attrName>ppt_y</p:attrName>
                                            </p:attrNameLst>
                                          </p:cBhvr>
                                        </p:animMotion>
                                      </p:childTnLst>
                                    </p:cTn>
                                  </p:par>
                                  <p:par>
                                    <p:cTn id="10" presetID="10" presetClass="entr" presetSubtype="0" fill="hold"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3" presetID="63" presetClass="path" presetSubtype="0" accel="50000" decel="50000" fill="hold" nodeType="withEffect">
                                      <p:stCondLst>
                                        <p:cond delay="0"/>
                                      </p:stCondLst>
                                      <p:childTnLst>
                                        <p:animMotion origin="layout" path="M 4.41264E-6 3.7037E-6 L -0.2862 -0.00324 " pathEditMode="relative" rAng="0" ptsTypes="AA">
                                          <p:cBhvr>
                                            <p:cTn id="14" dur="2000" spd="-100000" fill="hold"/>
                                            <p:tgtEl>
                                              <p:spTgt spid="31"/>
                                            </p:tgtEl>
                                            <p:attrNameLst>
                                              <p:attrName>ppt_x</p:attrName>
                                              <p:attrName>ppt_y</p:attrName>
                                            </p:attrNameLst>
                                          </p:cBhvr>
                                          <p:rCtr x="-14310" y="-162"/>
                                        </p:animMotion>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37"/>
                                            </p:tgtEl>
                                            <p:attrNameLst>
                                              <p:attrName>style.visibility</p:attrName>
                                            </p:attrNameLst>
                                          </p:cBhvr>
                                          <p:to>
                                            <p:strVal val="visible"/>
                                          </p:to>
                                        </p:set>
                                      </p:childTnLst>
                                    </p:cTn>
                                  </p:par>
                                  <p:par>
                                    <p:cTn id="18" presetID="49" presetClass="path" presetSubtype="0" accel="50000" fill="hold" nodeType="withEffect">
                                      <p:stCondLst>
                                        <p:cond delay="0"/>
                                      </p:stCondLst>
                                      <p:childTnLst>
                                        <p:animMotion origin="layout" path="M -1.66667E-6 -1.95619E-6 L 0.31771 0.73033 " pathEditMode="relative" rAng="0" ptsTypes="AA">
                                          <p:cBhvr>
                                            <p:cTn id="19" dur="600" spd="-100000" fill="hold"/>
                                            <p:tgtEl>
                                              <p:spTgt spid="37"/>
                                            </p:tgtEl>
                                            <p:attrNameLst>
                                              <p:attrName>ppt_x</p:attrName>
                                              <p:attrName>ppt_y</p:attrName>
                                            </p:attrNameLst>
                                          </p:cBhvr>
                                          <p:rCtr x="15885" y="36501"/>
                                        </p:animMotion>
                                      </p:childTnLst>
                                    </p:cTn>
                                  </p:par>
                                  <p:par>
                                    <p:cTn id="20" presetID="1" presetClass="entr" presetSubtype="0" fill="hold" nodeType="withEffect">
                                      <p:stCondLst>
                                        <p:cond delay="200"/>
                                      </p:stCondLst>
                                      <p:childTnLst>
                                        <p:set>
                                          <p:cBhvr>
                                            <p:cTn id="21" dur="1" fill="hold">
                                              <p:stCondLst>
                                                <p:cond delay="0"/>
                                              </p:stCondLst>
                                            </p:cTn>
                                            <p:tgtEl>
                                              <p:spTgt spid="42"/>
                                            </p:tgtEl>
                                            <p:attrNameLst>
                                              <p:attrName>style.visibility</p:attrName>
                                            </p:attrNameLst>
                                          </p:cBhvr>
                                          <p:to>
                                            <p:strVal val="visible"/>
                                          </p:to>
                                        </p:set>
                                      </p:childTnLst>
                                    </p:cTn>
                                  </p:par>
                                  <p:par>
                                    <p:cTn id="22" presetID="49" presetClass="path" presetSubtype="0" accel="50000" fill="hold" nodeType="withEffect">
                                      <p:stCondLst>
                                        <p:cond delay="200"/>
                                      </p:stCondLst>
                                      <p:childTnLst>
                                        <p:animMotion origin="layout" path="M 1.38889E-6 3.45679E-6 L 0.17066 0.86913 " pathEditMode="relative" rAng="0" ptsTypes="AA">
                                          <p:cBhvr>
                                            <p:cTn id="23" dur="600" spd="-100000" fill="hold"/>
                                            <p:tgtEl>
                                              <p:spTgt spid="42"/>
                                            </p:tgtEl>
                                            <p:attrNameLst>
                                              <p:attrName>ppt_x</p:attrName>
                                              <p:attrName>ppt_y</p:attrName>
                                            </p:attrNameLst>
                                          </p:cBhvr>
                                          <p:rCtr x="8524" y="43457"/>
                                        </p:animMotion>
                                      </p:childTnLst>
                                    </p:cTn>
                                  </p:par>
                                  <p:par>
                                    <p:cTn id="24" presetID="1" presetClass="entr" presetSubtype="0" fill="hold" nodeType="withEffect">
                                      <p:stCondLst>
                                        <p:cond delay="400"/>
                                      </p:stCondLst>
                                      <p:childTnLst>
                                        <p:set>
                                          <p:cBhvr>
                                            <p:cTn id="25" dur="1" fill="hold">
                                              <p:stCondLst>
                                                <p:cond delay="0"/>
                                              </p:stCondLst>
                                            </p:cTn>
                                            <p:tgtEl>
                                              <p:spTgt spid="47"/>
                                            </p:tgtEl>
                                            <p:attrNameLst>
                                              <p:attrName>style.visibility</p:attrName>
                                            </p:attrNameLst>
                                          </p:cBhvr>
                                          <p:to>
                                            <p:strVal val="visible"/>
                                          </p:to>
                                        </p:set>
                                      </p:childTnLst>
                                    </p:cTn>
                                  </p:par>
                                  <p:par>
                                    <p:cTn id="26" presetID="49" presetClass="path" presetSubtype="0" accel="50000" fill="hold" nodeType="withEffect">
                                      <p:stCondLst>
                                        <p:cond delay="400"/>
                                      </p:stCondLst>
                                      <p:childTnLst>
                                        <p:animMotion origin="layout" path="M 0 2.00555E-6 L 0 0.88121 " pathEditMode="relative" rAng="0" ptsTypes="AA">
                                          <p:cBhvr>
                                            <p:cTn id="27" dur="600" spd="-100000" fill="hold"/>
                                            <p:tgtEl>
                                              <p:spTgt spid="47"/>
                                            </p:tgtEl>
                                            <p:attrNameLst>
                                              <p:attrName>ppt_x</p:attrName>
                                              <p:attrName>ppt_y</p:attrName>
                                            </p:attrNameLst>
                                          </p:cBhvr>
                                          <p:rCtr x="0" y="44060"/>
                                        </p:animMotion>
                                      </p:childTnLst>
                                    </p:cTn>
                                  </p:par>
                                  <p:par>
                                    <p:cTn id="28" presetID="1" presetClass="entr" presetSubtype="0" fill="hold" nodeType="withEffect">
                                      <p:stCondLst>
                                        <p:cond delay="600"/>
                                      </p:stCondLst>
                                      <p:childTnLst>
                                        <p:set>
                                          <p:cBhvr>
                                            <p:cTn id="29" dur="1" fill="hold">
                                              <p:stCondLst>
                                                <p:cond delay="0"/>
                                              </p:stCondLst>
                                            </p:cTn>
                                            <p:tgtEl>
                                              <p:spTgt spid="52"/>
                                            </p:tgtEl>
                                            <p:attrNameLst>
                                              <p:attrName>style.visibility</p:attrName>
                                            </p:attrNameLst>
                                          </p:cBhvr>
                                          <p:to>
                                            <p:strVal val="visible"/>
                                          </p:to>
                                        </p:set>
                                      </p:childTnLst>
                                    </p:cTn>
                                  </p:par>
                                  <p:par>
                                    <p:cTn id="30" presetID="49" presetClass="path" presetSubtype="0" accel="50000" fill="hold" nodeType="withEffect">
                                      <p:stCondLst>
                                        <p:cond delay="600"/>
                                      </p:stCondLst>
                                      <p:childTnLst>
                                        <p:animMotion origin="layout" path="M 3.88889E-6 -4.29497E-6 L -0.17049 0.86671 " pathEditMode="relative" rAng="0" ptsTypes="AA">
                                          <p:cBhvr>
                                            <p:cTn id="31" dur="600" spd="-100000" fill="hold"/>
                                            <p:tgtEl>
                                              <p:spTgt spid="52"/>
                                            </p:tgtEl>
                                            <p:attrNameLst>
                                              <p:attrName>ppt_x</p:attrName>
                                              <p:attrName>ppt_y</p:attrName>
                                            </p:attrNameLst>
                                          </p:cBhvr>
                                          <p:rCtr x="-8524" y="43320"/>
                                        </p:animMotion>
                                      </p:childTnLst>
                                    </p:cTn>
                                  </p:par>
                                  <p:par>
                                    <p:cTn id="32" presetID="1" presetClass="entr" presetSubtype="0" fill="hold" nodeType="withEffect">
                                      <p:stCondLst>
                                        <p:cond delay="800"/>
                                      </p:stCondLst>
                                      <p:childTnLst>
                                        <p:set>
                                          <p:cBhvr>
                                            <p:cTn id="33" dur="1" fill="hold">
                                              <p:stCondLst>
                                                <p:cond delay="0"/>
                                              </p:stCondLst>
                                            </p:cTn>
                                            <p:tgtEl>
                                              <p:spTgt spid="57"/>
                                            </p:tgtEl>
                                            <p:attrNameLst>
                                              <p:attrName>style.visibility</p:attrName>
                                            </p:attrNameLst>
                                          </p:cBhvr>
                                          <p:to>
                                            <p:strVal val="visible"/>
                                          </p:to>
                                        </p:set>
                                      </p:childTnLst>
                                    </p:cTn>
                                  </p:par>
                                  <p:par>
                                    <p:cTn id="34" presetID="49" presetClass="path" presetSubtype="0" accel="50000" fill="hold" nodeType="withEffect">
                                      <p:stCondLst>
                                        <p:cond delay="800"/>
                                      </p:stCondLst>
                                      <p:childTnLst>
                                        <p:animMotion origin="layout" path="M 2.22222E-6 2.89108E-6 L -0.32778 0.75902 " pathEditMode="relative" rAng="0" ptsTypes="AA">
                                          <p:cBhvr>
                                            <p:cTn id="35" dur="600" spd="-100000" fill="hold"/>
                                            <p:tgtEl>
                                              <p:spTgt spid="57"/>
                                            </p:tgtEl>
                                            <p:attrNameLst>
                                              <p:attrName>ppt_x</p:attrName>
                                              <p:attrName>ppt_y</p:attrName>
                                            </p:attrNameLst>
                                          </p:cBhvr>
                                          <p:rCtr x="-16389" y="37951"/>
                                        </p:animMotion>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additive="base">
                                            <p:cTn id="39" dur="500" fill="hold"/>
                                            <p:tgtEl>
                                              <p:spTgt spid="32"/>
                                            </p:tgtEl>
                                            <p:attrNameLst>
                                              <p:attrName>ppt_x</p:attrName>
                                            </p:attrNameLst>
                                          </p:cBhvr>
                                          <p:tavLst>
                                            <p:tav tm="0">
                                              <p:val>
                                                <p:strVal val="#ppt_x"/>
                                              </p:val>
                                            </p:tav>
                                            <p:tav tm="100000">
                                              <p:val>
                                                <p:strVal val="#ppt_x"/>
                                              </p:val>
                                            </p:tav>
                                          </p:tavLst>
                                        </p:anim>
                                        <p:anim calcmode="lin" valueType="num">
                                          <p:cBhvr additive="base">
                                            <p:cTn id="40" dur="500" fill="hold"/>
                                            <p:tgtEl>
                                              <p:spTgt spid="32"/>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 presetClass="entr" presetSubtype="4" fill="hold" grpId="0" nodeType="afterEffect">
                                      <p:stCondLst>
                                        <p:cond delay="0"/>
                                      </p:stCondLst>
                                      <p:childTnLst>
                                        <p:set>
                                          <p:cBhvr>
                                            <p:cTn id="43" dur="1" fill="hold">
                                              <p:stCondLst>
                                                <p:cond delay="0"/>
                                              </p:stCondLst>
                                            </p:cTn>
                                            <p:tgtEl>
                                              <p:spTgt spid="33"/>
                                            </p:tgtEl>
                                            <p:attrNameLst>
                                              <p:attrName>style.visibility</p:attrName>
                                            </p:attrNameLst>
                                          </p:cBhvr>
                                          <p:to>
                                            <p:strVal val="visible"/>
                                          </p:to>
                                        </p:set>
                                        <p:anim calcmode="lin" valueType="num">
                                          <p:cBhvr additive="base">
                                            <p:cTn id="44" dur="500" fill="hold"/>
                                            <p:tgtEl>
                                              <p:spTgt spid="33"/>
                                            </p:tgtEl>
                                            <p:attrNameLst>
                                              <p:attrName>ppt_x</p:attrName>
                                            </p:attrNameLst>
                                          </p:cBhvr>
                                          <p:tavLst>
                                            <p:tav tm="0">
                                              <p:val>
                                                <p:strVal val="#ppt_x"/>
                                              </p:val>
                                            </p:tav>
                                            <p:tav tm="100000">
                                              <p:val>
                                                <p:strVal val="#ppt_x"/>
                                              </p:val>
                                            </p:tav>
                                          </p:tavLst>
                                        </p:anim>
                                        <p:anim calcmode="lin" valueType="num">
                                          <p:cBhvr additive="base">
                                            <p:cTn id="45" dur="500" fill="hold"/>
                                            <p:tgtEl>
                                              <p:spTgt spid="33"/>
                                            </p:tgtEl>
                                            <p:attrNameLst>
                                              <p:attrName>ppt_y</p:attrName>
                                            </p:attrNameLst>
                                          </p:cBhvr>
                                          <p:tavLst>
                                            <p:tav tm="0">
                                              <p:val>
                                                <p:strVal val="1+#ppt_h/2"/>
                                              </p:val>
                                            </p:tav>
                                            <p:tav tm="100000">
                                              <p:val>
                                                <p:strVal val="#ppt_y"/>
                                              </p:val>
                                            </p:tav>
                                          </p:tavLst>
                                        </p:anim>
                                      </p:childTnLst>
                                    </p:cTn>
                                  </p:par>
                                </p:childTnLst>
                              </p:cTn>
                            </p:par>
                            <p:par>
                              <p:cTn id="46" fill="hold">
                                <p:stCondLst>
                                  <p:cond delay="1500"/>
                                </p:stCondLst>
                                <p:childTnLst>
                                  <p:par>
                                    <p:cTn id="47" presetID="2" presetClass="entr" presetSubtype="4" fill="hold" grpId="0" nodeType="after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ppt_x"/>
                                              </p:val>
                                            </p:tav>
                                            <p:tav tm="100000">
                                              <p:val>
                                                <p:strVal val="#ppt_x"/>
                                              </p:val>
                                            </p:tav>
                                          </p:tavLst>
                                        </p:anim>
                                        <p:anim calcmode="lin" valueType="num">
                                          <p:cBhvr additive="base">
                                            <p:cTn id="50" dur="500" fill="hold"/>
                                            <p:tgtEl>
                                              <p:spTgt spid="34"/>
                                            </p:tgtEl>
                                            <p:attrNameLst>
                                              <p:attrName>ppt_y</p:attrName>
                                            </p:attrNameLst>
                                          </p:cBhvr>
                                          <p:tavLst>
                                            <p:tav tm="0">
                                              <p:val>
                                                <p:strVal val="1+#ppt_h/2"/>
                                              </p:val>
                                            </p:tav>
                                            <p:tav tm="100000">
                                              <p:val>
                                                <p:strVal val="#ppt_y"/>
                                              </p:val>
                                            </p:tav>
                                          </p:tavLst>
                                        </p:anim>
                                      </p:childTnLst>
                                    </p:cTn>
                                  </p:par>
                                </p:childTnLst>
                              </p:cTn>
                            </p:par>
                            <p:par>
                              <p:cTn id="51" fill="hold">
                                <p:stCondLst>
                                  <p:cond delay="2000"/>
                                </p:stCondLst>
                                <p:childTnLst>
                                  <p:par>
                                    <p:cTn id="52" presetID="2" presetClass="entr" presetSubtype="4" fill="hold" grpId="0" nodeType="afterEffect">
                                      <p:stCondLst>
                                        <p:cond delay="0"/>
                                      </p:stCondLst>
                                      <p:childTnLst>
                                        <p:set>
                                          <p:cBhvr>
                                            <p:cTn id="53" dur="1" fill="hold">
                                              <p:stCondLst>
                                                <p:cond delay="0"/>
                                              </p:stCondLst>
                                            </p:cTn>
                                            <p:tgtEl>
                                              <p:spTgt spid="35"/>
                                            </p:tgtEl>
                                            <p:attrNameLst>
                                              <p:attrName>style.visibility</p:attrName>
                                            </p:attrNameLst>
                                          </p:cBhvr>
                                          <p:to>
                                            <p:strVal val="visible"/>
                                          </p:to>
                                        </p:set>
                                        <p:anim calcmode="lin" valueType="num">
                                          <p:cBhvr additive="base">
                                            <p:cTn id="54" dur="500" fill="hold"/>
                                            <p:tgtEl>
                                              <p:spTgt spid="35"/>
                                            </p:tgtEl>
                                            <p:attrNameLst>
                                              <p:attrName>ppt_x</p:attrName>
                                            </p:attrNameLst>
                                          </p:cBhvr>
                                          <p:tavLst>
                                            <p:tav tm="0">
                                              <p:val>
                                                <p:strVal val="#ppt_x"/>
                                              </p:val>
                                            </p:tav>
                                            <p:tav tm="100000">
                                              <p:val>
                                                <p:strVal val="#ppt_x"/>
                                              </p:val>
                                            </p:tav>
                                          </p:tavLst>
                                        </p:anim>
                                        <p:anim calcmode="lin" valueType="num">
                                          <p:cBhvr additive="base">
                                            <p:cTn id="55" dur="500" fill="hold"/>
                                            <p:tgtEl>
                                              <p:spTgt spid="35"/>
                                            </p:tgtEl>
                                            <p:attrNameLst>
                                              <p:attrName>ppt_y</p:attrName>
                                            </p:attrNameLst>
                                          </p:cBhvr>
                                          <p:tavLst>
                                            <p:tav tm="0">
                                              <p:val>
                                                <p:strVal val="1+#ppt_h/2"/>
                                              </p:val>
                                            </p:tav>
                                            <p:tav tm="100000">
                                              <p:val>
                                                <p:strVal val="#ppt_y"/>
                                              </p:val>
                                            </p:tav>
                                          </p:tavLst>
                                        </p:anim>
                                      </p:childTnLst>
                                    </p:cTn>
                                  </p:par>
                                </p:childTnLst>
                              </p:cTn>
                            </p:par>
                            <p:par>
                              <p:cTn id="56" fill="hold">
                                <p:stCondLst>
                                  <p:cond delay="2500"/>
                                </p:stCondLst>
                                <p:childTnLst>
                                  <p:par>
                                    <p:cTn id="57" presetID="2" presetClass="entr" presetSubtype="4"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additive="base">
                                            <p:cTn id="59" dur="500" fill="hold"/>
                                            <p:tgtEl>
                                              <p:spTgt spid="36"/>
                                            </p:tgtEl>
                                            <p:attrNameLst>
                                              <p:attrName>ppt_x</p:attrName>
                                            </p:attrNameLst>
                                          </p:cBhvr>
                                          <p:tavLst>
                                            <p:tav tm="0">
                                              <p:val>
                                                <p:strVal val="#ppt_x"/>
                                              </p:val>
                                            </p:tav>
                                            <p:tav tm="100000">
                                              <p:val>
                                                <p:strVal val="#ppt_x"/>
                                              </p:val>
                                            </p:tav>
                                          </p:tavLst>
                                        </p:anim>
                                        <p:anim calcmode="lin" valueType="num">
                                          <p:cBhvr additive="base">
                                            <p:cTn id="6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62"/>
                                            </p:tgtEl>
                                            <p:attrNameLst>
                                              <p:attrName>style.visibility</p:attrName>
                                            </p:attrNameLst>
                                          </p:cBhvr>
                                          <p:to>
                                            <p:strVal val="visible"/>
                                          </p:to>
                                        </p:set>
                                        <p:anim calcmode="lin" valueType="num">
                                          <p:cBhvr additive="base">
                                            <p:cTn id="65" dur="500" fill="hold"/>
                                            <p:tgtEl>
                                              <p:spTgt spid="62"/>
                                            </p:tgtEl>
                                            <p:attrNameLst>
                                              <p:attrName>ppt_x</p:attrName>
                                            </p:attrNameLst>
                                          </p:cBhvr>
                                          <p:tavLst>
                                            <p:tav tm="0">
                                              <p:val>
                                                <p:strVal val="#ppt_x"/>
                                              </p:val>
                                            </p:tav>
                                            <p:tav tm="100000">
                                              <p:val>
                                                <p:strVal val="#ppt_x"/>
                                              </p:val>
                                            </p:tav>
                                          </p:tavLst>
                                        </p:anim>
                                        <p:anim calcmode="lin" valueType="num">
                                          <p:cBhvr additive="base">
                                            <p:cTn id="66"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64"/>
          <p:cNvGrpSpPr/>
          <p:nvPr/>
        </p:nvGrpSpPr>
        <p:grpSpPr>
          <a:xfrm>
            <a:off x="3523070" y="3747212"/>
            <a:ext cx="1743188" cy="1761621"/>
            <a:chOff x="2641852" y="2810409"/>
            <a:chExt cx="1307391" cy="1321216"/>
          </a:xfrm>
        </p:grpSpPr>
        <p:grpSp>
          <p:nvGrpSpPr>
            <p:cNvPr id="68" name="组合 102"/>
            <p:cNvGrpSpPr/>
            <p:nvPr/>
          </p:nvGrpSpPr>
          <p:grpSpPr bwMode="auto">
            <a:xfrm>
              <a:off x="2641852" y="2810409"/>
              <a:ext cx="1307391" cy="1321216"/>
              <a:chOff x="1148973" y="1803300"/>
              <a:chExt cx="2641800" cy="2641800"/>
            </a:xfrm>
            <a:solidFill>
              <a:schemeClr val="accent5"/>
            </a:solidFill>
          </p:grpSpPr>
          <p:grpSp>
            <p:nvGrpSpPr>
              <p:cNvPr id="79" name="组合 103"/>
              <p:cNvGrpSpPr/>
              <p:nvPr/>
            </p:nvGrpSpPr>
            <p:grpSpPr bwMode="auto">
              <a:xfrm>
                <a:off x="1148973" y="1803300"/>
                <a:ext cx="2641800" cy="2641800"/>
                <a:chOff x="1148973" y="1803300"/>
                <a:chExt cx="2641800" cy="2641800"/>
              </a:xfrm>
              <a:grpFill/>
            </p:grpSpPr>
            <p:sp>
              <p:nvSpPr>
                <p:cNvPr id="81" name="梯形 105"/>
                <p:cNvSpPr/>
                <p:nvPr/>
              </p:nvSpPr>
              <p:spPr>
                <a:xfrm>
                  <a:off x="2236102" y="1803300"/>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2" name="梯形 106"/>
                <p:cNvSpPr/>
                <p:nvPr/>
              </p:nvSpPr>
              <p:spPr>
                <a:xfrm rot="1800000">
                  <a:off x="2789170"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3" name="梯形 107"/>
                <p:cNvSpPr/>
                <p:nvPr/>
              </p:nvSpPr>
              <p:spPr>
                <a:xfrm rot="3600000">
                  <a:off x="3192010" y="2356127"/>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4" name="梯形 108"/>
                <p:cNvSpPr/>
                <p:nvPr/>
              </p:nvSpPr>
              <p:spPr>
                <a:xfrm rot="5400000">
                  <a:off x="3340253" y="2908486"/>
                  <a:ext cx="469608"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5" name="梯形 109"/>
                <p:cNvSpPr/>
                <p:nvPr/>
              </p:nvSpPr>
              <p:spPr>
                <a:xfrm rot="7200000">
                  <a:off x="3192010" y="3460843"/>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6" name="梯形 110"/>
                <p:cNvSpPr/>
                <p:nvPr/>
              </p:nvSpPr>
              <p:spPr>
                <a:xfrm rot="9000000">
                  <a:off x="2789170"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7" name="梯形 111"/>
                <p:cNvSpPr/>
                <p:nvPr/>
              </p:nvSpPr>
              <p:spPr>
                <a:xfrm rot="10800000">
                  <a:off x="2236102" y="4012731"/>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8" name="梯形 112"/>
                <p:cNvSpPr/>
                <p:nvPr/>
              </p:nvSpPr>
              <p:spPr>
                <a:xfrm rot="12600000">
                  <a:off x="1683035"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89" name="梯形 113"/>
                <p:cNvSpPr/>
                <p:nvPr/>
              </p:nvSpPr>
              <p:spPr>
                <a:xfrm rot="14400000">
                  <a:off x="1278131" y="3460841"/>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90" name="梯形 114"/>
                <p:cNvSpPr/>
                <p:nvPr/>
              </p:nvSpPr>
              <p:spPr>
                <a:xfrm rot="16200000">
                  <a:off x="1129885" y="2908484"/>
                  <a:ext cx="469608"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91" name="梯形 115"/>
                <p:cNvSpPr/>
                <p:nvPr/>
              </p:nvSpPr>
              <p:spPr>
                <a:xfrm rot="18000000">
                  <a:off x="1278131" y="2356126"/>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92" name="梯形 116"/>
                <p:cNvSpPr/>
                <p:nvPr/>
              </p:nvSpPr>
              <p:spPr>
                <a:xfrm rot="19800000">
                  <a:off x="1683035"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grpSp>
          <p:sp>
            <p:nvSpPr>
              <p:cNvPr id="80" name="同心圆 104"/>
              <p:cNvSpPr/>
              <p:nvPr/>
            </p:nvSpPr>
            <p:spPr>
              <a:xfrm>
                <a:off x="1548094" y="2204639"/>
                <a:ext cx="1872068" cy="1872223"/>
              </a:xfrm>
              <a:prstGeom prst="donut">
                <a:avLst>
                  <a:gd name="adj" fmla="val 5497"/>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latin typeface="+mj-ea"/>
                  <a:ea typeface="+mj-ea"/>
                </a:endParaRPr>
              </a:p>
            </p:txBody>
          </p:sp>
        </p:grpSp>
        <p:grpSp>
          <p:nvGrpSpPr>
            <p:cNvPr id="69" name="Group 178"/>
            <p:cNvGrpSpPr/>
            <p:nvPr/>
          </p:nvGrpSpPr>
          <p:grpSpPr>
            <a:xfrm>
              <a:off x="3133136" y="3308569"/>
              <a:ext cx="332891" cy="333460"/>
              <a:chOff x="9145588" y="4435475"/>
              <a:chExt cx="464344" cy="465138"/>
            </a:xfrm>
            <a:solidFill>
              <a:schemeClr val="bg2"/>
            </a:solidFill>
          </p:grpSpPr>
          <p:sp>
            <p:nvSpPr>
              <p:cNvPr id="70"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1"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2"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3"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4"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5"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6"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7"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78"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grpSp>
      </p:grpSp>
      <p:grpSp>
        <p:nvGrpSpPr>
          <p:cNvPr id="93" name="组合 92"/>
          <p:cNvGrpSpPr/>
          <p:nvPr/>
        </p:nvGrpSpPr>
        <p:grpSpPr>
          <a:xfrm>
            <a:off x="4137788" y="1683659"/>
            <a:ext cx="2109257" cy="2131563"/>
            <a:chOff x="3102891" y="1262744"/>
            <a:chExt cx="1581943" cy="1598672"/>
          </a:xfrm>
        </p:grpSpPr>
        <p:grpSp>
          <p:nvGrpSpPr>
            <p:cNvPr id="94" name="组合 102"/>
            <p:cNvGrpSpPr/>
            <p:nvPr/>
          </p:nvGrpSpPr>
          <p:grpSpPr bwMode="auto">
            <a:xfrm>
              <a:off x="3102891" y="1262744"/>
              <a:ext cx="1581943" cy="1598672"/>
              <a:chOff x="1148973" y="1803300"/>
              <a:chExt cx="2641800" cy="2641800"/>
            </a:xfrm>
            <a:solidFill>
              <a:schemeClr val="accent1"/>
            </a:solidFill>
          </p:grpSpPr>
          <p:grpSp>
            <p:nvGrpSpPr>
              <p:cNvPr id="98" name="组合 103"/>
              <p:cNvGrpSpPr/>
              <p:nvPr/>
            </p:nvGrpSpPr>
            <p:grpSpPr bwMode="auto">
              <a:xfrm>
                <a:off x="1148973" y="1803300"/>
                <a:ext cx="2641800" cy="2641800"/>
                <a:chOff x="1148973" y="1803300"/>
                <a:chExt cx="2641800" cy="2641800"/>
              </a:xfrm>
              <a:grpFill/>
            </p:grpSpPr>
            <p:sp>
              <p:nvSpPr>
                <p:cNvPr id="100" name="梯形 105"/>
                <p:cNvSpPr/>
                <p:nvPr/>
              </p:nvSpPr>
              <p:spPr>
                <a:xfrm>
                  <a:off x="2236102" y="1803300"/>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1" name="梯形 106"/>
                <p:cNvSpPr/>
                <p:nvPr/>
              </p:nvSpPr>
              <p:spPr>
                <a:xfrm rot="1800000">
                  <a:off x="2789170"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2" name="梯形 107"/>
                <p:cNvSpPr/>
                <p:nvPr/>
              </p:nvSpPr>
              <p:spPr>
                <a:xfrm rot="3600000">
                  <a:off x="3192010" y="2356127"/>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3" name="梯形 108"/>
                <p:cNvSpPr/>
                <p:nvPr/>
              </p:nvSpPr>
              <p:spPr>
                <a:xfrm rot="5400000">
                  <a:off x="3340253" y="2908486"/>
                  <a:ext cx="469608"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4" name="梯形 109"/>
                <p:cNvSpPr/>
                <p:nvPr/>
              </p:nvSpPr>
              <p:spPr>
                <a:xfrm rot="7200000">
                  <a:off x="3192010" y="3460843"/>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5" name="梯形 110"/>
                <p:cNvSpPr/>
                <p:nvPr/>
              </p:nvSpPr>
              <p:spPr>
                <a:xfrm rot="9000000">
                  <a:off x="2789170"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6" name="梯形 111"/>
                <p:cNvSpPr/>
                <p:nvPr/>
              </p:nvSpPr>
              <p:spPr>
                <a:xfrm rot="10800000">
                  <a:off x="2236102" y="4012731"/>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7" name="梯形 112"/>
                <p:cNvSpPr/>
                <p:nvPr/>
              </p:nvSpPr>
              <p:spPr>
                <a:xfrm rot="12600000">
                  <a:off x="1683035"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8" name="梯形 113"/>
                <p:cNvSpPr/>
                <p:nvPr/>
              </p:nvSpPr>
              <p:spPr>
                <a:xfrm rot="14400000">
                  <a:off x="1278131" y="3460841"/>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09" name="梯形 114"/>
                <p:cNvSpPr/>
                <p:nvPr/>
              </p:nvSpPr>
              <p:spPr>
                <a:xfrm rot="16200000">
                  <a:off x="1129885" y="2908484"/>
                  <a:ext cx="469608"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10" name="梯形 115"/>
                <p:cNvSpPr/>
                <p:nvPr/>
              </p:nvSpPr>
              <p:spPr>
                <a:xfrm rot="18000000">
                  <a:off x="1278131" y="2356126"/>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11" name="梯形 116"/>
                <p:cNvSpPr/>
                <p:nvPr/>
              </p:nvSpPr>
              <p:spPr>
                <a:xfrm rot="19800000">
                  <a:off x="1683035"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grpSp>
          <p:sp>
            <p:nvSpPr>
              <p:cNvPr id="99" name="同心圆 104"/>
              <p:cNvSpPr/>
              <p:nvPr/>
            </p:nvSpPr>
            <p:spPr>
              <a:xfrm>
                <a:off x="1548094" y="2204639"/>
                <a:ext cx="1872068" cy="1872223"/>
              </a:xfrm>
              <a:prstGeom prst="donut">
                <a:avLst>
                  <a:gd name="adj" fmla="val 5497"/>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latin typeface="+mj-ea"/>
                  <a:ea typeface="+mj-ea"/>
                </a:endParaRPr>
              </a:p>
            </p:txBody>
          </p:sp>
        </p:grpSp>
        <p:grpSp>
          <p:nvGrpSpPr>
            <p:cNvPr id="95" name="Group 188"/>
            <p:cNvGrpSpPr/>
            <p:nvPr/>
          </p:nvGrpSpPr>
          <p:grpSpPr>
            <a:xfrm>
              <a:off x="3736644" y="1900472"/>
              <a:ext cx="332891" cy="323217"/>
              <a:chOff x="8216107" y="4449763"/>
              <a:chExt cx="464344" cy="450850"/>
            </a:xfrm>
            <a:solidFill>
              <a:schemeClr val="tx2"/>
            </a:solidFill>
          </p:grpSpPr>
          <p:sp>
            <p:nvSpPr>
              <p:cNvPr id="96" name="AutoShape 16"/>
              <p:cNvSpPr/>
              <p:nvPr/>
            </p:nvSpPr>
            <p:spPr bwMode="auto">
              <a:xfrm>
                <a:off x="8448675" y="4696619"/>
                <a:ext cx="57944" cy="587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97" name="AutoShape 17"/>
              <p:cNvSpPr/>
              <p:nvPr/>
            </p:nvSpPr>
            <p:spPr bwMode="auto">
              <a:xfrm>
                <a:off x="8216107" y="4449763"/>
                <a:ext cx="464344" cy="450850"/>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112" name="组合 111"/>
          <p:cNvGrpSpPr/>
          <p:nvPr/>
        </p:nvGrpSpPr>
        <p:grpSpPr>
          <a:xfrm>
            <a:off x="5334966" y="3357009"/>
            <a:ext cx="2807421" cy="2837109"/>
            <a:chOff x="4000774" y="2517757"/>
            <a:chExt cx="2105566" cy="2127832"/>
          </a:xfrm>
        </p:grpSpPr>
        <p:grpSp>
          <p:nvGrpSpPr>
            <p:cNvPr id="113" name="组合 102"/>
            <p:cNvGrpSpPr/>
            <p:nvPr/>
          </p:nvGrpSpPr>
          <p:grpSpPr bwMode="auto">
            <a:xfrm>
              <a:off x="4000774" y="2517757"/>
              <a:ext cx="2105566" cy="2127832"/>
              <a:chOff x="1148973" y="1803300"/>
              <a:chExt cx="2641800" cy="2641800"/>
            </a:xfrm>
            <a:solidFill>
              <a:schemeClr val="accent4"/>
            </a:solidFill>
          </p:grpSpPr>
          <p:grpSp>
            <p:nvGrpSpPr>
              <p:cNvPr id="118" name="组合 103"/>
              <p:cNvGrpSpPr/>
              <p:nvPr/>
            </p:nvGrpSpPr>
            <p:grpSpPr bwMode="auto">
              <a:xfrm>
                <a:off x="1148973" y="1803300"/>
                <a:ext cx="2641800" cy="2641800"/>
                <a:chOff x="1148973" y="1803300"/>
                <a:chExt cx="2641800" cy="2641800"/>
              </a:xfrm>
              <a:grpFill/>
            </p:grpSpPr>
            <p:sp>
              <p:nvSpPr>
                <p:cNvPr id="120" name="梯形 105"/>
                <p:cNvSpPr/>
                <p:nvPr/>
              </p:nvSpPr>
              <p:spPr>
                <a:xfrm>
                  <a:off x="2236102" y="1803300"/>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1" name="梯形 106"/>
                <p:cNvSpPr/>
                <p:nvPr/>
              </p:nvSpPr>
              <p:spPr>
                <a:xfrm rot="1800000">
                  <a:off x="2789170"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2" name="梯形 107"/>
                <p:cNvSpPr/>
                <p:nvPr/>
              </p:nvSpPr>
              <p:spPr>
                <a:xfrm rot="3600000">
                  <a:off x="3192010" y="2356127"/>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3" name="梯形 108"/>
                <p:cNvSpPr/>
                <p:nvPr/>
              </p:nvSpPr>
              <p:spPr>
                <a:xfrm rot="5400000">
                  <a:off x="3340253" y="2908486"/>
                  <a:ext cx="469608"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4" name="梯形 109"/>
                <p:cNvSpPr/>
                <p:nvPr/>
              </p:nvSpPr>
              <p:spPr>
                <a:xfrm rot="7200000">
                  <a:off x="3192010" y="3460843"/>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5" name="梯形 110"/>
                <p:cNvSpPr/>
                <p:nvPr/>
              </p:nvSpPr>
              <p:spPr>
                <a:xfrm rot="9000000">
                  <a:off x="2789170"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6" name="梯形 111"/>
                <p:cNvSpPr/>
                <p:nvPr/>
              </p:nvSpPr>
              <p:spPr>
                <a:xfrm rot="10800000">
                  <a:off x="2236102" y="4012731"/>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7" name="梯形 112"/>
                <p:cNvSpPr/>
                <p:nvPr/>
              </p:nvSpPr>
              <p:spPr>
                <a:xfrm rot="12600000">
                  <a:off x="1683035"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8" name="梯形 113"/>
                <p:cNvSpPr/>
                <p:nvPr/>
              </p:nvSpPr>
              <p:spPr>
                <a:xfrm rot="14400000">
                  <a:off x="1278131" y="3460841"/>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29" name="梯形 114"/>
                <p:cNvSpPr/>
                <p:nvPr/>
              </p:nvSpPr>
              <p:spPr>
                <a:xfrm rot="16200000">
                  <a:off x="1129885" y="2908484"/>
                  <a:ext cx="469608"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30" name="梯形 115"/>
                <p:cNvSpPr/>
                <p:nvPr/>
              </p:nvSpPr>
              <p:spPr>
                <a:xfrm rot="18000000">
                  <a:off x="1278131" y="2356126"/>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31" name="梯形 116"/>
                <p:cNvSpPr/>
                <p:nvPr/>
              </p:nvSpPr>
              <p:spPr>
                <a:xfrm rot="19800000">
                  <a:off x="1683035"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grpSp>
          <p:sp>
            <p:nvSpPr>
              <p:cNvPr id="119" name="同心圆 104"/>
              <p:cNvSpPr/>
              <p:nvPr/>
            </p:nvSpPr>
            <p:spPr>
              <a:xfrm>
                <a:off x="1548094" y="2204639"/>
                <a:ext cx="1872068" cy="1872223"/>
              </a:xfrm>
              <a:prstGeom prst="donut">
                <a:avLst>
                  <a:gd name="adj" fmla="val 5497"/>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latin typeface="+mj-ea"/>
                  <a:ea typeface="+mj-ea"/>
                </a:endParaRPr>
              </a:p>
            </p:txBody>
          </p:sp>
        </p:grpSp>
        <p:grpSp>
          <p:nvGrpSpPr>
            <p:cNvPr id="114" name="Group 191"/>
            <p:cNvGrpSpPr/>
            <p:nvPr/>
          </p:nvGrpSpPr>
          <p:grpSpPr>
            <a:xfrm>
              <a:off x="4869442" y="3379417"/>
              <a:ext cx="402798" cy="402798"/>
              <a:chOff x="4439444" y="1652588"/>
              <a:chExt cx="464344" cy="464344"/>
            </a:xfrm>
            <a:solidFill>
              <a:schemeClr val="tx2"/>
            </a:solidFill>
          </p:grpSpPr>
          <p:sp>
            <p:nvSpPr>
              <p:cNvPr id="115" name="AutoShape 136"/>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116" name="AutoShape 137"/>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sp>
            <p:nvSpPr>
              <p:cNvPr id="117" name="AutoShape 138"/>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ym typeface="Gill Sans" charset="0"/>
                </a:endParaRPr>
              </a:p>
            </p:txBody>
          </p:sp>
        </p:grpSp>
      </p:grpSp>
      <p:grpSp>
        <p:nvGrpSpPr>
          <p:cNvPr id="132" name="组合 131"/>
          <p:cNvGrpSpPr/>
          <p:nvPr/>
        </p:nvGrpSpPr>
        <p:grpSpPr>
          <a:xfrm>
            <a:off x="6342514" y="1877252"/>
            <a:ext cx="1440651" cy="1455887"/>
            <a:chOff x="4756435" y="1407939"/>
            <a:chExt cx="1080488" cy="1091915"/>
          </a:xfrm>
        </p:grpSpPr>
        <p:grpSp>
          <p:nvGrpSpPr>
            <p:cNvPr id="133" name="组合 102"/>
            <p:cNvGrpSpPr/>
            <p:nvPr/>
          </p:nvGrpSpPr>
          <p:grpSpPr bwMode="auto">
            <a:xfrm>
              <a:off x="4756435" y="1407939"/>
              <a:ext cx="1080488" cy="1091915"/>
              <a:chOff x="1148973" y="1803300"/>
              <a:chExt cx="2641800" cy="2641800"/>
            </a:xfrm>
            <a:solidFill>
              <a:schemeClr val="accent2"/>
            </a:solidFill>
          </p:grpSpPr>
          <p:grpSp>
            <p:nvGrpSpPr>
              <p:cNvPr id="142" name="组合 103"/>
              <p:cNvGrpSpPr/>
              <p:nvPr/>
            </p:nvGrpSpPr>
            <p:grpSpPr bwMode="auto">
              <a:xfrm>
                <a:off x="1148973" y="1803300"/>
                <a:ext cx="2641800" cy="2641800"/>
                <a:chOff x="1148973" y="1803300"/>
                <a:chExt cx="2641800" cy="2641800"/>
              </a:xfrm>
              <a:grpFill/>
            </p:grpSpPr>
            <p:sp>
              <p:nvSpPr>
                <p:cNvPr id="144" name="梯形 105"/>
                <p:cNvSpPr/>
                <p:nvPr/>
              </p:nvSpPr>
              <p:spPr>
                <a:xfrm>
                  <a:off x="2236102" y="1803300"/>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45" name="梯形 106"/>
                <p:cNvSpPr/>
                <p:nvPr/>
              </p:nvSpPr>
              <p:spPr>
                <a:xfrm rot="1800000">
                  <a:off x="2789170"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46" name="梯形 107"/>
                <p:cNvSpPr/>
                <p:nvPr/>
              </p:nvSpPr>
              <p:spPr>
                <a:xfrm rot="3600000">
                  <a:off x="3192010" y="2356127"/>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47" name="梯形 108"/>
                <p:cNvSpPr/>
                <p:nvPr/>
              </p:nvSpPr>
              <p:spPr>
                <a:xfrm rot="5400000">
                  <a:off x="3340253" y="2908486"/>
                  <a:ext cx="469608"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48" name="梯形 109"/>
                <p:cNvSpPr/>
                <p:nvPr/>
              </p:nvSpPr>
              <p:spPr>
                <a:xfrm rot="7200000">
                  <a:off x="3192010" y="3460843"/>
                  <a:ext cx="469607" cy="431430"/>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49" name="梯形 110"/>
                <p:cNvSpPr/>
                <p:nvPr/>
              </p:nvSpPr>
              <p:spPr>
                <a:xfrm rot="9000000">
                  <a:off x="2789170"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50" name="梯形 111"/>
                <p:cNvSpPr/>
                <p:nvPr/>
              </p:nvSpPr>
              <p:spPr>
                <a:xfrm rot="10800000">
                  <a:off x="2236102" y="4012731"/>
                  <a:ext cx="467542" cy="432369"/>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51" name="梯形 112"/>
                <p:cNvSpPr/>
                <p:nvPr/>
              </p:nvSpPr>
              <p:spPr>
                <a:xfrm rot="12600000">
                  <a:off x="1683035" y="3865848"/>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52" name="梯形 113"/>
                <p:cNvSpPr/>
                <p:nvPr/>
              </p:nvSpPr>
              <p:spPr>
                <a:xfrm rot="14400000">
                  <a:off x="1278131" y="3460841"/>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53" name="梯形 114"/>
                <p:cNvSpPr/>
                <p:nvPr/>
              </p:nvSpPr>
              <p:spPr>
                <a:xfrm rot="16200000">
                  <a:off x="1129885" y="2908484"/>
                  <a:ext cx="469608"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54" name="梯形 115"/>
                <p:cNvSpPr/>
                <p:nvPr/>
              </p:nvSpPr>
              <p:spPr>
                <a:xfrm rot="18000000">
                  <a:off x="1278131" y="2356126"/>
                  <a:ext cx="469607" cy="43143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sp>
              <p:nvSpPr>
                <p:cNvPr id="155" name="梯形 116"/>
                <p:cNvSpPr/>
                <p:nvPr/>
              </p:nvSpPr>
              <p:spPr>
                <a:xfrm rot="19800000">
                  <a:off x="1683035" y="1952250"/>
                  <a:ext cx="467542" cy="430301"/>
                </a:xfrm>
                <a:prstGeom prst="trapezoid">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mj-ea"/>
                    <a:ea typeface="+mj-ea"/>
                  </a:endParaRPr>
                </a:p>
              </p:txBody>
            </p:sp>
          </p:grpSp>
          <p:sp>
            <p:nvSpPr>
              <p:cNvPr id="143" name="同心圆 104"/>
              <p:cNvSpPr/>
              <p:nvPr/>
            </p:nvSpPr>
            <p:spPr>
              <a:xfrm>
                <a:off x="1548094" y="2204639"/>
                <a:ext cx="1872068" cy="1872223"/>
              </a:xfrm>
              <a:prstGeom prst="donut">
                <a:avLst>
                  <a:gd name="adj" fmla="val 5497"/>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latin typeface="+mj-ea"/>
                  <a:ea typeface="+mj-ea"/>
                </a:endParaRPr>
              </a:p>
            </p:txBody>
          </p:sp>
        </p:grpSp>
        <p:grpSp>
          <p:nvGrpSpPr>
            <p:cNvPr id="134" name="Group 195"/>
            <p:cNvGrpSpPr/>
            <p:nvPr/>
          </p:nvGrpSpPr>
          <p:grpSpPr>
            <a:xfrm>
              <a:off x="5132906" y="1822348"/>
              <a:ext cx="332891" cy="260053"/>
              <a:chOff x="2581275" y="1710532"/>
              <a:chExt cx="464344" cy="362744"/>
            </a:xfrm>
            <a:solidFill>
              <a:schemeClr val="bg2"/>
            </a:solidFill>
          </p:grpSpPr>
          <p:sp>
            <p:nvSpPr>
              <p:cNvPr id="135" name="AutoShape 140"/>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36" name="AutoShape 141"/>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37" name="AutoShape 142"/>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38" name="AutoShape 143"/>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39" name="AutoShape 144"/>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40" name="AutoShape 145"/>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41" name="AutoShape 146"/>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156" name="组合 155"/>
          <p:cNvGrpSpPr/>
          <p:nvPr/>
        </p:nvGrpSpPr>
        <p:grpSpPr>
          <a:xfrm>
            <a:off x="1438618" y="2184427"/>
            <a:ext cx="2565023" cy="1033620"/>
            <a:chOff x="1078513" y="1638320"/>
            <a:chExt cx="1923767" cy="775215"/>
          </a:xfrm>
        </p:grpSpPr>
        <p:sp>
          <p:nvSpPr>
            <p:cNvPr id="157" name="TextBox 259"/>
            <p:cNvSpPr txBox="1"/>
            <p:nvPr/>
          </p:nvSpPr>
          <p:spPr>
            <a:xfrm>
              <a:off x="1078513" y="1958240"/>
              <a:ext cx="1923767" cy="455295"/>
            </a:xfrm>
            <a:prstGeom prst="rect">
              <a:avLst/>
            </a:prstGeom>
            <a:noFill/>
          </p:spPr>
          <p:txBody>
            <a:bodyPr wrap="square" lIns="0" tIns="0" rtlCol="0" anchor="t">
              <a:spAutoFit/>
            </a:bodyPr>
            <a:lstStyle/>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p:txBody>
        </p:sp>
        <p:sp>
          <p:nvSpPr>
            <p:cNvPr id="158" name="TextBox 260"/>
            <p:cNvSpPr txBox="1"/>
            <p:nvPr/>
          </p:nvSpPr>
          <p:spPr>
            <a:xfrm>
              <a:off x="1611345" y="1638320"/>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mj-ea"/>
                  <a:ea typeface="+mj-ea"/>
                </a:rPr>
                <a:t>标题文字</a:t>
              </a:r>
              <a:endParaRPr lang="en-US" sz="2135" dirty="0">
                <a:solidFill>
                  <a:schemeClr val="tx2"/>
                </a:solidFill>
                <a:latin typeface="+mj-ea"/>
                <a:ea typeface="+mj-ea"/>
              </a:endParaRPr>
            </a:p>
          </p:txBody>
        </p:sp>
      </p:grpSp>
      <p:grpSp>
        <p:nvGrpSpPr>
          <p:cNvPr id="159" name="组合 158"/>
          <p:cNvGrpSpPr/>
          <p:nvPr/>
        </p:nvGrpSpPr>
        <p:grpSpPr>
          <a:xfrm>
            <a:off x="8080218" y="2184427"/>
            <a:ext cx="2565023" cy="1033620"/>
            <a:chOff x="1078513" y="1638320"/>
            <a:chExt cx="1923767" cy="775215"/>
          </a:xfrm>
        </p:grpSpPr>
        <p:sp>
          <p:nvSpPr>
            <p:cNvPr id="160" name="TextBox 262"/>
            <p:cNvSpPr txBox="1"/>
            <p:nvPr/>
          </p:nvSpPr>
          <p:spPr>
            <a:xfrm>
              <a:off x="1078513" y="1958240"/>
              <a:ext cx="1923767" cy="455295"/>
            </a:xfrm>
            <a:prstGeom prst="rect">
              <a:avLst/>
            </a:prstGeom>
            <a:noFill/>
          </p:spPr>
          <p:txBody>
            <a:bodyPr wrap="square" lIns="0" tIns="0" rtlCol="0" anchor="t">
              <a:spAutoFit/>
            </a:bodyPr>
            <a:lstStyle/>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p:txBody>
        </p:sp>
        <p:sp>
          <p:nvSpPr>
            <p:cNvPr id="161" name="TextBox 263"/>
            <p:cNvSpPr txBox="1"/>
            <p:nvPr/>
          </p:nvSpPr>
          <p:spPr>
            <a:xfrm>
              <a:off x="1611345" y="1638320"/>
              <a:ext cx="815340" cy="261461"/>
            </a:xfrm>
            <a:prstGeom prst="rect">
              <a:avLst/>
            </a:prstGeom>
            <a:noFill/>
          </p:spPr>
          <p:txBody>
            <a:bodyPr wrap="none" lIns="0" tIns="0" rIns="0" bIns="0" rtlCol="0" anchor="t">
              <a:spAutoFit/>
            </a:bodyPr>
            <a:lstStyle/>
            <a:p>
              <a:pPr algn="ctr"/>
              <a:r>
                <a:rPr lang="zh-CN" altLang="en-US" sz="2135" dirty="0">
                  <a:solidFill>
                    <a:schemeClr val="bg2"/>
                  </a:solidFill>
                  <a:latin typeface="+mj-ea"/>
                  <a:ea typeface="+mj-ea"/>
                </a:rPr>
                <a:t>标题文字</a:t>
              </a:r>
              <a:endParaRPr lang="en-US" sz="2135" dirty="0">
                <a:solidFill>
                  <a:schemeClr val="bg2"/>
                </a:solidFill>
                <a:latin typeface="+mj-ea"/>
                <a:ea typeface="+mj-ea"/>
              </a:endParaRPr>
            </a:p>
          </p:txBody>
        </p:sp>
      </p:grpSp>
      <p:grpSp>
        <p:nvGrpSpPr>
          <p:cNvPr id="162" name="组合 161"/>
          <p:cNvGrpSpPr/>
          <p:nvPr/>
        </p:nvGrpSpPr>
        <p:grpSpPr>
          <a:xfrm>
            <a:off x="854418" y="4267025"/>
            <a:ext cx="2565023" cy="1033620"/>
            <a:chOff x="1078513" y="1638320"/>
            <a:chExt cx="1923767" cy="775215"/>
          </a:xfrm>
        </p:grpSpPr>
        <p:sp>
          <p:nvSpPr>
            <p:cNvPr id="163" name="TextBox 265"/>
            <p:cNvSpPr txBox="1"/>
            <p:nvPr/>
          </p:nvSpPr>
          <p:spPr>
            <a:xfrm>
              <a:off x="1078513" y="1958240"/>
              <a:ext cx="1923767" cy="455295"/>
            </a:xfrm>
            <a:prstGeom prst="rect">
              <a:avLst/>
            </a:prstGeom>
            <a:noFill/>
          </p:spPr>
          <p:txBody>
            <a:bodyPr wrap="square" lIns="0" tIns="0" rtlCol="0" anchor="t">
              <a:spAutoFit/>
            </a:bodyPr>
            <a:lstStyle/>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p:txBody>
        </p:sp>
        <p:sp>
          <p:nvSpPr>
            <p:cNvPr id="164" name="TextBox 266"/>
            <p:cNvSpPr txBox="1"/>
            <p:nvPr/>
          </p:nvSpPr>
          <p:spPr>
            <a:xfrm>
              <a:off x="1611345" y="1638320"/>
              <a:ext cx="815340" cy="261461"/>
            </a:xfrm>
            <a:prstGeom prst="rect">
              <a:avLst/>
            </a:prstGeom>
            <a:noFill/>
          </p:spPr>
          <p:txBody>
            <a:bodyPr wrap="none" lIns="0" tIns="0" rIns="0" bIns="0" rtlCol="0" anchor="t">
              <a:spAutoFit/>
            </a:bodyPr>
            <a:lstStyle/>
            <a:p>
              <a:pPr algn="ctr"/>
              <a:r>
                <a:rPr lang="zh-CN" altLang="en-US" sz="2135" dirty="0">
                  <a:solidFill>
                    <a:schemeClr val="bg2"/>
                  </a:solidFill>
                  <a:latin typeface="+mj-ea"/>
                  <a:ea typeface="+mj-ea"/>
                </a:rPr>
                <a:t>标题文字</a:t>
              </a:r>
              <a:endParaRPr lang="en-US" sz="2135" dirty="0">
                <a:solidFill>
                  <a:schemeClr val="bg2"/>
                </a:solidFill>
                <a:latin typeface="+mj-ea"/>
                <a:ea typeface="+mj-ea"/>
              </a:endParaRPr>
            </a:p>
          </p:txBody>
        </p:sp>
      </p:grpSp>
      <p:grpSp>
        <p:nvGrpSpPr>
          <p:cNvPr id="165" name="组合 164"/>
          <p:cNvGrpSpPr/>
          <p:nvPr/>
        </p:nvGrpSpPr>
        <p:grpSpPr>
          <a:xfrm>
            <a:off x="8626318" y="4267025"/>
            <a:ext cx="2565023" cy="1033620"/>
            <a:chOff x="1078513" y="1638320"/>
            <a:chExt cx="1923767" cy="775215"/>
          </a:xfrm>
        </p:grpSpPr>
        <p:sp>
          <p:nvSpPr>
            <p:cNvPr id="166" name="TextBox 268"/>
            <p:cNvSpPr txBox="1"/>
            <p:nvPr/>
          </p:nvSpPr>
          <p:spPr>
            <a:xfrm>
              <a:off x="1078513" y="1958240"/>
              <a:ext cx="1923767" cy="455295"/>
            </a:xfrm>
            <a:prstGeom prst="rect">
              <a:avLst/>
            </a:prstGeom>
            <a:noFill/>
          </p:spPr>
          <p:txBody>
            <a:bodyPr wrap="square" lIns="0" tIns="0" rtlCol="0" anchor="t">
              <a:spAutoFit/>
            </a:bodyPr>
            <a:lstStyle/>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a:p>
              <a:r>
                <a:rPr lang="zh-CN" altLang="en-US" sz="1200" dirty="0">
                  <a:latin typeface="+mj-ea"/>
                </a:rPr>
                <a:t>单击此处添加文本单击此处添加文本</a:t>
              </a:r>
              <a:endParaRPr lang="en-US" altLang="zh-CN" sz="1200" dirty="0">
                <a:latin typeface="+mj-ea"/>
              </a:endParaRPr>
            </a:p>
          </p:txBody>
        </p:sp>
        <p:sp>
          <p:nvSpPr>
            <p:cNvPr id="167" name="TextBox 269"/>
            <p:cNvSpPr txBox="1"/>
            <p:nvPr/>
          </p:nvSpPr>
          <p:spPr>
            <a:xfrm>
              <a:off x="1611345" y="1638320"/>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mj-ea"/>
                  <a:ea typeface="+mj-ea"/>
                </a:rPr>
                <a:t>标题文字</a:t>
              </a:r>
              <a:endParaRPr lang="en-US" sz="2135" dirty="0">
                <a:solidFill>
                  <a:schemeClr val="tx2"/>
                </a:solidFill>
                <a:latin typeface="+mj-ea"/>
                <a:ea typeface="+mj-ea"/>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3"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500" fill="hold"/>
                                        <p:tgtEl>
                                          <p:spTgt spid="65"/>
                                        </p:tgtEl>
                                        <p:attrNameLst>
                                          <p:attrName>ppt_w</p:attrName>
                                        </p:attrNameLst>
                                      </p:cBhvr>
                                      <p:tavLst>
                                        <p:tav tm="0">
                                          <p:val>
                                            <p:fltVal val="0"/>
                                          </p:val>
                                        </p:tav>
                                        <p:tav tm="100000">
                                          <p:val>
                                            <p:strVal val="#ppt_w"/>
                                          </p:val>
                                        </p:tav>
                                      </p:tavLst>
                                    </p:anim>
                                    <p:anim calcmode="lin" valueType="num">
                                      <p:cBhvr>
                                        <p:cTn id="8" dur="500" fill="hold"/>
                                        <p:tgtEl>
                                          <p:spTgt spid="65"/>
                                        </p:tgtEl>
                                        <p:attrNameLst>
                                          <p:attrName>ppt_h</p:attrName>
                                        </p:attrNameLst>
                                      </p:cBhvr>
                                      <p:tavLst>
                                        <p:tav tm="0">
                                          <p:val>
                                            <p:fltVal val="0"/>
                                          </p:val>
                                        </p:tav>
                                        <p:tav tm="100000">
                                          <p:val>
                                            <p:strVal val="#ppt_h"/>
                                          </p:val>
                                        </p:tav>
                                      </p:tavLst>
                                    </p:anim>
                                    <p:animEffect transition="in" filter="fade">
                                      <p:cBhvr>
                                        <p:cTn id="9" dur="500"/>
                                        <p:tgtEl>
                                          <p:spTgt spid="65"/>
                                        </p:tgtEl>
                                      </p:cBhvr>
                                    </p:animEffect>
                                  </p:childTnLst>
                                </p:cTn>
                              </p:par>
                              <p:par>
                                <p:cTn id="10" presetID="53" presetClass="entr" presetSubtype="16" fill="hold" nodeType="withEffect">
                                  <p:stCondLst>
                                    <p:cond delay="0"/>
                                  </p:stCondLst>
                                  <p:childTnLst>
                                    <p:set>
                                      <p:cBhvr>
                                        <p:cTn id="11" dur="1" fill="hold">
                                          <p:stCondLst>
                                            <p:cond delay="0"/>
                                          </p:stCondLst>
                                        </p:cTn>
                                        <p:tgtEl>
                                          <p:spTgt spid="93"/>
                                        </p:tgtEl>
                                        <p:attrNameLst>
                                          <p:attrName>style.visibility</p:attrName>
                                        </p:attrNameLst>
                                      </p:cBhvr>
                                      <p:to>
                                        <p:strVal val="visible"/>
                                      </p:to>
                                    </p:set>
                                    <p:anim calcmode="lin" valueType="num">
                                      <p:cBhvr>
                                        <p:cTn id="12" dur="500" fill="hold"/>
                                        <p:tgtEl>
                                          <p:spTgt spid="93"/>
                                        </p:tgtEl>
                                        <p:attrNameLst>
                                          <p:attrName>ppt_w</p:attrName>
                                        </p:attrNameLst>
                                      </p:cBhvr>
                                      <p:tavLst>
                                        <p:tav tm="0">
                                          <p:val>
                                            <p:fltVal val="0"/>
                                          </p:val>
                                        </p:tav>
                                        <p:tav tm="100000">
                                          <p:val>
                                            <p:strVal val="#ppt_w"/>
                                          </p:val>
                                        </p:tav>
                                      </p:tavLst>
                                    </p:anim>
                                    <p:anim calcmode="lin" valueType="num">
                                      <p:cBhvr>
                                        <p:cTn id="13" dur="500" fill="hold"/>
                                        <p:tgtEl>
                                          <p:spTgt spid="93"/>
                                        </p:tgtEl>
                                        <p:attrNameLst>
                                          <p:attrName>ppt_h</p:attrName>
                                        </p:attrNameLst>
                                      </p:cBhvr>
                                      <p:tavLst>
                                        <p:tav tm="0">
                                          <p:val>
                                            <p:fltVal val="0"/>
                                          </p:val>
                                        </p:tav>
                                        <p:tav tm="100000">
                                          <p:val>
                                            <p:strVal val="#ppt_h"/>
                                          </p:val>
                                        </p:tav>
                                      </p:tavLst>
                                    </p:anim>
                                    <p:animEffect transition="in" filter="fade">
                                      <p:cBhvr>
                                        <p:cTn id="14" dur="500"/>
                                        <p:tgtEl>
                                          <p:spTgt spid="93"/>
                                        </p:tgtEl>
                                      </p:cBhvr>
                                    </p:animEffect>
                                  </p:childTnLst>
                                </p:cTn>
                              </p:par>
                              <p:par>
                                <p:cTn id="15" presetID="53" presetClass="entr" presetSubtype="16" fill="hold" nodeType="withEffect">
                                  <p:stCondLst>
                                    <p:cond delay="0"/>
                                  </p:stCondLst>
                                  <p:childTnLst>
                                    <p:set>
                                      <p:cBhvr>
                                        <p:cTn id="16" dur="1" fill="hold">
                                          <p:stCondLst>
                                            <p:cond delay="0"/>
                                          </p:stCondLst>
                                        </p:cTn>
                                        <p:tgtEl>
                                          <p:spTgt spid="112"/>
                                        </p:tgtEl>
                                        <p:attrNameLst>
                                          <p:attrName>style.visibility</p:attrName>
                                        </p:attrNameLst>
                                      </p:cBhvr>
                                      <p:to>
                                        <p:strVal val="visible"/>
                                      </p:to>
                                    </p:set>
                                    <p:anim calcmode="lin" valueType="num">
                                      <p:cBhvr>
                                        <p:cTn id="17" dur="500" fill="hold"/>
                                        <p:tgtEl>
                                          <p:spTgt spid="112"/>
                                        </p:tgtEl>
                                        <p:attrNameLst>
                                          <p:attrName>ppt_w</p:attrName>
                                        </p:attrNameLst>
                                      </p:cBhvr>
                                      <p:tavLst>
                                        <p:tav tm="0">
                                          <p:val>
                                            <p:fltVal val="0"/>
                                          </p:val>
                                        </p:tav>
                                        <p:tav tm="100000">
                                          <p:val>
                                            <p:strVal val="#ppt_w"/>
                                          </p:val>
                                        </p:tav>
                                      </p:tavLst>
                                    </p:anim>
                                    <p:anim calcmode="lin" valueType="num">
                                      <p:cBhvr>
                                        <p:cTn id="18" dur="500" fill="hold"/>
                                        <p:tgtEl>
                                          <p:spTgt spid="112"/>
                                        </p:tgtEl>
                                        <p:attrNameLst>
                                          <p:attrName>ppt_h</p:attrName>
                                        </p:attrNameLst>
                                      </p:cBhvr>
                                      <p:tavLst>
                                        <p:tav tm="0">
                                          <p:val>
                                            <p:fltVal val="0"/>
                                          </p:val>
                                        </p:tav>
                                        <p:tav tm="100000">
                                          <p:val>
                                            <p:strVal val="#ppt_h"/>
                                          </p:val>
                                        </p:tav>
                                      </p:tavLst>
                                    </p:anim>
                                    <p:animEffect transition="in" filter="fade">
                                      <p:cBhvr>
                                        <p:cTn id="19" dur="500"/>
                                        <p:tgtEl>
                                          <p:spTgt spid="112"/>
                                        </p:tgtEl>
                                      </p:cBhvr>
                                    </p:animEffect>
                                  </p:childTnLst>
                                </p:cTn>
                              </p:par>
                              <p:par>
                                <p:cTn id="20" presetID="53" presetClass="entr" presetSubtype="16" fill="hold" nodeType="withEffect">
                                  <p:stCondLst>
                                    <p:cond delay="0"/>
                                  </p:stCondLst>
                                  <p:childTnLst>
                                    <p:set>
                                      <p:cBhvr>
                                        <p:cTn id="21" dur="1" fill="hold">
                                          <p:stCondLst>
                                            <p:cond delay="0"/>
                                          </p:stCondLst>
                                        </p:cTn>
                                        <p:tgtEl>
                                          <p:spTgt spid="132"/>
                                        </p:tgtEl>
                                        <p:attrNameLst>
                                          <p:attrName>style.visibility</p:attrName>
                                        </p:attrNameLst>
                                      </p:cBhvr>
                                      <p:to>
                                        <p:strVal val="visible"/>
                                      </p:to>
                                    </p:set>
                                    <p:anim calcmode="lin" valueType="num">
                                      <p:cBhvr>
                                        <p:cTn id="22" dur="500" fill="hold"/>
                                        <p:tgtEl>
                                          <p:spTgt spid="132"/>
                                        </p:tgtEl>
                                        <p:attrNameLst>
                                          <p:attrName>ppt_w</p:attrName>
                                        </p:attrNameLst>
                                      </p:cBhvr>
                                      <p:tavLst>
                                        <p:tav tm="0">
                                          <p:val>
                                            <p:fltVal val="0"/>
                                          </p:val>
                                        </p:tav>
                                        <p:tav tm="100000">
                                          <p:val>
                                            <p:strVal val="#ppt_w"/>
                                          </p:val>
                                        </p:tav>
                                      </p:tavLst>
                                    </p:anim>
                                    <p:anim calcmode="lin" valueType="num">
                                      <p:cBhvr>
                                        <p:cTn id="23" dur="500" fill="hold"/>
                                        <p:tgtEl>
                                          <p:spTgt spid="132"/>
                                        </p:tgtEl>
                                        <p:attrNameLst>
                                          <p:attrName>ppt_h</p:attrName>
                                        </p:attrNameLst>
                                      </p:cBhvr>
                                      <p:tavLst>
                                        <p:tav tm="0">
                                          <p:val>
                                            <p:fltVal val="0"/>
                                          </p:val>
                                        </p:tav>
                                        <p:tav tm="100000">
                                          <p:val>
                                            <p:strVal val="#ppt_h"/>
                                          </p:val>
                                        </p:tav>
                                      </p:tavLst>
                                    </p:anim>
                                    <p:animEffect transition="in" filter="fade">
                                      <p:cBhvr>
                                        <p:cTn id="24" dur="500"/>
                                        <p:tgtEl>
                                          <p:spTgt spid="13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56"/>
                                        </p:tgtEl>
                                        <p:attrNameLst>
                                          <p:attrName>style.visibility</p:attrName>
                                        </p:attrNameLst>
                                      </p:cBhvr>
                                      <p:to>
                                        <p:strVal val="visible"/>
                                      </p:to>
                                    </p:set>
                                    <p:anim calcmode="lin" valueType="num">
                                      <p:cBhvr additive="base">
                                        <p:cTn id="29" dur="500" fill="hold"/>
                                        <p:tgtEl>
                                          <p:spTgt spid="156"/>
                                        </p:tgtEl>
                                        <p:attrNameLst>
                                          <p:attrName>ppt_x</p:attrName>
                                        </p:attrNameLst>
                                      </p:cBhvr>
                                      <p:tavLst>
                                        <p:tav tm="0">
                                          <p:val>
                                            <p:strVal val="0-#ppt_w/2"/>
                                          </p:val>
                                        </p:tav>
                                        <p:tav tm="100000">
                                          <p:val>
                                            <p:strVal val="#ppt_x"/>
                                          </p:val>
                                        </p:tav>
                                      </p:tavLst>
                                    </p:anim>
                                    <p:anim calcmode="lin" valueType="num">
                                      <p:cBhvr additive="base">
                                        <p:cTn id="30" dur="500" fill="hold"/>
                                        <p:tgtEl>
                                          <p:spTgt spid="156"/>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62"/>
                                        </p:tgtEl>
                                        <p:attrNameLst>
                                          <p:attrName>style.visibility</p:attrName>
                                        </p:attrNameLst>
                                      </p:cBhvr>
                                      <p:to>
                                        <p:strVal val="visible"/>
                                      </p:to>
                                    </p:set>
                                    <p:anim calcmode="lin" valueType="num">
                                      <p:cBhvr additive="base">
                                        <p:cTn id="33" dur="500" fill="hold"/>
                                        <p:tgtEl>
                                          <p:spTgt spid="162"/>
                                        </p:tgtEl>
                                        <p:attrNameLst>
                                          <p:attrName>ppt_x</p:attrName>
                                        </p:attrNameLst>
                                      </p:cBhvr>
                                      <p:tavLst>
                                        <p:tav tm="0">
                                          <p:val>
                                            <p:strVal val="0-#ppt_w/2"/>
                                          </p:val>
                                        </p:tav>
                                        <p:tav tm="100000">
                                          <p:val>
                                            <p:strVal val="#ppt_x"/>
                                          </p:val>
                                        </p:tav>
                                      </p:tavLst>
                                    </p:anim>
                                    <p:anim calcmode="lin" valueType="num">
                                      <p:cBhvr additive="base">
                                        <p:cTn id="34" dur="500" fill="hold"/>
                                        <p:tgtEl>
                                          <p:spTgt spid="16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159"/>
                                        </p:tgtEl>
                                        <p:attrNameLst>
                                          <p:attrName>style.visibility</p:attrName>
                                        </p:attrNameLst>
                                      </p:cBhvr>
                                      <p:to>
                                        <p:strVal val="visible"/>
                                      </p:to>
                                    </p:set>
                                    <p:anim calcmode="lin" valueType="num">
                                      <p:cBhvr additive="base">
                                        <p:cTn id="39" dur="500" fill="hold"/>
                                        <p:tgtEl>
                                          <p:spTgt spid="159"/>
                                        </p:tgtEl>
                                        <p:attrNameLst>
                                          <p:attrName>ppt_x</p:attrName>
                                        </p:attrNameLst>
                                      </p:cBhvr>
                                      <p:tavLst>
                                        <p:tav tm="0">
                                          <p:val>
                                            <p:strVal val="1+#ppt_w/2"/>
                                          </p:val>
                                        </p:tav>
                                        <p:tav tm="100000">
                                          <p:val>
                                            <p:strVal val="#ppt_x"/>
                                          </p:val>
                                        </p:tav>
                                      </p:tavLst>
                                    </p:anim>
                                    <p:anim calcmode="lin" valueType="num">
                                      <p:cBhvr additive="base">
                                        <p:cTn id="40" dur="500" fill="hold"/>
                                        <p:tgtEl>
                                          <p:spTgt spid="159"/>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0"/>
                                  </p:stCondLst>
                                  <p:childTnLst>
                                    <p:set>
                                      <p:cBhvr>
                                        <p:cTn id="42" dur="1" fill="hold">
                                          <p:stCondLst>
                                            <p:cond delay="0"/>
                                          </p:stCondLst>
                                        </p:cTn>
                                        <p:tgtEl>
                                          <p:spTgt spid="165"/>
                                        </p:tgtEl>
                                        <p:attrNameLst>
                                          <p:attrName>style.visibility</p:attrName>
                                        </p:attrNameLst>
                                      </p:cBhvr>
                                      <p:to>
                                        <p:strVal val="visible"/>
                                      </p:to>
                                    </p:set>
                                    <p:anim calcmode="lin" valueType="num">
                                      <p:cBhvr additive="base">
                                        <p:cTn id="43" dur="500" fill="hold"/>
                                        <p:tgtEl>
                                          <p:spTgt spid="165"/>
                                        </p:tgtEl>
                                        <p:attrNameLst>
                                          <p:attrName>ppt_x</p:attrName>
                                        </p:attrNameLst>
                                      </p:cBhvr>
                                      <p:tavLst>
                                        <p:tav tm="0">
                                          <p:val>
                                            <p:strVal val="1+#ppt_w/2"/>
                                          </p:val>
                                        </p:tav>
                                        <p:tav tm="100000">
                                          <p:val>
                                            <p:strVal val="#ppt_x"/>
                                          </p:val>
                                        </p:tav>
                                      </p:tavLst>
                                    </p:anim>
                                    <p:anim calcmode="lin" valueType="num">
                                      <p:cBhvr additive="base">
                                        <p:cTn id="44" dur="500" fill="hold"/>
                                        <p:tgtEl>
                                          <p:spTgt spid="1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286689" y="3142084"/>
            <a:ext cx="1922240" cy="1657001"/>
            <a:chOff x="849314" y="2545158"/>
            <a:chExt cx="1441680" cy="1242751"/>
          </a:xfrm>
        </p:grpSpPr>
        <p:sp>
          <p:nvSpPr>
            <p:cNvPr id="39" name="六边形 38"/>
            <p:cNvSpPr/>
            <p:nvPr/>
          </p:nvSpPr>
          <p:spPr>
            <a:xfrm>
              <a:off x="849314" y="2545158"/>
              <a:ext cx="1441680" cy="1242751"/>
            </a:xfrm>
            <a:prstGeom prst="hexagon">
              <a:avLst/>
            </a:pr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0" name="Freeform 2345"/>
            <p:cNvSpPr>
              <a:spLocks noEditPoints="1"/>
            </p:cNvSpPr>
            <p:nvPr/>
          </p:nvSpPr>
          <p:spPr bwMode="auto">
            <a:xfrm>
              <a:off x="1368989" y="2843553"/>
              <a:ext cx="412388" cy="763308"/>
            </a:xfrm>
            <a:custGeom>
              <a:avLst/>
              <a:gdLst>
                <a:gd name="T0" fmla="*/ 292714 w 86"/>
                <a:gd name="T1" fmla="*/ 0 h 164"/>
                <a:gd name="T2" fmla="*/ 197411 w 86"/>
                <a:gd name="T3" fmla="*/ 72758 h 164"/>
                <a:gd name="T4" fmla="*/ 81687 w 86"/>
                <a:gd name="T5" fmla="*/ 85987 h 164"/>
                <a:gd name="T6" fmla="*/ 68073 w 86"/>
                <a:gd name="T7" fmla="*/ 198432 h 164"/>
                <a:gd name="T8" fmla="*/ 0 w 86"/>
                <a:gd name="T9" fmla="*/ 291034 h 164"/>
                <a:gd name="T10" fmla="*/ 68073 w 86"/>
                <a:gd name="T11" fmla="*/ 377021 h 164"/>
                <a:gd name="T12" fmla="*/ 81687 w 86"/>
                <a:gd name="T13" fmla="*/ 489466 h 164"/>
                <a:gd name="T14" fmla="*/ 197411 w 86"/>
                <a:gd name="T15" fmla="*/ 509309 h 164"/>
                <a:gd name="T16" fmla="*/ 292714 w 86"/>
                <a:gd name="T17" fmla="*/ 575453 h 164"/>
                <a:gd name="T18" fmla="*/ 388016 w 86"/>
                <a:gd name="T19" fmla="*/ 509309 h 164"/>
                <a:gd name="T20" fmla="*/ 503740 w 86"/>
                <a:gd name="T21" fmla="*/ 489466 h 164"/>
                <a:gd name="T22" fmla="*/ 517354 w 86"/>
                <a:gd name="T23" fmla="*/ 377021 h 164"/>
                <a:gd name="T24" fmla="*/ 585427 w 86"/>
                <a:gd name="T25" fmla="*/ 291034 h 164"/>
                <a:gd name="T26" fmla="*/ 517354 w 86"/>
                <a:gd name="T27" fmla="*/ 198432 h 164"/>
                <a:gd name="T28" fmla="*/ 503740 w 86"/>
                <a:gd name="T29" fmla="*/ 85987 h 164"/>
                <a:gd name="T30" fmla="*/ 388016 w 86"/>
                <a:gd name="T31" fmla="*/ 72758 h 164"/>
                <a:gd name="T32" fmla="*/ 292714 w 86"/>
                <a:gd name="T33" fmla="*/ 0 h 164"/>
                <a:gd name="T34" fmla="*/ 292714 w 86"/>
                <a:gd name="T35" fmla="*/ 158746 h 164"/>
                <a:gd name="T36" fmla="*/ 422052 w 86"/>
                <a:gd name="T37" fmla="*/ 291034 h 164"/>
                <a:gd name="T38" fmla="*/ 292714 w 86"/>
                <a:gd name="T39" fmla="*/ 416707 h 164"/>
                <a:gd name="T40" fmla="*/ 163375 w 86"/>
                <a:gd name="T41" fmla="*/ 291034 h 164"/>
                <a:gd name="T42" fmla="*/ 292714 w 86"/>
                <a:gd name="T43" fmla="*/ 158746 h 164"/>
                <a:gd name="T44" fmla="*/ 197411 w 86"/>
                <a:gd name="T45" fmla="*/ 601911 h 164"/>
                <a:gd name="T46" fmla="*/ 129339 w 86"/>
                <a:gd name="T47" fmla="*/ 608525 h 164"/>
                <a:gd name="T48" fmla="*/ 129339 w 86"/>
                <a:gd name="T49" fmla="*/ 1084762 h 164"/>
                <a:gd name="T50" fmla="*/ 456089 w 86"/>
                <a:gd name="T51" fmla="*/ 1084762 h 164"/>
                <a:gd name="T52" fmla="*/ 456089 w 86"/>
                <a:gd name="T53" fmla="*/ 608525 h 164"/>
                <a:gd name="T54" fmla="*/ 388016 w 86"/>
                <a:gd name="T55" fmla="*/ 601911 h 164"/>
                <a:gd name="T56" fmla="*/ 292714 w 86"/>
                <a:gd name="T57" fmla="*/ 668055 h 164"/>
                <a:gd name="T58" fmla="*/ 197411 w 86"/>
                <a:gd name="T59" fmla="*/ 601911 h 1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6"/>
                <a:gd name="T91" fmla="*/ 0 h 164"/>
                <a:gd name="T92" fmla="*/ 86 w 86"/>
                <a:gd name="T93" fmla="*/ 164 h 16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grpSp>
      <p:grpSp>
        <p:nvGrpSpPr>
          <p:cNvPr id="9" name="组合 8"/>
          <p:cNvGrpSpPr/>
          <p:nvPr/>
        </p:nvGrpSpPr>
        <p:grpSpPr>
          <a:xfrm>
            <a:off x="9141052" y="2337425"/>
            <a:ext cx="1922240" cy="1657001"/>
            <a:chOff x="6740086" y="1941664"/>
            <a:chExt cx="1441680" cy="1242751"/>
          </a:xfrm>
        </p:grpSpPr>
        <p:sp>
          <p:nvSpPr>
            <p:cNvPr id="42" name="六边形 41"/>
            <p:cNvSpPr/>
            <p:nvPr/>
          </p:nvSpPr>
          <p:spPr>
            <a:xfrm>
              <a:off x="6740086" y="1941664"/>
              <a:ext cx="1441680" cy="1242751"/>
            </a:xfrm>
            <a:prstGeom prst="hexagon">
              <a:avLst/>
            </a:pr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3" name="Freeform 2345"/>
            <p:cNvSpPr>
              <a:spLocks noEditPoints="1"/>
            </p:cNvSpPr>
            <p:nvPr/>
          </p:nvSpPr>
          <p:spPr bwMode="auto">
            <a:xfrm>
              <a:off x="7244116" y="2213237"/>
              <a:ext cx="411270" cy="763308"/>
            </a:xfrm>
            <a:custGeom>
              <a:avLst/>
              <a:gdLst>
                <a:gd name="T0" fmla="*/ 292714 w 86"/>
                <a:gd name="T1" fmla="*/ 0 h 164"/>
                <a:gd name="T2" fmla="*/ 197411 w 86"/>
                <a:gd name="T3" fmla="*/ 72758 h 164"/>
                <a:gd name="T4" fmla="*/ 81687 w 86"/>
                <a:gd name="T5" fmla="*/ 85987 h 164"/>
                <a:gd name="T6" fmla="*/ 68073 w 86"/>
                <a:gd name="T7" fmla="*/ 198432 h 164"/>
                <a:gd name="T8" fmla="*/ 0 w 86"/>
                <a:gd name="T9" fmla="*/ 291034 h 164"/>
                <a:gd name="T10" fmla="*/ 68073 w 86"/>
                <a:gd name="T11" fmla="*/ 377021 h 164"/>
                <a:gd name="T12" fmla="*/ 81687 w 86"/>
                <a:gd name="T13" fmla="*/ 489466 h 164"/>
                <a:gd name="T14" fmla="*/ 197411 w 86"/>
                <a:gd name="T15" fmla="*/ 509309 h 164"/>
                <a:gd name="T16" fmla="*/ 292714 w 86"/>
                <a:gd name="T17" fmla="*/ 575453 h 164"/>
                <a:gd name="T18" fmla="*/ 388016 w 86"/>
                <a:gd name="T19" fmla="*/ 509309 h 164"/>
                <a:gd name="T20" fmla="*/ 503740 w 86"/>
                <a:gd name="T21" fmla="*/ 489466 h 164"/>
                <a:gd name="T22" fmla="*/ 517354 w 86"/>
                <a:gd name="T23" fmla="*/ 377021 h 164"/>
                <a:gd name="T24" fmla="*/ 585427 w 86"/>
                <a:gd name="T25" fmla="*/ 291034 h 164"/>
                <a:gd name="T26" fmla="*/ 517354 w 86"/>
                <a:gd name="T27" fmla="*/ 198432 h 164"/>
                <a:gd name="T28" fmla="*/ 503740 w 86"/>
                <a:gd name="T29" fmla="*/ 85987 h 164"/>
                <a:gd name="T30" fmla="*/ 388016 w 86"/>
                <a:gd name="T31" fmla="*/ 72758 h 164"/>
                <a:gd name="T32" fmla="*/ 292714 w 86"/>
                <a:gd name="T33" fmla="*/ 0 h 164"/>
                <a:gd name="T34" fmla="*/ 292714 w 86"/>
                <a:gd name="T35" fmla="*/ 158746 h 164"/>
                <a:gd name="T36" fmla="*/ 422052 w 86"/>
                <a:gd name="T37" fmla="*/ 291034 h 164"/>
                <a:gd name="T38" fmla="*/ 292714 w 86"/>
                <a:gd name="T39" fmla="*/ 416707 h 164"/>
                <a:gd name="T40" fmla="*/ 163375 w 86"/>
                <a:gd name="T41" fmla="*/ 291034 h 164"/>
                <a:gd name="T42" fmla="*/ 292714 w 86"/>
                <a:gd name="T43" fmla="*/ 158746 h 164"/>
                <a:gd name="T44" fmla="*/ 197411 w 86"/>
                <a:gd name="T45" fmla="*/ 601911 h 164"/>
                <a:gd name="T46" fmla="*/ 129339 w 86"/>
                <a:gd name="T47" fmla="*/ 608525 h 164"/>
                <a:gd name="T48" fmla="*/ 129339 w 86"/>
                <a:gd name="T49" fmla="*/ 1084762 h 164"/>
                <a:gd name="T50" fmla="*/ 456089 w 86"/>
                <a:gd name="T51" fmla="*/ 1084762 h 164"/>
                <a:gd name="T52" fmla="*/ 456089 w 86"/>
                <a:gd name="T53" fmla="*/ 608525 h 164"/>
                <a:gd name="T54" fmla="*/ 388016 w 86"/>
                <a:gd name="T55" fmla="*/ 601911 h 164"/>
                <a:gd name="T56" fmla="*/ 292714 w 86"/>
                <a:gd name="T57" fmla="*/ 668055 h 164"/>
                <a:gd name="T58" fmla="*/ 197411 w 86"/>
                <a:gd name="T59" fmla="*/ 601911 h 1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6"/>
                <a:gd name="T91" fmla="*/ 0 h 164"/>
                <a:gd name="T92" fmla="*/ 86 w 86"/>
                <a:gd name="T93" fmla="*/ 164 h 16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grpSp>
      <p:grpSp>
        <p:nvGrpSpPr>
          <p:cNvPr id="5" name="组合 4"/>
          <p:cNvGrpSpPr/>
          <p:nvPr/>
        </p:nvGrpSpPr>
        <p:grpSpPr>
          <a:xfrm>
            <a:off x="2857264" y="2313584"/>
            <a:ext cx="1922240" cy="1657001"/>
            <a:chOff x="2027245" y="1923783"/>
            <a:chExt cx="1441680" cy="1242751"/>
          </a:xfrm>
        </p:grpSpPr>
        <p:sp>
          <p:nvSpPr>
            <p:cNvPr id="27" name="六边形 26"/>
            <p:cNvSpPr/>
            <p:nvPr/>
          </p:nvSpPr>
          <p:spPr bwMode="auto">
            <a:xfrm>
              <a:off x="2027245" y="1923783"/>
              <a:ext cx="1441680" cy="1242751"/>
            </a:xfrm>
            <a:prstGeom prst="hexagon">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3" name="矩形 2"/>
            <p:cNvSpPr/>
            <p:nvPr/>
          </p:nvSpPr>
          <p:spPr>
            <a:xfrm>
              <a:off x="2406094" y="2239194"/>
              <a:ext cx="594360" cy="636746"/>
            </a:xfrm>
            <a:prstGeom prst="rect">
              <a:avLst/>
            </a:prstGeom>
          </p:spPr>
          <p:txBody>
            <a:bodyPr wrap="none">
              <a:spAutoFit/>
            </a:bodyPr>
            <a:lstStyle/>
            <a:p>
              <a:r>
                <a:rPr lang="zh-CN" altLang="en-US" sz="2400" dirty="0">
                  <a:solidFill>
                    <a:schemeClr val="tx2"/>
                  </a:solidFill>
                  <a:latin typeface="微软雅黑" panose="020B0503020204020204" pitchFamily="34" charset="-122"/>
                </a:rPr>
                <a:t>标题</a:t>
              </a:r>
              <a:endParaRPr lang="en-US" altLang="zh-CN" sz="2400" dirty="0">
                <a:solidFill>
                  <a:schemeClr val="tx2"/>
                </a:solidFill>
                <a:latin typeface="微软雅黑" panose="020B0503020204020204" pitchFamily="34" charset="-122"/>
              </a:endParaRPr>
            </a:p>
            <a:p>
              <a:r>
                <a:rPr lang="zh-CN" altLang="en-US" sz="2400" dirty="0">
                  <a:solidFill>
                    <a:schemeClr val="tx2"/>
                  </a:solidFill>
                  <a:latin typeface="微软雅黑" panose="020B0503020204020204" pitchFamily="34" charset="-122"/>
                </a:rPr>
                <a:t>文字</a:t>
              </a:r>
            </a:p>
          </p:txBody>
        </p:sp>
      </p:grpSp>
      <p:grpSp>
        <p:nvGrpSpPr>
          <p:cNvPr id="7" name="组合 6"/>
          <p:cNvGrpSpPr/>
          <p:nvPr/>
        </p:nvGrpSpPr>
        <p:grpSpPr>
          <a:xfrm>
            <a:off x="5998413" y="2313584"/>
            <a:ext cx="1922240" cy="1657001"/>
            <a:chOff x="4383107" y="1923783"/>
            <a:chExt cx="1441680" cy="1242751"/>
          </a:xfrm>
        </p:grpSpPr>
        <p:sp>
          <p:nvSpPr>
            <p:cNvPr id="33" name="六边形 32"/>
            <p:cNvSpPr/>
            <p:nvPr/>
          </p:nvSpPr>
          <p:spPr bwMode="auto">
            <a:xfrm>
              <a:off x="4383107" y="1923783"/>
              <a:ext cx="1441680" cy="1242751"/>
            </a:xfrm>
            <a:prstGeom prst="hexagon">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8" name="矩形 57"/>
            <p:cNvSpPr/>
            <p:nvPr/>
          </p:nvSpPr>
          <p:spPr>
            <a:xfrm>
              <a:off x="4780781" y="2239194"/>
              <a:ext cx="594360" cy="636746"/>
            </a:xfrm>
            <a:prstGeom prst="rect">
              <a:avLst/>
            </a:prstGeom>
          </p:spPr>
          <p:txBody>
            <a:bodyPr wrap="none">
              <a:spAutoFit/>
            </a:bodyPr>
            <a:lstStyle/>
            <a:p>
              <a:r>
                <a:rPr lang="zh-CN" altLang="en-US" sz="2400" dirty="0">
                  <a:solidFill>
                    <a:schemeClr val="tx2"/>
                  </a:solidFill>
                  <a:latin typeface="微软雅黑" panose="020B0503020204020204" pitchFamily="34" charset="-122"/>
                </a:rPr>
                <a:t>标题</a:t>
              </a:r>
              <a:endParaRPr lang="en-US" altLang="zh-CN" sz="2400" dirty="0">
                <a:solidFill>
                  <a:schemeClr val="tx2"/>
                </a:solidFill>
                <a:latin typeface="微软雅黑" panose="020B0503020204020204" pitchFamily="34" charset="-122"/>
              </a:endParaRPr>
            </a:p>
            <a:p>
              <a:r>
                <a:rPr lang="zh-CN" altLang="en-US" sz="2400" dirty="0">
                  <a:solidFill>
                    <a:schemeClr val="tx2"/>
                  </a:solidFill>
                  <a:latin typeface="微软雅黑" panose="020B0503020204020204" pitchFamily="34" charset="-122"/>
                </a:rPr>
                <a:t>文字</a:t>
              </a:r>
            </a:p>
          </p:txBody>
        </p:sp>
      </p:grpSp>
      <p:grpSp>
        <p:nvGrpSpPr>
          <p:cNvPr id="6" name="组合 5"/>
          <p:cNvGrpSpPr/>
          <p:nvPr/>
        </p:nvGrpSpPr>
        <p:grpSpPr>
          <a:xfrm>
            <a:off x="4427838" y="3142084"/>
            <a:ext cx="1922240" cy="1657001"/>
            <a:chOff x="3205176" y="2545158"/>
            <a:chExt cx="1441680" cy="1242751"/>
          </a:xfrm>
        </p:grpSpPr>
        <p:sp>
          <p:nvSpPr>
            <p:cNvPr id="30" name="六边形 29"/>
            <p:cNvSpPr/>
            <p:nvPr/>
          </p:nvSpPr>
          <p:spPr bwMode="auto">
            <a:xfrm>
              <a:off x="3205176" y="2545158"/>
              <a:ext cx="1441680" cy="1242751"/>
            </a:xfrm>
            <a:prstGeom prst="hexagon">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9" name="矩形 58"/>
            <p:cNvSpPr/>
            <p:nvPr/>
          </p:nvSpPr>
          <p:spPr>
            <a:xfrm>
              <a:off x="3602850" y="2843367"/>
              <a:ext cx="594360" cy="636746"/>
            </a:xfrm>
            <a:prstGeom prst="rect">
              <a:avLst/>
            </a:prstGeom>
          </p:spPr>
          <p:txBody>
            <a:bodyPr wrap="none">
              <a:spAutoFit/>
            </a:bodyPr>
            <a:lstStyle/>
            <a:p>
              <a:r>
                <a:rPr lang="zh-CN" altLang="en-US" sz="2400" dirty="0">
                  <a:solidFill>
                    <a:schemeClr val="bg2"/>
                  </a:solidFill>
                  <a:latin typeface="微软雅黑" panose="020B0503020204020204" pitchFamily="34" charset="-122"/>
                </a:rPr>
                <a:t>标题</a:t>
              </a:r>
              <a:endParaRPr lang="en-US" altLang="zh-CN" sz="2400" dirty="0">
                <a:solidFill>
                  <a:schemeClr val="bg2"/>
                </a:solidFill>
                <a:latin typeface="微软雅黑" panose="020B0503020204020204" pitchFamily="34" charset="-122"/>
              </a:endParaRPr>
            </a:p>
            <a:p>
              <a:r>
                <a:rPr lang="zh-CN" altLang="en-US" sz="2400" dirty="0">
                  <a:solidFill>
                    <a:schemeClr val="bg2"/>
                  </a:solidFill>
                  <a:latin typeface="微软雅黑" panose="020B0503020204020204" pitchFamily="34" charset="-122"/>
                </a:rPr>
                <a:t>文字</a:t>
              </a:r>
            </a:p>
          </p:txBody>
        </p:sp>
      </p:grpSp>
      <p:grpSp>
        <p:nvGrpSpPr>
          <p:cNvPr id="8" name="组合 7"/>
          <p:cNvGrpSpPr/>
          <p:nvPr/>
        </p:nvGrpSpPr>
        <p:grpSpPr>
          <a:xfrm>
            <a:off x="7568988" y="3142084"/>
            <a:ext cx="1922240" cy="1657001"/>
            <a:chOff x="5561038" y="2545158"/>
            <a:chExt cx="1441680" cy="1242751"/>
          </a:xfrm>
        </p:grpSpPr>
        <p:sp>
          <p:nvSpPr>
            <p:cNvPr id="36" name="六边形 35"/>
            <p:cNvSpPr/>
            <p:nvPr/>
          </p:nvSpPr>
          <p:spPr bwMode="auto">
            <a:xfrm>
              <a:off x="5561038" y="2545158"/>
              <a:ext cx="1441680" cy="1242751"/>
            </a:xfrm>
            <a:prstGeom prst="hexagon">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60" name="矩形 59"/>
            <p:cNvSpPr/>
            <p:nvPr/>
          </p:nvSpPr>
          <p:spPr>
            <a:xfrm>
              <a:off x="5977537" y="2843367"/>
              <a:ext cx="594360" cy="636746"/>
            </a:xfrm>
            <a:prstGeom prst="rect">
              <a:avLst/>
            </a:prstGeom>
          </p:spPr>
          <p:txBody>
            <a:bodyPr wrap="none">
              <a:spAutoFit/>
            </a:bodyPr>
            <a:lstStyle/>
            <a:p>
              <a:r>
                <a:rPr lang="zh-CN" altLang="en-US" sz="2400" dirty="0">
                  <a:solidFill>
                    <a:schemeClr val="bg2"/>
                  </a:solidFill>
                  <a:latin typeface="微软雅黑" panose="020B0503020204020204" pitchFamily="34" charset="-122"/>
                </a:rPr>
                <a:t>标题</a:t>
              </a:r>
              <a:endParaRPr lang="en-US" altLang="zh-CN" sz="2400" dirty="0">
                <a:solidFill>
                  <a:schemeClr val="bg2"/>
                </a:solidFill>
                <a:latin typeface="微软雅黑" panose="020B0503020204020204" pitchFamily="34" charset="-122"/>
              </a:endParaRPr>
            </a:p>
            <a:p>
              <a:r>
                <a:rPr lang="zh-CN" altLang="en-US" sz="2400" dirty="0">
                  <a:solidFill>
                    <a:schemeClr val="bg2"/>
                  </a:solidFill>
                  <a:latin typeface="微软雅黑" panose="020B0503020204020204" pitchFamily="34" charset="-122"/>
                </a:rPr>
                <a:t>文字</a:t>
              </a:r>
            </a:p>
          </p:txBody>
        </p:sp>
      </p:grpSp>
      <p:grpSp>
        <p:nvGrpSpPr>
          <p:cNvPr id="61" name="组合 60"/>
          <p:cNvGrpSpPr/>
          <p:nvPr/>
        </p:nvGrpSpPr>
        <p:grpSpPr>
          <a:xfrm>
            <a:off x="1322942" y="5055655"/>
            <a:ext cx="2357633" cy="1033620"/>
            <a:chOff x="1256119" y="1638320"/>
            <a:chExt cx="1923767" cy="775215"/>
          </a:xfrm>
        </p:grpSpPr>
        <p:sp>
          <p:nvSpPr>
            <p:cNvPr id="62" name="TextBox 61"/>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63" name="TextBox 62"/>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73" name="组合 72"/>
          <p:cNvGrpSpPr/>
          <p:nvPr/>
        </p:nvGrpSpPr>
        <p:grpSpPr>
          <a:xfrm>
            <a:off x="4427838" y="5055655"/>
            <a:ext cx="2357633" cy="1033620"/>
            <a:chOff x="1256119" y="1638320"/>
            <a:chExt cx="1923767" cy="775215"/>
          </a:xfrm>
        </p:grpSpPr>
        <p:sp>
          <p:nvSpPr>
            <p:cNvPr id="74" name="TextBox 73"/>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75" name="TextBox 74"/>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76" name="组合 75"/>
          <p:cNvGrpSpPr/>
          <p:nvPr/>
        </p:nvGrpSpPr>
        <p:grpSpPr>
          <a:xfrm>
            <a:off x="7568988" y="5055655"/>
            <a:ext cx="2357633" cy="1033620"/>
            <a:chOff x="1256119" y="1638320"/>
            <a:chExt cx="1923767" cy="775215"/>
          </a:xfrm>
        </p:grpSpPr>
        <p:sp>
          <p:nvSpPr>
            <p:cNvPr id="77" name="TextBox 76"/>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78" name="TextBox 77"/>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79" name="组合 78"/>
          <p:cNvGrpSpPr/>
          <p:nvPr/>
        </p:nvGrpSpPr>
        <p:grpSpPr>
          <a:xfrm>
            <a:off x="1370517" y="1220671"/>
            <a:ext cx="5282173" cy="1033620"/>
            <a:chOff x="-1130229" y="1638320"/>
            <a:chExt cx="4310115" cy="775215"/>
          </a:xfrm>
        </p:grpSpPr>
        <p:sp>
          <p:nvSpPr>
            <p:cNvPr id="80" name="TextBox 79"/>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81" name="TextBox 80"/>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sp>
          <p:nvSpPr>
            <p:cNvPr id="85" name="TextBox 84"/>
            <p:cNvSpPr txBox="1"/>
            <p:nvPr/>
          </p:nvSpPr>
          <p:spPr>
            <a:xfrm>
              <a:off x="-113022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86" name="TextBox 85"/>
            <p:cNvSpPr txBox="1"/>
            <p:nvPr/>
          </p:nvSpPr>
          <p:spPr>
            <a:xfrm>
              <a:off x="-81086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82" name="组合 81"/>
          <p:cNvGrpSpPr/>
          <p:nvPr/>
        </p:nvGrpSpPr>
        <p:grpSpPr>
          <a:xfrm>
            <a:off x="7399953" y="1220671"/>
            <a:ext cx="2357633" cy="1033620"/>
            <a:chOff x="1256119" y="1638320"/>
            <a:chExt cx="1923767" cy="775215"/>
          </a:xfrm>
        </p:grpSpPr>
        <p:sp>
          <p:nvSpPr>
            <p:cNvPr id="83" name="TextBox 82"/>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84" name="TextBox 83"/>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2" presetClass="entr" presetSubtype="4"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anim calcmode="lin" valueType="num">
                                      <p:cBhvr additive="base">
                                        <p:cTn id="37" dur="500" fill="hold"/>
                                        <p:tgtEl>
                                          <p:spTgt spid="61"/>
                                        </p:tgtEl>
                                        <p:attrNameLst>
                                          <p:attrName>ppt_x</p:attrName>
                                        </p:attrNameLst>
                                      </p:cBhvr>
                                      <p:tavLst>
                                        <p:tav tm="0">
                                          <p:val>
                                            <p:strVal val="#ppt_x"/>
                                          </p:val>
                                        </p:tav>
                                        <p:tav tm="100000">
                                          <p:val>
                                            <p:strVal val="#ppt_x"/>
                                          </p:val>
                                        </p:tav>
                                      </p:tavLst>
                                    </p:anim>
                                    <p:anim calcmode="lin" valueType="num">
                                      <p:cBhvr additive="base">
                                        <p:cTn id="38" dur="500" fill="hold"/>
                                        <p:tgtEl>
                                          <p:spTgt spid="6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3"/>
                                        </p:tgtEl>
                                        <p:attrNameLst>
                                          <p:attrName>style.visibility</p:attrName>
                                        </p:attrNameLst>
                                      </p:cBhvr>
                                      <p:to>
                                        <p:strVal val="visible"/>
                                      </p:to>
                                    </p:set>
                                    <p:anim calcmode="lin" valueType="num">
                                      <p:cBhvr additive="base">
                                        <p:cTn id="41" dur="500" fill="hold"/>
                                        <p:tgtEl>
                                          <p:spTgt spid="73"/>
                                        </p:tgtEl>
                                        <p:attrNameLst>
                                          <p:attrName>ppt_x</p:attrName>
                                        </p:attrNameLst>
                                      </p:cBhvr>
                                      <p:tavLst>
                                        <p:tav tm="0">
                                          <p:val>
                                            <p:strVal val="#ppt_x"/>
                                          </p:val>
                                        </p:tav>
                                        <p:tav tm="100000">
                                          <p:val>
                                            <p:strVal val="#ppt_x"/>
                                          </p:val>
                                        </p:tav>
                                      </p:tavLst>
                                    </p:anim>
                                    <p:anim calcmode="lin" valueType="num">
                                      <p:cBhvr additive="base">
                                        <p:cTn id="42" dur="500" fill="hold"/>
                                        <p:tgtEl>
                                          <p:spTgt spid="73"/>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76"/>
                                        </p:tgtEl>
                                        <p:attrNameLst>
                                          <p:attrName>style.visibility</p:attrName>
                                        </p:attrNameLst>
                                      </p:cBhvr>
                                      <p:to>
                                        <p:strVal val="visible"/>
                                      </p:to>
                                    </p:set>
                                    <p:anim calcmode="lin" valueType="num">
                                      <p:cBhvr additive="base">
                                        <p:cTn id="45" dur="500" fill="hold"/>
                                        <p:tgtEl>
                                          <p:spTgt spid="76"/>
                                        </p:tgtEl>
                                        <p:attrNameLst>
                                          <p:attrName>ppt_x</p:attrName>
                                        </p:attrNameLst>
                                      </p:cBhvr>
                                      <p:tavLst>
                                        <p:tav tm="0">
                                          <p:val>
                                            <p:strVal val="#ppt_x"/>
                                          </p:val>
                                        </p:tav>
                                        <p:tav tm="100000">
                                          <p:val>
                                            <p:strVal val="#ppt_x"/>
                                          </p:val>
                                        </p:tav>
                                      </p:tavLst>
                                    </p:anim>
                                    <p:anim calcmode="lin" valueType="num">
                                      <p:cBhvr additive="base">
                                        <p:cTn id="46" dur="500" fill="hold"/>
                                        <p:tgtEl>
                                          <p:spTgt spid="76"/>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79"/>
                                        </p:tgtEl>
                                        <p:attrNameLst>
                                          <p:attrName>style.visibility</p:attrName>
                                        </p:attrNameLst>
                                      </p:cBhvr>
                                      <p:to>
                                        <p:strVal val="visible"/>
                                      </p:to>
                                    </p:set>
                                    <p:anim calcmode="lin" valueType="num">
                                      <p:cBhvr additive="base">
                                        <p:cTn id="49" dur="500" fill="hold"/>
                                        <p:tgtEl>
                                          <p:spTgt spid="79"/>
                                        </p:tgtEl>
                                        <p:attrNameLst>
                                          <p:attrName>ppt_x</p:attrName>
                                        </p:attrNameLst>
                                      </p:cBhvr>
                                      <p:tavLst>
                                        <p:tav tm="0">
                                          <p:val>
                                            <p:strVal val="#ppt_x"/>
                                          </p:val>
                                        </p:tav>
                                        <p:tav tm="100000">
                                          <p:val>
                                            <p:strVal val="#ppt_x"/>
                                          </p:val>
                                        </p:tav>
                                      </p:tavLst>
                                    </p:anim>
                                    <p:anim calcmode="lin" valueType="num">
                                      <p:cBhvr additive="base">
                                        <p:cTn id="50" dur="500" fill="hold"/>
                                        <p:tgtEl>
                                          <p:spTgt spid="79"/>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82"/>
                                        </p:tgtEl>
                                        <p:attrNameLst>
                                          <p:attrName>style.visibility</p:attrName>
                                        </p:attrNameLst>
                                      </p:cBhvr>
                                      <p:to>
                                        <p:strVal val="visible"/>
                                      </p:to>
                                    </p:set>
                                    <p:anim calcmode="lin" valueType="num">
                                      <p:cBhvr additive="base">
                                        <p:cTn id="53" dur="500" fill="hold"/>
                                        <p:tgtEl>
                                          <p:spTgt spid="82"/>
                                        </p:tgtEl>
                                        <p:attrNameLst>
                                          <p:attrName>ppt_x</p:attrName>
                                        </p:attrNameLst>
                                      </p:cBhvr>
                                      <p:tavLst>
                                        <p:tav tm="0">
                                          <p:val>
                                            <p:strVal val="#ppt_x"/>
                                          </p:val>
                                        </p:tav>
                                        <p:tav tm="100000">
                                          <p:val>
                                            <p:strVal val="#ppt_x"/>
                                          </p:val>
                                        </p:tav>
                                      </p:tavLst>
                                    </p:anim>
                                    <p:anim calcmode="lin" valueType="num">
                                      <p:cBhvr additive="base">
                                        <p:cTn id="54"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1772251" y="1869895"/>
            <a:ext cx="2153019" cy="1983832"/>
            <a:chOff x="2067317" y="1810431"/>
            <a:chExt cx="2488837" cy="2293259"/>
          </a:xfrm>
          <a:effectLst>
            <a:outerShdw blurRad="139700" dist="63500" dir="2700000" algn="tl" rotWithShape="0">
              <a:prstClr val="black">
                <a:alpha val="40000"/>
              </a:prstClr>
            </a:outerShdw>
          </a:effectLst>
        </p:grpSpPr>
        <p:sp>
          <p:nvSpPr>
            <p:cNvPr id="78" name="圆角矩形 77"/>
            <p:cNvSpPr/>
            <p:nvPr/>
          </p:nvSpPr>
          <p:spPr>
            <a:xfrm rot="2700000">
              <a:off x="2262896" y="1810432"/>
              <a:ext cx="2293258" cy="2293258"/>
            </a:xfrm>
            <a:prstGeom prst="roundRect">
              <a:avLst>
                <a:gd name="adj" fmla="val 12083"/>
              </a:avLst>
            </a:prstGeom>
            <a:solidFill>
              <a:schemeClr val="tx2"/>
            </a:soli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79" name="圆角矩形 78"/>
            <p:cNvSpPr/>
            <p:nvPr/>
          </p:nvSpPr>
          <p:spPr>
            <a:xfrm rot="2700000">
              <a:off x="2067317" y="1810431"/>
              <a:ext cx="2293258" cy="2293258"/>
            </a:xfrm>
            <a:prstGeom prst="roundRect">
              <a:avLst>
                <a:gd name="adj" fmla="val 12083"/>
              </a:avLst>
            </a:prstGeom>
            <a:gradFill>
              <a:gsLst>
                <a:gs pos="100000">
                  <a:srgbClr val="F5F5F5"/>
                </a:gs>
                <a:gs pos="0">
                  <a:schemeClr val="bg1">
                    <a:lumMod val="85000"/>
                  </a:schemeClr>
                </a:gs>
              </a:gsLst>
              <a:lin ang="0" scaled="0"/>
            </a:gradFill>
            <a:ln w="22225">
              <a:gradFill>
                <a:gsLst>
                  <a:gs pos="0">
                    <a:schemeClr val="bg1"/>
                  </a:gs>
                  <a:gs pos="100000">
                    <a:schemeClr val="bg1">
                      <a:lumMod val="75000"/>
                    </a:schemeClr>
                  </a:gs>
                </a:gsLst>
                <a:lin ang="0" scaled="0"/>
              </a:gradFill>
            </a:ln>
            <a:effectLst>
              <a:outerShdw blurRad="635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80" name="组合 79"/>
          <p:cNvGrpSpPr/>
          <p:nvPr/>
        </p:nvGrpSpPr>
        <p:grpSpPr>
          <a:xfrm>
            <a:off x="5020092" y="1869895"/>
            <a:ext cx="2153019" cy="1983832"/>
            <a:chOff x="2067317" y="1810431"/>
            <a:chExt cx="2488837" cy="2293259"/>
          </a:xfrm>
          <a:effectLst>
            <a:outerShdw blurRad="139700" dist="63500" dir="2700000" algn="tl" rotWithShape="0">
              <a:prstClr val="black">
                <a:alpha val="40000"/>
              </a:prstClr>
            </a:outerShdw>
          </a:effectLst>
        </p:grpSpPr>
        <p:sp>
          <p:nvSpPr>
            <p:cNvPr id="81" name="圆角矩形 80"/>
            <p:cNvSpPr/>
            <p:nvPr/>
          </p:nvSpPr>
          <p:spPr>
            <a:xfrm rot="2700000">
              <a:off x="2262896" y="1810432"/>
              <a:ext cx="2293258" cy="2293258"/>
            </a:xfrm>
            <a:prstGeom prst="roundRect">
              <a:avLst>
                <a:gd name="adj" fmla="val 12083"/>
              </a:avLst>
            </a:prstGeom>
            <a:solidFill>
              <a:schemeClr val="bg2"/>
            </a:soli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82" name="圆角矩形 81"/>
            <p:cNvSpPr/>
            <p:nvPr/>
          </p:nvSpPr>
          <p:spPr>
            <a:xfrm rot="2700000">
              <a:off x="2067317" y="1810431"/>
              <a:ext cx="2293258" cy="2293258"/>
            </a:xfrm>
            <a:prstGeom prst="roundRect">
              <a:avLst>
                <a:gd name="adj" fmla="val 12083"/>
              </a:avLst>
            </a:prstGeom>
            <a:gradFill>
              <a:gsLst>
                <a:gs pos="100000">
                  <a:srgbClr val="F5F5F5"/>
                </a:gs>
                <a:gs pos="0">
                  <a:schemeClr val="bg1">
                    <a:lumMod val="85000"/>
                  </a:schemeClr>
                </a:gs>
              </a:gsLst>
              <a:lin ang="0" scaled="0"/>
            </a:gradFill>
            <a:ln w="22225">
              <a:gradFill>
                <a:gsLst>
                  <a:gs pos="0">
                    <a:schemeClr val="bg1"/>
                  </a:gs>
                  <a:gs pos="100000">
                    <a:schemeClr val="bg1">
                      <a:lumMod val="75000"/>
                    </a:schemeClr>
                  </a:gs>
                </a:gsLst>
                <a:lin ang="0" scaled="0"/>
              </a:gradFill>
            </a:ln>
            <a:effectLst>
              <a:outerShdw blurRad="635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83" name="组合 82"/>
          <p:cNvGrpSpPr/>
          <p:nvPr/>
        </p:nvGrpSpPr>
        <p:grpSpPr>
          <a:xfrm>
            <a:off x="8267932" y="1869895"/>
            <a:ext cx="2153019" cy="1983832"/>
            <a:chOff x="2067317" y="1810431"/>
            <a:chExt cx="2488837" cy="2293259"/>
          </a:xfrm>
          <a:effectLst>
            <a:outerShdw blurRad="139700" dist="63500" dir="2700000" algn="tl" rotWithShape="0">
              <a:prstClr val="black">
                <a:alpha val="40000"/>
              </a:prstClr>
            </a:outerShdw>
          </a:effectLst>
        </p:grpSpPr>
        <p:sp>
          <p:nvSpPr>
            <p:cNvPr id="84" name="圆角矩形 83"/>
            <p:cNvSpPr/>
            <p:nvPr/>
          </p:nvSpPr>
          <p:spPr>
            <a:xfrm rot="2700000">
              <a:off x="2262896" y="1810432"/>
              <a:ext cx="2293258" cy="2293258"/>
            </a:xfrm>
            <a:prstGeom prst="roundRect">
              <a:avLst>
                <a:gd name="adj" fmla="val 12083"/>
              </a:avLst>
            </a:prstGeom>
            <a:solidFill>
              <a:schemeClr val="tx2"/>
            </a:soli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85" name="圆角矩形 84"/>
            <p:cNvSpPr/>
            <p:nvPr/>
          </p:nvSpPr>
          <p:spPr>
            <a:xfrm rot="2700000">
              <a:off x="2067317" y="1810431"/>
              <a:ext cx="2293258" cy="2293258"/>
            </a:xfrm>
            <a:prstGeom prst="roundRect">
              <a:avLst>
                <a:gd name="adj" fmla="val 12083"/>
              </a:avLst>
            </a:prstGeom>
            <a:gradFill>
              <a:gsLst>
                <a:gs pos="100000">
                  <a:srgbClr val="F5F5F5"/>
                </a:gs>
                <a:gs pos="0">
                  <a:schemeClr val="bg1">
                    <a:lumMod val="85000"/>
                  </a:schemeClr>
                </a:gs>
              </a:gsLst>
              <a:lin ang="0" scaled="0"/>
            </a:gradFill>
            <a:ln w="22225">
              <a:gradFill>
                <a:gsLst>
                  <a:gs pos="0">
                    <a:schemeClr val="bg1"/>
                  </a:gs>
                  <a:gs pos="100000">
                    <a:schemeClr val="bg1">
                      <a:lumMod val="75000"/>
                    </a:schemeClr>
                  </a:gs>
                </a:gsLst>
                <a:lin ang="0" scaled="0"/>
              </a:gradFill>
            </a:ln>
            <a:effectLst>
              <a:outerShdw blurRad="635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86" name="文本框 85"/>
          <p:cNvSpPr txBox="1"/>
          <p:nvPr/>
        </p:nvSpPr>
        <p:spPr>
          <a:xfrm>
            <a:off x="2119352" y="1993900"/>
            <a:ext cx="1442024" cy="767715"/>
          </a:xfrm>
          <a:prstGeom prst="rect">
            <a:avLst/>
          </a:prstGeom>
          <a:noFill/>
        </p:spPr>
        <p:txBody>
          <a:bodyPr wrap="square" lIns="91440" tIns="45720" rIns="91440" bIns="45720" rtlCol="0">
            <a:spAutoFit/>
          </a:bodyPr>
          <a:lstStyle/>
          <a:p>
            <a:pPr algn="ctr"/>
            <a:r>
              <a:rPr lang="en-US" altLang="zh-CN" sz="4400" dirty="0">
                <a:solidFill>
                  <a:schemeClr val="tx2"/>
                </a:solidFill>
                <a:latin typeface="Impact" panose="020B0806030902050204" pitchFamily="34" charset="0"/>
              </a:rPr>
              <a:t>01</a:t>
            </a:r>
            <a:endParaRPr lang="zh-CN" altLang="en-US" sz="4400" dirty="0">
              <a:solidFill>
                <a:schemeClr val="tx2"/>
              </a:solidFill>
              <a:latin typeface="Impact" panose="020B0806030902050204" pitchFamily="34" charset="0"/>
            </a:endParaRPr>
          </a:p>
        </p:txBody>
      </p:sp>
      <p:sp>
        <p:nvSpPr>
          <p:cNvPr id="87" name="文本框 86"/>
          <p:cNvSpPr txBox="1"/>
          <p:nvPr/>
        </p:nvSpPr>
        <p:spPr>
          <a:xfrm>
            <a:off x="5275011" y="1993900"/>
            <a:ext cx="1442024" cy="767715"/>
          </a:xfrm>
          <a:prstGeom prst="rect">
            <a:avLst/>
          </a:prstGeom>
          <a:noFill/>
        </p:spPr>
        <p:txBody>
          <a:bodyPr wrap="square" lIns="91440" tIns="45720" rIns="91440" bIns="45720" rtlCol="0">
            <a:spAutoFit/>
          </a:bodyPr>
          <a:lstStyle/>
          <a:p>
            <a:pPr algn="ctr"/>
            <a:r>
              <a:rPr lang="en-US" altLang="zh-CN" sz="4400" dirty="0">
                <a:solidFill>
                  <a:schemeClr val="bg2"/>
                </a:solidFill>
                <a:latin typeface="Impact" panose="020B0806030902050204" pitchFamily="34" charset="0"/>
              </a:rPr>
              <a:t>02</a:t>
            </a:r>
            <a:endParaRPr lang="zh-CN" altLang="en-US" sz="4000" dirty="0">
              <a:solidFill>
                <a:schemeClr val="bg2"/>
              </a:solidFill>
              <a:latin typeface="Impact" panose="020B0806030902050204" pitchFamily="34" charset="0"/>
            </a:endParaRPr>
          </a:p>
        </p:txBody>
      </p:sp>
      <p:sp>
        <p:nvSpPr>
          <p:cNvPr id="88" name="文本框 87"/>
          <p:cNvSpPr txBox="1"/>
          <p:nvPr/>
        </p:nvSpPr>
        <p:spPr>
          <a:xfrm>
            <a:off x="8615034" y="1993900"/>
            <a:ext cx="1442024" cy="767715"/>
          </a:xfrm>
          <a:prstGeom prst="rect">
            <a:avLst/>
          </a:prstGeom>
          <a:noFill/>
        </p:spPr>
        <p:txBody>
          <a:bodyPr wrap="square" lIns="91440" tIns="45720" rIns="91440" bIns="45720" rtlCol="0">
            <a:spAutoFit/>
          </a:bodyPr>
          <a:lstStyle/>
          <a:p>
            <a:pPr algn="ctr"/>
            <a:r>
              <a:rPr lang="en-US" altLang="zh-CN" sz="4400" dirty="0">
                <a:solidFill>
                  <a:schemeClr val="tx2"/>
                </a:solidFill>
                <a:latin typeface="Impact" panose="020B0806030902050204" pitchFamily="34" charset="0"/>
              </a:rPr>
              <a:t>03</a:t>
            </a:r>
            <a:endParaRPr lang="zh-CN" altLang="en-US" sz="4000" dirty="0">
              <a:solidFill>
                <a:schemeClr val="tx2"/>
              </a:solidFill>
              <a:latin typeface="Impact" panose="020B0806030902050204" pitchFamily="34" charset="0"/>
            </a:endParaRPr>
          </a:p>
        </p:txBody>
      </p:sp>
      <p:sp>
        <p:nvSpPr>
          <p:cNvPr id="89" name="文本框 88"/>
          <p:cNvSpPr txBox="1"/>
          <p:nvPr/>
        </p:nvSpPr>
        <p:spPr>
          <a:xfrm>
            <a:off x="2040179" y="2763341"/>
            <a:ext cx="1595999" cy="652780"/>
          </a:xfrm>
          <a:prstGeom prst="rect">
            <a:avLst/>
          </a:prstGeom>
          <a:noFill/>
        </p:spPr>
        <p:txBody>
          <a:bodyPr wrap="square" lIns="91440" tIns="45720" rIns="91440" bIns="45720"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a:t>
            </a:r>
          </a:p>
        </p:txBody>
      </p:sp>
      <p:sp>
        <p:nvSpPr>
          <p:cNvPr id="90" name="文本框 89"/>
          <p:cNvSpPr txBox="1"/>
          <p:nvPr/>
        </p:nvSpPr>
        <p:spPr>
          <a:xfrm>
            <a:off x="5195838" y="2763341"/>
            <a:ext cx="1595999" cy="652780"/>
          </a:xfrm>
          <a:prstGeom prst="rect">
            <a:avLst/>
          </a:prstGeom>
          <a:noFill/>
        </p:spPr>
        <p:txBody>
          <a:bodyPr wrap="square" lIns="91440" tIns="45720" rIns="91440" bIns="45720"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a:t>
            </a:r>
          </a:p>
        </p:txBody>
      </p:sp>
      <p:sp>
        <p:nvSpPr>
          <p:cNvPr id="91" name="文本框 90"/>
          <p:cNvSpPr txBox="1"/>
          <p:nvPr/>
        </p:nvSpPr>
        <p:spPr>
          <a:xfrm>
            <a:off x="8538046" y="2763341"/>
            <a:ext cx="1595999" cy="652780"/>
          </a:xfrm>
          <a:prstGeom prst="rect">
            <a:avLst/>
          </a:prstGeom>
          <a:noFill/>
        </p:spPr>
        <p:txBody>
          <a:bodyPr wrap="square" lIns="91440" tIns="45720" rIns="91440" bIns="45720"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a:t>
            </a:r>
          </a:p>
        </p:txBody>
      </p:sp>
      <p:grpSp>
        <p:nvGrpSpPr>
          <p:cNvPr id="101" name="组合 100"/>
          <p:cNvGrpSpPr/>
          <p:nvPr/>
        </p:nvGrpSpPr>
        <p:grpSpPr>
          <a:xfrm>
            <a:off x="1696803" y="4577683"/>
            <a:ext cx="2357633" cy="1033620"/>
            <a:chOff x="1256119" y="1638320"/>
            <a:chExt cx="1923767" cy="775215"/>
          </a:xfrm>
        </p:grpSpPr>
        <p:sp>
          <p:nvSpPr>
            <p:cNvPr id="102"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03"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04" name="组合 103"/>
          <p:cNvGrpSpPr/>
          <p:nvPr/>
        </p:nvGrpSpPr>
        <p:grpSpPr>
          <a:xfrm>
            <a:off x="5048687" y="4577683"/>
            <a:ext cx="2357633" cy="1033620"/>
            <a:chOff x="1256119" y="1638320"/>
            <a:chExt cx="1923767" cy="775215"/>
          </a:xfrm>
        </p:grpSpPr>
        <p:sp>
          <p:nvSpPr>
            <p:cNvPr id="105" name="TextBox 213"/>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06" name="TextBox 214"/>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nvGrpSpPr>
          <p:cNvPr id="107" name="组合 106"/>
          <p:cNvGrpSpPr/>
          <p:nvPr/>
        </p:nvGrpSpPr>
        <p:grpSpPr>
          <a:xfrm>
            <a:off x="8423600" y="4577683"/>
            <a:ext cx="2357633" cy="1033620"/>
            <a:chOff x="1256119" y="1638320"/>
            <a:chExt cx="1923767" cy="775215"/>
          </a:xfrm>
        </p:grpSpPr>
        <p:sp>
          <p:nvSpPr>
            <p:cNvPr id="108" name="TextBox 216"/>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09" name="TextBox 217"/>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3"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6"/>
                                        </p:tgtEl>
                                        <p:attrNameLst>
                                          <p:attrName>style.visibility</p:attrName>
                                        </p:attrNameLst>
                                      </p:cBhvr>
                                      <p:to>
                                        <p:strVal val="visible"/>
                                      </p:to>
                                    </p:set>
                                    <p:anim calcmode="lin" valueType="num">
                                      <p:cBhvr additive="base">
                                        <p:cTn id="11" dur="500" fill="hold"/>
                                        <p:tgtEl>
                                          <p:spTgt spid="86"/>
                                        </p:tgtEl>
                                        <p:attrNameLst>
                                          <p:attrName>ppt_x</p:attrName>
                                        </p:attrNameLst>
                                      </p:cBhvr>
                                      <p:tavLst>
                                        <p:tav tm="0">
                                          <p:val>
                                            <p:strVal val="#ppt_x"/>
                                          </p:val>
                                        </p:tav>
                                        <p:tav tm="100000">
                                          <p:val>
                                            <p:strVal val="#ppt_x"/>
                                          </p:val>
                                        </p:tav>
                                      </p:tavLst>
                                    </p:anim>
                                    <p:anim calcmode="lin" valueType="num">
                                      <p:cBhvr additive="base">
                                        <p:cTn id="12" dur="500" fill="hold"/>
                                        <p:tgtEl>
                                          <p:spTgt spid="8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9"/>
                                        </p:tgtEl>
                                        <p:attrNameLst>
                                          <p:attrName>style.visibility</p:attrName>
                                        </p:attrNameLst>
                                      </p:cBhvr>
                                      <p:to>
                                        <p:strVal val="visible"/>
                                      </p:to>
                                    </p:set>
                                    <p:anim calcmode="lin" valueType="num">
                                      <p:cBhvr additive="base">
                                        <p:cTn id="15" dur="500" fill="hold"/>
                                        <p:tgtEl>
                                          <p:spTgt spid="89"/>
                                        </p:tgtEl>
                                        <p:attrNameLst>
                                          <p:attrName>ppt_x</p:attrName>
                                        </p:attrNameLst>
                                      </p:cBhvr>
                                      <p:tavLst>
                                        <p:tav tm="0">
                                          <p:val>
                                            <p:strVal val="#ppt_x"/>
                                          </p:val>
                                        </p:tav>
                                        <p:tav tm="100000">
                                          <p:val>
                                            <p:strVal val="#ppt_x"/>
                                          </p:val>
                                        </p:tav>
                                      </p:tavLst>
                                    </p:anim>
                                    <p:anim calcmode="lin" valueType="num">
                                      <p:cBhvr additive="base">
                                        <p:cTn id="16" dur="500" fill="hold"/>
                                        <p:tgtEl>
                                          <p:spTgt spid="8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1"/>
                                        </p:tgtEl>
                                        <p:attrNameLst>
                                          <p:attrName>style.visibility</p:attrName>
                                        </p:attrNameLst>
                                      </p:cBhvr>
                                      <p:to>
                                        <p:strVal val="visible"/>
                                      </p:to>
                                    </p:set>
                                    <p:anim calcmode="lin" valueType="num">
                                      <p:cBhvr additive="base">
                                        <p:cTn id="19" dur="500" fill="hold"/>
                                        <p:tgtEl>
                                          <p:spTgt spid="101"/>
                                        </p:tgtEl>
                                        <p:attrNameLst>
                                          <p:attrName>ppt_x</p:attrName>
                                        </p:attrNameLst>
                                      </p:cBhvr>
                                      <p:tavLst>
                                        <p:tav tm="0">
                                          <p:val>
                                            <p:strVal val="#ppt_x"/>
                                          </p:val>
                                        </p:tav>
                                        <p:tav tm="100000">
                                          <p:val>
                                            <p:strVal val="#ppt_x"/>
                                          </p:val>
                                        </p:tav>
                                      </p:tavLst>
                                    </p:anim>
                                    <p:anim calcmode="lin" valueType="num">
                                      <p:cBhvr additive="base">
                                        <p:cTn id="20"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0"/>
                                        </p:tgtEl>
                                        <p:attrNameLst>
                                          <p:attrName>style.visibility</p:attrName>
                                        </p:attrNameLst>
                                      </p:cBhvr>
                                      <p:to>
                                        <p:strVal val="visible"/>
                                      </p:to>
                                    </p:set>
                                    <p:anim calcmode="lin" valueType="num">
                                      <p:cBhvr additive="base">
                                        <p:cTn id="25" dur="500" fill="hold"/>
                                        <p:tgtEl>
                                          <p:spTgt spid="80"/>
                                        </p:tgtEl>
                                        <p:attrNameLst>
                                          <p:attrName>ppt_x</p:attrName>
                                        </p:attrNameLst>
                                      </p:cBhvr>
                                      <p:tavLst>
                                        <p:tav tm="0">
                                          <p:val>
                                            <p:strVal val="#ppt_x"/>
                                          </p:val>
                                        </p:tav>
                                        <p:tav tm="100000">
                                          <p:val>
                                            <p:strVal val="#ppt_x"/>
                                          </p:val>
                                        </p:tav>
                                      </p:tavLst>
                                    </p:anim>
                                    <p:anim calcmode="lin" valueType="num">
                                      <p:cBhvr additive="base">
                                        <p:cTn id="26" dur="500" fill="hold"/>
                                        <p:tgtEl>
                                          <p:spTgt spid="8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7"/>
                                        </p:tgtEl>
                                        <p:attrNameLst>
                                          <p:attrName>style.visibility</p:attrName>
                                        </p:attrNameLst>
                                      </p:cBhvr>
                                      <p:to>
                                        <p:strVal val="visible"/>
                                      </p:to>
                                    </p:set>
                                    <p:anim calcmode="lin" valueType="num">
                                      <p:cBhvr additive="base">
                                        <p:cTn id="29" dur="500" fill="hold"/>
                                        <p:tgtEl>
                                          <p:spTgt spid="87"/>
                                        </p:tgtEl>
                                        <p:attrNameLst>
                                          <p:attrName>ppt_x</p:attrName>
                                        </p:attrNameLst>
                                      </p:cBhvr>
                                      <p:tavLst>
                                        <p:tav tm="0">
                                          <p:val>
                                            <p:strVal val="#ppt_x"/>
                                          </p:val>
                                        </p:tav>
                                        <p:tav tm="100000">
                                          <p:val>
                                            <p:strVal val="#ppt_x"/>
                                          </p:val>
                                        </p:tav>
                                      </p:tavLst>
                                    </p:anim>
                                    <p:anim calcmode="lin" valueType="num">
                                      <p:cBhvr additive="base">
                                        <p:cTn id="30" dur="500" fill="hold"/>
                                        <p:tgtEl>
                                          <p:spTgt spid="8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0"/>
                                        </p:tgtEl>
                                        <p:attrNameLst>
                                          <p:attrName>style.visibility</p:attrName>
                                        </p:attrNameLst>
                                      </p:cBhvr>
                                      <p:to>
                                        <p:strVal val="visible"/>
                                      </p:to>
                                    </p:set>
                                    <p:anim calcmode="lin" valueType="num">
                                      <p:cBhvr additive="base">
                                        <p:cTn id="33" dur="500" fill="hold"/>
                                        <p:tgtEl>
                                          <p:spTgt spid="90"/>
                                        </p:tgtEl>
                                        <p:attrNameLst>
                                          <p:attrName>ppt_x</p:attrName>
                                        </p:attrNameLst>
                                      </p:cBhvr>
                                      <p:tavLst>
                                        <p:tav tm="0">
                                          <p:val>
                                            <p:strVal val="#ppt_x"/>
                                          </p:val>
                                        </p:tav>
                                        <p:tav tm="100000">
                                          <p:val>
                                            <p:strVal val="#ppt_x"/>
                                          </p:val>
                                        </p:tav>
                                      </p:tavLst>
                                    </p:anim>
                                    <p:anim calcmode="lin" valueType="num">
                                      <p:cBhvr additive="base">
                                        <p:cTn id="34" dur="500" fill="hold"/>
                                        <p:tgtEl>
                                          <p:spTgt spid="9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anim calcmode="lin" valueType="num">
                                      <p:cBhvr additive="base">
                                        <p:cTn id="37" dur="500" fill="hold"/>
                                        <p:tgtEl>
                                          <p:spTgt spid="104"/>
                                        </p:tgtEl>
                                        <p:attrNameLst>
                                          <p:attrName>ppt_x</p:attrName>
                                        </p:attrNameLst>
                                      </p:cBhvr>
                                      <p:tavLst>
                                        <p:tav tm="0">
                                          <p:val>
                                            <p:strVal val="#ppt_x"/>
                                          </p:val>
                                        </p:tav>
                                        <p:tav tm="100000">
                                          <p:val>
                                            <p:strVal val="#ppt_x"/>
                                          </p:val>
                                        </p:tav>
                                      </p:tavLst>
                                    </p:anim>
                                    <p:anim calcmode="lin" valueType="num">
                                      <p:cBhvr additive="base">
                                        <p:cTn id="38"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3"/>
                                        </p:tgtEl>
                                        <p:attrNameLst>
                                          <p:attrName>style.visibility</p:attrName>
                                        </p:attrNameLst>
                                      </p:cBhvr>
                                      <p:to>
                                        <p:strVal val="visible"/>
                                      </p:to>
                                    </p:set>
                                    <p:anim calcmode="lin" valueType="num">
                                      <p:cBhvr additive="base">
                                        <p:cTn id="43" dur="500" fill="hold"/>
                                        <p:tgtEl>
                                          <p:spTgt spid="83"/>
                                        </p:tgtEl>
                                        <p:attrNameLst>
                                          <p:attrName>ppt_x</p:attrName>
                                        </p:attrNameLst>
                                      </p:cBhvr>
                                      <p:tavLst>
                                        <p:tav tm="0">
                                          <p:val>
                                            <p:strVal val="#ppt_x"/>
                                          </p:val>
                                        </p:tav>
                                        <p:tav tm="100000">
                                          <p:val>
                                            <p:strVal val="#ppt_x"/>
                                          </p:val>
                                        </p:tav>
                                      </p:tavLst>
                                    </p:anim>
                                    <p:anim calcmode="lin" valueType="num">
                                      <p:cBhvr additive="base">
                                        <p:cTn id="44" dur="500" fill="hold"/>
                                        <p:tgtEl>
                                          <p:spTgt spid="8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8"/>
                                        </p:tgtEl>
                                        <p:attrNameLst>
                                          <p:attrName>style.visibility</p:attrName>
                                        </p:attrNameLst>
                                      </p:cBhvr>
                                      <p:to>
                                        <p:strVal val="visible"/>
                                      </p:to>
                                    </p:set>
                                    <p:anim calcmode="lin" valueType="num">
                                      <p:cBhvr additive="base">
                                        <p:cTn id="47" dur="500" fill="hold"/>
                                        <p:tgtEl>
                                          <p:spTgt spid="88"/>
                                        </p:tgtEl>
                                        <p:attrNameLst>
                                          <p:attrName>ppt_x</p:attrName>
                                        </p:attrNameLst>
                                      </p:cBhvr>
                                      <p:tavLst>
                                        <p:tav tm="0">
                                          <p:val>
                                            <p:strVal val="#ppt_x"/>
                                          </p:val>
                                        </p:tav>
                                        <p:tav tm="100000">
                                          <p:val>
                                            <p:strVal val="#ppt_x"/>
                                          </p:val>
                                        </p:tav>
                                      </p:tavLst>
                                    </p:anim>
                                    <p:anim calcmode="lin" valueType="num">
                                      <p:cBhvr additive="base">
                                        <p:cTn id="48" dur="500" fill="hold"/>
                                        <p:tgtEl>
                                          <p:spTgt spid="8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1"/>
                                        </p:tgtEl>
                                        <p:attrNameLst>
                                          <p:attrName>style.visibility</p:attrName>
                                        </p:attrNameLst>
                                      </p:cBhvr>
                                      <p:to>
                                        <p:strVal val="visible"/>
                                      </p:to>
                                    </p:set>
                                    <p:anim calcmode="lin" valueType="num">
                                      <p:cBhvr additive="base">
                                        <p:cTn id="51" dur="500" fill="hold"/>
                                        <p:tgtEl>
                                          <p:spTgt spid="91"/>
                                        </p:tgtEl>
                                        <p:attrNameLst>
                                          <p:attrName>ppt_x</p:attrName>
                                        </p:attrNameLst>
                                      </p:cBhvr>
                                      <p:tavLst>
                                        <p:tav tm="0">
                                          <p:val>
                                            <p:strVal val="#ppt_x"/>
                                          </p:val>
                                        </p:tav>
                                        <p:tav tm="100000">
                                          <p:val>
                                            <p:strVal val="#ppt_x"/>
                                          </p:val>
                                        </p:tav>
                                      </p:tavLst>
                                    </p:anim>
                                    <p:anim calcmode="lin" valueType="num">
                                      <p:cBhvr additive="base">
                                        <p:cTn id="52" dur="500" fill="hold"/>
                                        <p:tgtEl>
                                          <p:spTgt spid="91"/>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07"/>
                                        </p:tgtEl>
                                        <p:attrNameLst>
                                          <p:attrName>style.visibility</p:attrName>
                                        </p:attrNameLst>
                                      </p:cBhvr>
                                      <p:to>
                                        <p:strVal val="visible"/>
                                      </p:to>
                                    </p:set>
                                    <p:anim calcmode="lin" valueType="num">
                                      <p:cBhvr additive="base">
                                        <p:cTn id="55" dur="500" fill="hold"/>
                                        <p:tgtEl>
                                          <p:spTgt spid="107"/>
                                        </p:tgtEl>
                                        <p:attrNameLst>
                                          <p:attrName>ppt_x</p:attrName>
                                        </p:attrNameLst>
                                      </p:cBhvr>
                                      <p:tavLst>
                                        <p:tav tm="0">
                                          <p:val>
                                            <p:strVal val="#ppt_x"/>
                                          </p:val>
                                        </p:tav>
                                        <p:tav tm="100000">
                                          <p:val>
                                            <p:strVal val="#ppt_x"/>
                                          </p:val>
                                        </p:tav>
                                      </p:tavLst>
                                    </p:anim>
                                    <p:anim calcmode="lin" valueType="num">
                                      <p:cBhvr additive="base">
                                        <p:cTn id="56"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P spid="88" grpId="0"/>
      <p:bldP spid="89" grpId="0"/>
      <p:bldP spid="90" grpId="0"/>
      <p:bldP spid="9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5389030" y="1454771"/>
            <a:ext cx="5194580" cy="4730491"/>
            <a:chOff x="2638696" y="526547"/>
            <a:chExt cx="6346736" cy="5779709"/>
          </a:xfrm>
        </p:grpSpPr>
        <p:grpSp>
          <p:nvGrpSpPr>
            <p:cNvPr id="30" name="组合 29"/>
            <p:cNvGrpSpPr/>
            <p:nvPr/>
          </p:nvGrpSpPr>
          <p:grpSpPr>
            <a:xfrm>
              <a:off x="2638696" y="526547"/>
              <a:ext cx="3383280" cy="3383640"/>
              <a:chOff x="2987040" y="1497648"/>
              <a:chExt cx="3383280" cy="3383640"/>
            </a:xfrm>
          </p:grpSpPr>
          <p:sp>
            <p:nvSpPr>
              <p:cNvPr id="44" name="任意多边形 43"/>
              <p:cNvSpPr/>
              <p:nvPr/>
            </p:nvSpPr>
            <p:spPr>
              <a:xfrm flipH="1">
                <a:off x="2987040" y="1497648"/>
                <a:ext cx="3383280" cy="3383640"/>
              </a:xfrm>
              <a:custGeom>
                <a:avLst/>
                <a:gdLst>
                  <a:gd name="connsiteX0" fmla="*/ 1691640 w 3383280"/>
                  <a:gd name="connsiteY0" fmla="*/ 0 h 3383640"/>
                  <a:gd name="connsiteX1" fmla="*/ 3383280 w 3383280"/>
                  <a:gd name="connsiteY1" fmla="*/ 1691640 h 3383640"/>
                  <a:gd name="connsiteX2" fmla="*/ 1864601 w 3383280"/>
                  <a:gd name="connsiteY2" fmla="*/ 3374547 h 3383640"/>
                  <a:gd name="connsiteX3" fmla="*/ 1725867 w 3383280"/>
                  <a:gd name="connsiteY3" fmla="*/ 3381552 h 3383640"/>
                  <a:gd name="connsiteX4" fmla="*/ 1728000 w 3383280"/>
                  <a:gd name="connsiteY4" fmla="*/ 3383640 h 3383640"/>
                  <a:gd name="connsiteX5" fmla="*/ 0 w 3383280"/>
                  <a:gd name="connsiteY5" fmla="*/ 3383640 h 3383640"/>
                  <a:gd name="connsiteX6" fmla="*/ 0 w 3383280"/>
                  <a:gd name="connsiteY6" fmla="*/ 1691640 h 3383640"/>
                  <a:gd name="connsiteX7" fmla="*/ 1691640 w 3383280"/>
                  <a:gd name="connsiteY7" fmla="*/ 0 h 33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280" h="3383640">
                    <a:moveTo>
                      <a:pt x="1691640" y="0"/>
                    </a:moveTo>
                    <a:cubicBezTo>
                      <a:pt x="2625907" y="0"/>
                      <a:pt x="3383280" y="757373"/>
                      <a:pt x="3383280" y="1691640"/>
                    </a:cubicBezTo>
                    <a:cubicBezTo>
                      <a:pt x="3383280" y="2567515"/>
                      <a:pt x="2717620" y="3287918"/>
                      <a:pt x="1864601" y="3374547"/>
                    </a:cubicBezTo>
                    <a:lnTo>
                      <a:pt x="1725867" y="3381552"/>
                    </a:lnTo>
                    <a:lnTo>
                      <a:pt x="1728000" y="3383640"/>
                    </a:lnTo>
                    <a:lnTo>
                      <a:pt x="0" y="3383640"/>
                    </a:lnTo>
                    <a:lnTo>
                      <a:pt x="0" y="1691640"/>
                    </a:lnTo>
                    <a:cubicBezTo>
                      <a:pt x="0" y="757373"/>
                      <a:pt x="757373" y="0"/>
                      <a:pt x="1691640" y="0"/>
                    </a:cubicBezTo>
                    <a:close/>
                  </a:path>
                </a:pathLst>
              </a:custGeom>
              <a:gradFill flip="none" rotWithShape="1">
                <a:gsLst>
                  <a:gs pos="100000">
                    <a:schemeClr val="bg1">
                      <a:lumMod val="95000"/>
                    </a:schemeClr>
                  </a:gs>
                  <a:gs pos="0">
                    <a:srgbClr val="D1D1D1"/>
                  </a:gs>
                </a:gsLst>
                <a:lin ang="8100000" scaled="1"/>
                <a:tileRect/>
              </a:gradFill>
              <a:ln w="28575">
                <a:gradFill flip="none" rotWithShape="1">
                  <a:gsLst>
                    <a:gs pos="0">
                      <a:schemeClr val="bg1"/>
                    </a:gs>
                    <a:gs pos="100000">
                      <a:schemeClr val="bg1">
                        <a:lumMod val="85000"/>
                      </a:schemeClr>
                    </a:gs>
                  </a:gsLst>
                  <a:lin ang="81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5" name="椭圆 44"/>
              <p:cNvSpPr/>
              <p:nvPr/>
            </p:nvSpPr>
            <p:spPr>
              <a:xfrm>
                <a:off x="3197860" y="1708648"/>
                <a:ext cx="2961640" cy="2961640"/>
              </a:xfrm>
              <a:prstGeom prst="ellipse">
                <a:avLst/>
              </a:prstGeom>
              <a:solidFill>
                <a:schemeClr val="tx2"/>
              </a:solidFill>
              <a:ln>
                <a:noFill/>
              </a:ln>
              <a:effectLst>
                <a:innerShdw blurRad="114300" dist="25400" dir="135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31" name="组合 30"/>
            <p:cNvGrpSpPr/>
            <p:nvPr/>
          </p:nvGrpSpPr>
          <p:grpSpPr>
            <a:xfrm flipH="1">
              <a:off x="6145712" y="1070165"/>
              <a:ext cx="2839720" cy="2840022"/>
              <a:chOff x="6748780" y="1497648"/>
              <a:chExt cx="3383280" cy="3383640"/>
            </a:xfrm>
          </p:grpSpPr>
          <p:sp>
            <p:nvSpPr>
              <p:cNvPr id="42" name="任意多边形 41"/>
              <p:cNvSpPr/>
              <p:nvPr/>
            </p:nvSpPr>
            <p:spPr>
              <a:xfrm flipH="1">
                <a:off x="6748780" y="1497648"/>
                <a:ext cx="3383280" cy="3383640"/>
              </a:xfrm>
              <a:custGeom>
                <a:avLst/>
                <a:gdLst>
                  <a:gd name="connsiteX0" fmla="*/ 1691640 w 3383280"/>
                  <a:gd name="connsiteY0" fmla="*/ 0 h 3383640"/>
                  <a:gd name="connsiteX1" fmla="*/ 3383280 w 3383280"/>
                  <a:gd name="connsiteY1" fmla="*/ 1691640 h 3383640"/>
                  <a:gd name="connsiteX2" fmla="*/ 1864601 w 3383280"/>
                  <a:gd name="connsiteY2" fmla="*/ 3374547 h 3383640"/>
                  <a:gd name="connsiteX3" fmla="*/ 1725867 w 3383280"/>
                  <a:gd name="connsiteY3" fmla="*/ 3381552 h 3383640"/>
                  <a:gd name="connsiteX4" fmla="*/ 1728000 w 3383280"/>
                  <a:gd name="connsiteY4" fmla="*/ 3383640 h 3383640"/>
                  <a:gd name="connsiteX5" fmla="*/ 0 w 3383280"/>
                  <a:gd name="connsiteY5" fmla="*/ 3383640 h 3383640"/>
                  <a:gd name="connsiteX6" fmla="*/ 0 w 3383280"/>
                  <a:gd name="connsiteY6" fmla="*/ 1691640 h 3383640"/>
                  <a:gd name="connsiteX7" fmla="*/ 1691640 w 3383280"/>
                  <a:gd name="connsiteY7" fmla="*/ 0 h 33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280" h="3383640">
                    <a:moveTo>
                      <a:pt x="1691640" y="0"/>
                    </a:moveTo>
                    <a:cubicBezTo>
                      <a:pt x="2625907" y="0"/>
                      <a:pt x="3383280" y="757373"/>
                      <a:pt x="3383280" y="1691640"/>
                    </a:cubicBezTo>
                    <a:cubicBezTo>
                      <a:pt x="3383280" y="2567515"/>
                      <a:pt x="2717620" y="3287918"/>
                      <a:pt x="1864601" y="3374547"/>
                    </a:cubicBezTo>
                    <a:lnTo>
                      <a:pt x="1725867" y="3381552"/>
                    </a:lnTo>
                    <a:lnTo>
                      <a:pt x="1728000" y="3383640"/>
                    </a:lnTo>
                    <a:lnTo>
                      <a:pt x="0" y="3383640"/>
                    </a:lnTo>
                    <a:lnTo>
                      <a:pt x="0" y="1691640"/>
                    </a:lnTo>
                    <a:cubicBezTo>
                      <a:pt x="0" y="757373"/>
                      <a:pt x="757373" y="0"/>
                      <a:pt x="1691640" y="0"/>
                    </a:cubicBezTo>
                    <a:close/>
                  </a:path>
                </a:pathLst>
              </a:custGeom>
              <a:gradFill flip="none" rotWithShape="1">
                <a:gsLst>
                  <a:gs pos="100000">
                    <a:schemeClr val="bg1">
                      <a:lumMod val="95000"/>
                    </a:schemeClr>
                  </a:gs>
                  <a:gs pos="0">
                    <a:srgbClr val="D1D1D1"/>
                  </a:gs>
                </a:gsLst>
                <a:lin ang="2700000" scaled="1"/>
                <a:tileRect/>
              </a:gradFill>
              <a:ln w="28575">
                <a:gradFill flip="none" rotWithShape="1">
                  <a:gsLst>
                    <a:gs pos="0">
                      <a:schemeClr val="bg1"/>
                    </a:gs>
                    <a:gs pos="100000">
                      <a:schemeClr val="bg1">
                        <a:lumMod val="85000"/>
                      </a:schemeClr>
                    </a:gs>
                  </a:gsLst>
                  <a:lin ang="27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3" name="椭圆 42"/>
              <p:cNvSpPr/>
              <p:nvPr/>
            </p:nvSpPr>
            <p:spPr>
              <a:xfrm>
                <a:off x="6959600" y="1708648"/>
                <a:ext cx="2961640" cy="2961640"/>
              </a:xfrm>
              <a:prstGeom prst="ellipse">
                <a:avLst/>
              </a:prstGeom>
              <a:solidFill>
                <a:schemeClr val="bg2"/>
              </a:solidFill>
              <a:ln>
                <a:noFill/>
              </a:ln>
              <a:effectLst>
                <a:innerShdw blurRad="114300" dist="25400" dir="189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32" name="组合 31"/>
            <p:cNvGrpSpPr/>
            <p:nvPr/>
          </p:nvGrpSpPr>
          <p:grpSpPr>
            <a:xfrm flipH="1" flipV="1">
              <a:off x="6145712" y="4029232"/>
              <a:ext cx="2276782" cy="2277024"/>
              <a:chOff x="6748780" y="1497648"/>
              <a:chExt cx="3383280" cy="3383640"/>
            </a:xfrm>
          </p:grpSpPr>
          <p:sp>
            <p:nvSpPr>
              <p:cNvPr id="40" name="任意多边形 39"/>
              <p:cNvSpPr/>
              <p:nvPr/>
            </p:nvSpPr>
            <p:spPr>
              <a:xfrm flipH="1">
                <a:off x="6748780" y="1497648"/>
                <a:ext cx="3383280" cy="3383640"/>
              </a:xfrm>
              <a:custGeom>
                <a:avLst/>
                <a:gdLst>
                  <a:gd name="connsiteX0" fmla="*/ 1691640 w 3383280"/>
                  <a:gd name="connsiteY0" fmla="*/ 0 h 3383640"/>
                  <a:gd name="connsiteX1" fmla="*/ 3383280 w 3383280"/>
                  <a:gd name="connsiteY1" fmla="*/ 1691640 h 3383640"/>
                  <a:gd name="connsiteX2" fmla="*/ 1864601 w 3383280"/>
                  <a:gd name="connsiteY2" fmla="*/ 3374547 h 3383640"/>
                  <a:gd name="connsiteX3" fmla="*/ 1725867 w 3383280"/>
                  <a:gd name="connsiteY3" fmla="*/ 3381552 h 3383640"/>
                  <a:gd name="connsiteX4" fmla="*/ 1728000 w 3383280"/>
                  <a:gd name="connsiteY4" fmla="*/ 3383640 h 3383640"/>
                  <a:gd name="connsiteX5" fmla="*/ 0 w 3383280"/>
                  <a:gd name="connsiteY5" fmla="*/ 3383640 h 3383640"/>
                  <a:gd name="connsiteX6" fmla="*/ 0 w 3383280"/>
                  <a:gd name="connsiteY6" fmla="*/ 1691640 h 3383640"/>
                  <a:gd name="connsiteX7" fmla="*/ 1691640 w 3383280"/>
                  <a:gd name="connsiteY7" fmla="*/ 0 h 33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280" h="3383640">
                    <a:moveTo>
                      <a:pt x="1691640" y="0"/>
                    </a:moveTo>
                    <a:cubicBezTo>
                      <a:pt x="2625907" y="0"/>
                      <a:pt x="3383280" y="757373"/>
                      <a:pt x="3383280" y="1691640"/>
                    </a:cubicBezTo>
                    <a:cubicBezTo>
                      <a:pt x="3383280" y="2567515"/>
                      <a:pt x="2717620" y="3287918"/>
                      <a:pt x="1864601" y="3374547"/>
                    </a:cubicBezTo>
                    <a:lnTo>
                      <a:pt x="1725867" y="3381552"/>
                    </a:lnTo>
                    <a:lnTo>
                      <a:pt x="1728000" y="3383640"/>
                    </a:lnTo>
                    <a:lnTo>
                      <a:pt x="0" y="3383640"/>
                    </a:lnTo>
                    <a:lnTo>
                      <a:pt x="0" y="1691640"/>
                    </a:lnTo>
                    <a:cubicBezTo>
                      <a:pt x="0" y="757373"/>
                      <a:pt x="757373" y="0"/>
                      <a:pt x="1691640" y="0"/>
                    </a:cubicBezTo>
                    <a:close/>
                  </a:path>
                </a:pathLst>
              </a:custGeom>
              <a:gradFill flip="none" rotWithShape="1">
                <a:gsLst>
                  <a:gs pos="100000">
                    <a:schemeClr val="bg1">
                      <a:lumMod val="95000"/>
                    </a:schemeClr>
                  </a:gs>
                  <a:gs pos="0">
                    <a:srgbClr val="D1D1D1"/>
                  </a:gs>
                </a:gsLst>
                <a:lin ang="18900000" scaled="1"/>
                <a:tileRect/>
              </a:gradFill>
              <a:ln w="28575">
                <a:gradFill flip="none" rotWithShape="1">
                  <a:gsLst>
                    <a:gs pos="0">
                      <a:schemeClr val="bg1"/>
                    </a:gs>
                    <a:gs pos="100000">
                      <a:schemeClr val="bg1">
                        <a:lumMod val="85000"/>
                      </a:schemeClr>
                    </a:gs>
                  </a:gsLst>
                  <a:lin ang="18900000" scaled="0"/>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1" name="椭圆 40"/>
              <p:cNvSpPr/>
              <p:nvPr/>
            </p:nvSpPr>
            <p:spPr>
              <a:xfrm>
                <a:off x="6959600" y="1708648"/>
                <a:ext cx="2961640" cy="2961640"/>
              </a:xfrm>
              <a:prstGeom prst="ellipse">
                <a:avLst/>
              </a:prstGeom>
              <a:solidFill>
                <a:schemeClr val="tx2"/>
              </a:solidFill>
              <a:ln>
                <a:noFill/>
              </a:ln>
              <a:effectLst>
                <a:innerShdw blurRad="114300" dist="25400" dir="27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33" name="组合 32"/>
            <p:cNvGrpSpPr/>
            <p:nvPr/>
          </p:nvGrpSpPr>
          <p:grpSpPr>
            <a:xfrm flipV="1">
              <a:off x="4310634" y="4018644"/>
              <a:ext cx="1708764" cy="1708946"/>
              <a:chOff x="6748780" y="1497648"/>
              <a:chExt cx="3383280" cy="3383640"/>
            </a:xfrm>
          </p:grpSpPr>
          <p:sp>
            <p:nvSpPr>
              <p:cNvPr id="38" name="任意多边形 37"/>
              <p:cNvSpPr/>
              <p:nvPr/>
            </p:nvSpPr>
            <p:spPr>
              <a:xfrm flipH="1">
                <a:off x="6748780" y="1497648"/>
                <a:ext cx="3383280" cy="3383640"/>
              </a:xfrm>
              <a:custGeom>
                <a:avLst/>
                <a:gdLst>
                  <a:gd name="connsiteX0" fmla="*/ 1691640 w 3383280"/>
                  <a:gd name="connsiteY0" fmla="*/ 0 h 3383640"/>
                  <a:gd name="connsiteX1" fmla="*/ 3383280 w 3383280"/>
                  <a:gd name="connsiteY1" fmla="*/ 1691640 h 3383640"/>
                  <a:gd name="connsiteX2" fmla="*/ 1864601 w 3383280"/>
                  <a:gd name="connsiteY2" fmla="*/ 3374547 h 3383640"/>
                  <a:gd name="connsiteX3" fmla="*/ 1725867 w 3383280"/>
                  <a:gd name="connsiteY3" fmla="*/ 3381552 h 3383640"/>
                  <a:gd name="connsiteX4" fmla="*/ 1728000 w 3383280"/>
                  <a:gd name="connsiteY4" fmla="*/ 3383640 h 3383640"/>
                  <a:gd name="connsiteX5" fmla="*/ 0 w 3383280"/>
                  <a:gd name="connsiteY5" fmla="*/ 3383640 h 3383640"/>
                  <a:gd name="connsiteX6" fmla="*/ 0 w 3383280"/>
                  <a:gd name="connsiteY6" fmla="*/ 1691640 h 3383640"/>
                  <a:gd name="connsiteX7" fmla="*/ 1691640 w 3383280"/>
                  <a:gd name="connsiteY7" fmla="*/ 0 h 33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280" h="3383640">
                    <a:moveTo>
                      <a:pt x="1691640" y="0"/>
                    </a:moveTo>
                    <a:cubicBezTo>
                      <a:pt x="2625907" y="0"/>
                      <a:pt x="3383280" y="757373"/>
                      <a:pt x="3383280" y="1691640"/>
                    </a:cubicBezTo>
                    <a:cubicBezTo>
                      <a:pt x="3383280" y="2567515"/>
                      <a:pt x="2717620" y="3287918"/>
                      <a:pt x="1864601" y="3374547"/>
                    </a:cubicBezTo>
                    <a:lnTo>
                      <a:pt x="1725867" y="3381552"/>
                    </a:lnTo>
                    <a:lnTo>
                      <a:pt x="1728000" y="3383640"/>
                    </a:lnTo>
                    <a:lnTo>
                      <a:pt x="0" y="3383640"/>
                    </a:lnTo>
                    <a:lnTo>
                      <a:pt x="0" y="1691640"/>
                    </a:lnTo>
                    <a:cubicBezTo>
                      <a:pt x="0" y="757373"/>
                      <a:pt x="757373" y="0"/>
                      <a:pt x="1691640" y="0"/>
                    </a:cubicBezTo>
                    <a:close/>
                  </a:path>
                </a:pathLst>
              </a:custGeom>
              <a:gradFill flip="none" rotWithShape="1">
                <a:gsLst>
                  <a:gs pos="100000">
                    <a:schemeClr val="bg1">
                      <a:lumMod val="95000"/>
                    </a:schemeClr>
                  </a:gs>
                  <a:gs pos="0">
                    <a:srgbClr val="D1D1D1"/>
                  </a:gs>
                </a:gsLst>
                <a:lin ang="13500000" scaled="0"/>
                <a:tileRect/>
              </a:gradFill>
              <a:ln w="28575">
                <a:gradFill flip="none" rotWithShape="1">
                  <a:gsLst>
                    <a:gs pos="0">
                      <a:schemeClr val="bg1"/>
                    </a:gs>
                    <a:gs pos="100000">
                      <a:schemeClr val="bg1">
                        <a:lumMod val="85000"/>
                      </a:schemeClr>
                    </a:gs>
                  </a:gsLst>
                  <a:lin ang="13500000" scaled="0"/>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39" name="椭圆 38"/>
              <p:cNvSpPr/>
              <p:nvPr/>
            </p:nvSpPr>
            <p:spPr>
              <a:xfrm>
                <a:off x="6959600" y="1708648"/>
                <a:ext cx="2961640" cy="2961640"/>
              </a:xfrm>
              <a:prstGeom prst="ellipse">
                <a:avLst/>
              </a:prstGeom>
              <a:solidFill>
                <a:schemeClr val="bg2"/>
              </a:solidFill>
              <a:ln>
                <a:noFill/>
              </a:ln>
              <a:effectLst>
                <a:innerShdw blurRad="114300" dist="25400" dir="810000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34" name="文本框 33"/>
            <p:cNvSpPr txBox="1"/>
            <p:nvPr/>
          </p:nvSpPr>
          <p:spPr>
            <a:xfrm>
              <a:off x="3520712" y="1665288"/>
              <a:ext cx="1619249" cy="1238244"/>
            </a:xfrm>
            <a:prstGeom prst="rect">
              <a:avLst/>
            </a:prstGeom>
            <a:noFill/>
          </p:spPr>
          <p:txBody>
            <a:bodyPr wrap="square" rtlCol="0">
              <a:spAutoFit/>
            </a:bodyPr>
            <a:lstStyle/>
            <a:p>
              <a:pPr algn="ctr"/>
              <a:r>
                <a:rPr lang="en-US" altLang="zh-CN" sz="6000" dirty="0">
                  <a:solidFill>
                    <a:schemeClr val="bg1"/>
                  </a:solidFill>
                  <a:latin typeface="Impact" panose="020B0806030902050204" pitchFamily="34" charset="0"/>
                </a:rPr>
                <a:t>01</a:t>
              </a:r>
              <a:endParaRPr lang="zh-CN" altLang="en-US" sz="3600" dirty="0">
                <a:solidFill>
                  <a:schemeClr val="bg1"/>
                </a:solidFill>
                <a:latin typeface="Impact" panose="020B0806030902050204" pitchFamily="34" charset="0"/>
              </a:endParaRPr>
            </a:p>
          </p:txBody>
        </p:sp>
        <p:sp>
          <p:nvSpPr>
            <p:cNvPr id="35" name="文本框 34"/>
            <p:cNvSpPr txBox="1"/>
            <p:nvPr/>
          </p:nvSpPr>
          <p:spPr>
            <a:xfrm>
              <a:off x="6755947" y="1982343"/>
              <a:ext cx="1619249" cy="1138161"/>
            </a:xfrm>
            <a:prstGeom prst="rect">
              <a:avLst/>
            </a:prstGeom>
            <a:noFill/>
          </p:spPr>
          <p:txBody>
            <a:bodyPr wrap="square" rtlCol="0">
              <a:spAutoFit/>
            </a:bodyPr>
            <a:lstStyle/>
            <a:p>
              <a:pPr algn="ctr"/>
              <a:r>
                <a:rPr lang="en-US" altLang="zh-CN" sz="5465" dirty="0">
                  <a:solidFill>
                    <a:schemeClr val="bg1"/>
                  </a:solidFill>
                  <a:latin typeface="Impact" panose="020B0806030902050204" pitchFamily="34" charset="0"/>
                </a:rPr>
                <a:t>02</a:t>
              </a:r>
              <a:endParaRPr lang="zh-CN" altLang="en-US" sz="3200" dirty="0">
                <a:solidFill>
                  <a:schemeClr val="bg1"/>
                </a:solidFill>
                <a:latin typeface="Impact" panose="020B0806030902050204" pitchFamily="34" charset="0"/>
              </a:endParaRPr>
            </a:p>
          </p:txBody>
        </p:sp>
        <p:sp>
          <p:nvSpPr>
            <p:cNvPr id="36" name="文本框 35"/>
            <p:cNvSpPr txBox="1"/>
            <p:nvPr/>
          </p:nvSpPr>
          <p:spPr>
            <a:xfrm>
              <a:off x="6474477" y="4706080"/>
              <a:ext cx="1619249" cy="1013250"/>
            </a:xfrm>
            <a:prstGeom prst="rect">
              <a:avLst/>
            </a:prstGeom>
            <a:noFill/>
          </p:spPr>
          <p:txBody>
            <a:bodyPr wrap="square" rtlCol="0">
              <a:spAutoFit/>
            </a:bodyPr>
            <a:lstStyle/>
            <a:p>
              <a:pPr algn="ctr"/>
              <a:r>
                <a:rPr lang="en-US" altLang="zh-CN" sz="4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sp>
          <p:nvSpPr>
            <p:cNvPr id="37" name="文本框 36"/>
            <p:cNvSpPr txBox="1"/>
            <p:nvPr/>
          </p:nvSpPr>
          <p:spPr>
            <a:xfrm>
              <a:off x="4381056" y="4491775"/>
              <a:ext cx="1619249" cy="937993"/>
            </a:xfrm>
            <a:prstGeom prst="rect">
              <a:avLst/>
            </a:prstGeom>
            <a:noFill/>
          </p:spPr>
          <p:txBody>
            <a:bodyPr wrap="square" rtlCol="0">
              <a:spAutoFit/>
            </a:bodyPr>
            <a:lstStyle/>
            <a:p>
              <a:pPr algn="ctr"/>
              <a:r>
                <a:rPr lang="en-US" altLang="zh-CN" sz="4400" dirty="0">
                  <a:solidFill>
                    <a:schemeClr val="bg1"/>
                  </a:solidFill>
                  <a:latin typeface="Impact" panose="020B0806030902050204" pitchFamily="34" charset="0"/>
                </a:rPr>
                <a:t>04</a:t>
              </a:r>
              <a:endParaRPr lang="zh-CN" altLang="en-US" sz="2400" dirty="0">
                <a:solidFill>
                  <a:schemeClr val="bg1"/>
                </a:solidFill>
                <a:latin typeface="Impact" panose="020B0806030902050204" pitchFamily="34" charset="0"/>
              </a:endParaRPr>
            </a:p>
          </p:txBody>
        </p:sp>
      </p:grpSp>
      <p:grpSp>
        <p:nvGrpSpPr>
          <p:cNvPr id="58" name="组合 57"/>
          <p:cNvGrpSpPr/>
          <p:nvPr/>
        </p:nvGrpSpPr>
        <p:grpSpPr>
          <a:xfrm>
            <a:off x="979030" y="2802316"/>
            <a:ext cx="1512285" cy="514351"/>
            <a:chOff x="4452173" y="720606"/>
            <a:chExt cx="1134214" cy="385763"/>
          </a:xfrm>
        </p:grpSpPr>
        <p:grpSp>
          <p:nvGrpSpPr>
            <p:cNvPr id="59" name="组合 58"/>
            <p:cNvGrpSpPr/>
            <p:nvPr/>
          </p:nvGrpSpPr>
          <p:grpSpPr>
            <a:xfrm>
              <a:off x="4452173" y="720606"/>
              <a:ext cx="1134214" cy="385763"/>
              <a:chOff x="2099498" y="1186788"/>
              <a:chExt cx="1134214" cy="385763"/>
            </a:xfrm>
          </p:grpSpPr>
          <p:sp>
            <p:nvSpPr>
              <p:cNvPr id="61" name="圆角矩形 60"/>
              <p:cNvSpPr/>
              <p:nvPr/>
            </p:nvSpPr>
            <p:spPr>
              <a:xfrm>
                <a:off x="2099498" y="1186788"/>
                <a:ext cx="1134214" cy="385763"/>
              </a:xfrm>
              <a:prstGeom prst="round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solidFill>
                    <a:prstClr val="white"/>
                  </a:solidFill>
                </a:endParaRPr>
              </a:p>
            </p:txBody>
          </p:sp>
          <p:sp>
            <p:nvSpPr>
              <p:cNvPr id="62" name="圆角矩形 61"/>
              <p:cNvSpPr/>
              <p:nvPr/>
            </p:nvSpPr>
            <p:spPr>
              <a:xfrm>
                <a:off x="2140499" y="1219916"/>
                <a:ext cx="1052212" cy="319506"/>
              </a:xfrm>
              <a:prstGeom prst="roundRect">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p>
                <a:pPr algn="ctr" fontAlgn="base">
                  <a:spcBef>
                    <a:spcPct val="0"/>
                  </a:spcBef>
                  <a:spcAft>
                    <a:spcPct val="0"/>
                  </a:spcAft>
                </a:pPr>
                <a:endParaRPr lang="zh-CN" altLang="en-US" sz="1865" kern="0" dirty="0">
                  <a:solidFill>
                    <a:srgbClr val="FFFFFF"/>
                  </a:solidFill>
                  <a:ea typeface="宋体" panose="02010600030101010101" pitchFamily="2" charset="-122"/>
                </a:endParaRPr>
              </a:p>
            </p:txBody>
          </p:sp>
        </p:grpSp>
        <p:sp>
          <p:nvSpPr>
            <p:cNvPr id="60" name="矩形 59"/>
            <p:cNvSpPr/>
            <p:nvPr/>
          </p:nvSpPr>
          <p:spPr>
            <a:xfrm>
              <a:off x="4543031" y="759599"/>
              <a:ext cx="952500" cy="330041"/>
            </a:xfrm>
            <a:prstGeom prst="rect">
              <a:avLst/>
            </a:prstGeom>
          </p:spPr>
          <p:txBody>
            <a:bodyPr wrap="none">
              <a:spAutoFit/>
            </a:bodyPr>
            <a:lstStyle/>
            <a:p>
              <a:pPr algn="ctr"/>
              <a:r>
                <a:rPr lang="zh-CN" altLang="en-US" sz="2135" dirty="0">
                  <a:solidFill>
                    <a:prstClr val="white"/>
                  </a:solidFill>
                  <a:latin typeface="微软雅黑" panose="020B0503020204020204" pitchFamily="34" charset="-122"/>
                </a:rPr>
                <a:t>添加标题</a:t>
              </a:r>
            </a:p>
          </p:txBody>
        </p:sp>
      </p:grpSp>
      <p:sp>
        <p:nvSpPr>
          <p:cNvPr id="63" name="矩形 62"/>
          <p:cNvSpPr/>
          <p:nvPr/>
        </p:nvSpPr>
        <p:spPr>
          <a:xfrm>
            <a:off x="958710" y="3549231"/>
            <a:ext cx="4797589" cy="703580"/>
          </a:xfrm>
          <a:prstGeom prst="rect">
            <a:avLst/>
          </a:prstGeom>
        </p:spPr>
        <p:txBody>
          <a:bodyPr wrap="square" lIns="91440" tIns="45720" rIns="91440" bIns="45720">
            <a:spAutoFit/>
          </a:bodyPr>
          <a:lstStyle/>
          <a:p>
            <a:pPr>
              <a:lnSpc>
                <a:spcPct val="150000"/>
              </a:lnSpc>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p:txBody>
      </p:sp>
      <p:sp>
        <p:nvSpPr>
          <p:cNvPr id="64" name="矩形 63"/>
          <p:cNvSpPr/>
          <p:nvPr/>
        </p:nvSpPr>
        <p:spPr>
          <a:xfrm>
            <a:off x="958710" y="4382415"/>
            <a:ext cx="4797589" cy="703580"/>
          </a:xfrm>
          <a:prstGeom prst="rect">
            <a:avLst/>
          </a:prstGeom>
        </p:spPr>
        <p:txBody>
          <a:bodyPr wrap="square" lIns="91440" tIns="45720" rIns="91440" bIns="45720">
            <a:spAutoFit/>
          </a:bodyPr>
          <a:lstStyle/>
          <a:p>
            <a:pPr>
              <a:lnSpc>
                <a:spcPct val="150000"/>
              </a:lnSpc>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58"/>
                                        </p:tgtEl>
                                        <p:attrNameLst>
                                          <p:attrName>style.visibility</p:attrName>
                                        </p:attrNameLst>
                                      </p:cBhvr>
                                      <p:to>
                                        <p:strVal val="visible"/>
                                      </p:to>
                                    </p:set>
                                    <p:anim calcmode="lin" valueType="num">
                                      <p:cBhvr additive="base">
                                        <p:cTn id="14" dur="500" fill="hold"/>
                                        <p:tgtEl>
                                          <p:spTgt spid="58"/>
                                        </p:tgtEl>
                                        <p:attrNameLst>
                                          <p:attrName>ppt_x</p:attrName>
                                        </p:attrNameLst>
                                      </p:cBhvr>
                                      <p:tavLst>
                                        <p:tav tm="0">
                                          <p:val>
                                            <p:strVal val="0-#ppt_w/2"/>
                                          </p:val>
                                        </p:tav>
                                        <p:tav tm="100000">
                                          <p:val>
                                            <p:strVal val="#ppt_x"/>
                                          </p:val>
                                        </p:tav>
                                      </p:tavLst>
                                    </p:anim>
                                    <p:anim calcmode="lin" valueType="num">
                                      <p:cBhvr additive="base">
                                        <p:cTn id="15" dur="500" fill="hold"/>
                                        <p:tgtEl>
                                          <p:spTgt spid="58"/>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63"/>
                                        </p:tgtEl>
                                        <p:attrNameLst>
                                          <p:attrName>style.visibility</p:attrName>
                                        </p:attrNameLst>
                                      </p:cBhvr>
                                      <p:to>
                                        <p:strVal val="visible"/>
                                      </p:to>
                                    </p:set>
                                    <p:anim calcmode="lin" valueType="num">
                                      <p:cBhvr additive="base">
                                        <p:cTn id="18" dur="500" fill="hold"/>
                                        <p:tgtEl>
                                          <p:spTgt spid="63"/>
                                        </p:tgtEl>
                                        <p:attrNameLst>
                                          <p:attrName>ppt_x</p:attrName>
                                        </p:attrNameLst>
                                      </p:cBhvr>
                                      <p:tavLst>
                                        <p:tav tm="0">
                                          <p:val>
                                            <p:strVal val="0-#ppt_w/2"/>
                                          </p:val>
                                        </p:tav>
                                        <p:tav tm="100000">
                                          <p:val>
                                            <p:strVal val="#ppt_x"/>
                                          </p:val>
                                        </p:tav>
                                      </p:tavLst>
                                    </p:anim>
                                    <p:anim calcmode="lin" valueType="num">
                                      <p:cBhvr additive="base">
                                        <p:cTn id="19" dur="500" fill="hold"/>
                                        <p:tgtEl>
                                          <p:spTgt spid="63"/>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anim calcmode="lin" valueType="num">
                                      <p:cBhvr additive="base">
                                        <p:cTn id="22" dur="500" fill="hold"/>
                                        <p:tgtEl>
                                          <p:spTgt spid="64"/>
                                        </p:tgtEl>
                                        <p:attrNameLst>
                                          <p:attrName>ppt_x</p:attrName>
                                        </p:attrNameLst>
                                      </p:cBhvr>
                                      <p:tavLst>
                                        <p:tav tm="0">
                                          <p:val>
                                            <p:strVal val="0-#ppt_w/2"/>
                                          </p:val>
                                        </p:tav>
                                        <p:tav tm="100000">
                                          <p:val>
                                            <p:strVal val="#ppt_x"/>
                                          </p:val>
                                        </p:tav>
                                      </p:tavLst>
                                    </p:anim>
                                    <p:anim calcmode="lin" valueType="num">
                                      <p:cBhvr additive="base">
                                        <p:cTn id="23" dur="500" fill="hold"/>
                                        <p:tgtEl>
                                          <p:spTgt spid="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p:cNvGrpSpPr/>
          <p:nvPr/>
        </p:nvGrpSpPr>
        <p:grpSpPr>
          <a:xfrm>
            <a:off x="4568170" y="1337644"/>
            <a:ext cx="2881205" cy="2368645"/>
            <a:chOff x="1729502" y="1220490"/>
            <a:chExt cx="1283815" cy="1055428"/>
          </a:xfrm>
        </p:grpSpPr>
        <p:sp>
          <p:nvSpPr>
            <p:cNvPr id="52" name="六边形 51"/>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53" name="六边形 52"/>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54" name="TextBox 88"/>
            <p:cNvSpPr txBox="1"/>
            <p:nvPr/>
          </p:nvSpPr>
          <p:spPr>
            <a:xfrm>
              <a:off x="2126937" y="1519637"/>
              <a:ext cx="886380" cy="484685"/>
            </a:xfrm>
            <a:prstGeom prst="rect">
              <a:avLst/>
            </a:prstGeom>
            <a:noFill/>
          </p:spPr>
          <p:txBody>
            <a:bodyPr wrap="square" lIns="0" tIns="0" rIns="0" bIns="0" rtlCol="0">
              <a:spAutoFit/>
            </a:bodyPr>
            <a:lstStyle/>
            <a:p>
              <a:r>
                <a:rPr lang="en-US" altLang="zh-CN" sz="6665" b="1" dirty="0">
                  <a:solidFill>
                    <a:schemeClr val="bg2"/>
                  </a:solidFill>
                  <a:latin typeface="微软雅黑" panose="020B0503020204020204" pitchFamily="34" charset="-122"/>
                  <a:ea typeface="微软雅黑" panose="020B0503020204020204" pitchFamily="34" charset="-122"/>
                </a:rPr>
                <a:t>02</a:t>
              </a:r>
            </a:p>
          </p:txBody>
        </p:sp>
      </p:grpSp>
      <p:sp>
        <p:nvSpPr>
          <p:cNvPr id="58" name="TextBox 1"/>
          <p:cNvSpPr txBox="1"/>
          <p:nvPr/>
        </p:nvSpPr>
        <p:spPr>
          <a:xfrm>
            <a:off x="4229059" y="3937860"/>
            <a:ext cx="3459480" cy="743585"/>
          </a:xfrm>
          <a:prstGeom prst="rect">
            <a:avLst/>
          </a:prstGeom>
          <a:noFill/>
        </p:spPr>
        <p:txBody>
          <a:bodyPr wrap="none" rtlCol="0">
            <a:spAutoFit/>
          </a:bodyPr>
          <a:lstStyle/>
          <a:p>
            <a:pPr marL="0" lvl="1" algn="l"/>
            <a:r>
              <a:rPr lang="zh-CN" altLang="en-US" sz="4000" b="1" spc="300" dirty="0">
                <a:solidFill>
                  <a:schemeClr val="bg2"/>
                </a:solidFill>
                <a:latin typeface="微软雅黑" panose="020B0503020204020204" pitchFamily="34" charset="-122"/>
                <a:ea typeface="微软雅黑" panose="020B0503020204020204" pitchFamily="34" charset="-122"/>
              </a:rPr>
              <a:t>此处添加标题</a:t>
            </a:r>
          </a:p>
        </p:txBody>
      </p:sp>
      <p:sp>
        <p:nvSpPr>
          <p:cNvPr id="59" name="文本框 9"/>
          <p:cNvSpPr txBox="1"/>
          <p:nvPr/>
        </p:nvSpPr>
        <p:spPr>
          <a:xfrm>
            <a:off x="4021071" y="4775809"/>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0" name="文本框 9"/>
          <p:cNvSpPr txBox="1"/>
          <p:nvPr/>
        </p:nvSpPr>
        <p:spPr>
          <a:xfrm>
            <a:off x="4021070" y="5144417"/>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2" name="文本框 9"/>
          <p:cNvSpPr txBox="1"/>
          <p:nvPr/>
        </p:nvSpPr>
        <p:spPr>
          <a:xfrm>
            <a:off x="5617112"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3" name="文本框 9"/>
          <p:cNvSpPr txBox="1"/>
          <p:nvPr/>
        </p:nvSpPr>
        <p:spPr>
          <a:xfrm>
            <a:off x="5617114"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5" name="文本框 9"/>
          <p:cNvSpPr txBox="1"/>
          <p:nvPr/>
        </p:nvSpPr>
        <p:spPr>
          <a:xfrm>
            <a:off x="7213152"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6" name="文本框 9"/>
          <p:cNvSpPr txBox="1"/>
          <p:nvPr/>
        </p:nvSpPr>
        <p:spPr>
          <a:xfrm>
            <a:off x="7213154"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fltVal val="0"/>
                                          </p:val>
                                        </p:tav>
                                        <p:tav tm="100000">
                                          <p:val>
                                            <p:strVal val="#ppt_w"/>
                                          </p:val>
                                        </p:tav>
                                      </p:tavLst>
                                    </p:anim>
                                    <p:anim calcmode="lin" valueType="num">
                                      <p:cBhvr>
                                        <p:cTn id="8" dur="500" fill="hold"/>
                                        <p:tgtEl>
                                          <p:spTgt spid="51"/>
                                        </p:tgtEl>
                                        <p:attrNameLst>
                                          <p:attrName>ppt_h</p:attrName>
                                        </p:attrNameLst>
                                      </p:cBhvr>
                                      <p:tavLst>
                                        <p:tav tm="0">
                                          <p:val>
                                            <p:fltVal val="0"/>
                                          </p:val>
                                        </p:tav>
                                        <p:tav tm="100000">
                                          <p:val>
                                            <p:strVal val="#ppt_h"/>
                                          </p:val>
                                        </p:tav>
                                      </p:tavLst>
                                    </p:anim>
                                    <p:animEffect transition="in" filter="fade">
                                      <p:cBhvr>
                                        <p:cTn id="9" dur="500"/>
                                        <p:tgtEl>
                                          <p:spTgt spid="51"/>
                                        </p:tgtEl>
                                      </p:cBhvr>
                                    </p:animEffect>
                                  </p:childTnLst>
                                </p:cTn>
                              </p:par>
                              <p:par>
                                <p:cTn id="10" presetID="12" presetClass="entr" presetSubtype="8" fill="hold" grpId="0" nodeType="with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additive="base">
                                        <p:cTn id="12" dur="500"/>
                                        <p:tgtEl>
                                          <p:spTgt spid="58"/>
                                        </p:tgtEl>
                                        <p:attrNameLst>
                                          <p:attrName>ppt_x</p:attrName>
                                        </p:attrNameLst>
                                      </p:cBhvr>
                                      <p:tavLst>
                                        <p:tav tm="0">
                                          <p:val>
                                            <p:strVal val="#ppt_x-#ppt_w*1.125000"/>
                                          </p:val>
                                        </p:tav>
                                        <p:tav tm="100000">
                                          <p:val>
                                            <p:strVal val="#ppt_x"/>
                                          </p:val>
                                        </p:tav>
                                      </p:tavLst>
                                    </p:anim>
                                    <p:animEffect transition="in" filter="wipe(right)">
                                      <p:cBhvr>
                                        <p:cTn id="13" dur="500"/>
                                        <p:tgtEl>
                                          <p:spTgt spid="58"/>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additive="base">
                                        <p:cTn id="17" dur="500" fill="hold"/>
                                        <p:tgtEl>
                                          <p:spTgt spid="59"/>
                                        </p:tgtEl>
                                        <p:attrNameLst>
                                          <p:attrName>ppt_x</p:attrName>
                                        </p:attrNameLst>
                                      </p:cBhvr>
                                      <p:tavLst>
                                        <p:tav tm="0">
                                          <p:val>
                                            <p:strVal val="#ppt_x"/>
                                          </p:val>
                                        </p:tav>
                                        <p:tav tm="100000">
                                          <p:val>
                                            <p:strVal val="#ppt_x"/>
                                          </p:val>
                                        </p:tav>
                                      </p:tavLst>
                                    </p:anim>
                                    <p:anim calcmode="lin" valueType="num">
                                      <p:cBhvr additive="base">
                                        <p:cTn id="18" dur="500" fill="hold"/>
                                        <p:tgtEl>
                                          <p:spTgt spid="5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200"/>
                                  </p:stCondLst>
                                  <p:childTnLst>
                                    <p:set>
                                      <p:cBhvr>
                                        <p:cTn id="20" dur="1" fill="hold">
                                          <p:stCondLst>
                                            <p:cond delay="0"/>
                                          </p:stCondLst>
                                        </p:cTn>
                                        <p:tgtEl>
                                          <p:spTgt spid="60"/>
                                        </p:tgtEl>
                                        <p:attrNameLst>
                                          <p:attrName>style.visibility</p:attrName>
                                        </p:attrNameLst>
                                      </p:cBhvr>
                                      <p:to>
                                        <p:strVal val="visible"/>
                                      </p:to>
                                    </p:set>
                                    <p:anim calcmode="lin" valueType="num">
                                      <p:cBhvr additive="base">
                                        <p:cTn id="21" dur="500" fill="hold"/>
                                        <p:tgtEl>
                                          <p:spTgt spid="60"/>
                                        </p:tgtEl>
                                        <p:attrNameLst>
                                          <p:attrName>ppt_x</p:attrName>
                                        </p:attrNameLst>
                                      </p:cBhvr>
                                      <p:tavLst>
                                        <p:tav tm="0">
                                          <p:val>
                                            <p:strVal val="#ppt_x"/>
                                          </p:val>
                                        </p:tav>
                                        <p:tav tm="100000">
                                          <p:val>
                                            <p:strVal val="#ppt_x"/>
                                          </p:val>
                                        </p:tav>
                                      </p:tavLst>
                                    </p:anim>
                                    <p:anim calcmode="lin" valueType="num">
                                      <p:cBhvr additive="base">
                                        <p:cTn id="22" dur="500" fill="hold"/>
                                        <p:tgtEl>
                                          <p:spTgt spid="6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200"/>
                                  </p:stCondLst>
                                  <p:childTnLst>
                                    <p:set>
                                      <p:cBhvr>
                                        <p:cTn id="24" dur="1" fill="hold">
                                          <p:stCondLst>
                                            <p:cond delay="0"/>
                                          </p:stCondLst>
                                        </p:cTn>
                                        <p:tgtEl>
                                          <p:spTgt spid="62"/>
                                        </p:tgtEl>
                                        <p:attrNameLst>
                                          <p:attrName>style.visibility</p:attrName>
                                        </p:attrNameLst>
                                      </p:cBhvr>
                                      <p:to>
                                        <p:strVal val="visible"/>
                                      </p:to>
                                    </p:set>
                                    <p:anim calcmode="lin" valueType="num">
                                      <p:cBhvr additive="base">
                                        <p:cTn id="25" dur="500" fill="hold"/>
                                        <p:tgtEl>
                                          <p:spTgt spid="62"/>
                                        </p:tgtEl>
                                        <p:attrNameLst>
                                          <p:attrName>ppt_x</p:attrName>
                                        </p:attrNameLst>
                                      </p:cBhvr>
                                      <p:tavLst>
                                        <p:tav tm="0">
                                          <p:val>
                                            <p:strVal val="#ppt_x"/>
                                          </p:val>
                                        </p:tav>
                                        <p:tav tm="100000">
                                          <p:val>
                                            <p:strVal val="#ppt_x"/>
                                          </p:val>
                                        </p:tav>
                                      </p:tavLst>
                                    </p:anim>
                                    <p:anim calcmode="lin" valueType="num">
                                      <p:cBhvr additive="base">
                                        <p:cTn id="26" dur="500" fill="hold"/>
                                        <p:tgtEl>
                                          <p:spTgt spid="6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400"/>
                                  </p:stCondLst>
                                  <p:childTnLst>
                                    <p:set>
                                      <p:cBhvr>
                                        <p:cTn id="28" dur="1" fill="hold">
                                          <p:stCondLst>
                                            <p:cond delay="0"/>
                                          </p:stCondLst>
                                        </p:cTn>
                                        <p:tgtEl>
                                          <p:spTgt spid="63"/>
                                        </p:tgtEl>
                                        <p:attrNameLst>
                                          <p:attrName>style.visibility</p:attrName>
                                        </p:attrNameLst>
                                      </p:cBhvr>
                                      <p:to>
                                        <p:strVal val="visible"/>
                                      </p:to>
                                    </p:set>
                                    <p:anim calcmode="lin" valueType="num">
                                      <p:cBhvr additive="base">
                                        <p:cTn id="29" dur="500" fill="hold"/>
                                        <p:tgtEl>
                                          <p:spTgt spid="63"/>
                                        </p:tgtEl>
                                        <p:attrNameLst>
                                          <p:attrName>ppt_x</p:attrName>
                                        </p:attrNameLst>
                                      </p:cBhvr>
                                      <p:tavLst>
                                        <p:tav tm="0">
                                          <p:val>
                                            <p:strVal val="#ppt_x"/>
                                          </p:val>
                                        </p:tav>
                                        <p:tav tm="100000">
                                          <p:val>
                                            <p:strVal val="#ppt_x"/>
                                          </p:val>
                                        </p:tav>
                                      </p:tavLst>
                                    </p:anim>
                                    <p:anim calcmode="lin" valueType="num">
                                      <p:cBhvr additive="base">
                                        <p:cTn id="30" dur="500" fill="hold"/>
                                        <p:tgtEl>
                                          <p:spTgt spid="6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200"/>
                                  </p:stCondLst>
                                  <p:childTnLst>
                                    <p:set>
                                      <p:cBhvr>
                                        <p:cTn id="32" dur="1" fill="hold">
                                          <p:stCondLst>
                                            <p:cond delay="0"/>
                                          </p:stCondLst>
                                        </p:cTn>
                                        <p:tgtEl>
                                          <p:spTgt spid="65"/>
                                        </p:tgtEl>
                                        <p:attrNameLst>
                                          <p:attrName>style.visibility</p:attrName>
                                        </p:attrNameLst>
                                      </p:cBhvr>
                                      <p:to>
                                        <p:strVal val="visible"/>
                                      </p:to>
                                    </p:set>
                                    <p:anim calcmode="lin" valueType="num">
                                      <p:cBhvr additive="base">
                                        <p:cTn id="33" dur="500" fill="hold"/>
                                        <p:tgtEl>
                                          <p:spTgt spid="65"/>
                                        </p:tgtEl>
                                        <p:attrNameLst>
                                          <p:attrName>ppt_x</p:attrName>
                                        </p:attrNameLst>
                                      </p:cBhvr>
                                      <p:tavLst>
                                        <p:tav tm="0">
                                          <p:val>
                                            <p:strVal val="#ppt_x"/>
                                          </p:val>
                                        </p:tav>
                                        <p:tav tm="100000">
                                          <p:val>
                                            <p:strVal val="#ppt_x"/>
                                          </p:val>
                                        </p:tav>
                                      </p:tavLst>
                                    </p:anim>
                                    <p:anim calcmode="lin" valueType="num">
                                      <p:cBhvr additive="base">
                                        <p:cTn id="34" dur="500" fill="hold"/>
                                        <p:tgtEl>
                                          <p:spTgt spid="6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400"/>
                                  </p:stCondLst>
                                  <p:childTnLst>
                                    <p:set>
                                      <p:cBhvr>
                                        <p:cTn id="36" dur="1" fill="hold">
                                          <p:stCondLst>
                                            <p:cond delay="0"/>
                                          </p:stCondLst>
                                        </p:cTn>
                                        <p:tgtEl>
                                          <p:spTgt spid="66"/>
                                        </p:tgtEl>
                                        <p:attrNameLst>
                                          <p:attrName>style.visibility</p:attrName>
                                        </p:attrNameLst>
                                      </p:cBhvr>
                                      <p:to>
                                        <p:strVal val="visible"/>
                                      </p:to>
                                    </p:set>
                                    <p:anim calcmode="lin" valueType="num">
                                      <p:cBhvr additive="base">
                                        <p:cTn id="37" dur="500" fill="hold"/>
                                        <p:tgtEl>
                                          <p:spTgt spid="66"/>
                                        </p:tgtEl>
                                        <p:attrNameLst>
                                          <p:attrName>ppt_x</p:attrName>
                                        </p:attrNameLst>
                                      </p:cBhvr>
                                      <p:tavLst>
                                        <p:tav tm="0">
                                          <p:val>
                                            <p:strVal val="#ppt_x"/>
                                          </p:val>
                                        </p:tav>
                                        <p:tav tm="100000">
                                          <p:val>
                                            <p:strVal val="#ppt_x"/>
                                          </p:val>
                                        </p:tav>
                                      </p:tavLst>
                                    </p:anim>
                                    <p:anim calcmode="lin" valueType="num">
                                      <p:cBhvr additive="base">
                                        <p:cTn id="38"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P spid="62" grpId="0"/>
      <p:bldP spid="63" grpId="0"/>
      <p:bldP spid="65" grpId="0"/>
      <p:bldP spid="6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37147" y="2553453"/>
            <a:ext cx="2364291" cy="2816772"/>
            <a:chOff x="640110" y="1915090"/>
            <a:chExt cx="1773218" cy="2112579"/>
          </a:xfrm>
        </p:grpSpPr>
        <p:sp>
          <p:nvSpPr>
            <p:cNvPr id="46" name="矩形 45"/>
            <p:cNvSpPr/>
            <p:nvPr/>
          </p:nvSpPr>
          <p:spPr>
            <a:xfrm>
              <a:off x="640110" y="1915090"/>
              <a:ext cx="1773218" cy="343110"/>
            </a:xfrm>
            <a:prstGeom prst="rect">
              <a:avLst/>
            </a:prstGeom>
            <a:solidFill>
              <a:schemeClr val="tx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a:solidFill>
                  <a:srgbClr val="080808"/>
                </a:solidFill>
              </a:endParaRPr>
            </a:p>
          </p:txBody>
        </p:sp>
        <p:sp>
          <p:nvSpPr>
            <p:cNvPr id="47" name="矩形 46"/>
            <p:cNvSpPr/>
            <p:nvPr/>
          </p:nvSpPr>
          <p:spPr>
            <a:xfrm>
              <a:off x="640110" y="2258200"/>
              <a:ext cx="1773218" cy="1769469"/>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8" name="文本框 29"/>
            <p:cNvSpPr txBox="1"/>
            <p:nvPr/>
          </p:nvSpPr>
          <p:spPr>
            <a:xfrm>
              <a:off x="930644" y="1922171"/>
              <a:ext cx="1342656" cy="330041"/>
            </a:xfrm>
            <a:prstGeom prst="rect">
              <a:avLst/>
            </a:prstGeom>
            <a:noFill/>
          </p:spPr>
          <p:txBody>
            <a:bodyPr wrap="square" rtlCol="0">
              <a:spAutoFit/>
            </a:bodyPr>
            <a:lstStyle/>
            <a:p>
              <a:pPr algn="ctr"/>
              <a:r>
                <a:rPr lang="zh-CN" altLang="en-US" sz="2135" dirty="0">
                  <a:solidFill>
                    <a:prstClr val="white"/>
                  </a:solidFill>
                  <a:latin typeface="微软雅黑" panose="020B0503020204020204" pitchFamily="34" charset="-122"/>
                </a:rPr>
                <a:t>标题文字</a:t>
              </a:r>
            </a:p>
          </p:txBody>
        </p:sp>
        <p:sp>
          <p:nvSpPr>
            <p:cNvPr id="52" name="文本框 33"/>
            <p:cNvSpPr txBox="1"/>
            <p:nvPr/>
          </p:nvSpPr>
          <p:spPr>
            <a:xfrm>
              <a:off x="905244" y="2557147"/>
              <a:ext cx="1342656" cy="1178719"/>
            </a:xfrm>
            <a:prstGeom prst="rect">
              <a:avLst/>
            </a:prstGeom>
            <a:noFill/>
          </p:spPr>
          <p:txBody>
            <a:bodyPr wrap="square" rtlCol="0">
              <a:spAutoFit/>
            </a:bodyPr>
            <a:lstStyle/>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p:txBody>
        </p:sp>
      </p:grpSp>
      <p:grpSp>
        <p:nvGrpSpPr>
          <p:cNvPr id="58" name="组合 57"/>
          <p:cNvGrpSpPr/>
          <p:nvPr/>
        </p:nvGrpSpPr>
        <p:grpSpPr>
          <a:xfrm>
            <a:off x="3537452" y="2553453"/>
            <a:ext cx="2364291" cy="2816772"/>
            <a:chOff x="640110" y="1915090"/>
            <a:chExt cx="1773218" cy="2112579"/>
          </a:xfrm>
        </p:grpSpPr>
        <p:sp>
          <p:nvSpPr>
            <p:cNvPr id="59" name="矩形 58"/>
            <p:cNvSpPr/>
            <p:nvPr/>
          </p:nvSpPr>
          <p:spPr>
            <a:xfrm>
              <a:off x="640110" y="1915090"/>
              <a:ext cx="1773218" cy="343110"/>
            </a:xfrm>
            <a:prstGeom prst="rect">
              <a:avLst/>
            </a:prstGeom>
            <a:solidFill>
              <a:schemeClr val="bg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a:solidFill>
                  <a:srgbClr val="080808"/>
                </a:solidFill>
              </a:endParaRPr>
            </a:p>
          </p:txBody>
        </p:sp>
        <p:sp>
          <p:nvSpPr>
            <p:cNvPr id="60" name="矩形 59"/>
            <p:cNvSpPr/>
            <p:nvPr/>
          </p:nvSpPr>
          <p:spPr>
            <a:xfrm>
              <a:off x="640110" y="2258200"/>
              <a:ext cx="1773218" cy="1769469"/>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61" name="文本框 29"/>
            <p:cNvSpPr txBox="1"/>
            <p:nvPr/>
          </p:nvSpPr>
          <p:spPr>
            <a:xfrm>
              <a:off x="930644" y="1922171"/>
              <a:ext cx="1342656" cy="330041"/>
            </a:xfrm>
            <a:prstGeom prst="rect">
              <a:avLst/>
            </a:prstGeom>
            <a:noFill/>
          </p:spPr>
          <p:txBody>
            <a:bodyPr wrap="square" rtlCol="0">
              <a:spAutoFit/>
            </a:bodyPr>
            <a:lstStyle/>
            <a:p>
              <a:pPr algn="ctr"/>
              <a:r>
                <a:rPr lang="zh-CN" altLang="en-US" sz="2135" dirty="0">
                  <a:solidFill>
                    <a:prstClr val="white"/>
                  </a:solidFill>
                  <a:latin typeface="微软雅黑" panose="020B0503020204020204" pitchFamily="34" charset="-122"/>
                </a:rPr>
                <a:t>标题文字</a:t>
              </a:r>
            </a:p>
          </p:txBody>
        </p:sp>
        <p:sp>
          <p:nvSpPr>
            <p:cNvPr id="62" name="文本框 33"/>
            <p:cNvSpPr txBox="1"/>
            <p:nvPr/>
          </p:nvSpPr>
          <p:spPr>
            <a:xfrm>
              <a:off x="905244" y="2557147"/>
              <a:ext cx="1342656" cy="1178719"/>
            </a:xfrm>
            <a:prstGeom prst="rect">
              <a:avLst/>
            </a:prstGeom>
            <a:noFill/>
          </p:spPr>
          <p:txBody>
            <a:bodyPr wrap="square" rtlCol="0">
              <a:spAutoFit/>
            </a:bodyPr>
            <a:lstStyle/>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p:txBody>
        </p:sp>
      </p:grpSp>
      <p:grpSp>
        <p:nvGrpSpPr>
          <p:cNvPr id="63" name="组合 62"/>
          <p:cNvGrpSpPr/>
          <p:nvPr/>
        </p:nvGrpSpPr>
        <p:grpSpPr>
          <a:xfrm>
            <a:off x="6237758" y="2553453"/>
            <a:ext cx="2364291" cy="2816772"/>
            <a:chOff x="640110" y="1915090"/>
            <a:chExt cx="1773218" cy="2112579"/>
          </a:xfrm>
        </p:grpSpPr>
        <p:sp>
          <p:nvSpPr>
            <p:cNvPr id="64" name="矩形 63"/>
            <p:cNvSpPr/>
            <p:nvPr/>
          </p:nvSpPr>
          <p:spPr>
            <a:xfrm>
              <a:off x="640110" y="1915090"/>
              <a:ext cx="1773218" cy="343110"/>
            </a:xfrm>
            <a:prstGeom prst="rect">
              <a:avLst/>
            </a:prstGeom>
            <a:solidFill>
              <a:schemeClr val="tx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a:solidFill>
                  <a:srgbClr val="080808"/>
                </a:solidFill>
              </a:endParaRPr>
            </a:p>
          </p:txBody>
        </p:sp>
        <p:sp>
          <p:nvSpPr>
            <p:cNvPr id="65" name="矩形 64"/>
            <p:cNvSpPr/>
            <p:nvPr/>
          </p:nvSpPr>
          <p:spPr>
            <a:xfrm>
              <a:off x="640110" y="2258200"/>
              <a:ext cx="1773218" cy="1769469"/>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66" name="文本框 29"/>
            <p:cNvSpPr txBox="1"/>
            <p:nvPr/>
          </p:nvSpPr>
          <p:spPr>
            <a:xfrm>
              <a:off x="930644" y="1922171"/>
              <a:ext cx="1342656" cy="330041"/>
            </a:xfrm>
            <a:prstGeom prst="rect">
              <a:avLst/>
            </a:prstGeom>
            <a:noFill/>
          </p:spPr>
          <p:txBody>
            <a:bodyPr wrap="square" rtlCol="0">
              <a:spAutoFit/>
            </a:bodyPr>
            <a:lstStyle/>
            <a:p>
              <a:pPr algn="ctr"/>
              <a:r>
                <a:rPr lang="zh-CN" altLang="en-US" sz="2135" dirty="0">
                  <a:solidFill>
                    <a:prstClr val="white"/>
                  </a:solidFill>
                  <a:latin typeface="微软雅黑" panose="020B0503020204020204" pitchFamily="34" charset="-122"/>
                </a:rPr>
                <a:t>标题文字</a:t>
              </a:r>
            </a:p>
          </p:txBody>
        </p:sp>
        <p:sp>
          <p:nvSpPr>
            <p:cNvPr id="67" name="文本框 33"/>
            <p:cNvSpPr txBox="1"/>
            <p:nvPr/>
          </p:nvSpPr>
          <p:spPr>
            <a:xfrm>
              <a:off x="905244" y="2557147"/>
              <a:ext cx="1342656" cy="1178719"/>
            </a:xfrm>
            <a:prstGeom prst="rect">
              <a:avLst/>
            </a:prstGeom>
            <a:noFill/>
          </p:spPr>
          <p:txBody>
            <a:bodyPr wrap="square" rtlCol="0">
              <a:spAutoFit/>
            </a:bodyPr>
            <a:lstStyle/>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p:txBody>
        </p:sp>
      </p:grpSp>
      <p:grpSp>
        <p:nvGrpSpPr>
          <p:cNvPr id="68" name="组合 67"/>
          <p:cNvGrpSpPr/>
          <p:nvPr/>
        </p:nvGrpSpPr>
        <p:grpSpPr>
          <a:xfrm>
            <a:off x="8938062" y="2553453"/>
            <a:ext cx="2364291" cy="2816772"/>
            <a:chOff x="640110" y="1915090"/>
            <a:chExt cx="1773218" cy="2112579"/>
          </a:xfrm>
        </p:grpSpPr>
        <p:sp>
          <p:nvSpPr>
            <p:cNvPr id="69" name="矩形 68"/>
            <p:cNvSpPr/>
            <p:nvPr/>
          </p:nvSpPr>
          <p:spPr>
            <a:xfrm>
              <a:off x="640110" y="1915090"/>
              <a:ext cx="1773218" cy="343110"/>
            </a:xfrm>
            <a:prstGeom prst="rect">
              <a:avLst/>
            </a:prstGeom>
            <a:solidFill>
              <a:schemeClr val="bg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a:solidFill>
                  <a:srgbClr val="080808"/>
                </a:solidFill>
              </a:endParaRPr>
            </a:p>
          </p:txBody>
        </p:sp>
        <p:sp>
          <p:nvSpPr>
            <p:cNvPr id="70" name="矩形 69"/>
            <p:cNvSpPr/>
            <p:nvPr/>
          </p:nvSpPr>
          <p:spPr>
            <a:xfrm>
              <a:off x="640110" y="2258200"/>
              <a:ext cx="1773218" cy="1769469"/>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71" name="文本框 29"/>
            <p:cNvSpPr txBox="1"/>
            <p:nvPr/>
          </p:nvSpPr>
          <p:spPr>
            <a:xfrm>
              <a:off x="930644" y="1922171"/>
              <a:ext cx="1342656" cy="330041"/>
            </a:xfrm>
            <a:prstGeom prst="rect">
              <a:avLst/>
            </a:prstGeom>
            <a:noFill/>
          </p:spPr>
          <p:txBody>
            <a:bodyPr wrap="square" rtlCol="0">
              <a:spAutoFit/>
            </a:bodyPr>
            <a:lstStyle/>
            <a:p>
              <a:pPr algn="ctr"/>
              <a:r>
                <a:rPr lang="zh-CN" altLang="en-US" sz="2135" dirty="0">
                  <a:solidFill>
                    <a:prstClr val="white"/>
                  </a:solidFill>
                  <a:latin typeface="微软雅黑" panose="020B0503020204020204" pitchFamily="34" charset="-122"/>
                </a:rPr>
                <a:t>标题文字</a:t>
              </a:r>
            </a:p>
          </p:txBody>
        </p:sp>
        <p:sp>
          <p:nvSpPr>
            <p:cNvPr id="72" name="文本框 33"/>
            <p:cNvSpPr txBox="1"/>
            <p:nvPr/>
          </p:nvSpPr>
          <p:spPr>
            <a:xfrm>
              <a:off x="905244" y="2557147"/>
              <a:ext cx="1342656" cy="1178719"/>
            </a:xfrm>
            <a:prstGeom prst="rect">
              <a:avLst/>
            </a:prstGeom>
            <a:noFill/>
          </p:spPr>
          <p:txBody>
            <a:bodyPr wrap="square" rtlCol="0">
              <a:spAutoFit/>
            </a:bodyPr>
            <a:lstStyle/>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a:p>
              <a:r>
                <a:rPr lang="zh-CN" altLang="en-US" sz="1600" dirty="0">
                  <a:solidFill>
                    <a:srgbClr val="080808"/>
                  </a:solidFill>
                  <a:latin typeface="微软雅黑" panose="020B0503020204020204" pitchFamily="34" charset="-122"/>
                </a:rPr>
                <a:t>单击此处添加文本单击此处添加</a:t>
              </a:r>
              <a:endParaRPr lang="en-US" altLang="zh-CN" sz="1600" dirty="0">
                <a:solidFill>
                  <a:srgbClr val="080808"/>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additive="base">
                                        <p:cTn id="12" dur="500" fill="hold"/>
                                        <p:tgtEl>
                                          <p:spTgt spid="58"/>
                                        </p:tgtEl>
                                        <p:attrNameLst>
                                          <p:attrName>ppt_x</p:attrName>
                                        </p:attrNameLst>
                                      </p:cBhvr>
                                      <p:tavLst>
                                        <p:tav tm="0">
                                          <p:val>
                                            <p:strVal val="#ppt_x"/>
                                          </p:val>
                                        </p:tav>
                                        <p:tav tm="100000">
                                          <p:val>
                                            <p:strVal val="#ppt_x"/>
                                          </p:val>
                                        </p:tav>
                                      </p:tavLst>
                                    </p:anim>
                                    <p:anim calcmode="lin" valueType="num">
                                      <p:cBhvr additive="base">
                                        <p:cTn id="13" dur="500" fill="hold"/>
                                        <p:tgtEl>
                                          <p:spTgt spid="5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68"/>
                                        </p:tgtEl>
                                        <p:attrNameLst>
                                          <p:attrName>style.visibility</p:attrName>
                                        </p:attrNameLst>
                                      </p:cBhvr>
                                      <p:to>
                                        <p:strVal val="visible"/>
                                      </p:to>
                                    </p:set>
                                    <p:anim calcmode="lin" valueType="num">
                                      <p:cBhvr additive="base">
                                        <p:cTn id="22" dur="500" fill="hold"/>
                                        <p:tgtEl>
                                          <p:spTgt spid="68"/>
                                        </p:tgtEl>
                                        <p:attrNameLst>
                                          <p:attrName>ppt_x</p:attrName>
                                        </p:attrNameLst>
                                      </p:cBhvr>
                                      <p:tavLst>
                                        <p:tav tm="0">
                                          <p:val>
                                            <p:strVal val="#ppt_x"/>
                                          </p:val>
                                        </p:tav>
                                        <p:tav tm="100000">
                                          <p:val>
                                            <p:strVal val="#ppt_x"/>
                                          </p:val>
                                        </p:tav>
                                      </p:tavLst>
                                    </p:anim>
                                    <p:anim calcmode="lin" valueType="num">
                                      <p:cBhvr additive="base">
                                        <p:cTn id="23"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1016300" y="2928875"/>
            <a:ext cx="9936781" cy="1367051"/>
            <a:chOff x="1015699" y="2928875"/>
            <a:chExt cx="9936781" cy="1367050"/>
          </a:xfrm>
        </p:grpSpPr>
        <p:cxnSp>
          <p:nvCxnSpPr>
            <p:cNvPr id="29" name="Straight Connector 31"/>
            <p:cNvCxnSpPr/>
            <p:nvPr/>
          </p:nvCxnSpPr>
          <p:spPr>
            <a:xfrm flipV="1">
              <a:off x="1015699" y="3621611"/>
              <a:ext cx="9936781" cy="1"/>
            </a:xfrm>
            <a:prstGeom prst="line">
              <a:avLst/>
            </a:prstGeom>
            <a:ln w="13970">
              <a:solidFill>
                <a:schemeClr val="tx1"/>
              </a:solidFill>
              <a:prstDash val="dash"/>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30" name="Straight Connector 31"/>
            <p:cNvCxnSpPr>
              <a:endCxn id="49" idx="4"/>
            </p:cNvCxnSpPr>
            <p:nvPr/>
          </p:nvCxnSpPr>
          <p:spPr>
            <a:xfrm flipV="1">
              <a:off x="2311076" y="2928875"/>
              <a:ext cx="7039" cy="696490"/>
            </a:xfrm>
            <a:prstGeom prst="line">
              <a:avLst/>
            </a:prstGeom>
            <a:ln w="1397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Oval 5"/>
            <p:cNvSpPr/>
            <p:nvPr/>
          </p:nvSpPr>
          <p:spPr>
            <a:xfrm>
              <a:off x="2247244" y="3561532"/>
              <a:ext cx="127665" cy="127665"/>
            </a:xfrm>
            <a:prstGeom prst="ellipse">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solidFill>
                  <a:prstClr val="white"/>
                </a:solidFill>
              </a:endParaRPr>
            </a:p>
          </p:txBody>
        </p:sp>
        <p:cxnSp>
          <p:nvCxnSpPr>
            <p:cNvPr id="32" name="Straight Connector 31"/>
            <p:cNvCxnSpPr/>
            <p:nvPr/>
          </p:nvCxnSpPr>
          <p:spPr>
            <a:xfrm flipV="1">
              <a:off x="7265810" y="2928875"/>
              <a:ext cx="7039" cy="696490"/>
            </a:xfrm>
            <a:prstGeom prst="line">
              <a:avLst/>
            </a:prstGeom>
            <a:ln w="1397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Oval 5"/>
            <p:cNvSpPr/>
            <p:nvPr/>
          </p:nvSpPr>
          <p:spPr>
            <a:xfrm>
              <a:off x="7201978" y="3561532"/>
              <a:ext cx="127665" cy="127665"/>
            </a:xfrm>
            <a:prstGeom prst="ellipse">
              <a:avLst/>
            </a:prstGeom>
            <a:solidFill>
              <a:schemeClr val="bg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solidFill>
                  <a:prstClr val="white"/>
                </a:solidFill>
              </a:endParaRPr>
            </a:p>
          </p:txBody>
        </p:sp>
        <p:cxnSp>
          <p:nvCxnSpPr>
            <p:cNvPr id="34" name="Straight Connector 31"/>
            <p:cNvCxnSpPr/>
            <p:nvPr/>
          </p:nvCxnSpPr>
          <p:spPr>
            <a:xfrm flipV="1">
              <a:off x="4777173" y="3599435"/>
              <a:ext cx="7039" cy="696490"/>
            </a:xfrm>
            <a:prstGeom prst="line">
              <a:avLst/>
            </a:prstGeom>
            <a:ln w="1397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Oval 5"/>
            <p:cNvSpPr/>
            <p:nvPr/>
          </p:nvSpPr>
          <p:spPr>
            <a:xfrm>
              <a:off x="4713341" y="3561532"/>
              <a:ext cx="127665" cy="127665"/>
            </a:xfrm>
            <a:prstGeom prst="ellipse">
              <a:avLst/>
            </a:prstGeom>
            <a:solidFill>
              <a:schemeClr val="bg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solidFill>
                  <a:prstClr val="white"/>
                </a:solidFill>
              </a:endParaRPr>
            </a:p>
          </p:txBody>
        </p:sp>
        <p:cxnSp>
          <p:nvCxnSpPr>
            <p:cNvPr id="36" name="Straight Connector 31"/>
            <p:cNvCxnSpPr/>
            <p:nvPr/>
          </p:nvCxnSpPr>
          <p:spPr>
            <a:xfrm flipV="1">
              <a:off x="9743294" y="3599435"/>
              <a:ext cx="7039" cy="696490"/>
            </a:xfrm>
            <a:prstGeom prst="line">
              <a:avLst/>
            </a:prstGeom>
            <a:ln w="1397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Oval 5"/>
            <p:cNvSpPr/>
            <p:nvPr/>
          </p:nvSpPr>
          <p:spPr>
            <a:xfrm>
              <a:off x="9679462" y="3561532"/>
              <a:ext cx="127665" cy="127665"/>
            </a:xfrm>
            <a:prstGeom prst="ellipse">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solidFill>
                  <a:prstClr val="white"/>
                </a:solidFill>
              </a:endParaRPr>
            </a:p>
          </p:txBody>
        </p:sp>
      </p:grpSp>
      <p:sp>
        <p:nvSpPr>
          <p:cNvPr id="38" name="矩形 37"/>
          <p:cNvSpPr/>
          <p:nvPr/>
        </p:nvSpPr>
        <p:spPr>
          <a:xfrm>
            <a:off x="3059055" y="2031784"/>
            <a:ext cx="3339805" cy="1104900"/>
          </a:xfrm>
          <a:prstGeom prst="rect">
            <a:avLst/>
          </a:prstGeom>
        </p:spPr>
        <p:txBody>
          <a:bodyPr wrap="square" lIns="91440" tIns="45720" rIns="91440" bIns="45720">
            <a:spAutoFit/>
          </a:bodyPr>
          <a:lstStyle/>
          <a:p>
            <a:pPr>
              <a:lnSpc>
                <a:spcPct val="150000"/>
              </a:lnSpc>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a:t>
            </a:r>
          </a:p>
          <a:p>
            <a:pPr>
              <a:lnSpc>
                <a:spcPct val="150000"/>
              </a:lnSpc>
              <a:spcBef>
                <a:spcPts val="750"/>
              </a:spcBef>
              <a:buFont typeface="Arial" panose="020B0604020202020204" pitchFamily="34" charset="0"/>
              <a:buChar char="•"/>
            </a:pPr>
            <a:endParaRPr lang="zh-CN" altLang="en-US" sz="1335" dirty="0">
              <a:solidFill>
                <a:schemeClr val="tx1"/>
              </a:solidFill>
              <a:latin typeface="微软雅黑" panose="020B0503020204020204" pitchFamily="34" charset="-122"/>
              <a:cs typeface="宋体" panose="02010600030101010101" pitchFamily="2" charset="-122"/>
            </a:endParaRPr>
          </a:p>
        </p:txBody>
      </p:sp>
      <p:sp>
        <p:nvSpPr>
          <p:cNvPr id="39" name="矩形 38"/>
          <p:cNvSpPr/>
          <p:nvPr/>
        </p:nvSpPr>
        <p:spPr>
          <a:xfrm>
            <a:off x="8026060" y="2031784"/>
            <a:ext cx="3339805" cy="1104900"/>
          </a:xfrm>
          <a:prstGeom prst="rect">
            <a:avLst/>
          </a:prstGeom>
        </p:spPr>
        <p:txBody>
          <a:bodyPr wrap="square" lIns="91440" tIns="45720" rIns="91440" bIns="45720">
            <a:spAutoFit/>
          </a:bodyPr>
          <a:lstStyle/>
          <a:p>
            <a:pPr>
              <a:lnSpc>
                <a:spcPct val="150000"/>
              </a:lnSpc>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a:t>
            </a:r>
          </a:p>
          <a:p>
            <a:pPr>
              <a:lnSpc>
                <a:spcPct val="150000"/>
              </a:lnSpc>
              <a:spcBef>
                <a:spcPts val="750"/>
              </a:spcBef>
              <a:buFont typeface="Arial" panose="020B0604020202020204" pitchFamily="34" charset="0"/>
              <a:buChar char="•"/>
            </a:pPr>
            <a:endParaRPr lang="zh-CN" altLang="en-US" sz="1335" dirty="0">
              <a:solidFill>
                <a:schemeClr val="tx1"/>
              </a:solidFill>
              <a:latin typeface="微软雅黑" panose="020B0503020204020204" pitchFamily="34" charset="-122"/>
              <a:cs typeface="宋体" panose="02010600030101010101" pitchFamily="2" charset="-122"/>
            </a:endParaRPr>
          </a:p>
        </p:txBody>
      </p:sp>
      <p:sp>
        <p:nvSpPr>
          <p:cNvPr id="40" name="矩形 39"/>
          <p:cNvSpPr/>
          <p:nvPr/>
        </p:nvSpPr>
        <p:spPr>
          <a:xfrm>
            <a:off x="973838" y="4295925"/>
            <a:ext cx="3339805" cy="1104900"/>
          </a:xfrm>
          <a:prstGeom prst="rect">
            <a:avLst/>
          </a:prstGeom>
        </p:spPr>
        <p:txBody>
          <a:bodyPr wrap="square" lIns="91440" tIns="45720" rIns="91440" bIns="45720">
            <a:spAutoFit/>
          </a:bodyPr>
          <a:lstStyle/>
          <a:p>
            <a:pPr>
              <a:lnSpc>
                <a:spcPct val="150000"/>
              </a:lnSpc>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a:t>
            </a:r>
          </a:p>
          <a:p>
            <a:pPr>
              <a:lnSpc>
                <a:spcPct val="150000"/>
              </a:lnSpc>
              <a:spcBef>
                <a:spcPts val="750"/>
              </a:spcBef>
              <a:buFont typeface="Arial" panose="020B0604020202020204" pitchFamily="34" charset="0"/>
              <a:buChar char="•"/>
            </a:pPr>
            <a:endParaRPr lang="zh-CN" altLang="en-US" sz="1335" dirty="0">
              <a:solidFill>
                <a:schemeClr val="tx1"/>
              </a:solidFill>
              <a:latin typeface="微软雅黑" panose="020B0503020204020204" pitchFamily="34" charset="-122"/>
              <a:cs typeface="宋体" panose="02010600030101010101" pitchFamily="2" charset="-122"/>
            </a:endParaRPr>
          </a:p>
        </p:txBody>
      </p:sp>
      <p:sp>
        <p:nvSpPr>
          <p:cNvPr id="41" name="矩形 40"/>
          <p:cNvSpPr/>
          <p:nvPr/>
        </p:nvSpPr>
        <p:spPr>
          <a:xfrm>
            <a:off x="5750344" y="4295925"/>
            <a:ext cx="3339805" cy="1104900"/>
          </a:xfrm>
          <a:prstGeom prst="rect">
            <a:avLst/>
          </a:prstGeom>
        </p:spPr>
        <p:txBody>
          <a:bodyPr wrap="square" lIns="91440" tIns="45720" rIns="91440" bIns="45720">
            <a:spAutoFit/>
          </a:bodyPr>
          <a:lstStyle/>
          <a:p>
            <a:pPr>
              <a:lnSpc>
                <a:spcPct val="150000"/>
              </a:lnSpc>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a:t>
            </a:r>
          </a:p>
          <a:p>
            <a:pPr>
              <a:lnSpc>
                <a:spcPct val="150000"/>
              </a:lnSpc>
              <a:spcBef>
                <a:spcPts val="750"/>
              </a:spcBef>
              <a:buFont typeface="Arial" panose="020B0604020202020204" pitchFamily="34" charset="0"/>
              <a:buChar char="•"/>
            </a:pPr>
            <a:endParaRPr lang="zh-CN" altLang="en-US" sz="1335" dirty="0">
              <a:solidFill>
                <a:schemeClr val="tx1"/>
              </a:solidFill>
              <a:latin typeface="微软雅黑" panose="020B0503020204020204" pitchFamily="34" charset="-122"/>
              <a:cs typeface="宋体" panose="02010600030101010101" pitchFamily="2" charset="-122"/>
            </a:endParaRPr>
          </a:p>
        </p:txBody>
      </p:sp>
      <p:grpSp>
        <p:nvGrpSpPr>
          <p:cNvPr id="42" name="组合 41"/>
          <p:cNvGrpSpPr/>
          <p:nvPr/>
        </p:nvGrpSpPr>
        <p:grpSpPr>
          <a:xfrm>
            <a:off x="1683303" y="1845933"/>
            <a:ext cx="1251019" cy="1253549"/>
            <a:chOff x="1771602" y="1706233"/>
            <a:chExt cx="1251019" cy="1253549"/>
          </a:xfrm>
        </p:grpSpPr>
        <p:grpSp>
          <p:nvGrpSpPr>
            <p:cNvPr id="43" name="Group 38"/>
            <p:cNvGrpSpPr/>
            <p:nvPr/>
          </p:nvGrpSpPr>
          <p:grpSpPr>
            <a:xfrm>
              <a:off x="1771602" y="1706233"/>
              <a:ext cx="1251019" cy="1253549"/>
              <a:chOff x="3692576" y="1742634"/>
              <a:chExt cx="2790379" cy="2796023"/>
            </a:xfrm>
          </p:grpSpPr>
          <p:grpSp>
            <p:nvGrpSpPr>
              <p:cNvPr id="45" name="组合 79"/>
              <p:cNvGrpSpPr/>
              <p:nvPr/>
            </p:nvGrpSpPr>
            <p:grpSpPr bwMode="auto">
              <a:xfrm>
                <a:off x="3692576" y="1742634"/>
                <a:ext cx="2790379" cy="2796023"/>
                <a:chOff x="6379729" y="2488774"/>
                <a:chExt cx="2513016" cy="2513016"/>
              </a:xfrm>
            </p:grpSpPr>
            <p:sp>
              <p:nvSpPr>
                <p:cNvPr id="50"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1865" kern="0">
                    <a:solidFill>
                      <a:srgbClr val="FFFFFF"/>
                    </a:solidFill>
                    <a:ea typeface="宋体" panose="02010600030101010101" pitchFamily="2" charset="-122"/>
                  </a:endParaRPr>
                </a:p>
              </p:txBody>
            </p:sp>
            <p:sp>
              <p:nvSpPr>
                <p:cNvPr id="51"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sp>
            <p:nvSpPr>
              <p:cNvPr id="49" name="椭圆 80"/>
              <p:cNvSpPr/>
              <p:nvPr/>
            </p:nvSpPr>
            <p:spPr bwMode="auto">
              <a:xfrm>
                <a:off x="4101618" y="2137562"/>
                <a:ext cx="2016471" cy="2020558"/>
              </a:xfrm>
              <a:prstGeom prst="ellipse">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pic>
          <p:nvPicPr>
            <p:cNvPr id="44" name="Picture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56482" y="2107859"/>
              <a:ext cx="487177" cy="487177"/>
            </a:xfrm>
            <a:prstGeom prst="rect">
              <a:avLst/>
            </a:prstGeom>
          </p:spPr>
        </p:pic>
      </p:grpSp>
      <p:grpSp>
        <p:nvGrpSpPr>
          <p:cNvPr id="53" name="组合 52"/>
          <p:cNvGrpSpPr/>
          <p:nvPr/>
        </p:nvGrpSpPr>
        <p:grpSpPr>
          <a:xfrm>
            <a:off x="6618450" y="1844168"/>
            <a:ext cx="1251019" cy="1253549"/>
            <a:chOff x="6706749" y="1704468"/>
            <a:chExt cx="1251019" cy="1253549"/>
          </a:xfrm>
        </p:grpSpPr>
        <p:grpSp>
          <p:nvGrpSpPr>
            <p:cNvPr id="54" name="Group 43"/>
            <p:cNvGrpSpPr/>
            <p:nvPr/>
          </p:nvGrpSpPr>
          <p:grpSpPr>
            <a:xfrm>
              <a:off x="6706749" y="1704468"/>
              <a:ext cx="1251019" cy="1253549"/>
              <a:chOff x="3692576" y="1742634"/>
              <a:chExt cx="2790379" cy="2796023"/>
            </a:xfrm>
          </p:grpSpPr>
          <p:grpSp>
            <p:nvGrpSpPr>
              <p:cNvPr id="84" name="组合 79"/>
              <p:cNvGrpSpPr/>
              <p:nvPr/>
            </p:nvGrpSpPr>
            <p:grpSpPr bwMode="auto">
              <a:xfrm>
                <a:off x="3692576" y="1742634"/>
                <a:ext cx="2790379" cy="2796023"/>
                <a:chOff x="6379729" y="2488774"/>
                <a:chExt cx="2513016" cy="2513016"/>
              </a:xfrm>
            </p:grpSpPr>
            <p:sp>
              <p:nvSpPr>
                <p:cNvPr id="86"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1865" kern="0">
                    <a:solidFill>
                      <a:srgbClr val="FFFFFF"/>
                    </a:solidFill>
                    <a:ea typeface="宋体" panose="02010600030101010101" pitchFamily="2" charset="-122"/>
                  </a:endParaRPr>
                </a:p>
              </p:txBody>
            </p:sp>
            <p:sp>
              <p:nvSpPr>
                <p:cNvPr id="87"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sp>
            <p:nvSpPr>
              <p:cNvPr id="85" name="椭圆 80"/>
              <p:cNvSpPr/>
              <p:nvPr/>
            </p:nvSpPr>
            <p:spPr bwMode="auto">
              <a:xfrm>
                <a:off x="4101618" y="2137562"/>
                <a:ext cx="2016471" cy="2020558"/>
              </a:xfrm>
              <a:prstGeom prst="ellipse">
                <a:avLst/>
              </a:prstGeom>
              <a:solidFill>
                <a:schemeClr val="bg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grpSp>
          <p:nvGrpSpPr>
            <p:cNvPr id="55" name="Group 24"/>
            <p:cNvGrpSpPr>
              <a:grpSpLocks noChangeAspect="1"/>
            </p:cNvGrpSpPr>
            <p:nvPr/>
          </p:nvGrpSpPr>
          <p:grpSpPr>
            <a:xfrm>
              <a:off x="7152542" y="2112972"/>
              <a:ext cx="404336" cy="404336"/>
              <a:chOff x="6111586" y="318800"/>
              <a:chExt cx="490538" cy="490538"/>
            </a:xfrm>
            <a:solidFill>
              <a:srgbClr val="FFFFFF"/>
            </a:solidFill>
          </p:grpSpPr>
          <p:sp>
            <p:nvSpPr>
              <p:cNvPr id="56" name="Freeform 5"/>
              <p:cNvSpPr>
                <a:spLocks noEditPoints="1"/>
              </p:cNvSpPr>
              <p:nvPr/>
            </p:nvSpPr>
            <p:spPr bwMode="auto">
              <a:xfrm>
                <a:off x="6111586" y="318800"/>
                <a:ext cx="490538" cy="490538"/>
              </a:xfrm>
              <a:custGeom>
                <a:avLst/>
                <a:gdLst>
                  <a:gd name="T0" fmla="*/ 116 w 128"/>
                  <a:gd name="T1" fmla="*/ 0 h 128"/>
                  <a:gd name="T2" fmla="*/ 28 w 128"/>
                  <a:gd name="T3" fmla="*/ 0 h 128"/>
                  <a:gd name="T4" fmla="*/ 16 w 128"/>
                  <a:gd name="T5" fmla="*/ 12 h 128"/>
                  <a:gd name="T6" fmla="*/ 16 w 128"/>
                  <a:gd name="T7" fmla="*/ 20 h 128"/>
                  <a:gd name="T8" fmla="*/ 12 w 128"/>
                  <a:gd name="T9" fmla="*/ 20 h 128"/>
                  <a:gd name="T10" fmla="*/ 0 w 128"/>
                  <a:gd name="T11" fmla="*/ 32 h 128"/>
                  <a:gd name="T12" fmla="*/ 0 w 128"/>
                  <a:gd name="T13" fmla="*/ 112 h 128"/>
                  <a:gd name="T14" fmla="*/ 16 w 128"/>
                  <a:gd name="T15" fmla="*/ 128 h 128"/>
                  <a:gd name="T16" fmla="*/ 112 w 128"/>
                  <a:gd name="T17" fmla="*/ 128 h 128"/>
                  <a:gd name="T18" fmla="*/ 128 w 128"/>
                  <a:gd name="T19" fmla="*/ 112 h 128"/>
                  <a:gd name="T20" fmla="*/ 128 w 128"/>
                  <a:gd name="T21" fmla="*/ 12 h 128"/>
                  <a:gd name="T22" fmla="*/ 116 w 128"/>
                  <a:gd name="T23" fmla="*/ 0 h 128"/>
                  <a:gd name="T24" fmla="*/ 120 w 128"/>
                  <a:gd name="T25" fmla="*/ 112 h 128"/>
                  <a:gd name="T26" fmla="*/ 112 w 128"/>
                  <a:gd name="T27" fmla="*/ 120 h 128"/>
                  <a:gd name="T28" fmla="*/ 16 w 128"/>
                  <a:gd name="T29" fmla="*/ 120 h 128"/>
                  <a:gd name="T30" fmla="*/ 8 w 128"/>
                  <a:gd name="T31" fmla="*/ 112 h 128"/>
                  <a:gd name="T32" fmla="*/ 8 w 128"/>
                  <a:gd name="T33" fmla="*/ 32 h 128"/>
                  <a:gd name="T34" fmla="*/ 12 w 128"/>
                  <a:gd name="T35" fmla="*/ 28 h 128"/>
                  <a:gd name="T36" fmla="*/ 16 w 128"/>
                  <a:gd name="T37" fmla="*/ 28 h 128"/>
                  <a:gd name="T38" fmla="*/ 16 w 128"/>
                  <a:gd name="T39" fmla="*/ 108 h 128"/>
                  <a:gd name="T40" fmla="*/ 20 w 128"/>
                  <a:gd name="T41" fmla="*/ 112 h 128"/>
                  <a:gd name="T42" fmla="*/ 24 w 128"/>
                  <a:gd name="T43" fmla="*/ 108 h 128"/>
                  <a:gd name="T44" fmla="*/ 24 w 128"/>
                  <a:gd name="T45" fmla="*/ 12 h 128"/>
                  <a:gd name="T46" fmla="*/ 28 w 128"/>
                  <a:gd name="T47" fmla="*/ 8 h 128"/>
                  <a:gd name="T48" fmla="*/ 116 w 128"/>
                  <a:gd name="T49" fmla="*/ 8 h 128"/>
                  <a:gd name="T50" fmla="*/ 120 w 128"/>
                  <a:gd name="T51" fmla="*/ 12 h 128"/>
                  <a:gd name="T52" fmla="*/ 120 w 128"/>
                  <a:gd name="T53"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8" h="128">
                    <a:moveTo>
                      <a:pt x="116" y="0"/>
                    </a:moveTo>
                    <a:cubicBezTo>
                      <a:pt x="28" y="0"/>
                      <a:pt x="28" y="0"/>
                      <a:pt x="28" y="0"/>
                    </a:cubicBezTo>
                    <a:cubicBezTo>
                      <a:pt x="21" y="0"/>
                      <a:pt x="16" y="5"/>
                      <a:pt x="16" y="12"/>
                    </a:cubicBezTo>
                    <a:cubicBezTo>
                      <a:pt x="16" y="20"/>
                      <a:pt x="16" y="20"/>
                      <a:pt x="16" y="20"/>
                    </a:cubicBezTo>
                    <a:cubicBezTo>
                      <a:pt x="12" y="20"/>
                      <a:pt x="12" y="20"/>
                      <a:pt x="12" y="20"/>
                    </a:cubicBezTo>
                    <a:cubicBezTo>
                      <a:pt x="5" y="20"/>
                      <a:pt x="0" y="25"/>
                      <a:pt x="0" y="32"/>
                    </a:cubicBezTo>
                    <a:cubicBezTo>
                      <a:pt x="0" y="112"/>
                      <a:pt x="0" y="112"/>
                      <a:pt x="0" y="112"/>
                    </a:cubicBezTo>
                    <a:cubicBezTo>
                      <a:pt x="0" y="121"/>
                      <a:pt x="7" y="128"/>
                      <a:pt x="16" y="128"/>
                    </a:cubicBezTo>
                    <a:cubicBezTo>
                      <a:pt x="112" y="128"/>
                      <a:pt x="112" y="128"/>
                      <a:pt x="112" y="128"/>
                    </a:cubicBezTo>
                    <a:cubicBezTo>
                      <a:pt x="121" y="128"/>
                      <a:pt x="128" y="121"/>
                      <a:pt x="128" y="112"/>
                    </a:cubicBezTo>
                    <a:cubicBezTo>
                      <a:pt x="128" y="12"/>
                      <a:pt x="128" y="12"/>
                      <a:pt x="128" y="12"/>
                    </a:cubicBezTo>
                    <a:cubicBezTo>
                      <a:pt x="128" y="5"/>
                      <a:pt x="123" y="0"/>
                      <a:pt x="116" y="0"/>
                    </a:cubicBezTo>
                    <a:close/>
                    <a:moveTo>
                      <a:pt x="120" y="112"/>
                    </a:moveTo>
                    <a:cubicBezTo>
                      <a:pt x="120" y="116"/>
                      <a:pt x="116" y="120"/>
                      <a:pt x="112" y="120"/>
                    </a:cubicBezTo>
                    <a:cubicBezTo>
                      <a:pt x="16" y="120"/>
                      <a:pt x="16" y="120"/>
                      <a:pt x="16" y="120"/>
                    </a:cubicBezTo>
                    <a:cubicBezTo>
                      <a:pt x="12" y="120"/>
                      <a:pt x="8" y="116"/>
                      <a:pt x="8" y="112"/>
                    </a:cubicBezTo>
                    <a:cubicBezTo>
                      <a:pt x="8" y="32"/>
                      <a:pt x="8" y="32"/>
                      <a:pt x="8" y="32"/>
                    </a:cubicBezTo>
                    <a:cubicBezTo>
                      <a:pt x="8" y="30"/>
                      <a:pt x="10" y="28"/>
                      <a:pt x="12" y="28"/>
                    </a:cubicBezTo>
                    <a:cubicBezTo>
                      <a:pt x="16" y="28"/>
                      <a:pt x="16" y="28"/>
                      <a:pt x="16" y="28"/>
                    </a:cubicBezTo>
                    <a:cubicBezTo>
                      <a:pt x="16" y="108"/>
                      <a:pt x="16" y="108"/>
                      <a:pt x="16" y="108"/>
                    </a:cubicBezTo>
                    <a:cubicBezTo>
                      <a:pt x="16" y="110"/>
                      <a:pt x="18" y="112"/>
                      <a:pt x="20" y="112"/>
                    </a:cubicBezTo>
                    <a:cubicBezTo>
                      <a:pt x="22" y="112"/>
                      <a:pt x="24" y="110"/>
                      <a:pt x="24" y="108"/>
                    </a:cubicBezTo>
                    <a:cubicBezTo>
                      <a:pt x="24" y="12"/>
                      <a:pt x="24" y="12"/>
                      <a:pt x="24" y="12"/>
                    </a:cubicBezTo>
                    <a:cubicBezTo>
                      <a:pt x="24" y="10"/>
                      <a:pt x="26" y="8"/>
                      <a:pt x="28" y="8"/>
                    </a:cubicBezTo>
                    <a:cubicBezTo>
                      <a:pt x="116" y="8"/>
                      <a:pt x="116" y="8"/>
                      <a:pt x="116" y="8"/>
                    </a:cubicBezTo>
                    <a:cubicBezTo>
                      <a:pt x="118" y="8"/>
                      <a:pt x="120" y="10"/>
                      <a:pt x="120" y="12"/>
                    </a:cubicBezTo>
                    <a:lnTo>
                      <a:pt x="120" y="1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57" name="Freeform 6"/>
              <p:cNvSpPr/>
              <p:nvPr/>
            </p:nvSpPr>
            <p:spPr bwMode="auto">
              <a:xfrm>
                <a:off x="6402099" y="502950"/>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73" name="Freeform 7"/>
              <p:cNvSpPr/>
              <p:nvPr/>
            </p:nvSpPr>
            <p:spPr bwMode="auto">
              <a:xfrm>
                <a:off x="6402099" y="456912"/>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74" name="Freeform 8"/>
              <p:cNvSpPr/>
              <p:nvPr/>
            </p:nvSpPr>
            <p:spPr bwMode="auto">
              <a:xfrm>
                <a:off x="6402099" y="410875"/>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75" name="Freeform 9"/>
              <p:cNvSpPr/>
              <p:nvPr/>
            </p:nvSpPr>
            <p:spPr bwMode="auto">
              <a:xfrm>
                <a:off x="6233824" y="733137"/>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76" name="Freeform 10"/>
              <p:cNvSpPr/>
              <p:nvPr/>
            </p:nvSpPr>
            <p:spPr bwMode="auto">
              <a:xfrm>
                <a:off x="6233824" y="687100"/>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77" name="Freeform 11"/>
              <p:cNvSpPr/>
              <p:nvPr/>
            </p:nvSpPr>
            <p:spPr bwMode="auto">
              <a:xfrm>
                <a:off x="6233824" y="641062"/>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78" name="Freeform 12"/>
              <p:cNvSpPr/>
              <p:nvPr/>
            </p:nvSpPr>
            <p:spPr bwMode="auto">
              <a:xfrm>
                <a:off x="6402099" y="733137"/>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79" name="Freeform 13"/>
              <p:cNvSpPr/>
              <p:nvPr/>
            </p:nvSpPr>
            <p:spPr bwMode="auto">
              <a:xfrm>
                <a:off x="6402099" y="687100"/>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80" name="Freeform 14"/>
              <p:cNvSpPr/>
              <p:nvPr/>
            </p:nvSpPr>
            <p:spPr bwMode="auto">
              <a:xfrm>
                <a:off x="6402099" y="641062"/>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81" name="Freeform 15"/>
              <p:cNvSpPr/>
              <p:nvPr/>
            </p:nvSpPr>
            <p:spPr bwMode="auto">
              <a:xfrm>
                <a:off x="6233824" y="548987"/>
                <a:ext cx="306388" cy="14288"/>
              </a:xfrm>
              <a:custGeom>
                <a:avLst/>
                <a:gdLst>
                  <a:gd name="T0" fmla="*/ 78 w 80"/>
                  <a:gd name="T1" fmla="*/ 0 h 4"/>
                  <a:gd name="T2" fmla="*/ 2 w 80"/>
                  <a:gd name="T3" fmla="*/ 0 h 4"/>
                  <a:gd name="T4" fmla="*/ 0 w 80"/>
                  <a:gd name="T5" fmla="*/ 2 h 4"/>
                  <a:gd name="T6" fmla="*/ 2 w 80"/>
                  <a:gd name="T7" fmla="*/ 4 h 4"/>
                  <a:gd name="T8" fmla="*/ 78 w 80"/>
                  <a:gd name="T9" fmla="*/ 4 h 4"/>
                  <a:gd name="T10" fmla="*/ 80 w 80"/>
                  <a:gd name="T11" fmla="*/ 2 h 4"/>
                  <a:gd name="T12" fmla="*/ 78 w 8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0" h="4">
                    <a:moveTo>
                      <a:pt x="78" y="0"/>
                    </a:moveTo>
                    <a:cubicBezTo>
                      <a:pt x="2" y="0"/>
                      <a:pt x="2" y="0"/>
                      <a:pt x="2" y="0"/>
                    </a:cubicBezTo>
                    <a:cubicBezTo>
                      <a:pt x="1" y="0"/>
                      <a:pt x="0" y="1"/>
                      <a:pt x="0" y="2"/>
                    </a:cubicBezTo>
                    <a:cubicBezTo>
                      <a:pt x="0" y="3"/>
                      <a:pt x="1" y="4"/>
                      <a:pt x="2" y="4"/>
                    </a:cubicBezTo>
                    <a:cubicBezTo>
                      <a:pt x="78" y="4"/>
                      <a:pt x="78" y="4"/>
                      <a:pt x="78" y="4"/>
                    </a:cubicBezTo>
                    <a:cubicBezTo>
                      <a:pt x="79" y="4"/>
                      <a:pt x="80" y="3"/>
                      <a:pt x="80" y="2"/>
                    </a:cubicBezTo>
                    <a:cubicBezTo>
                      <a:pt x="80" y="1"/>
                      <a:pt x="79" y="0"/>
                      <a:pt x="7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82" name="Freeform 16"/>
              <p:cNvSpPr/>
              <p:nvPr/>
            </p:nvSpPr>
            <p:spPr bwMode="auto">
              <a:xfrm>
                <a:off x="6233824" y="595025"/>
                <a:ext cx="306388" cy="14288"/>
              </a:xfrm>
              <a:custGeom>
                <a:avLst/>
                <a:gdLst>
                  <a:gd name="T0" fmla="*/ 78 w 80"/>
                  <a:gd name="T1" fmla="*/ 0 h 4"/>
                  <a:gd name="T2" fmla="*/ 2 w 80"/>
                  <a:gd name="T3" fmla="*/ 0 h 4"/>
                  <a:gd name="T4" fmla="*/ 0 w 80"/>
                  <a:gd name="T5" fmla="*/ 2 h 4"/>
                  <a:gd name="T6" fmla="*/ 2 w 80"/>
                  <a:gd name="T7" fmla="*/ 4 h 4"/>
                  <a:gd name="T8" fmla="*/ 78 w 80"/>
                  <a:gd name="T9" fmla="*/ 4 h 4"/>
                  <a:gd name="T10" fmla="*/ 80 w 80"/>
                  <a:gd name="T11" fmla="*/ 2 h 4"/>
                  <a:gd name="T12" fmla="*/ 78 w 8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0" h="4">
                    <a:moveTo>
                      <a:pt x="78" y="0"/>
                    </a:moveTo>
                    <a:cubicBezTo>
                      <a:pt x="2" y="0"/>
                      <a:pt x="2" y="0"/>
                      <a:pt x="2" y="0"/>
                    </a:cubicBezTo>
                    <a:cubicBezTo>
                      <a:pt x="1" y="0"/>
                      <a:pt x="0" y="1"/>
                      <a:pt x="0" y="2"/>
                    </a:cubicBezTo>
                    <a:cubicBezTo>
                      <a:pt x="0" y="3"/>
                      <a:pt x="1" y="4"/>
                      <a:pt x="2" y="4"/>
                    </a:cubicBezTo>
                    <a:cubicBezTo>
                      <a:pt x="78" y="4"/>
                      <a:pt x="78" y="4"/>
                      <a:pt x="78" y="4"/>
                    </a:cubicBezTo>
                    <a:cubicBezTo>
                      <a:pt x="79" y="4"/>
                      <a:pt x="80" y="3"/>
                      <a:pt x="80" y="2"/>
                    </a:cubicBezTo>
                    <a:cubicBezTo>
                      <a:pt x="80" y="1"/>
                      <a:pt x="79" y="0"/>
                      <a:pt x="7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83" name="Freeform 17"/>
              <p:cNvSpPr>
                <a:spLocks noEditPoints="1"/>
              </p:cNvSpPr>
              <p:nvPr/>
            </p:nvSpPr>
            <p:spPr bwMode="auto">
              <a:xfrm>
                <a:off x="6233824" y="379125"/>
                <a:ext cx="138113" cy="138113"/>
              </a:xfrm>
              <a:custGeom>
                <a:avLst/>
                <a:gdLst>
                  <a:gd name="T0" fmla="*/ 4 w 36"/>
                  <a:gd name="T1" fmla="*/ 36 h 36"/>
                  <a:gd name="T2" fmla="*/ 32 w 36"/>
                  <a:gd name="T3" fmla="*/ 36 h 36"/>
                  <a:gd name="T4" fmla="*/ 36 w 36"/>
                  <a:gd name="T5" fmla="*/ 32 h 36"/>
                  <a:gd name="T6" fmla="*/ 36 w 36"/>
                  <a:gd name="T7" fmla="*/ 4 h 36"/>
                  <a:gd name="T8" fmla="*/ 32 w 36"/>
                  <a:gd name="T9" fmla="*/ 0 h 36"/>
                  <a:gd name="T10" fmla="*/ 4 w 36"/>
                  <a:gd name="T11" fmla="*/ 0 h 36"/>
                  <a:gd name="T12" fmla="*/ 0 w 36"/>
                  <a:gd name="T13" fmla="*/ 4 h 36"/>
                  <a:gd name="T14" fmla="*/ 0 w 36"/>
                  <a:gd name="T15" fmla="*/ 32 h 36"/>
                  <a:gd name="T16" fmla="*/ 4 w 36"/>
                  <a:gd name="T17" fmla="*/ 36 h 36"/>
                  <a:gd name="T18" fmla="*/ 8 w 36"/>
                  <a:gd name="T19" fmla="*/ 8 h 36"/>
                  <a:gd name="T20" fmla="*/ 28 w 36"/>
                  <a:gd name="T21" fmla="*/ 8 h 36"/>
                  <a:gd name="T22" fmla="*/ 28 w 36"/>
                  <a:gd name="T23" fmla="*/ 28 h 36"/>
                  <a:gd name="T24" fmla="*/ 8 w 36"/>
                  <a:gd name="T25" fmla="*/ 28 h 36"/>
                  <a:gd name="T26" fmla="*/ 8 w 36"/>
                  <a:gd name="T27" fmla="*/ 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36">
                    <a:moveTo>
                      <a:pt x="4" y="36"/>
                    </a:moveTo>
                    <a:cubicBezTo>
                      <a:pt x="32" y="36"/>
                      <a:pt x="32" y="36"/>
                      <a:pt x="32" y="36"/>
                    </a:cubicBezTo>
                    <a:cubicBezTo>
                      <a:pt x="34" y="36"/>
                      <a:pt x="36" y="34"/>
                      <a:pt x="36" y="32"/>
                    </a:cubicBezTo>
                    <a:cubicBezTo>
                      <a:pt x="36" y="4"/>
                      <a:pt x="36" y="4"/>
                      <a:pt x="36" y="4"/>
                    </a:cubicBezTo>
                    <a:cubicBezTo>
                      <a:pt x="36" y="2"/>
                      <a:pt x="34" y="0"/>
                      <a:pt x="32" y="0"/>
                    </a:cubicBezTo>
                    <a:cubicBezTo>
                      <a:pt x="4" y="0"/>
                      <a:pt x="4" y="0"/>
                      <a:pt x="4" y="0"/>
                    </a:cubicBezTo>
                    <a:cubicBezTo>
                      <a:pt x="2" y="0"/>
                      <a:pt x="0" y="2"/>
                      <a:pt x="0" y="4"/>
                    </a:cubicBezTo>
                    <a:cubicBezTo>
                      <a:pt x="0" y="32"/>
                      <a:pt x="0" y="32"/>
                      <a:pt x="0" y="32"/>
                    </a:cubicBezTo>
                    <a:cubicBezTo>
                      <a:pt x="0" y="34"/>
                      <a:pt x="2" y="36"/>
                      <a:pt x="4" y="36"/>
                    </a:cubicBezTo>
                    <a:close/>
                    <a:moveTo>
                      <a:pt x="8" y="8"/>
                    </a:moveTo>
                    <a:cubicBezTo>
                      <a:pt x="28" y="8"/>
                      <a:pt x="28" y="8"/>
                      <a:pt x="28" y="8"/>
                    </a:cubicBezTo>
                    <a:cubicBezTo>
                      <a:pt x="28" y="28"/>
                      <a:pt x="28" y="28"/>
                      <a:pt x="28" y="28"/>
                    </a:cubicBezTo>
                    <a:cubicBezTo>
                      <a:pt x="8" y="28"/>
                      <a:pt x="8" y="28"/>
                      <a:pt x="8" y="28"/>
                    </a:cubicBezTo>
                    <a:lnTo>
                      <a:pt x="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grpSp>
      </p:grpSp>
      <p:grpSp>
        <p:nvGrpSpPr>
          <p:cNvPr id="88" name="组合 87"/>
          <p:cNvGrpSpPr/>
          <p:nvPr/>
        </p:nvGrpSpPr>
        <p:grpSpPr>
          <a:xfrm>
            <a:off x="9125666" y="4155995"/>
            <a:ext cx="1251019" cy="1253549"/>
            <a:chOff x="9213965" y="4016294"/>
            <a:chExt cx="1251019" cy="1253549"/>
          </a:xfrm>
        </p:grpSpPr>
        <p:grpSp>
          <p:nvGrpSpPr>
            <p:cNvPr id="89" name="Group 48"/>
            <p:cNvGrpSpPr/>
            <p:nvPr/>
          </p:nvGrpSpPr>
          <p:grpSpPr>
            <a:xfrm>
              <a:off x="9213965" y="4016294"/>
              <a:ext cx="1251019" cy="1253549"/>
              <a:chOff x="3692576" y="1742634"/>
              <a:chExt cx="2790379" cy="2796023"/>
            </a:xfrm>
          </p:grpSpPr>
          <p:grpSp>
            <p:nvGrpSpPr>
              <p:cNvPr id="95" name="组合 79"/>
              <p:cNvGrpSpPr/>
              <p:nvPr/>
            </p:nvGrpSpPr>
            <p:grpSpPr bwMode="auto">
              <a:xfrm>
                <a:off x="3692576" y="1742634"/>
                <a:ext cx="2790379" cy="2796023"/>
                <a:chOff x="6379729" y="2488774"/>
                <a:chExt cx="2513016" cy="2513016"/>
              </a:xfrm>
            </p:grpSpPr>
            <p:sp>
              <p:nvSpPr>
                <p:cNvPr id="97"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1865" kern="0">
                    <a:solidFill>
                      <a:srgbClr val="FFFFFF"/>
                    </a:solidFill>
                    <a:ea typeface="宋体" panose="02010600030101010101" pitchFamily="2" charset="-122"/>
                  </a:endParaRPr>
                </a:p>
              </p:txBody>
            </p:sp>
            <p:sp>
              <p:nvSpPr>
                <p:cNvPr id="98"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sp>
            <p:nvSpPr>
              <p:cNvPr id="96" name="椭圆 80"/>
              <p:cNvSpPr/>
              <p:nvPr/>
            </p:nvSpPr>
            <p:spPr bwMode="auto">
              <a:xfrm>
                <a:off x="4101618" y="2137562"/>
                <a:ext cx="2016471" cy="2020558"/>
              </a:xfrm>
              <a:prstGeom prst="ellipse">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grpSp>
          <p:nvGrpSpPr>
            <p:cNvPr id="90" name="Group 132"/>
            <p:cNvGrpSpPr>
              <a:grpSpLocks noChangeAspect="1"/>
            </p:cNvGrpSpPr>
            <p:nvPr/>
          </p:nvGrpSpPr>
          <p:grpSpPr>
            <a:xfrm>
              <a:off x="9613622" y="4409789"/>
              <a:ext cx="471510" cy="461033"/>
              <a:chOff x="-6349" y="-1587"/>
              <a:chExt cx="500062" cy="488950"/>
            </a:xfrm>
            <a:solidFill>
              <a:srgbClr val="FFFFFF"/>
            </a:solidFill>
          </p:grpSpPr>
          <p:sp>
            <p:nvSpPr>
              <p:cNvPr id="91" name="Freeform 17"/>
              <p:cNvSpPr>
                <a:spLocks noEditPoints="1"/>
              </p:cNvSpPr>
              <p:nvPr/>
            </p:nvSpPr>
            <p:spPr bwMode="auto">
              <a:xfrm>
                <a:off x="-6349" y="-1587"/>
                <a:ext cx="500062" cy="488950"/>
              </a:xfrm>
              <a:custGeom>
                <a:avLst/>
                <a:gdLst>
                  <a:gd name="T0" fmla="*/ 127 w 130"/>
                  <a:gd name="T1" fmla="*/ 42 h 128"/>
                  <a:gd name="T2" fmla="*/ 87 w 130"/>
                  <a:gd name="T3" fmla="*/ 2 h 128"/>
                  <a:gd name="T4" fmla="*/ 79 w 130"/>
                  <a:gd name="T5" fmla="*/ 0 h 128"/>
                  <a:gd name="T6" fmla="*/ 75 w 130"/>
                  <a:gd name="T7" fmla="*/ 2 h 128"/>
                  <a:gd name="T8" fmla="*/ 73 w 130"/>
                  <a:gd name="T9" fmla="*/ 6 h 128"/>
                  <a:gd name="T10" fmla="*/ 64 w 130"/>
                  <a:gd name="T11" fmla="*/ 21 h 128"/>
                  <a:gd name="T12" fmla="*/ 41 w 130"/>
                  <a:gd name="T13" fmla="*/ 37 h 128"/>
                  <a:gd name="T14" fmla="*/ 15 w 130"/>
                  <a:gd name="T15" fmla="*/ 55 h 128"/>
                  <a:gd name="T16" fmla="*/ 1 w 130"/>
                  <a:gd name="T17" fmla="*/ 78 h 128"/>
                  <a:gd name="T18" fmla="*/ 3 w 130"/>
                  <a:gd name="T19" fmla="*/ 86 h 128"/>
                  <a:gd name="T20" fmla="*/ 43 w 130"/>
                  <a:gd name="T21" fmla="*/ 126 h 128"/>
                  <a:gd name="T22" fmla="*/ 51 w 130"/>
                  <a:gd name="T23" fmla="*/ 128 h 128"/>
                  <a:gd name="T24" fmla="*/ 55 w 130"/>
                  <a:gd name="T25" fmla="*/ 126 h 128"/>
                  <a:gd name="T26" fmla="*/ 57 w 130"/>
                  <a:gd name="T27" fmla="*/ 122 h 128"/>
                  <a:gd name="T28" fmla="*/ 66 w 130"/>
                  <a:gd name="T29" fmla="*/ 107 h 128"/>
                  <a:gd name="T30" fmla="*/ 89 w 130"/>
                  <a:gd name="T31" fmla="*/ 91 h 128"/>
                  <a:gd name="T32" fmla="*/ 115 w 130"/>
                  <a:gd name="T33" fmla="*/ 73 h 128"/>
                  <a:gd name="T34" fmla="*/ 129 w 130"/>
                  <a:gd name="T35" fmla="*/ 50 h 128"/>
                  <a:gd name="T36" fmla="*/ 127 w 130"/>
                  <a:gd name="T37" fmla="*/ 42 h 128"/>
                  <a:gd name="T38" fmla="*/ 49 w 130"/>
                  <a:gd name="T39" fmla="*/ 120 h 128"/>
                  <a:gd name="T40" fmla="*/ 9 w 130"/>
                  <a:gd name="T41" fmla="*/ 80 h 128"/>
                  <a:gd name="T42" fmla="*/ 81 w 130"/>
                  <a:gd name="T43" fmla="*/ 8 h 128"/>
                  <a:gd name="T44" fmla="*/ 121 w 130"/>
                  <a:gd name="T45" fmla="*/ 48 h 128"/>
                  <a:gd name="T46" fmla="*/ 49 w 130"/>
                  <a:gd name="T47"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128">
                    <a:moveTo>
                      <a:pt x="127" y="42"/>
                    </a:moveTo>
                    <a:cubicBezTo>
                      <a:pt x="87" y="2"/>
                      <a:pt x="87" y="2"/>
                      <a:pt x="87" y="2"/>
                    </a:cubicBezTo>
                    <a:cubicBezTo>
                      <a:pt x="85" y="0"/>
                      <a:pt x="82" y="0"/>
                      <a:pt x="79" y="0"/>
                    </a:cubicBezTo>
                    <a:cubicBezTo>
                      <a:pt x="78" y="1"/>
                      <a:pt x="76" y="1"/>
                      <a:pt x="75" y="2"/>
                    </a:cubicBezTo>
                    <a:cubicBezTo>
                      <a:pt x="74" y="3"/>
                      <a:pt x="74" y="4"/>
                      <a:pt x="73" y="6"/>
                    </a:cubicBezTo>
                    <a:cubicBezTo>
                      <a:pt x="72" y="12"/>
                      <a:pt x="68" y="17"/>
                      <a:pt x="64" y="21"/>
                    </a:cubicBezTo>
                    <a:cubicBezTo>
                      <a:pt x="58" y="27"/>
                      <a:pt x="50" y="32"/>
                      <a:pt x="41" y="37"/>
                    </a:cubicBezTo>
                    <a:cubicBezTo>
                      <a:pt x="32" y="42"/>
                      <a:pt x="23" y="48"/>
                      <a:pt x="15" y="55"/>
                    </a:cubicBezTo>
                    <a:cubicBezTo>
                      <a:pt x="8" y="62"/>
                      <a:pt x="4" y="69"/>
                      <a:pt x="1" y="78"/>
                    </a:cubicBezTo>
                    <a:cubicBezTo>
                      <a:pt x="0" y="80"/>
                      <a:pt x="1" y="84"/>
                      <a:pt x="3" y="86"/>
                    </a:cubicBezTo>
                    <a:cubicBezTo>
                      <a:pt x="43" y="126"/>
                      <a:pt x="43" y="126"/>
                      <a:pt x="43" y="126"/>
                    </a:cubicBezTo>
                    <a:cubicBezTo>
                      <a:pt x="45" y="128"/>
                      <a:pt x="48" y="128"/>
                      <a:pt x="51" y="128"/>
                    </a:cubicBezTo>
                    <a:cubicBezTo>
                      <a:pt x="52" y="127"/>
                      <a:pt x="54" y="127"/>
                      <a:pt x="55" y="126"/>
                    </a:cubicBezTo>
                    <a:cubicBezTo>
                      <a:pt x="56" y="125"/>
                      <a:pt x="56" y="124"/>
                      <a:pt x="57" y="122"/>
                    </a:cubicBezTo>
                    <a:cubicBezTo>
                      <a:pt x="58" y="116"/>
                      <a:pt x="62" y="111"/>
                      <a:pt x="66" y="107"/>
                    </a:cubicBezTo>
                    <a:cubicBezTo>
                      <a:pt x="72" y="101"/>
                      <a:pt x="80" y="96"/>
                      <a:pt x="89" y="91"/>
                    </a:cubicBezTo>
                    <a:cubicBezTo>
                      <a:pt x="98" y="86"/>
                      <a:pt x="107" y="80"/>
                      <a:pt x="115" y="73"/>
                    </a:cubicBezTo>
                    <a:cubicBezTo>
                      <a:pt x="122" y="66"/>
                      <a:pt x="126" y="59"/>
                      <a:pt x="129" y="50"/>
                    </a:cubicBezTo>
                    <a:cubicBezTo>
                      <a:pt x="130" y="48"/>
                      <a:pt x="129" y="44"/>
                      <a:pt x="127" y="42"/>
                    </a:cubicBezTo>
                    <a:close/>
                    <a:moveTo>
                      <a:pt x="49" y="120"/>
                    </a:moveTo>
                    <a:cubicBezTo>
                      <a:pt x="36" y="107"/>
                      <a:pt x="22" y="93"/>
                      <a:pt x="9" y="80"/>
                    </a:cubicBezTo>
                    <a:cubicBezTo>
                      <a:pt x="20" y="43"/>
                      <a:pt x="70" y="45"/>
                      <a:pt x="81" y="8"/>
                    </a:cubicBezTo>
                    <a:cubicBezTo>
                      <a:pt x="94" y="21"/>
                      <a:pt x="108" y="35"/>
                      <a:pt x="121" y="48"/>
                    </a:cubicBezTo>
                    <a:cubicBezTo>
                      <a:pt x="110" y="85"/>
                      <a:pt x="60" y="83"/>
                      <a:pt x="49"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92" name="Freeform 18"/>
              <p:cNvSpPr>
                <a:spLocks noEditPoints="1"/>
              </p:cNvSpPr>
              <p:nvPr/>
            </p:nvSpPr>
            <p:spPr bwMode="auto">
              <a:xfrm>
                <a:off x="174625" y="169863"/>
                <a:ext cx="134937" cy="138113"/>
              </a:xfrm>
              <a:custGeom>
                <a:avLst/>
                <a:gdLst>
                  <a:gd name="T0" fmla="*/ 28 w 35"/>
                  <a:gd name="T1" fmla="*/ 12 h 36"/>
                  <a:gd name="T2" fmla="*/ 20 w 35"/>
                  <a:gd name="T3" fmla="*/ 13 h 36"/>
                  <a:gd name="T4" fmla="*/ 10 w 35"/>
                  <a:gd name="T5" fmla="*/ 7 h 36"/>
                  <a:gd name="T6" fmla="*/ 15 w 35"/>
                  <a:gd name="T7" fmla="*/ 6 h 36"/>
                  <a:gd name="T8" fmla="*/ 19 w 35"/>
                  <a:gd name="T9" fmla="*/ 6 h 36"/>
                  <a:gd name="T10" fmla="*/ 20 w 35"/>
                  <a:gd name="T11" fmla="*/ 2 h 36"/>
                  <a:gd name="T12" fmla="*/ 13 w 35"/>
                  <a:gd name="T13" fmla="*/ 1 h 36"/>
                  <a:gd name="T14" fmla="*/ 6 w 35"/>
                  <a:gd name="T15" fmla="*/ 4 h 36"/>
                  <a:gd name="T16" fmla="*/ 5 w 35"/>
                  <a:gd name="T17" fmla="*/ 3 h 36"/>
                  <a:gd name="T18" fmla="*/ 3 w 35"/>
                  <a:gd name="T19" fmla="*/ 5 h 36"/>
                  <a:gd name="T20" fmla="*/ 4 w 35"/>
                  <a:gd name="T21" fmla="*/ 6 h 36"/>
                  <a:gd name="T22" fmla="*/ 1 w 35"/>
                  <a:gd name="T23" fmla="*/ 15 h 36"/>
                  <a:gd name="T24" fmla="*/ 3 w 35"/>
                  <a:gd name="T25" fmla="*/ 22 h 36"/>
                  <a:gd name="T26" fmla="*/ 18 w 35"/>
                  <a:gd name="T27" fmla="*/ 21 h 36"/>
                  <a:gd name="T28" fmla="*/ 23 w 35"/>
                  <a:gd name="T29" fmla="*/ 31 h 36"/>
                  <a:gd name="T30" fmla="*/ 19 w 35"/>
                  <a:gd name="T31" fmla="*/ 30 h 36"/>
                  <a:gd name="T32" fmla="*/ 16 w 35"/>
                  <a:gd name="T33" fmla="*/ 28 h 36"/>
                  <a:gd name="T34" fmla="*/ 13 w 35"/>
                  <a:gd name="T35" fmla="*/ 31 h 36"/>
                  <a:gd name="T36" fmla="*/ 17 w 35"/>
                  <a:gd name="T37" fmla="*/ 35 h 36"/>
                  <a:gd name="T38" fmla="*/ 25 w 35"/>
                  <a:gd name="T39" fmla="*/ 36 h 36"/>
                  <a:gd name="T40" fmla="*/ 31 w 35"/>
                  <a:gd name="T41" fmla="*/ 35 h 36"/>
                  <a:gd name="T42" fmla="*/ 33 w 35"/>
                  <a:gd name="T43" fmla="*/ 34 h 36"/>
                  <a:gd name="T44" fmla="*/ 33 w 35"/>
                  <a:gd name="T45" fmla="*/ 32 h 36"/>
                  <a:gd name="T46" fmla="*/ 34 w 35"/>
                  <a:gd name="T47" fmla="*/ 26 h 36"/>
                  <a:gd name="T48" fmla="*/ 35 w 35"/>
                  <a:gd name="T49" fmla="*/ 18 h 36"/>
                  <a:gd name="T50" fmla="*/ 10 w 35"/>
                  <a:gd name="T51" fmla="*/ 17 h 36"/>
                  <a:gd name="T52" fmla="*/ 6 w 35"/>
                  <a:gd name="T53" fmla="*/ 15 h 36"/>
                  <a:gd name="T54" fmla="*/ 7 w 35"/>
                  <a:gd name="T55" fmla="*/ 11 h 36"/>
                  <a:gd name="T56" fmla="*/ 14 w 35"/>
                  <a:gd name="T57" fmla="*/ 16 h 36"/>
                  <a:gd name="T58" fmla="*/ 29 w 35"/>
                  <a:gd name="T59" fmla="*/ 25 h 36"/>
                  <a:gd name="T60" fmla="*/ 21 w 35"/>
                  <a:gd name="T61" fmla="*/ 20 h 36"/>
                  <a:gd name="T62" fmla="*/ 25 w 35"/>
                  <a:gd name="T63" fmla="*/ 18 h 36"/>
                  <a:gd name="T64" fmla="*/ 28 w 35"/>
                  <a:gd name="T65" fmla="*/ 20 h 36"/>
                  <a:gd name="T66" fmla="*/ 29 w 35"/>
                  <a:gd name="T67"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36">
                    <a:moveTo>
                      <a:pt x="32" y="15"/>
                    </a:moveTo>
                    <a:cubicBezTo>
                      <a:pt x="31" y="14"/>
                      <a:pt x="30" y="13"/>
                      <a:pt x="28" y="12"/>
                    </a:cubicBezTo>
                    <a:cubicBezTo>
                      <a:pt x="27" y="12"/>
                      <a:pt x="26" y="12"/>
                      <a:pt x="24" y="12"/>
                    </a:cubicBezTo>
                    <a:cubicBezTo>
                      <a:pt x="23" y="12"/>
                      <a:pt x="22" y="12"/>
                      <a:pt x="20" y="13"/>
                    </a:cubicBezTo>
                    <a:cubicBezTo>
                      <a:pt x="19" y="13"/>
                      <a:pt x="18" y="14"/>
                      <a:pt x="16" y="15"/>
                    </a:cubicBezTo>
                    <a:cubicBezTo>
                      <a:pt x="14" y="12"/>
                      <a:pt x="12" y="10"/>
                      <a:pt x="10" y="7"/>
                    </a:cubicBezTo>
                    <a:cubicBezTo>
                      <a:pt x="11" y="7"/>
                      <a:pt x="12" y="6"/>
                      <a:pt x="13" y="6"/>
                    </a:cubicBezTo>
                    <a:cubicBezTo>
                      <a:pt x="14" y="6"/>
                      <a:pt x="14" y="6"/>
                      <a:pt x="15" y="6"/>
                    </a:cubicBezTo>
                    <a:cubicBezTo>
                      <a:pt x="16" y="7"/>
                      <a:pt x="17" y="7"/>
                      <a:pt x="18" y="7"/>
                    </a:cubicBezTo>
                    <a:cubicBezTo>
                      <a:pt x="18" y="7"/>
                      <a:pt x="19" y="7"/>
                      <a:pt x="19" y="6"/>
                    </a:cubicBezTo>
                    <a:cubicBezTo>
                      <a:pt x="20" y="6"/>
                      <a:pt x="20" y="5"/>
                      <a:pt x="20" y="5"/>
                    </a:cubicBezTo>
                    <a:cubicBezTo>
                      <a:pt x="20" y="4"/>
                      <a:pt x="20" y="3"/>
                      <a:pt x="20" y="2"/>
                    </a:cubicBezTo>
                    <a:cubicBezTo>
                      <a:pt x="19" y="1"/>
                      <a:pt x="18" y="1"/>
                      <a:pt x="16" y="0"/>
                    </a:cubicBezTo>
                    <a:cubicBezTo>
                      <a:pt x="15" y="0"/>
                      <a:pt x="14" y="0"/>
                      <a:pt x="13" y="1"/>
                    </a:cubicBezTo>
                    <a:cubicBezTo>
                      <a:pt x="11" y="1"/>
                      <a:pt x="10" y="1"/>
                      <a:pt x="9" y="2"/>
                    </a:cubicBezTo>
                    <a:cubicBezTo>
                      <a:pt x="8" y="3"/>
                      <a:pt x="7" y="3"/>
                      <a:pt x="6" y="4"/>
                    </a:cubicBezTo>
                    <a:cubicBezTo>
                      <a:pt x="6" y="4"/>
                      <a:pt x="6" y="3"/>
                      <a:pt x="6" y="3"/>
                    </a:cubicBezTo>
                    <a:cubicBezTo>
                      <a:pt x="5" y="3"/>
                      <a:pt x="5" y="3"/>
                      <a:pt x="5" y="3"/>
                    </a:cubicBezTo>
                    <a:cubicBezTo>
                      <a:pt x="4" y="3"/>
                      <a:pt x="4" y="3"/>
                      <a:pt x="3" y="3"/>
                    </a:cubicBezTo>
                    <a:cubicBezTo>
                      <a:pt x="3" y="4"/>
                      <a:pt x="3" y="4"/>
                      <a:pt x="3" y="5"/>
                    </a:cubicBezTo>
                    <a:cubicBezTo>
                      <a:pt x="3" y="5"/>
                      <a:pt x="3" y="5"/>
                      <a:pt x="4" y="6"/>
                    </a:cubicBezTo>
                    <a:cubicBezTo>
                      <a:pt x="4" y="6"/>
                      <a:pt x="4" y="6"/>
                      <a:pt x="4" y="6"/>
                    </a:cubicBezTo>
                    <a:cubicBezTo>
                      <a:pt x="3" y="7"/>
                      <a:pt x="2" y="9"/>
                      <a:pt x="2" y="10"/>
                    </a:cubicBezTo>
                    <a:cubicBezTo>
                      <a:pt x="1" y="12"/>
                      <a:pt x="1" y="13"/>
                      <a:pt x="1" y="15"/>
                    </a:cubicBezTo>
                    <a:cubicBezTo>
                      <a:pt x="0" y="16"/>
                      <a:pt x="1" y="17"/>
                      <a:pt x="1" y="18"/>
                    </a:cubicBezTo>
                    <a:cubicBezTo>
                      <a:pt x="1" y="20"/>
                      <a:pt x="2" y="21"/>
                      <a:pt x="3" y="22"/>
                    </a:cubicBezTo>
                    <a:cubicBezTo>
                      <a:pt x="5" y="23"/>
                      <a:pt x="8" y="24"/>
                      <a:pt x="10" y="24"/>
                    </a:cubicBezTo>
                    <a:cubicBezTo>
                      <a:pt x="13" y="23"/>
                      <a:pt x="15" y="23"/>
                      <a:pt x="18" y="21"/>
                    </a:cubicBezTo>
                    <a:cubicBezTo>
                      <a:pt x="21" y="24"/>
                      <a:pt x="23" y="27"/>
                      <a:pt x="25" y="29"/>
                    </a:cubicBezTo>
                    <a:cubicBezTo>
                      <a:pt x="24" y="30"/>
                      <a:pt x="24" y="30"/>
                      <a:pt x="23" y="31"/>
                    </a:cubicBezTo>
                    <a:cubicBezTo>
                      <a:pt x="22" y="31"/>
                      <a:pt x="21" y="31"/>
                      <a:pt x="21" y="31"/>
                    </a:cubicBezTo>
                    <a:cubicBezTo>
                      <a:pt x="20" y="30"/>
                      <a:pt x="20" y="30"/>
                      <a:pt x="19" y="30"/>
                    </a:cubicBezTo>
                    <a:cubicBezTo>
                      <a:pt x="18" y="29"/>
                      <a:pt x="18" y="29"/>
                      <a:pt x="17" y="29"/>
                    </a:cubicBezTo>
                    <a:cubicBezTo>
                      <a:pt x="17" y="28"/>
                      <a:pt x="16" y="28"/>
                      <a:pt x="16" y="28"/>
                    </a:cubicBezTo>
                    <a:cubicBezTo>
                      <a:pt x="15" y="28"/>
                      <a:pt x="15" y="29"/>
                      <a:pt x="14" y="29"/>
                    </a:cubicBezTo>
                    <a:cubicBezTo>
                      <a:pt x="13" y="30"/>
                      <a:pt x="13" y="30"/>
                      <a:pt x="13" y="31"/>
                    </a:cubicBezTo>
                    <a:cubicBezTo>
                      <a:pt x="13" y="32"/>
                      <a:pt x="13" y="33"/>
                      <a:pt x="14" y="33"/>
                    </a:cubicBezTo>
                    <a:cubicBezTo>
                      <a:pt x="15" y="34"/>
                      <a:pt x="16" y="35"/>
                      <a:pt x="17" y="35"/>
                    </a:cubicBezTo>
                    <a:cubicBezTo>
                      <a:pt x="18" y="36"/>
                      <a:pt x="19" y="36"/>
                      <a:pt x="20" y="36"/>
                    </a:cubicBezTo>
                    <a:cubicBezTo>
                      <a:pt x="22" y="36"/>
                      <a:pt x="23" y="36"/>
                      <a:pt x="25" y="36"/>
                    </a:cubicBezTo>
                    <a:cubicBezTo>
                      <a:pt x="26" y="35"/>
                      <a:pt x="27" y="34"/>
                      <a:pt x="29" y="33"/>
                    </a:cubicBezTo>
                    <a:cubicBezTo>
                      <a:pt x="30" y="33"/>
                      <a:pt x="30" y="34"/>
                      <a:pt x="31" y="35"/>
                    </a:cubicBezTo>
                    <a:cubicBezTo>
                      <a:pt x="31" y="35"/>
                      <a:pt x="32" y="35"/>
                      <a:pt x="32" y="35"/>
                    </a:cubicBezTo>
                    <a:cubicBezTo>
                      <a:pt x="33" y="35"/>
                      <a:pt x="33" y="35"/>
                      <a:pt x="33" y="34"/>
                    </a:cubicBezTo>
                    <a:cubicBezTo>
                      <a:pt x="33" y="34"/>
                      <a:pt x="34" y="34"/>
                      <a:pt x="34" y="33"/>
                    </a:cubicBezTo>
                    <a:cubicBezTo>
                      <a:pt x="34" y="33"/>
                      <a:pt x="33" y="32"/>
                      <a:pt x="33" y="32"/>
                    </a:cubicBezTo>
                    <a:cubicBezTo>
                      <a:pt x="32" y="32"/>
                      <a:pt x="32" y="31"/>
                      <a:pt x="31" y="30"/>
                    </a:cubicBezTo>
                    <a:cubicBezTo>
                      <a:pt x="32" y="29"/>
                      <a:pt x="33" y="27"/>
                      <a:pt x="34" y="26"/>
                    </a:cubicBezTo>
                    <a:cubicBezTo>
                      <a:pt x="35" y="24"/>
                      <a:pt x="35" y="23"/>
                      <a:pt x="35" y="21"/>
                    </a:cubicBezTo>
                    <a:cubicBezTo>
                      <a:pt x="35" y="20"/>
                      <a:pt x="35" y="19"/>
                      <a:pt x="35" y="18"/>
                    </a:cubicBezTo>
                    <a:cubicBezTo>
                      <a:pt x="34" y="17"/>
                      <a:pt x="33" y="16"/>
                      <a:pt x="32" y="15"/>
                    </a:cubicBezTo>
                    <a:close/>
                    <a:moveTo>
                      <a:pt x="10" y="17"/>
                    </a:moveTo>
                    <a:cubicBezTo>
                      <a:pt x="9" y="17"/>
                      <a:pt x="8" y="17"/>
                      <a:pt x="7" y="16"/>
                    </a:cubicBezTo>
                    <a:cubicBezTo>
                      <a:pt x="7" y="16"/>
                      <a:pt x="6" y="15"/>
                      <a:pt x="6" y="15"/>
                    </a:cubicBezTo>
                    <a:cubicBezTo>
                      <a:pt x="6" y="14"/>
                      <a:pt x="6" y="14"/>
                      <a:pt x="6" y="13"/>
                    </a:cubicBezTo>
                    <a:cubicBezTo>
                      <a:pt x="6" y="13"/>
                      <a:pt x="6" y="12"/>
                      <a:pt x="7" y="11"/>
                    </a:cubicBezTo>
                    <a:cubicBezTo>
                      <a:pt x="7" y="11"/>
                      <a:pt x="7" y="10"/>
                      <a:pt x="8" y="9"/>
                    </a:cubicBezTo>
                    <a:cubicBezTo>
                      <a:pt x="10" y="11"/>
                      <a:pt x="12" y="14"/>
                      <a:pt x="14" y="16"/>
                    </a:cubicBezTo>
                    <a:cubicBezTo>
                      <a:pt x="12" y="17"/>
                      <a:pt x="11" y="17"/>
                      <a:pt x="10" y="17"/>
                    </a:cubicBezTo>
                    <a:close/>
                    <a:moveTo>
                      <a:pt x="29" y="25"/>
                    </a:moveTo>
                    <a:cubicBezTo>
                      <a:pt x="28" y="26"/>
                      <a:pt x="28" y="27"/>
                      <a:pt x="27" y="27"/>
                    </a:cubicBezTo>
                    <a:cubicBezTo>
                      <a:pt x="25" y="25"/>
                      <a:pt x="23" y="22"/>
                      <a:pt x="21" y="20"/>
                    </a:cubicBezTo>
                    <a:cubicBezTo>
                      <a:pt x="21" y="20"/>
                      <a:pt x="22" y="19"/>
                      <a:pt x="23" y="19"/>
                    </a:cubicBezTo>
                    <a:cubicBezTo>
                      <a:pt x="23" y="19"/>
                      <a:pt x="24" y="19"/>
                      <a:pt x="25" y="18"/>
                    </a:cubicBezTo>
                    <a:cubicBezTo>
                      <a:pt x="25" y="18"/>
                      <a:pt x="26" y="18"/>
                      <a:pt x="27" y="19"/>
                    </a:cubicBezTo>
                    <a:cubicBezTo>
                      <a:pt x="27" y="19"/>
                      <a:pt x="28" y="19"/>
                      <a:pt x="28" y="20"/>
                    </a:cubicBezTo>
                    <a:cubicBezTo>
                      <a:pt x="29" y="20"/>
                      <a:pt x="29" y="21"/>
                      <a:pt x="29" y="21"/>
                    </a:cubicBezTo>
                    <a:cubicBezTo>
                      <a:pt x="30" y="22"/>
                      <a:pt x="30" y="23"/>
                      <a:pt x="29" y="23"/>
                    </a:cubicBezTo>
                    <a:cubicBezTo>
                      <a:pt x="29" y="24"/>
                      <a:pt x="29" y="25"/>
                      <a:pt x="2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93" name="Freeform 19"/>
              <p:cNvSpPr/>
              <p:nvPr/>
            </p:nvSpPr>
            <p:spPr bwMode="auto">
              <a:xfrm>
                <a:off x="163513" y="334963"/>
                <a:ext cx="73025" cy="80963"/>
              </a:xfrm>
              <a:custGeom>
                <a:avLst/>
                <a:gdLst>
                  <a:gd name="T0" fmla="*/ 16 w 19"/>
                  <a:gd name="T1" fmla="*/ 1 h 21"/>
                  <a:gd name="T2" fmla="*/ 16 w 19"/>
                  <a:gd name="T3" fmla="*/ 1 h 21"/>
                  <a:gd name="T4" fmla="*/ 9 w 19"/>
                  <a:gd name="T5" fmla="*/ 7 h 21"/>
                  <a:gd name="T6" fmla="*/ 3 w 19"/>
                  <a:gd name="T7" fmla="*/ 14 h 21"/>
                  <a:gd name="T8" fmla="*/ 0 w 19"/>
                  <a:gd name="T9" fmla="*/ 17 h 21"/>
                  <a:gd name="T10" fmla="*/ 0 w 19"/>
                  <a:gd name="T11" fmla="*/ 17 h 21"/>
                  <a:gd name="T12" fmla="*/ 0 w 19"/>
                  <a:gd name="T13" fmla="*/ 20 h 21"/>
                  <a:gd name="T14" fmla="*/ 3 w 19"/>
                  <a:gd name="T15" fmla="*/ 20 h 21"/>
                  <a:gd name="T16" fmla="*/ 3 w 19"/>
                  <a:gd name="T17" fmla="*/ 20 h 21"/>
                  <a:gd name="T18" fmla="*/ 6 w 19"/>
                  <a:gd name="T19" fmla="*/ 16 h 21"/>
                  <a:gd name="T20" fmla="*/ 11 w 19"/>
                  <a:gd name="T21" fmla="*/ 10 h 21"/>
                  <a:gd name="T22" fmla="*/ 18 w 19"/>
                  <a:gd name="T23" fmla="*/ 4 h 21"/>
                  <a:gd name="T24" fmla="*/ 18 w 19"/>
                  <a:gd name="T25" fmla="*/ 4 h 21"/>
                  <a:gd name="T26" fmla="*/ 19 w 19"/>
                  <a:gd name="T27" fmla="*/ 4 h 21"/>
                  <a:gd name="T28" fmla="*/ 19 w 19"/>
                  <a:gd name="T29" fmla="*/ 1 h 21"/>
                  <a:gd name="T30" fmla="*/ 16 w 19"/>
                  <a:gd name="T31"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21">
                    <a:moveTo>
                      <a:pt x="16" y="1"/>
                    </a:moveTo>
                    <a:cubicBezTo>
                      <a:pt x="16" y="1"/>
                      <a:pt x="16" y="1"/>
                      <a:pt x="16" y="1"/>
                    </a:cubicBezTo>
                    <a:cubicBezTo>
                      <a:pt x="13" y="3"/>
                      <a:pt x="11" y="5"/>
                      <a:pt x="9" y="7"/>
                    </a:cubicBezTo>
                    <a:cubicBezTo>
                      <a:pt x="6" y="9"/>
                      <a:pt x="5" y="11"/>
                      <a:pt x="3" y="14"/>
                    </a:cubicBezTo>
                    <a:cubicBezTo>
                      <a:pt x="0" y="17"/>
                      <a:pt x="0" y="17"/>
                      <a:pt x="0" y="17"/>
                    </a:cubicBezTo>
                    <a:cubicBezTo>
                      <a:pt x="0" y="17"/>
                      <a:pt x="0" y="17"/>
                      <a:pt x="0" y="17"/>
                    </a:cubicBezTo>
                    <a:cubicBezTo>
                      <a:pt x="0" y="18"/>
                      <a:pt x="0" y="19"/>
                      <a:pt x="0" y="20"/>
                    </a:cubicBezTo>
                    <a:cubicBezTo>
                      <a:pt x="1" y="21"/>
                      <a:pt x="2" y="21"/>
                      <a:pt x="3" y="20"/>
                    </a:cubicBezTo>
                    <a:cubicBezTo>
                      <a:pt x="3" y="20"/>
                      <a:pt x="3" y="20"/>
                      <a:pt x="3" y="20"/>
                    </a:cubicBezTo>
                    <a:cubicBezTo>
                      <a:pt x="6" y="16"/>
                      <a:pt x="6" y="16"/>
                      <a:pt x="6" y="16"/>
                    </a:cubicBezTo>
                    <a:cubicBezTo>
                      <a:pt x="8" y="14"/>
                      <a:pt x="9" y="12"/>
                      <a:pt x="11" y="10"/>
                    </a:cubicBezTo>
                    <a:cubicBezTo>
                      <a:pt x="14" y="8"/>
                      <a:pt x="16" y="6"/>
                      <a:pt x="18" y="4"/>
                    </a:cubicBezTo>
                    <a:cubicBezTo>
                      <a:pt x="18" y="4"/>
                      <a:pt x="18" y="4"/>
                      <a:pt x="18" y="4"/>
                    </a:cubicBezTo>
                    <a:cubicBezTo>
                      <a:pt x="18" y="4"/>
                      <a:pt x="18" y="4"/>
                      <a:pt x="19" y="4"/>
                    </a:cubicBezTo>
                    <a:cubicBezTo>
                      <a:pt x="19" y="3"/>
                      <a:pt x="19" y="2"/>
                      <a:pt x="19" y="1"/>
                    </a:cubicBezTo>
                    <a:cubicBezTo>
                      <a:pt x="18" y="0"/>
                      <a:pt x="17" y="0"/>
                      <a:pt x="1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sp>
            <p:nvSpPr>
              <p:cNvPr id="94" name="Freeform 20"/>
              <p:cNvSpPr/>
              <p:nvPr/>
            </p:nvSpPr>
            <p:spPr bwMode="auto">
              <a:xfrm>
                <a:off x="250825" y="74613"/>
                <a:ext cx="77787" cy="80963"/>
              </a:xfrm>
              <a:custGeom>
                <a:avLst/>
                <a:gdLst>
                  <a:gd name="T0" fmla="*/ 8 w 20"/>
                  <a:gd name="T1" fmla="*/ 11 h 21"/>
                  <a:gd name="T2" fmla="*/ 1 w 20"/>
                  <a:gd name="T3" fmla="*/ 17 h 21"/>
                  <a:gd name="T4" fmla="*/ 0 w 20"/>
                  <a:gd name="T5" fmla="*/ 17 h 21"/>
                  <a:gd name="T6" fmla="*/ 0 w 20"/>
                  <a:gd name="T7" fmla="*/ 20 h 21"/>
                  <a:gd name="T8" fmla="*/ 3 w 20"/>
                  <a:gd name="T9" fmla="*/ 20 h 21"/>
                  <a:gd name="T10" fmla="*/ 3 w 20"/>
                  <a:gd name="T11" fmla="*/ 20 h 21"/>
                  <a:gd name="T12" fmla="*/ 10 w 20"/>
                  <a:gd name="T13" fmla="*/ 14 h 21"/>
                  <a:gd name="T14" fmla="*/ 16 w 20"/>
                  <a:gd name="T15" fmla="*/ 7 h 21"/>
                  <a:gd name="T16" fmla="*/ 19 w 20"/>
                  <a:gd name="T17" fmla="*/ 3 h 21"/>
                  <a:gd name="T18" fmla="*/ 19 w 20"/>
                  <a:gd name="T19" fmla="*/ 3 h 21"/>
                  <a:gd name="T20" fmla="*/ 19 w 20"/>
                  <a:gd name="T21" fmla="*/ 0 h 21"/>
                  <a:gd name="T22" fmla="*/ 16 w 20"/>
                  <a:gd name="T23" fmla="*/ 0 h 21"/>
                  <a:gd name="T24" fmla="*/ 16 w 20"/>
                  <a:gd name="T25" fmla="*/ 1 h 21"/>
                  <a:gd name="T26" fmla="*/ 13 w 20"/>
                  <a:gd name="T27" fmla="*/ 5 h 21"/>
                  <a:gd name="T28" fmla="*/ 8 w 20"/>
                  <a:gd name="T29" fmla="*/ 1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21">
                    <a:moveTo>
                      <a:pt x="8" y="11"/>
                    </a:moveTo>
                    <a:cubicBezTo>
                      <a:pt x="5" y="13"/>
                      <a:pt x="3" y="15"/>
                      <a:pt x="1" y="17"/>
                    </a:cubicBezTo>
                    <a:cubicBezTo>
                      <a:pt x="1" y="17"/>
                      <a:pt x="0" y="17"/>
                      <a:pt x="0" y="17"/>
                    </a:cubicBezTo>
                    <a:cubicBezTo>
                      <a:pt x="0" y="18"/>
                      <a:pt x="0" y="19"/>
                      <a:pt x="0" y="20"/>
                    </a:cubicBezTo>
                    <a:cubicBezTo>
                      <a:pt x="1" y="21"/>
                      <a:pt x="2" y="21"/>
                      <a:pt x="3" y="20"/>
                    </a:cubicBezTo>
                    <a:cubicBezTo>
                      <a:pt x="3" y="20"/>
                      <a:pt x="3" y="20"/>
                      <a:pt x="3" y="20"/>
                    </a:cubicBezTo>
                    <a:cubicBezTo>
                      <a:pt x="6" y="18"/>
                      <a:pt x="8" y="16"/>
                      <a:pt x="10" y="14"/>
                    </a:cubicBezTo>
                    <a:cubicBezTo>
                      <a:pt x="13" y="12"/>
                      <a:pt x="14" y="9"/>
                      <a:pt x="16" y="7"/>
                    </a:cubicBezTo>
                    <a:cubicBezTo>
                      <a:pt x="19" y="3"/>
                      <a:pt x="19" y="3"/>
                      <a:pt x="19" y="3"/>
                    </a:cubicBezTo>
                    <a:cubicBezTo>
                      <a:pt x="19" y="3"/>
                      <a:pt x="19" y="3"/>
                      <a:pt x="19" y="3"/>
                    </a:cubicBezTo>
                    <a:cubicBezTo>
                      <a:pt x="20" y="2"/>
                      <a:pt x="20" y="1"/>
                      <a:pt x="19" y="0"/>
                    </a:cubicBezTo>
                    <a:cubicBezTo>
                      <a:pt x="18" y="0"/>
                      <a:pt x="17" y="0"/>
                      <a:pt x="16" y="0"/>
                    </a:cubicBezTo>
                    <a:cubicBezTo>
                      <a:pt x="16" y="1"/>
                      <a:pt x="16" y="1"/>
                      <a:pt x="16" y="1"/>
                    </a:cubicBezTo>
                    <a:cubicBezTo>
                      <a:pt x="13" y="5"/>
                      <a:pt x="13" y="5"/>
                      <a:pt x="13" y="5"/>
                    </a:cubicBezTo>
                    <a:cubicBezTo>
                      <a:pt x="11" y="7"/>
                      <a:pt x="10" y="9"/>
                      <a:pt x="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1865">
                  <a:solidFill>
                    <a:srgbClr val="7F7F7F"/>
                  </a:solidFill>
                </a:endParaRPr>
              </a:p>
            </p:txBody>
          </p:sp>
        </p:grpSp>
      </p:grpSp>
      <p:grpSp>
        <p:nvGrpSpPr>
          <p:cNvPr id="99" name="组合 98"/>
          <p:cNvGrpSpPr/>
          <p:nvPr/>
        </p:nvGrpSpPr>
        <p:grpSpPr>
          <a:xfrm>
            <a:off x="4172666" y="4155995"/>
            <a:ext cx="1251019" cy="1253549"/>
            <a:chOff x="4260965" y="4016294"/>
            <a:chExt cx="1251019" cy="1253549"/>
          </a:xfrm>
        </p:grpSpPr>
        <p:grpSp>
          <p:nvGrpSpPr>
            <p:cNvPr id="100" name="Group 48"/>
            <p:cNvGrpSpPr/>
            <p:nvPr/>
          </p:nvGrpSpPr>
          <p:grpSpPr>
            <a:xfrm>
              <a:off x="4260965" y="4016294"/>
              <a:ext cx="1251019" cy="1253549"/>
              <a:chOff x="3692576" y="1742634"/>
              <a:chExt cx="2790379" cy="2796023"/>
            </a:xfrm>
          </p:grpSpPr>
          <p:grpSp>
            <p:nvGrpSpPr>
              <p:cNvPr id="113" name="组合 79"/>
              <p:cNvGrpSpPr/>
              <p:nvPr/>
            </p:nvGrpSpPr>
            <p:grpSpPr bwMode="auto">
              <a:xfrm>
                <a:off x="3692576" y="1742634"/>
                <a:ext cx="2790379" cy="2796023"/>
                <a:chOff x="6379729" y="2488774"/>
                <a:chExt cx="2513016" cy="2513016"/>
              </a:xfrm>
            </p:grpSpPr>
            <p:sp>
              <p:nvSpPr>
                <p:cNvPr id="115"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1865" kern="0">
                    <a:solidFill>
                      <a:srgbClr val="FFFFFF"/>
                    </a:solidFill>
                    <a:ea typeface="宋体" panose="02010600030101010101" pitchFamily="2" charset="-122"/>
                  </a:endParaRPr>
                </a:p>
              </p:txBody>
            </p:sp>
            <p:sp>
              <p:nvSpPr>
                <p:cNvPr id="116"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sp>
            <p:nvSpPr>
              <p:cNvPr id="114" name="椭圆 80"/>
              <p:cNvSpPr/>
              <p:nvPr/>
            </p:nvSpPr>
            <p:spPr bwMode="auto">
              <a:xfrm>
                <a:off x="4101618" y="2137562"/>
                <a:ext cx="2016471" cy="2020558"/>
              </a:xfrm>
              <a:prstGeom prst="ellipse">
                <a:avLst/>
              </a:prstGeom>
              <a:solidFill>
                <a:schemeClr val="bg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865" kern="0">
                  <a:solidFill>
                    <a:srgbClr val="FFFFFF"/>
                  </a:solidFill>
                </a:endParaRPr>
              </a:p>
            </p:txBody>
          </p:sp>
        </p:grpSp>
        <p:grpSp>
          <p:nvGrpSpPr>
            <p:cNvPr id="101" name="组合 100"/>
            <p:cNvGrpSpPr/>
            <p:nvPr/>
          </p:nvGrpSpPr>
          <p:grpSpPr>
            <a:xfrm>
              <a:off x="4665262" y="4441971"/>
              <a:ext cx="476042" cy="437541"/>
              <a:chOff x="4470401" y="1481138"/>
              <a:chExt cx="215900" cy="198438"/>
            </a:xfrm>
            <a:solidFill>
              <a:schemeClr val="bg1"/>
            </a:solidFill>
          </p:grpSpPr>
          <p:sp>
            <p:nvSpPr>
              <p:cNvPr id="102" name="Freeform 355"/>
              <p:cNvSpPr/>
              <p:nvPr/>
            </p:nvSpPr>
            <p:spPr bwMode="auto">
              <a:xfrm>
                <a:off x="4546601" y="1651001"/>
                <a:ext cx="65088" cy="28575"/>
              </a:xfrm>
              <a:custGeom>
                <a:avLst/>
                <a:gdLst>
                  <a:gd name="T0" fmla="*/ 10 w 81"/>
                  <a:gd name="T1" fmla="*/ 0 h 37"/>
                  <a:gd name="T2" fmla="*/ 0 w 81"/>
                  <a:gd name="T3" fmla="*/ 33 h 37"/>
                  <a:gd name="T4" fmla="*/ 0 w 81"/>
                  <a:gd name="T5" fmla="*/ 33 h 37"/>
                  <a:gd name="T6" fmla="*/ 1 w 81"/>
                  <a:gd name="T7" fmla="*/ 36 h 37"/>
                  <a:gd name="T8" fmla="*/ 5 w 81"/>
                  <a:gd name="T9" fmla="*/ 37 h 37"/>
                  <a:gd name="T10" fmla="*/ 76 w 81"/>
                  <a:gd name="T11" fmla="*/ 37 h 37"/>
                  <a:gd name="T12" fmla="*/ 76 w 81"/>
                  <a:gd name="T13" fmla="*/ 37 h 37"/>
                  <a:gd name="T14" fmla="*/ 79 w 81"/>
                  <a:gd name="T15" fmla="*/ 36 h 37"/>
                  <a:gd name="T16" fmla="*/ 81 w 81"/>
                  <a:gd name="T17" fmla="*/ 33 h 37"/>
                  <a:gd name="T18" fmla="*/ 70 w 81"/>
                  <a:gd name="T19" fmla="*/ 0 h 37"/>
                  <a:gd name="T20" fmla="*/ 10 w 8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37">
                    <a:moveTo>
                      <a:pt x="10" y="0"/>
                    </a:moveTo>
                    <a:lnTo>
                      <a:pt x="0" y="33"/>
                    </a:lnTo>
                    <a:lnTo>
                      <a:pt x="0" y="33"/>
                    </a:lnTo>
                    <a:lnTo>
                      <a:pt x="1" y="36"/>
                    </a:lnTo>
                    <a:lnTo>
                      <a:pt x="5" y="37"/>
                    </a:lnTo>
                    <a:lnTo>
                      <a:pt x="76" y="37"/>
                    </a:lnTo>
                    <a:lnTo>
                      <a:pt x="76" y="37"/>
                    </a:lnTo>
                    <a:lnTo>
                      <a:pt x="79" y="36"/>
                    </a:lnTo>
                    <a:lnTo>
                      <a:pt x="81" y="33"/>
                    </a:lnTo>
                    <a:lnTo>
                      <a:pt x="70" y="0"/>
                    </a:ln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03" name="Freeform 356"/>
              <p:cNvSpPr>
                <a:spLocks noEditPoints="1"/>
              </p:cNvSpPr>
              <p:nvPr/>
            </p:nvSpPr>
            <p:spPr bwMode="auto">
              <a:xfrm>
                <a:off x="4470401" y="1481138"/>
                <a:ext cx="215900" cy="163513"/>
              </a:xfrm>
              <a:custGeom>
                <a:avLst/>
                <a:gdLst>
                  <a:gd name="T0" fmla="*/ 252 w 272"/>
                  <a:gd name="T1" fmla="*/ 0 h 206"/>
                  <a:gd name="T2" fmla="*/ 19 w 272"/>
                  <a:gd name="T3" fmla="*/ 0 h 206"/>
                  <a:gd name="T4" fmla="*/ 19 w 272"/>
                  <a:gd name="T5" fmla="*/ 0 h 206"/>
                  <a:gd name="T6" fmla="*/ 12 w 272"/>
                  <a:gd name="T7" fmla="*/ 2 h 206"/>
                  <a:gd name="T8" fmla="*/ 5 w 272"/>
                  <a:gd name="T9" fmla="*/ 6 h 206"/>
                  <a:gd name="T10" fmla="*/ 1 w 272"/>
                  <a:gd name="T11" fmla="*/ 13 h 206"/>
                  <a:gd name="T12" fmla="*/ 0 w 272"/>
                  <a:gd name="T13" fmla="*/ 21 h 206"/>
                  <a:gd name="T14" fmla="*/ 0 w 272"/>
                  <a:gd name="T15" fmla="*/ 187 h 206"/>
                  <a:gd name="T16" fmla="*/ 0 w 272"/>
                  <a:gd name="T17" fmla="*/ 187 h 206"/>
                  <a:gd name="T18" fmla="*/ 1 w 272"/>
                  <a:gd name="T19" fmla="*/ 195 h 206"/>
                  <a:gd name="T20" fmla="*/ 5 w 272"/>
                  <a:gd name="T21" fmla="*/ 201 h 206"/>
                  <a:gd name="T22" fmla="*/ 12 w 272"/>
                  <a:gd name="T23" fmla="*/ 205 h 206"/>
                  <a:gd name="T24" fmla="*/ 19 w 272"/>
                  <a:gd name="T25" fmla="*/ 206 h 206"/>
                  <a:gd name="T26" fmla="*/ 252 w 272"/>
                  <a:gd name="T27" fmla="*/ 206 h 206"/>
                  <a:gd name="T28" fmla="*/ 252 w 272"/>
                  <a:gd name="T29" fmla="*/ 206 h 206"/>
                  <a:gd name="T30" fmla="*/ 259 w 272"/>
                  <a:gd name="T31" fmla="*/ 205 h 206"/>
                  <a:gd name="T32" fmla="*/ 266 w 272"/>
                  <a:gd name="T33" fmla="*/ 201 h 206"/>
                  <a:gd name="T34" fmla="*/ 270 w 272"/>
                  <a:gd name="T35" fmla="*/ 195 h 206"/>
                  <a:gd name="T36" fmla="*/ 272 w 272"/>
                  <a:gd name="T37" fmla="*/ 187 h 206"/>
                  <a:gd name="T38" fmla="*/ 272 w 272"/>
                  <a:gd name="T39" fmla="*/ 21 h 206"/>
                  <a:gd name="T40" fmla="*/ 272 w 272"/>
                  <a:gd name="T41" fmla="*/ 21 h 206"/>
                  <a:gd name="T42" fmla="*/ 270 w 272"/>
                  <a:gd name="T43" fmla="*/ 13 h 206"/>
                  <a:gd name="T44" fmla="*/ 266 w 272"/>
                  <a:gd name="T45" fmla="*/ 6 h 206"/>
                  <a:gd name="T46" fmla="*/ 259 w 272"/>
                  <a:gd name="T47" fmla="*/ 2 h 206"/>
                  <a:gd name="T48" fmla="*/ 252 w 272"/>
                  <a:gd name="T49" fmla="*/ 0 h 206"/>
                  <a:gd name="T50" fmla="*/ 252 w 272"/>
                  <a:gd name="T51" fmla="*/ 0 h 206"/>
                  <a:gd name="T52" fmla="*/ 257 w 272"/>
                  <a:gd name="T53" fmla="*/ 189 h 206"/>
                  <a:gd name="T54" fmla="*/ 15 w 272"/>
                  <a:gd name="T55" fmla="*/ 189 h 206"/>
                  <a:gd name="T56" fmla="*/ 15 w 272"/>
                  <a:gd name="T57" fmla="*/ 14 h 206"/>
                  <a:gd name="T58" fmla="*/ 257 w 272"/>
                  <a:gd name="T59" fmla="*/ 14 h 206"/>
                  <a:gd name="T60" fmla="*/ 257 w 272"/>
                  <a:gd name="T61" fmla="*/ 189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2" h="206">
                    <a:moveTo>
                      <a:pt x="252" y="0"/>
                    </a:moveTo>
                    <a:lnTo>
                      <a:pt x="19" y="0"/>
                    </a:lnTo>
                    <a:lnTo>
                      <a:pt x="19" y="0"/>
                    </a:lnTo>
                    <a:lnTo>
                      <a:pt x="12" y="2"/>
                    </a:lnTo>
                    <a:lnTo>
                      <a:pt x="5" y="6"/>
                    </a:lnTo>
                    <a:lnTo>
                      <a:pt x="1" y="13"/>
                    </a:lnTo>
                    <a:lnTo>
                      <a:pt x="0" y="21"/>
                    </a:lnTo>
                    <a:lnTo>
                      <a:pt x="0" y="187"/>
                    </a:lnTo>
                    <a:lnTo>
                      <a:pt x="0" y="187"/>
                    </a:lnTo>
                    <a:lnTo>
                      <a:pt x="1" y="195"/>
                    </a:lnTo>
                    <a:lnTo>
                      <a:pt x="5" y="201"/>
                    </a:lnTo>
                    <a:lnTo>
                      <a:pt x="12" y="205"/>
                    </a:lnTo>
                    <a:lnTo>
                      <a:pt x="19" y="206"/>
                    </a:lnTo>
                    <a:lnTo>
                      <a:pt x="252" y="206"/>
                    </a:lnTo>
                    <a:lnTo>
                      <a:pt x="252" y="206"/>
                    </a:lnTo>
                    <a:lnTo>
                      <a:pt x="259" y="205"/>
                    </a:lnTo>
                    <a:lnTo>
                      <a:pt x="266" y="201"/>
                    </a:lnTo>
                    <a:lnTo>
                      <a:pt x="270" y="195"/>
                    </a:lnTo>
                    <a:lnTo>
                      <a:pt x="272" y="187"/>
                    </a:lnTo>
                    <a:lnTo>
                      <a:pt x="272" y="21"/>
                    </a:lnTo>
                    <a:lnTo>
                      <a:pt x="272" y="21"/>
                    </a:lnTo>
                    <a:lnTo>
                      <a:pt x="270" y="13"/>
                    </a:lnTo>
                    <a:lnTo>
                      <a:pt x="266" y="6"/>
                    </a:lnTo>
                    <a:lnTo>
                      <a:pt x="259" y="2"/>
                    </a:lnTo>
                    <a:lnTo>
                      <a:pt x="252" y="0"/>
                    </a:lnTo>
                    <a:lnTo>
                      <a:pt x="252" y="0"/>
                    </a:lnTo>
                    <a:close/>
                    <a:moveTo>
                      <a:pt x="257" y="189"/>
                    </a:moveTo>
                    <a:lnTo>
                      <a:pt x="15" y="189"/>
                    </a:lnTo>
                    <a:lnTo>
                      <a:pt x="15" y="14"/>
                    </a:lnTo>
                    <a:lnTo>
                      <a:pt x="257" y="14"/>
                    </a:lnTo>
                    <a:lnTo>
                      <a:pt x="257" y="1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04" name="Freeform 357"/>
              <p:cNvSpPr>
                <a:spLocks noEditPoints="1"/>
              </p:cNvSpPr>
              <p:nvPr/>
            </p:nvSpPr>
            <p:spPr bwMode="auto">
              <a:xfrm>
                <a:off x="4554538" y="1519238"/>
                <a:ext cx="44450" cy="46038"/>
              </a:xfrm>
              <a:custGeom>
                <a:avLst/>
                <a:gdLst>
                  <a:gd name="T0" fmla="*/ 29 w 57"/>
                  <a:gd name="T1" fmla="*/ 59 h 59"/>
                  <a:gd name="T2" fmla="*/ 40 w 57"/>
                  <a:gd name="T3" fmla="*/ 56 h 59"/>
                  <a:gd name="T4" fmla="*/ 49 w 57"/>
                  <a:gd name="T5" fmla="*/ 51 h 59"/>
                  <a:gd name="T6" fmla="*/ 56 w 57"/>
                  <a:gd name="T7" fmla="*/ 41 h 59"/>
                  <a:gd name="T8" fmla="*/ 57 w 57"/>
                  <a:gd name="T9" fmla="*/ 29 h 59"/>
                  <a:gd name="T10" fmla="*/ 57 w 57"/>
                  <a:gd name="T11" fmla="*/ 23 h 59"/>
                  <a:gd name="T12" fmla="*/ 53 w 57"/>
                  <a:gd name="T13" fmla="*/ 12 h 59"/>
                  <a:gd name="T14" fmla="*/ 45 w 57"/>
                  <a:gd name="T15" fmla="*/ 4 h 59"/>
                  <a:gd name="T16" fmla="*/ 36 w 57"/>
                  <a:gd name="T17" fmla="*/ 0 h 59"/>
                  <a:gd name="T18" fmla="*/ 29 w 57"/>
                  <a:gd name="T19" fmla="*/ 0 h 59"/>
                  <a:gd name="T20" fmla="*/ 16 w 57"/>
                  <a:gd name="T21" fmla="*/ 3 h 59"/>
                  <a:gd name="T22" fmla="*/ 7 w 57"/>
                  <a:gd name="T23" fmla="*/ 11 h 59"/>
                  <a:gd name="T24" fmla="*/ 6 w 57"/>
                  <a:gd name="T25" fmla="*/ 11 h 59"/>
                  <a:gd name="T26" fmla="*/ 6 w 57"/>
                  <a:gd name="T27" fmla="*/ 12 h 59"/>
                  <a:gd name="T28" fmla="*/ 1 w 57"/>
                  <a:gd name="T29" fmla="*/ 20 h 59"/>
                  <a:gd name="T30" fmla="*/ 0 w 57"/>
                  <a:gd name="T31" fmla="*/ 29 h 59"/>
                  <a:gd name="T32" fmla="*/ 3 w 57"/>
                  <a:gd name="T33" fmla="*/ 41 h 59"/>
                  <a:gd name="T34" fmla="*/ 8 w 57"/>
                  <a:gd name="T35" fmla="*/ 51 h 59"/>
                  <a:gd name="T36" fmla="*/ 18 w 57"/>
                  <a:gd name="T37" fmla="*/ 56 h 59"/>
                  <a:gd name="T38" fmla="*/ 29 w 57"/>
                  <a:gd name="T39" fmla="*/ 59 h 59"/>
                  <a:gd name="T40" fmla="*/ 29 w 57"/>
                  <a:gd name="T41" fmla="*/ 5 h 59"/>
                  <a:gd name="T42" fmla="*/ 36 w 57"/>
                  <a:gd name="T43" fmla="*/ 7 h 59"/>
                  <a:gd name="T44" fmla="*/ 41 w 57"/>
                  <a:gd name="T45" fmla="*/ 10 h 59"/>
                  <a:gd name="T46" fmla="*/ 29 w 57"/>
                  <a:gd name="T47" fmla="*/ 15 h 59"/>
                  <a:gd name="T48" fmla="*/ 23 w 57"/>
                  <a:gd name="T49" fmla="*/ 16 h 59"/>
                  <a:gd name="T50" fmla="*/ 12 w 57"/>
                  <a:gd name="T51" fmla="*/ 14 h 59"/>
                  <a:gd name="T52" fmla="*/ 16 w 57"/>
                  <a:gd name="T53" fmla="*/ 11 h 59"/>
                  <a:gd name="T54" fmla="*/ 25 w 57"/>
                  <a:gd name="T55" fmla="*/ 7 h 59"/>
                  <a:gd name="T56" fmla="*/ 29 w 57"/>
                  <a:gd name="T57" fmla="*/ 5 h 59"/>
                  <a:gd name="T58" fmla="*/ 10 w 57"/>
                  <a:gd name="T59" fmla="*/ 18 h 59"/>
                  <a:gd name="T60" fmla="*/ 22 w 57"/>
                  <a:gd name="T61" fmla="*/ 22 h 59"/>
                  <a:gd name="T62" fmla="*/ 26 w 57"/>
                  <a:gd name="T63" fmla="*/ 20 h 59"/>
                  <a:gd name="T64" fmla="*/ 30 w 57"/>
                  <a:gd name="T65" fmla="*/ 19 h 59"/>
                  <a:gd name="T66" fmla="*/ 44 w 57"/>
                  <a:gd name="T67" fmla="*/ 15 h 59"/>
                  <a:gd name="T68" fmla="*/ 46 w 57"/>
                  <a:gd name="T69" fmla="*/ 16 h 59"/>
                  <a:gd name="T70" fmla="*/ 48 w 57"/>
                  <a:gd name="T71" fmla="*/ 16 h 59"/>
                  <a:gd name="T72" fmla="*/ 52 w 57"/>
                  <a:gd name="T73" fmla="*/ 29 h 59"/>
                  <a:gd name="T74" fmla="*/ 51 w 57"/>
                  <a:gd name="T75" fmla="*/ 34 h 59"/>
                  <a:gd name="T76" fmla="*/ 48 w 57"/>
                  <a:gd name="T77" fmla="*/ 42 h 59"/>
                  <a:gd name="T78" fmla="*/ 41 w 57"/>
                  <a:gd name="T79" fmla="*/ 48 h 59"/>
                  <a:gd name="T80" fmla="*/ 34 w 57"/>
                  <a:gd name="T81" fmla="*/ 52 h 59"/>
                  <a:gd name="T82" fmla="*/ 29 w 57"/>
                  <a:gd name="T83" fmla="*/ 52 h 59"/>
                  <a:gd name="T84" fmla="*/ 21 w 57"/>
                  <a:gd name="T85" fmla="*/ 51 h 59"/>
                  <a:gd name="T86" fmla="*/ 14 w 57"/>
                  <a:gd name="T87" fmla="*/ 45 h 59"/>
                  <a:gd name="T88" fmla="*/ 8 w 57"/>
                  <a:gd name="T89" fmla="*/ 38 h 59"/>
                  <a:gd name="T90" fmla="*/ 7 w 57"/>
                  <a:gd name="T91" fmla="*/ 29 h 59"/>
                  <a:gd name="T92" fmla="*/ 7 w 57"/>
                  <a:gd name="T93" fmla="*/ 23 h 59"/>
                  <a:gd name="T94" fmla="*/ 10 w 57"/>
                  <a:gd name="T95" fmla="*/ 18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7" h="59">
                    <a:moveTo>
                      <a:pt x="29" y="59"/>
                    </a:moveTo>
                    <a:lnTo>
                      <a:pt x="29" y="59"/>
                    </a:lnTo>
                    <a:lnTo>
                      <a:pt x="36" y="57"/>
                    </a:lnTo>
                    <a:lnTo>
                      <a:pt x="40" y="56"/>
                    </a:lnTo>
                    <a:lnTo>
                      <a:pt x="45" y="53"/>
                    </a:lnTo>
                    <a:lnTo>
                      <a:pt x="49" y="51"/>
                    </a:lnTo>
                    <a:lnTo>
                      <a:pt x="53" y="45"/>
                    </a:lnTo>
                    <a:lnTo>
                      <a:pt x="56" y="41"/>
                    </a:lnTo>
                    <a:lnTo>
                      <a:pt x="57" y="36"/>
                    </a:lnTo>
                    <a:lnTo>
                      <a:pt x="57" y="29"/>
                    </a:lnTo>
                    <a:lnTo>
                      <a:pt x="57" y="29"/>
                    </a:lnTo>
                    <a:lnTo>
                      <a:pt x="57" y="23"/>
                    </a:lnTo>
                    <a:lnTo>
                      <a:pt x="56" y="18"/>
                    </a:lnTo>
                    <a:lnTo>
                      <a:pt x="53" y="12"/>
                    </a:lnTo>
                    <a:lnTo>
                      <a:pt x="49" y="8"/>
                    </a:lnTo>
                    <a:lnTo>
                      <a:pt x="45" y="4"/>
                    </a:lnTo>
                    <a:lnTo>
                      <a:pt x="40" y="1"/>
                    </a:lnTo>
                    <a:lnTo>
                      <a:pt x="36" y="0"/>
                    </a:lnTo>
                    <a:lnTo>
                      <a:pt x="29" y="0"/>
                    </a:lnTo>
                    <a:lnTo>
                      <a:pt x="29" y="0"/>
                    </a:lnTo>
                    <a:lnTo>
                      <a:pt x="22" y="0"/>
                    </a:lnTo>
                    <a:lnTo>
                      <a:pt x="16" y="3"/>
                    </a:lnTo>
                    <a:lnTo>
                      <a:pt x="11" y="7"/>
                    </a:lnTo>
                    <a:lnTo>
                      <a:pt x="7" y="11"/>
                    </a:lnTo>
                    <a:lnTo>
                      <a:pt x="7" y="11"/>
                    </a:lnTo>
                    <a:lnTo>
                      <a:pt x="6" y="11"/>
                    </a:lnTo>
                    <a:lnTo>
                      <a:pt x="6" y="11"/>
                    </a:lnTo>
                    <a:lnTo>
                      <a:pt x="6" y="12"/>
                    </a:lnTo>
                    <a:lnTo>
                      <a:pt x="6" y="12"/>
                    </a:lnTo>
                    <a:lnTo>
                      <a:pt x="1" y="20"/>
                    </a:lnTo>
                    <a:lnTo>
                      <a:pt x="0" y="29"/>
                    </a:lnTo>
                    <a:lnTo>
                      <a:pt x="0" y="29"/>
                    </a:lnTo>
                    <a:lnTo>
                      <a:pt x="1" y="36"/>
                    </a:lnTo>
                    <a:lnTo>
                      <a:pt x="3" y="41"/>
                    </a:lnTo>
                    <a:lnTo>
                      <a:pt x="6" y="45"/>
                    </a:lnTo>
                    <a:lnTo>
                      <a:pt x="8" y="51"/>
                    </a:lnTo>
                    <a:lnTo>
                      <a:pt x="14" y="53"/>
                    </a:lnTo>
                    <a:lnTo>
                      <a:pt x="18" y="56"/>
                    </a:lnTo>
                    <a:lnTo>
                      <a:pt x="23" y="57"/>
                    </a:lnTo>
                    <a:lnTo>
                      <a:pt x="29" y="59"/>
                    </a:lnTo>
                    <a:lnTo>
                      <a:pt x="29" y="59"/>
                    </a:lnTo>
                    <a:close/>
                    <a:moveTo>
                      <a:pt x="29" y="5"/>
                    </a:moveTo>
                    <a:lnTo>
                      <a:pt x="29" y="5"/>
                    </a:lnTo>
                    <a:lnTo>
                      <a:pt x="36" y="7"/>
                    </a:lnTo>
                    <a:lnTo>
                      <a:pt x="41" y="10"/>
                    </a:lnTo>
                    <a:lnTo>
                      <a:pt x="41" y="10"/>
                    </a:lnTo>
                    <a:lnTo>
                      <a:pt x="36" y="11"/>
                    </a:lnTo>
                    <a:lnTo>
                      <a:pt x="29" y="15"/>
                    </a:lnTo>
                    <a:lnTo>
                      <a:pt x="29" y="15"/>
                    </a:lnTo>
                    <a:lnTo>
                      <a:pt x="23" y="16"/>
                    </a:lnTo>
                    <a:lnTo>
                      <a:pt x="19" y="16"/>
                    </a:lnTo>
                    <a:lnTo>
                      <a:pt x="12" y="14"/>
                    </a:lnTo>
                    <a:lnTo>
                      <a:pt x="12" y="14"/>
                    </a:lnTo>
                    <a:lnTo>
                      <a:pt x="16" y="11"/>
                    </a:lnTo>
                    <a:lnTo>
                      <a:pt x="21" y="8"/>
                    </a:lnTo>
                    <a:lnTo>
                      <a:pt x="25" y="7"/>
                    </a:lnTo>
                    <a:lnTo>
                      <a:pt x="29" y="5"/>
                    </a:lnTo>
                    <a:lnTo>
                      <a:pt x="29" y="5"/>
                    </a:lnTo>
                    <a:close/>
                    <a:moveTo>
                      <a:pt x="10" y="18"/>
                    </a:moveTo>
                    <a:lnTo>
                      <a:pt x="10" y="18"/>
                    </a:lnTo>
                    <a:lnTo>
                      <a:pt x="15" y="20"/>
                    </a:lnTo>
                    <a:lnTo>
                      <a:pt x="22" y="22"/>
                    </a:lnTo>
                    <a:lnTo>
                      <a:pt x="22" y="22"/>
                    </a:lnTo>
                    <a:lnTo>
                      <a:pt x="26" y="20"/>
                    </a:lnTo>
                    <a:lnTo>
                      <a:pt x="30" y="19"/>
                    </a:lnTo>
                    <a:lnTo>
                      <a:pt x="30" y="19"/>
                    </a:lnTo>
                    <a:lnTo>
                      <a:pt x="41" y="15"/>
                    </a:lnTo>
                    <a:lnTo>
                      <a:pt x="44" y="15"/>
                    </a:lnTo>
                    <a:lnTo>
                      <a:pt x="46" y="16"/>
                    </a:lnTo>
                    <a:lnTo>
                      <a:pt x="46" y="16"/>
                    </a:lnTo>
                    <a:lnTo>
                      <a:pt x="48" y="16"/>
                    </a:lnTo>
                    <a:lnTo>
                      <a:pt x="48" y="16"/>
                    </a:lnTo>
                    <a:lnTo>
                      <a:pt x="51" y="22"/>
                    </a:lnTo>
                    <a:lnTo>
                      <a:pt x="52" y="29"/>
                    </a:lnTo>
                    <a:lnTo>
                      <a:pt x="52" y="29"/>
                    </a:lnTo>
                    <a:lnTo>
                      <a:pt x="51" y="34"/>
                    </a:lnTo>
                    <a:lnTo>
                      <a:pt x="49" y="38"/>
                    </a:lnTo>
                    <a:lnTo>
                      <a:pt x="48" y="42"/>
                    </a:lnTo>
                    <a:lnTo>
                      <a:pt x="45" y="45"/>
                    </a:lnTo>
                    <a:lnTo>
                      <a:pt x="41" y="48"/>
                    </a:lnTo>
                    <a:lnTo>
                      <a:pt x="38" y="51"/>
                    </a:lnTo>
                    <a:lnTo>
                      <a:pt x="34" y="52"/>
                    </a:lnTo>
                    <a:lnTo>
                      <a:pt x="29" y="52"/>
                    </a:lnTo>
                    <a:lnTo>
                      <a:pt x="29" y="52"/>
                    </a:lnTo>
                    <a:lnTo>
                      <a:pt x="25" y="52"/>
                    </a:lnTo>
                    <a:lnTo>
                      <a:pt x="21" y="51"/>
                    </a:lnTo>
                    <a:lnTo>
                      <a:pt x="16" y="48"/>
                    </a:lnTo>
                    <a:lnTo>
                      <a:pt x="14" y="45"/>
                    </a:lnTo>
                    <a:lnTo>
                      <a:pt x="11" y="42"/>
                    </a:lnTo>
                    <a:lnTo>
                      <a:pt x="8" y="38"/>
                    </a:lnTo>
                    <a:lnTo>
                      <a:pt x="7" y="34"/>
                    </a:lnTo>
                    <a:lnTo>
                      <a:pt x="7" y="29"/>
                    </a:lnTo>
                    <a:lnTo>
                      <a:pt x="7" y="29"/>
                    </a:lnTo>
                    <a:lnTo>
                      <a:pt x="7" y="23"/>
                    </a:lnTo>
                    <a:lnTo>
                      <a:pt x="10" y="18"/>
                    </a:lnTo>
                    <a:lnTo>
                      <a:pt x="1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05" name="Freeform 358"/>
              <p:cNvSpPr/>
              <p:nvPr/>
            </p:nvSpPr>
            <p:spPr bwMode="auto">
              <a:xfrm>
                <a:off x="4603751" y="1552576"/>
                <a:ext cx="22225" cy="34925"/>
              </a:xfrm>
              <a:custGeom>
                <a:avLst/>
                <a:gdLst>
                  <a:gd name="T0" fmla="*/ 24 w 29"/>
                  <a:gd name="T1" fmla="*/ 43 h 43"/>
                  <a:gd name="T2" fmla="*/ 24 w 29"/>
                  <a:gd name="T3" fmla="*/ 43 h 43"/>
                  <a:gd name="T4" fmla="*/ 24 w 29"/>
                  <a:gd name="T5" fmla="*/ 42 h 43"/>
                  <a:gd name="T6" fmla="*/ 29 w 29"/>
                  <a:gd name="T7" fmla="*/ 19 h 43"/>
                  <a:gd name="T8" fmla="*/ 29 w 29"/>
                  <a:gd name="T9" fmla="*/ 19 h 43"/>
                  <a:gd name="T10" fmla="*/ 29 w 29"/>
                  <a:gd name="T11" fmla="*/ 17 h 43"/>
                  <a:gd name="T12" fmla="*/ 29 w 29"/>
                  <a:gd name="T13" fmla="*/ 17 h 43"/>
                  <a:gd name="T14" fmla="*/ 27 w 29"/>
                  <a:gd name="T15" fmla="*/ 15 h 43"/>
                  <a:gd name="T16" fmla="*/ 26 w 29"/>
                  <a:gd name="T17" fmla="*/ 12 h 43"/>
                  <a:gd name="T18" fmla="*/ 26 w 29"/>
                  <a:gd name="T19" fmla="*/ 12 h 43"/>
                  <a:gd name="T20" fmla="*/ 26 w 29"/>
                  <a:gd name="T21" fmla="*/ 9 h 43"/>
                  <a:gd name="T22" fmla="*/ 29 w 29"/>
                  <a:gd name="T23" fmla="*/ 7 h 43"/>
                  <a:gd name="T24" fmla="*/ 29 w 29"/>
                  <a:gd name="T25" fmla="*/ 7 h 43"/>
                  <a:gd name="T26" fmla="*/ 29 w 29"/>
                  <a:gd name="T27" fmla="*/ 5 h 43"/>
                  <a:gd name="T28" fmla="*/ 29 w 29"/>
                  <a:gd name="T29" fmla="*/ 5 h 43"/>
                  <a:gd name="T30" fmla="*/ 29 w 29"/>
                  <a:gd name="T31" fmla="*/ 5 h 43"/>
                  <a:gd name="T32" fmla="*/ 29 w 29"/>
                  <a:gd name="T33" fmla="*/ 5 h 43"/>
                  <a:gd name="T34" fmla="*/ 23 w 29"/>
                  <a:gd name="T35" fmla="*/ 2 h 43"/>
                  <a:gd name="T36" fmla="*/ 18 w 29"/>
                  <a:gd name="T37" fmla="*/ 0 h 43"/>
                  <a:gd name="T38" fmla="*/ 18 w 29"/>
                  <a:gd name="T39" fmla="*/ 0 h 43"/>
                  <a:gd name="T40" fmla="*/ 16 w 29"/>
                  <a:gd name="T41" fmla="*/ 0 h 43"/>
                  <a:gd name="T42" fmla="*/ 16 w 29"/>
                  <a:gd name="T43" fmla="*/ 0 h 43"/>
                  <a:gd name="T44" fmla="*/ 11 w 29"/>
                  <a:gd name="T45" fmla="*/ 2 h 43"/>
                  <a:gd name="T46" fmla="*/ 7 w 29"/>
                  <a:gd name="T47" fmla="*/ 7 h 43"/>
                  <a:gd name="T48" fmla="*/ 3 w 29"/>
                  <a:gd name="T49" fmla="*/ 12 h 43"/>
                  <a:gd name="T50" fmla="*/ 0 w 29"/>
                  <a:gd name="T51" fmla="*/ 17 h 43"/>
                  <a:gd name="T52" fmla="*/ 0 w 29"/>
                  <a:gd name="T53" fmla="*/ 17 h 43"/>
                  <a:gd name="T54" fmla="*/ 5 w 29"/>
                  <a:gd name="T55" fmla="*/ 23 h 43"/>
                  <a:gd name="T56" fmla="*/ 9 w 29"/>
                  <a:gd name="T57" fmla="*/ 28 h 43"/>
                  <a:gd name="T58" fmla="*/ 13 w 29"/>
                  <a:gd name="T59" fmla="*/ 35 h 43"/>
                  <a:gd name="T60" fmla="*/ 16 w 29"/>
                  <a:gd name="T61" fmla="*/ 43 h 43"/>
                  <a:gd name="T62" fmla="*/ 24 w 29"/>
                  <a:gd name="T63"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43">
                    <a:moveTo>
                      <a:pt x="24" y="43"/>
                    </a:moveTo>
                    <a:lnTo>
                      <a:pt x="24" y="43"/>
                    </a:lnTo>
                    <a:lnTo>
                      <a:pt x="24" y="42"/>
                    </a:lnTo>
                    <a:lnTo>
                      <a:pt x="29" y="19"/>
                    </a:lnTo>
                    <a:lnTo>
                      <a:pt x="29" y="19"/>
                    </a:lnTo>
                    <a:lnTo>
                      <a:pt x="29" y="17"/>
                    </a:lnTo>
                    <a:lnTo>
                      <a:pt x="29" y="17"/>
                    </a:lnTo>
                    <a:lnTo>
                      <a:pt x="27" y="15"/>
                    </a:lnTo>
                    <a:lnTo>
                      <a:pt x="26" y="12"/>
                    </a:lnTo>
                    <a:lnTo>
                      <a:pt x="26" y="12"/>
                    </a:lnTo>
                    <a:lnTo>
                      <a:pt x="26" y="9"/>
                    </a:lnTo>
                    <a:lnTo>
                      <a:pt x="29" y="7"/>
                    </a:lnTo>
                    <a:lnTo>
                      <a:pt x="29" y="7"/>
                    </a:lnTo>
                    <a:lnTo>
                      <a:pt x="29" y="5"/>
                    </a:lnTo>
                    <a:lnTo>
                      <a:pt x="29" y="5"/>
                    </a:lnTo>
                    <a:lnTo>
                      <a:pt x="29" y="5"/>
                    </a:lnTo>
                    <a:lnTo>
                      <a:pt x="29" y="5"/>
                    </a:lnTo>
                    <a:lnTo>
                      <a:pt x="23" y="2"/>
                    </a:lnTo>
                    <a:lnTo>
                      <a:pt x="18" y="0"/>
                    </a:lnTo>
                    <a:lnTo>
                      <a:pt x="18" y="0"/>
                    </a:lnTo>
                    <a:lnTo>
                      <a:pt x="16" y="0"/>
                    </a:lnTo>
                    <a:lnTo>
                      <a:pt x="16" y="0"/>
                    </a:lnTo>
                    <a:lnTo>
                      <a:pt x="11" y="2"/>
                    </a:lnTo>
                    <a:lnTo>
                      <a:pt x="7" y="7"/>
                    </a:lnTo>
                    <a:lnTo>
                      <a:pt x="3" y="12"/>
                    </a:lnTo>
                    <a:lnTo>
                      <a:pt x="0" y="17"/>
                    </a:lnTo>
                    <a:lnTo>
                      <a:pt x="0" y="17"/>
                    </a:lnTo>
                    <a:lnTo>
                      <a:pt x="5" y="23"/>
                    </a:lnTo>
                    <a:lnTo>
                      <a:pt x="9" y="28"/>
                    </a:lnTo>
                    <a:lnTo>
                      <a:pt x="13" y="35"/>
                    </a:lnTo>
                    <a:lnTo>
                      <a:pt x="16" y="43"/>
                    </a:lnTo>
                    <a:lnTo>
                      <a:pt x="24"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06" name="Freeform 359"/>
              <p:cNvSpPr/>
              <p:nvPr/>
            </p:nvSpPr>
            <p:spPr bwMode="auto">
              <a:xfrm>
                <a:off x="4632326" y="1552576"/>
                <a:ext cx="26988" cy="34925"/>
              </a:xfrm>
              <a:custGeom>
                <a:avLst/>
                <a:gdLst>
                  <a:gd name="T0" fmla="*/ 11 w 34"/>
                  <a:gd name="T1" fmla="*/ 0 h 43"/>
                  <a:gd name="T2" fmla="*/ 11 w 34"/>
                  <a:gd name="T3" fmla="*/ 0 h 43"/>
                  <a:gd name="T4" fmla="*/ 7 w 34"/>
                  <a:gd name="T5" fmla="*/ 2 h 43"/>
                  <a:gd name="T6" fmla="*/ 1 w 34"/>
                  <a:gd name="T7" fmla="*/ 5 h 43"/>
                  <a:gd name="T8" fmla="*/ 1 w 34"/>
                  <a:gd name="T9" fmla="*/ 5 h 43"/>
                  <a:gd name="T10" fmla="*/ 0 w 34"/>
                  <a:gd name="T11" fmla="*/ 5 h 43"/>
                  <a:gd name="T12" fmla="*/ 0 w 34"/>
                  <a:gd name="T13" fmla="*/ 5 h 43"/>
                  <a:gd name="T14" fmla="*/ 0 w 34"/>
                  <a:gd name="T15" fmla="*/ 7 h 43"/>
                  <a:gd name="T16" fmla="*/ 0 w 34"/>
                  <a:gd name="T17" fmla="*/ 7 h 43"/>
                  <a:gd name="T18" fmla="*/ 2 w 34"/>
                  <a:gd name="T19" fmla="*/ 9 h 43"/>
                  <a:gd name="T20" fmla="*/ 2 w 34"/>
                  <a:gd name="T21" fmla="*/ 12 h 43"/>
                  <a:gd name="T22" fmla="*/ 2 w 34"/>
                  <a:gd name="T23" fmla="*/ 12 h 43"/>
                  <a:gd name="T24" fmla="*/ 2 w 34"/>
                  <a:gd name="T25" fmla="*/ 15 h 43"/>
                  <a:gd name="T26" fmla="*/ 0 w 34"/>
                  <a:gd name="T27" fmla="*/ 17 h 43"/>
                  <a:gd name="T28" fmla="*/ 0 w 34"/>
                  <a:gd name="T29" fmla="*/ 17 h 43"/>
                  <a:gd name="T30" fmla="*/ 0 w 34"/>
                  <a:gd name="T31" fmla="*/ 19 h 43"/>
                  <a:gd name="T32" fmla="*/ 4 w 34"/>
                  <a:gd name="T33" fmla="*/ 42 h 43"/>
                  <a:gd name="T34" fmla="*/ 4 w 34"/>
                  <a:gd name="T35" fmla="*/ 42 h 43"/>
                  <a:gd name="T36" fmla="*/ 4 w 34"/>
                  <a:gd name="T37" fmla="*/ 43 h 43"/>
                  <a:gd name="T38" fmla="*/ 34 w 34"/>
                  <a:gd name="T39" fmla="*/ 43 h 43"/>
                  <a:gd name="T40" fmla="*/ 34 w 34"/>
                  <a:gd name="T41" fmla="*/ 43 h 43"/>
                  <a:gd name="T42" fmla="*/ 34 w 34"/>
                  <a:gd name="T43" fmla="*/ 43 h 43"/>
                  <a:gd name="T44" fmla="*/ 34 w 34"/>
                  <a:gd name="T45" fmla="*/ 43 h 43"/>
                  <a:gd name="T46" fmla="*/ 34 w 34"/>
                  <a:gd name="T47" fmla="*/ 42 h 43"/>
                  <a:gd name="T48" fmla="*/ 34 w 34"/>
                  <a:gd name="T49" fmla="*/ 42 h 43"/>
                  <a:gd name="T50" fmla="*/ 32 w 34"/>
                  <a:gd name="T51" fmla="*/ 28 h 43"/>
                  <a:gd name="T52" fmla="*/ 28 w 34"/>
                  <a:gd name="T53" fmla="*/ 16 h 43"/>
                  <a:gd name="T54" fmla="*/ 24 w 34"/>
                  <a:gd name="T55" fmla="*/ 11 h 43"/>
                  <a:gd name="T56" fmla="*/ 22 w 34"/>
                  <a:gd name="T57" fmla="*/ 7 h 43"/>
                  <a:gd name="T58" fmla="*/ 17 w 34"/>
                  <a:gd name="T59" fmla="*/ 2 h 43"/>
                  <a:gd name="T60" fmla="*/ 12 w 34"/>
                  <a:gd name="T61" fmla="*/ 0 h 43"/>
                  <a:gd name="T62" fmla="*/ 12 w 34"/>
                  <a:gd name="T63" fmla="*/ 0 h 43"/>
                  <a:gd name="T64" fmla="*/ 11 w 34"/>
                  <a:gd name="T65" fmla="*/ 0 h 43"/>
                  <a:gd name="T66" fmla="*/ 11 w 34"/>
                  <a:gd name="T6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3">
                    <a:moveTo>
                      <a:pt x="11" y="0"/>
                    </a:moveTo>
                    <a:lnTo>
                      <a:pt x="11" y="0"/>
                    </a:lnTo>
                    <a:lnTo>
                      <a:pt x="7" y="2"/>
                    </a:lnTo>
                    <a:lnTo>
                      <a:pt x="1" y="5"/>
                    </a:lnTo>
                    <a:lnTo>
                      <a:pt x="1" y="5"/>
                    </a:lnTo>
                    <a:lnTo>
                      <a:pt x="0" y="5"/>
                    </a:lnTo>
                    <a:lnTo>
                      <a:pt x="0" y="5"/>
                    </a:lnTo>
                    <a:lnTo>
                      <a:pt x="0" y="7"/>
                    </a:lnTo>
                    <a:lnTo>
                      <a:pt x="0" y="7"/>
                    </a:lnTo>
                    <a:lnTo>
                      <a:pt x="2" y="9"/>
                    </a:lnTo>
                    <a:lnTo>
                      <a:pt x="2" y="12"/>
                    </a:lnTo>
                    <a:lnTo>
                      <a:pt x="2" y="12"/>
                    </a:lnTo>
                    <a:lnTo>
                      <a:pt x="2" y="15"/>
                    </a:lnTo>
                    <a:lnTo>
                      <a:pt x="0" y="17"/>
                    </a:lnTo>
                    <a:lnTo>
                      <a:pt x="0" y="17"/>
                    </a:lnTo>
                    <a:lnTo>
                      <a:pt x="0" y="19"/>
                    </a:lnTo>
                    <a:lnTo>
                      <a:pt x="4" y="42"/>
                    </a:lnTo>
                    <a:lnTo>
                      <a:pt x="4" y="42"/>
                    </a:lnTo>
                    <a:lnTo>
                      <a:pt x="4" y="43"/>
                    </a:lnTo>
                    <a:lnTo>
                      <a:pt x="34" y="43"/>
                    </a:lnTo>
                    <a:lnTo>
                      <a:pt x="34" y="43"/>
                    </a:lnTo>
                    <a:lnTo>
                      <a:pt x="34" y="43"/>
                    </a:lnTo>
                    <a:lnTo>
                      <a:pt x="34" y="43"/>
                    </a:lnTo>
                    <a:lnTo>
                      <a:pt x="34" y="42"/>
                    </a:lnTo>
                    <a:lnTo>
                      <a:pt x="34" y="42"/>
                    </a:lnTo>
                    <a:lnTo>
                      <a:pt x="32" y="28"/>
                    </a:lnTo>
                    <a:lnTo>
                      <a:pt x="28" y="16"/>
                    </a:lnTo>
                    <a:lnTo>
                      <a:pt x="24" y="11"/>
                    </a:lnTo>
                    <a:lnTo>
                      <a:pt x="22" y="7"/>
                    </a:lnTo>
                    <a:lnTo>
                      <a:pt x="17" y="2"/>
                    </a:lnTo>
                    <a:lnTo>
                      <a:pt x="12" y="0"/>
                    </a:lnTo>
                    <a:lnTo>
                      <a:pt x="12" y="0"/>
                    </a:lnTo>
                    <a:lnTo>
                      <a:pt x="11" y="0"/>
                    </a:ln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07" name="Freeform 360"/>
              <p:cNvSpPr>
                <a:spLocks noEditPoints="1"/>
              </p:cNvSpPr>
              <p:nvPr/>
            </p:nvSpPr>
            <p:spPr bwMode="auto">
              <a:xfrm>
                <a:off x="4611688" y="1516063"/>
                <a:ext cx="36513" cy="36513"/>
              </a:xfrm>
              <a:custGeom>
                <a:avLst/>
                <a:gdLst>
                  <a:gd name="T0" fmla="*/ 22 w 45"/>
                  <a:gd name="T1" fmla="*/ 47 h 47"/>
                  <a:gd name="T2" fmla="*/ 30 w 45"/>
                  <a:gd name="T3" fmla="*/ 45 h 47"/>
                  <a:gd name="T4" fmla="*/ 38 w 45"/>
                  <a:gd name="T5" fmla="*/ 40 h 47"/>
                  <a:gd name="T6" fmla="*/ 42 w 45"/>
                  <a:gd name="T7" fmla="*/ 33 h 47"/>
                  <a:gd name="T8" fmla="*/ 45 w 45"/>
                  <a:gd name="T9" fmla="*/ 23 h 47"/>
                  <a:gd name="T10" fmla="*/ 43 w 45"/>
                  <a:gd name="T11" fmla="*/ 19 h 47"/>
                  <a:gd name="T12" fmla="*/ 41 w 45"/>
                  <a:gd name="T13" fmla="*/ 11 h 47"/>
                  <a:gd name="T14" fmla="*/ 34 w 45"/>
                  <a:gd name="T15" fmla="*/ 4 h 47"/>
                  <a:gd name="T16" fmla="*/ 26 w 45"/>
                  <a:gd name="T17" fmla="*/ 2 h 47"/>
                  <a:gd name="T18" fmla="*/ 22 w 45"/>
                  <a:gd name="T19" fmla="*/ 0 h 47"/>
                  <a:gd name="T20" fmla="*/ 12 w 45"/>
                  <a:gd name="T21" fmla="*/ 3 h 47"/>
                  <a:gd name="T22" fmla="*/ 4 w 45"/>
                  <a:gd name="T23" fmla="*/ 10 h 47"/>
                  <a:gd name="T24" fmla="*/ 4 w 45"/>
                  <a:gd name="T25" fmla="*/ 10 h 47"/>
                  <a:gd name="T26" fmla="*/ 4 w 45"/>
                  <a:gd name="T27" fmla="*/ 10 h 47"/>
                  <a:gd name="T28" fmla="*/ 0 w 45"/>
                  <a:gd name="T29" fmla="*/ 17 h 47"/>
                  <a:gd name="T30" fmla="*/ 0 w 45"/>
                  <a:gd name="T31" fmla="*/ 23 h 47"/>
                  <a:gd name="T32" fmla="*/ 1 w 45"/>
                  <a:gd name="T33" fmla="*/ 33 h 47"/>
                  <a:gd name="T34" fmla="*/ 5 w 45"/>
                  <a:gd name="T35" fmla="*/ 40 h 47"/>
                  <a:gd name="T36" fmla="*/ 13 w 45"/>
                  <a:gd name="T37" fmla="*/ 45 h 47"/>
                  <a:gd name="T38" fmla="*/ 22 w 45"/>
                  <a:gd name="T39" fmla="*/ 47 h 47"/>
                  <a:gd name="T40" fmla="*/ 22 w 45"/>
                  <a:gd name="T41" fmla="*/ 6 h 47"/>
                  <a:gd name="T42" fmla="*/ 27 w 45"/>
                  <a:gd name="T43" fmla="*/ 6 h 47"/>
                  <a:gd name="T44" fmla="*/ 31 w 45"/>
                  <a:gd name="T45" fmla="*/ 8 h 47"/>
                  <a:gd name="T46" fmla="*/ 22 w 45"/>
                  <a:gd name="T47" fmla="*/ 13 h 47"/>
                  <a:gd name="T48" fmla="*/ 18 w 45"/>
                  <a:gd name="T49" fmla="*/ 14 h 47"/>
                  <a:gd name="T50" fmla="*/ 9 w 45"/>
                  <a:gd name="T51" fmla="*/ 11 h 47"/>
                  <a:gd name="T52" fmla="*/ 15 w 45"/>
                  <a:gd name="T53" fmla="*/ 7 h 47"/>
                  <a:gd name="T54" fmla="*/ 22 w 45"/>
                  <a:gd name="T55" fmla="*/ 6 h 47"/>
                  <a:gd name="T56" fmla="*/ 7 w 45"/>
                  <a:gd name="T57" fmla="*/ 14 h 47"/>
                  <a:gd name="T58" fmla="*/ 11 w 45"/>
                  <a:gd name="T59" fmla="*/ 17 h 47"/>
                  <a:gd name="T60" fmla="*/ 16 w 45"/>
                  <a:gd name="T61" fmla="*/ 18 h 47"/>
                  <a:gd name="T62" fmla="*/ 23 w 45"/>
                  <a:gd name="T63" fmla="*/ 15 h 47"/>
                  <a:gd name="T64" fmla="*/ 31 w 45"/>
                  <a:gd name="T65" fmla="*/ 13 h 47"/>
                  <a:gd name="T66" fmla="*/ 35 w 45"/>
                  <a:gd name="T67" fmla="*/ 13 h 47"/>
                  <a:gd name="T68" fmla="*/ 37 w 45"/>
                  <a:gd name="T69" fmla="*/ 13 h 47"/>
                  <a:gd name="T70" fmla="*/ 38 w 45"/>
                  <a:gd name="T71" fmla="*/ 18 h 47"/>
                  <a:gd name="T72" fmla="*/ 39 w 45"/>
                  <a:gd name="T73" fmla="*/ 23 h 47"/>
                  <a:gd name="T74" fmla="*/ 34 w 45"/>
                  <a:gd name="T75" fmla="*/ 36 h 47"/>
                  <a:gd name="T76" fmla="*/ 22 w 45"/>
                  <a:gd name="T77" fmla="*/ 41 h 47"/>
                  <a:gd name="T78" fmla="*/ 15 w 45"/>
                  <a:gd name="T79" fmla="*/ 40 h 47"/>
                  <a:gd name="T80" fmla="*/ 5 w 45"/>
                  <a:gd name="T81" fmla="*/ 30 h 47"/>
                  <a:gd name="T82" fmla="*/ 4 w 45"/>
                  <a:gd name="T83" fmla="*/ 23 h 47"/>
                  <a:gd name="T84" fmla="*/ 7 w 45"/>
                  <a:gd name="T85" fmla="*/ 1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47">
                    <a:moveTo>
                      <a:pt x="22" y="47"/>
                    </a:moveTo>
                    <a:lnTo>
                      <a:pt x="22" y="47"/>
                    </a:lnTo>
                    <a:lnTo>
                      <a:pt x="26" y="47"/>
                    </a:lnTo>
                    <a:lnTo>
                      <a:pt x="30" y="45"/>
                    </a:lnTo>
                    <a:lnTo>
                      <a:pt x="34" y="43"/>
                    </a:lnTo>
                    <a:lnTo>
                      <a:pt x="38" y="40"/>
                    </a:lnTo>
                    <a:lnTo>
                      <a:pt x="41" y="36"/>
                    </a:lnTo>
                    <a:lnTo>
                      <a:pt x="42" y="33"/>
                    </a:lnTo>
                    <a:lnTo>
                      <a:pt x="43" y="28"/>
                    </a:lnTo>
                    <a:lnTo>
                      <a:pt x="45" y="23"/>
                    </a:lnTo>
                    <a:lnTo>
                      <a:pt x="45" y="23"/>
                    </a:lnTo>
                    <a:lnTo>
                      <a:pt x="43" y="19"/>
                    </a:lnTo>
                    <a:lnTo>
                      <a:pt x="42" y="14"/>
                    </a:lnTo>
                    <a:lnTo>
                      <a:pt x="41" y="11"/>
                    </a:lnTo>
                    <a:lnTo>
                      <a:pt x="38" y="7"/>
                    </a:lnTo>
                    <a:lnTo>
                      <a:pt x="34" y="4"/>
                    </a:lnTo>
                    <a:lnTo>
                      <a:pt x="30" y="3"/>
                    </a:lnTo>
                    <a:lnTo>
                      <a:pt x="26" y="2"/>
                    </a:lnTo>
                    <a:lnTo>
                      <a:pt x="22" y="0"/>
                    </a:lnTo>
                    <a:lnTo>
                      <a:pt x="22" y="0"/>
                    </a:lnTo>
                    <a:lnTo>
                      <a:pt x="16" y="2"/>
                    </a:lnTo>
                    <a:lnTo>
                      <a:pt x="12" y="3"/>
                    </a:lnTo>
                    <a:lnTo>
                      <a:pt x="8" y="6"/>
                    </a:lnTo>
                    <a:lnTo>
                      <a:pt x="4" y="10"/>
                    </a:lnTo>
                    <a:lnTo>
                      <a:pt x="4" y="10"/>
                    </a:lnTo>
                    <a:lnTo>
                      <a:pt x="4" y="10"/>
                    </a:lnTo>
                    <a:lnTo>
                      <a:pt x="4" y="10"/>
                    </a:lnTo>
                    <a:lnTo>
                      <a:pt x="4" y="10"/>
                    </a:lnTo>
                    <a:lnTo>
                      <a:pt x="4" y="10"/>
                    </a:lnTo>
                    <a:lnTo>
                      <a:pt x="0" y="17"/>
                    </a:lnTo>
                    <a:lnTo>
                      <a:pt x="0" y="23"/>
                    </a:lnTo>
                    <a:lnTo>
                      <a:pt x="0" y="23"/>
                    </a:lnTo>
                    <a:lnTo>
                      <a:pt x="0" y="28"/>
                    </a:lnTo>
                    <a:lnTo>
                      <a:pt x="1" y="33"/>
                    </a:lnTo>
                    <a:lnTo>
                      <a:pt x="2" y="36"/>
                    </a:lnTo>
                    <a:lnTo>
                      <a:pt x="5" y="40"/>
                    </a:lnTo>
                    <a:lnTo>
                      <a:pt x="9" y="43"/>
                    </a:lnTo>
                    <a:lnTo>
                      <a:pt x="13" y="45"/>
                    </a:lnTo>
                    <a:lnTo>
                      <a:pt x="18" y="47"/>
                    </a:lnTo>
                    <a:lnTo>
                      <a:pt x="22" y="47"/>
                    </a:lnTo>
                    <a:lnTo>
                      <a:pt x="22" y="47"/>
                    </a:lnTo>
                    <a:close/>
                    <a:moveTo>
                      <a:pt x="22" y="6"/>
                    </a:moveTo>
                    <a:lnTo>
                      <a:pt x="22" y="6"/>
                    </a:lnTo>
                    <a:lnTo>
                      <a:pt x="27" y="6"/>
                    </a:lnTo>
                    <a:lnTo>
                      <a:pt x="31" y="8"/>
                    </a:lnTo>
                    <a:lnTo>
                      <a:pt x="31" y="8"/>
                    </a:lnTo>
                    <a:lnTo>
                      <a:pt x="27" y="10"/>
                    </a:lnTo>
                    <a:lnTo>
                      <a:pt x="22" y="13"/>
                    </a:lnTo>
                    <a:lnTo>
                      <a:pt x="22" y="13"/>
                    </a:lnTo>
                    <a:lnTo>
                      <a:pt x="18" y="14"/>
                    </a:lnTo>
                    <a:lnTo>
                      <a:pt x="15" y="14"/>
                    </a:lnTo>
                    <a:lnTo>
                      <a:pt x="9" y="11"/>
                    </a:lnTo>
                    <a:lnTo>
                      <a:pt x="9" y="11"/>
                    </a:lnTo>
                    <a:lnTo>
                      <a:pt x="15" y="7"/>
                    </a:lnTo>
                    <a:lnTo>
                      <a:pt x="18" y="6"/>
                    </a:lnTo>
                    <a:lnTo>
                      <a:pt x="22" y="6"/>
                    </a:lnTo>
                    <a:lnTo>
                      <a:pt x="22" y="6"/>
                    </a:lnTo>
                    <a:close/>
                    <a:moveTo>
                      <a:pt x="7" y="14"/>
                    </a:moveTo>
                    <a:lnTo>
                      <a:pt x="7" y="14"/>
                    </a:lnTo>
                    <a:lnTo>
                      <a:pt x="11" y="17"/>
                    </a:lnTo>
                    <a:lnTo>
                      <a:pt x="16" y="18"/>
                    </a:lnTo>
                    <a:lnTo>
                      <a:pt x="16" y="18"/>
                    </a:lnTo>
                    <a:lnTo>
                      <a:pt x="20" y="17"/>
                    </a:lnTo>
                    <a:lnTo>
                      <a:pt x="23" y="15"/>
                    </a:lnTo>
                    <a:lnTo>
                      <a:pt x="23" y="15"/>
                    </a:lnTo>
                    <a:lnTo>
                      <a:pt x="31" y="13"/>
                    </a:lnTo>
                    <a:lnTo>
                      <a:pt x="34" y="13"/>
                    </a:lnTo>
                    <a:lnTo>
                      <a:pt x="35" y="13"/>
                    </a:lnTo>
                    <a:lnTo>
                      <a:pt x="35" y="13"/>
                    </a:lnTo>
                    <a:lnTo>
                      <a:pt x="37" y="13"/>
                    </a:lnTo>
                    <a:lnTo>
                      <a:pt x="37" y="13"/>
                    </a:lnTo>
                    <a:lnTo>
                      <a:pt x="38" y="18"/>
                    </a:lnTo>
                    <a:lnTo>
                      <a:pt x="39" y="23"/>
                    </a:lnTo>
                    <a:lnTo>
                      <a:pt x="39" y="23"/>
                    </a:lnTo>
                    <a:lnTo>
                      <a:pt x="38" y="30"/>
                    </a:lnTo>
                    <a:lnTo>
                      <a:pt x="34" y="36"/>
                    </a:lnTo>
                    <a:lnTo>
                      <a:pt x="28" y="40"/>
                    </a:lnTo>
                    <a:lnTo>
                      <a:pt x="22" y="41"/>
                    </a:lnTo>
                    <a:lnTo>
                      <a:pt x="22" y="41"/>
                    </a:lnTo>
                    <a:lnTo>
                      <a:pt x="15" y="40"/>
                    </a:lnTo>
                    <a:lnTo>
                      <a:pt x="9" y="36"/>
                    </a:lnTo>
                    <a:lnTo>
                      <a:pt x="5" y="30"/>
                    </a:lnTo>
                    <a:lnTo>
                      <a:pt x="4" y="23"/>
                    </a:lnTo>
                    <a:lnTo>
                      <a:pt x="4" y="23"/>
                    </a:lnTo>
                    <a:lnTo>
                      <a:pt x="5" y="19"/>
                    </a:lnTo>
                    <a:lnTo>
                      <a:pt x="7" y="14"/>
                    </a:lnTo>
                    <a:lnTo>
                      <a:pt x="7"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08" name="Freeform 361"/>
              <p:cNvSpPr/>
              <p:nvPr/>
            </p:nvSpPr>
            <p:spPr bwMode="auto">
              <a:xfrm>
                <a:off x="4495801" y="1552576"/>
                <a:ext cx="28575" cy="34925"/>
              </a:xfrm>
              <a:custGeom>
                <a:avLst/>
                <a:gdLst>
                  <a:gd name="T0" fmla="*/ 1 w 35"/>
                  <a:gd name="T1" fmla="*/ 43 h 43"/>
                  <a:gd name="T2" fmla="*/ 30 w 35"/>
                  <a:gd name="T3" fmla="*/ 43 h 43"/>
                  <a:gd name="T4" fmla="*/ 30 w 35"/>
                  <a:gd name="T5" fmla="*/ 43 h 43"/>
                  <a:gd name="T6" fmla="*/ 31 w 35"/>
                  <a:gd name="T7" fmla="*/ 42 h 43"/>
                  <a:gd name="T8" fmla="*/ 35 w 35"/>
                  <a:gd name="T9" fmla="*/ 19 h 43"/>
                  <a:gd name="T10" fmla="*/ 35 w 35"/>
                  <a:gd name="T11" fmla="*/ 19 h 43"/>
                  <a:gd name="T12" fmla="*/ 35 w 35"/>
                  <a:gd name="T13" fmla="*/ 17 h 43"/>
                  <a:gd name="T14" fmla="*/ 35 w 35"/>
                  <a:gd name="T15" fmla="*/ 17 h 43"/>
                  <a:gd name="T16" fmla="*/ 32 w 35"/>
                  <a:gd name="T17" fmla="*/ 15 h 43"/>
                  <a:gd name="T18" fmla="*/ 32 w 35"/>
                  <a:gd name="T19" fmla="*/ 12 h 43"/>
                  <a:gd name="T20" fmla="*/ 32 w 35"/>
                  <a:gd name="T21" fmla="*/ 12 h 43"/>
                  <a:gd name="T22" fmla="*/ 32 w 35"/>
                  <a:gd name="T23" fmla="*/ 9 h 43"/>
                  <a:gd name="T24" fmla="*/ 34 w 35"/>
                  <a:gd name="T25" fmla="*/ 7 h 43"/>
                  <a:gd name="T26" fmla="*/ 34 w 35"/>
                  <a:gd name="T27" fmla="*/ 7 h 43"/>
                  <a:gd name="T28" fmla="*/ 35 w 35"/>
                  <a:gd name="T29" fmla="*/ 5 h 43"/>
                  <a:gd name="T30" fmla="*/ 35 w 35"/>
                  <a:gd name="T31" fmla="*/ 5 h 43"/>
                  <a:gd name="T32" fmla="*/ 34 w 35"/>
                  <a:gd name="T33" fmla="*/ 5 h 43"/>
                  <a:gd name="T34" fmla="*/ 34 w 35"/>
                  <a:gd name="T35" fmla="*/ 5 h 43"/>
                  <a:gd name="T36" fmla="*/ 28 w 35"/>
                  <a:gd name="T37" fmla="*/ 2 h 43"/>
                  <a:gd name="T38" fmla="*/ 23 w 35"/>
                  <a:gd name="T39" fmla="*/ 0 h 43"/>
                  <a:gd name="T40" fmla="*/ 23 w 35"/>
                  <a:gd name="T41" fmla="*/ 0 h 43"/>
                  <a:gd name="T42" fmla="*/ 23 w 35"/>
                  <a:gd name="T43" fmla="*/ 0 h 43"/>
                  <a:gd name="T44" fmla="*/ 23 w 35"/>
                  <a:gd name="T45" fmla="*/ 0 h 43"/>
                  <a:gd name="T46" fmla="*/ 17 w 35"/>
                  <a:gd name="T47" fmla="*/ 2 h 43"/>
                  <a:gd name="T48" fmla="*/ 13 w 35"/>
                  <a:gd name="T49" fmla="*/ 7 h 43"/>
                  <a:gd name="T50" fmla="*/ 9 w 35"/>
                  <a:gd name="T51" fmla="*/ 11 h 43"/>
                  <a:gd name="T52" fmla="*/ 7 w 35"/>
                  <a:gd name="T53" fmla="*/ 16 h 43"/>
                  <a:gd name="T54" fmla="*/ 2 w 35"/>
                  <a:gd name="T55" fmla="*/ 28 h 43"/>
                  <a:gd name="T56" fmla="*/ 0 w 35"/>
                  <a:gd name="T57" fmla="*/ 42 h 43"/>
                  <a:gd name="T58" fmla="*/ 0 w 35"/>
                  <a:gd name="T59" fmla="*/ 42 h 43"/>
                  <a:gd name="T60" fmla="*/ 1 w 35"/>
                  <a:gd name="T61" fmla="*/ 43 h 43"/>
                  <a:gd name="T62" fmla="*/ 1 w 35"/>
                  <a:gd name="T63" fmla="*/ 43 h 43"/>
                  <a:gd name="T64" fmla="*/ 1 w 35"/>
                  <a:gd name="T65" fmla="*/ 43 h 43"/>
                  <a:gd name="T66" fmla="*/ 1 w 35"/>
                  <a:gd name="T6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3">
                    <a:moveTo>
                      <a:pt x="1" y="43"/>
                    </a:moveTo>
                    <a:lnTo>
                      <a:pt x="30" y="43"/>
                    </a:lnTo>
                    <a:lnTo>
                      <a:pt x="30" y="43"/>
                    </a:lnTo>
                    <a:lnTo>
                      <a:pt x="31" y="42"/>
                    </a:lnTo>
                    <a:lnTo>
                      <a:pt x="35" y="19"/>
                    </a:lnTo>
                    <a:lnTo>
                      <a:pt x="35" y="19"/>
                    </a:lnTo>
                    <a:lnTo>
                      <a:pt x="35" y="17"/>
                    </a:lnTo>
                    <a:lnTo>
                      <a:pt x="35" y="17"/>
                    </a:lnTo>
                    <a:lnTo>
                      <a:pt x="32" y="15"/>
                    </a:lnTo>
                    <a:lnTo>
                      <a:pt x="32" y="12"/>
                    </a:lnTo>
                    <a:lnTo>
                      <a:pt x="32" y="12"/>
                    </a:lnTo>
                    <a:lnTo>
                      <a:pt x="32" y="9"/>
                    </a:lnTo>
                    <a:lnTo>
                      <a:pt x="34" y="7"/>
                    </a:lnTo>
                    <a:lnTo>
                      <a:pt x="34" y="7"/>
                    </a:lnTo>
                    <a:lnTo>
                      <a:pt x="35" y="5"/>
                    </a:lnTo>
                    <a:lnTo>
                      <a:pt x="35" y="5"/>
                    </a:lnTo>
                    <a:lnTo>
                      <a:pt x="34" y="5"/>
                    </a:lnTo>
                    <a:lnTo>
                      <a:pt x="34" y="5"/>
                    </a:lnTo>
                    <a:lnTo>
                      <a:pt x="28" y="2"/>
                    </a:lnTo>
                    <a:lnTo>
                      <a:pt x="23" y="0"/>
                    </a:lnTo>
                    <a:lnTo>
                      <a:pt x="23" y="0"/>
                    </a:lnTo>
                    <a:lnTo>
                      <a:pt x="23" y="0"/>
                    </a:lnTo>
                    <a:lnTo>
                      <a:pt x="23" y="0"/>
                    </a:lnTo>
                    <a:lnTo>
                      <a:pt x="17" y="2"/>
                    </a:lnTo>
                    <a:lnTo>
                      <a:pt x="13" y="7"/>
                    </a:lnTo>
                    <a:lnTo>
                      <a:pt x="9" y="11"/>
                    </a:lnTo>
                    <a:lnTo>
                      <a:pt x="7" y="16"/>
                    </a:lnTo>
                    <a:lnTo>
                      <a:pt x="2" y="28"/>
                    </a:lnTo>
                    <a:lnTo>
                      <a:pt x="0" y="42"/>
                    </a:lnTo>
                    <a:lnTo>
                      <a:pt x="0" y="42"/>
                    </a:lnTo>
                    <a:lnTo>
                      <a:pt x="1" y="43"/>
                    </a:lnTo>
                    <a:lnTo>
                      <a:pt x="1" y="43"/>
                    </a:lnTo>
                    <a:lnTo>
                      <a:pt x="1" y="43"/>
                    </a:lnTo>
                    <a:lnTo>
                      <a:pt x="1"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09" name="Freeform 362"/>
              <p:cNvSpPr/>
              <p:nvPr/>
            </p:nvSpPr>
            <p:spPr bwMode="auto">
              <a:xfrm>
                <a:off x="4530726" y="1552576"/>
                <a:ext cx="22225" cy="34925"/>
              </a:xfrm>
              <a:custGeom>
                <a:avLst/>
                <a:gdLst>
                  <a:gd name="T0" fmla="*/ 12 w 29"/>
                  <a:gd name="T1" fmla="*/ 0 h 43"/>
                  <a:gd name="T2" fmla="*/ 12 w 29"/>
                  <a:gd name="T3" fmla="*/ 0 h 43"/>
                  <a:gd name="T4" fmla="*/ 7 w 29"/>
                  <a:gd name="T5" fmla="*/ 2 h 43"/>
                  <a:gd name="T6" fmla="*/ 1 w 29"/>
                  <a:gd name="T7" fmla="*/ 5 h 43"/>
                  <a:gd name="T8" fmla="*/ 1 w 29"/>
                  <a:gd name="T9" fmla="*/ 5 h 43"/>
                  <a:gd name="T10" fmla="*/ 1 w 29"/>
                  <a:gd name="T11" fmla="*/ 5 h 43"/>
                  <a:gd name="T12" fmla="*/ 1 w 29"/>
                  <a:gd name="T13" fmla="*/ 5 h 43"/>
                  <a:gd name="T14" fmla="*/ 1 w 29"/>
                  <a:gd name="T15" fmla="*/ 7 h 43"/>
                  <a:gd name="T16" fmla="*/ 1 w 29"/>
                  <a:gd name="T17" fmla="*/ 7 h 43"/>
                  <a:gd name="T18" fmla="*/ 3 w 29"/>
                  <a:gd name="T19" fmla="*/ 9 h 43"/>
                  <a:gd name="T20" fmla="*/ 4 w 29"/>
                  <a:gd name="T21" fmla="*/ 12 h 43"/>
                  <a:gd name="T22" fmla="*/ 4 w 29"/>
                  <a:gd name="T23" fmla="*/ 12 h 43"/>
                  <a:gd name="T24" fmla="*/ 3 w 29"/>
                  <a:gd name="T25" fmla="*/ 15 h 43"/>
                  <a:gd name="T26" fmla="*/ 1 w 29"/>
                  <a:gd name="T27" fmla="*/ 17 h 43"/>
                  <a:gd name="T28" fmla="*/ 1 w 29"/>
                  <a:gd name="T29" fmla="*/ 17 h 43"/>
                  <a:gd name="T30" fmla="*/ 0 w 29"/>
                  <a:gd name="T31" fmla="*/ 19 h 43"/>
                  <a:gd name="T32" fmla="*/ 4 w 29"/>
                  <a:gd name="T33" fmla="*/ 42 h 43"/>
                  <a:gd name="T34" fmla="*/ 4 w 29"/>
                  <a:gd name="T35" fmla="*/ 42 h 43"/>
                  <a:gd name="T36" fmla="*/ 5 w 29"/>
                  <a:gd name="T37" fmla="*/ 43 h 43"/>
                  <a:gd name="T38" fmla="*/ 8 w 29"/>
                  <a:gd name="T39" fmla="*/ 43 h 43"/>
                  <a:gd name="T40" fmla="*/ 8 w 29"/>
                  <a:gd name="T41" fmla="*/ 43 h 43"/>
                  <a:gd name="T42" fmla="*/ 12 w 29"/>
                  <a:gd name="T43" fmla="*/ 35 h 43"/>
                  <a:gd name="T44" fmla="*/ 16 w 29"/>
                  <a:gd name="T45" fmla="*/ 27 h 43"/>
                  <a:gd name="T46" fmla="*/ 22 w 29"/>
                  <a:gd name="T47" fmla="*/ 20 h 43"/>
                  <a:gd name="T48" fmla="*/ 29 w 29"/>
                  <a:gd name="T49" fmla="*/ 15 h 43"/>
                  <a:gd name="T50" fmla="*/ 29 w 29"/>
                  <a:gd name="T51" fmla="*/ 15 h 43"/>
                  <a:gd name="T52" fmla="*/ 22 w 29"/>
                  <a:gd name="T53" fmla="*/ 7 h 43"/>
                  <a:gd name="T54" fmla="*/ 18 w 29"/>
                  <a:gd name="T55" fmla="*/ 2 h 43"/>
                  <a:gd name="T56" fmla="*/ 14 w 29"/>
                  <a:gd name="T57" fmla="*/ 0 h 43"/>
                  <a:gd name="T58" fmla="*/ 14 w 29"/>
                  <a:gd name="T59" fmla="*/ 0 h 43"/>
                  <a:gd name="T60" fmla="*/ 12 w 29"/>
                  <a:gd name="T61" fmla="*/ 0 h 43"/>
                  <a:gd name="T62" fmla="*/ 12 w 29"/>
                  <a:gd name="T6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43">
                    <a:moveTo>
                      <a:pt x="12" y="0"/>
                    </a:moveTo>
                    <a:lnTo>
                      <a:pt x="12" y="0"/>
                    </a:lnTo>
                    <a:lnTo>
                      <a:pt x="7" y="2"/>
                    </a:lnTo>
                    <a:lnTo>
                      <a:pt x="1" y="5"/>
                    </a:lnTo>
                    <a:lnTo>
                      <a:pt x="1" y="5"/>
                    </a:lnTo>
                    <a:lnTo>
                      <a:pt x="1" y="5"/>
                    </a:lnTo>
                    <a:lnTo>
                      <a:pt x="1" y="5"/>
                    </a:lnTo>
                    <a:lnTo>
                      <a:pt x="1" y="7"/>
                    </a:lnTo>
                    <a:lnTo>
                      <a:pt x="1" y="7"/>
                    </a:lnTo>
                    <a:lnTo>
                      <a:pt x="3" y="9"/>
                    </a:lnTo>
                    <a:lnTo>
                      <a:pt x="4" y="12"/>
                    </a:lnTo>
                    <a:lnTo>
                      <a:pt x="4" y="12"/>
                    </a:lnTo>
                    <a:lnTo>
                      <a:pt x="3" y="15"/>
                    </a:lnTo>
                    <a:lnTo>
                      <a:pt x="1" y="17"/>
                    </a:lnTo>
                    <a:lnTo>
                      <a:pt x="1" y="17"/>
                    </a:lnTo>
                    <a:lnTo>
                      <a:pt x="0" y="19"/>
                    </a:lnTo>
                    <a:lnTo>
                      <a:pt x="4" y="42"/>
                    </a:lnTo>
                    <a:lnTo>
                      <a:pt x="4" y="42"/>
                    </a:lnTo>
                    <a:lnTo>
                      <a:pt x="5" y="43"/>
                    </a:lnTo>
                    <a:lnTo>
                      <a:pt x="8" y="43"/>
                    </a:lnTo>
                    <a:lnTo>
                      <a:pt x="8" y="43"/>
                    </a:lnTo>
                    <a:lnTo>
                      <a:pt x="12" y="35"/>
                    </a:lnTo>
                    <a:lnTo>
                      <a:pt x="16" y="27"/>
                    </a:lnTo>
                    <a:lnTo>
                      <a:pt x="22" y="20"/>
                    </a:lnTo>
                    <a:lnTo>
                      <a:pt x="29" y="15"/>
                    </a:lnTo>
                    <a:lnTo>
                      <a:pt x="29" y="15"/>
                    </a:lnTo>
                    <a:lnTo>
                      <a:pt x="22" y="7"/>
                    </a:lnTo>
                    <a:lnTo>
                      <a:pt x="18" y="2"/>
                    </a:lnTo>
                    <a:lnTo>
                      <a:pt x="14" y="0"/>
                    </a:lnTo>
                    <a:lnTo>
                      <a:pt x="14" y="0"/>
                    </a:lnTo>
                    <a:lnTo>
                      <a:pt x="12" y="0"/>
                    </a:lnTo>
                    <a:lnTo>
                      <a:pt x="1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10" name="Freeform 363"/>
              <p:cNvSpPr>
                <a:spLocks noEditPoints="1"/>
              </p:cNvSpPr>
              <p:nvPr/>
            </p:nvSpPr>
            <p:spPr bwMode="auto">
              <a:xfrm>
                <a:off x="4510088" y="1516063"/>
                <a:ext cx="34925" cy="36513"/>
              </a:xfrm>
              <a:custGeom>
                <a:avLst/>
                <a:gdLst>
                  <a:gd name="T0" fmla="*/ 23 w 45"/>
                  <a:gd name="T1" fmla="*/ 47 h 47"/>
                  <a:gd name="T2" fmla="*/ 31 w 45"/>
                  <a:gd name="T3" fmla="*/ 45 h 47"/>
                  <a:gd name="T4" fmla="*/ 38 w 45"/>
                  <a:gd name="T5" fmla="*/ 40 h 47"/>
                  <a:gd name="T6" fmla="*/ 44 w 45"/>
                  <a:gd name="T7" fmla="*/ 33 h 47"/>
                  <a:gd name="T8" fmla="*/ 45 w 45"/>
                  <a:gd name="T9" fmla="*/ 23 h 47"/>
                  <a:gd name="T10" fmla="*/ 45 w 45"/>
                  <a:gd name="T11" fmla="*/ 19 h 47"/>
                  <a:gd name="T12" fmla="*/ 41 w 45"/>
                  <a:gd name="T13" fmla="*/ 11 h 47"/>
                  <a:gd name="T14" fmla="*/ 36 w 45"/>
                  <a:gd name="T15" fmla="*/ 4 h 47"/>
                  <a:gd name="T16" fmla="*/ 27 w 45"/>
                  <a:gd name="T17" fmla="*/ 2 h 47"/>
                  <a:gd name="T18" fmla="*/ 23 w 45"/>
                  <a:gd name="T19" fmla="*/ 0 h 47"/>
                  <a:gd name="T20" fmla="*/ 12 w 45"/>
                  <a:gd name="T21" fmla="*/ 3 h 47"/>
                  <a:gd name="T22" fmla="*/ 6 w 45"/>
                  <a:gd name="T23" fmla="*/ 10 h 47"/>
                  <a:gd name="T24" fmla="*/ 4 w 45"/>
                  <a:gd name="T25" fmla="*/ 10 h 47"/>
                  <a:gd name="T26" fmla="*/ 4 w 45"/>
                  <a:gd name="T27" fmla="*/ 10 h 47"/>
                  <a:gd name="T28" fmla="*/ 1 w 45"/>
                  <a:gd name="T29" fmla="*/ 17 h 47"/>
                  <a:gd name="T30" fmla="*/ 0 w 45"/>
                  <a:gd name="T31" fmla="*/ 23 h 47"/>
                  <a:gd name="T32" fmla="*/ 1 w 45"/>
                  <a:gd name="T33" fmla="*/ 33 h 47"/>
                  <a:gd name="T34" fmla="*/ 7 w 45"/>
                  <a:gd name="T35" fmla="*/ 40 h 47"/>
                  <a:gd name="T36" fmla="*/ 14 w 45"/>
                  <a:gd name="T37" fmla="*/ 45 h 47"/>
                  <a:gd name="T38" fmla="*/ 23 w 45"/>
                  <a:gd name="T39" fmla="*/ 47 h 47"/>
                  <a:gd name="T40" fmla="*/ 23 w 45"/>
                  <a:gd name="T41" fmla="*/ 6 h 47"/>
                  <a:gd name="T42" fmla="*/ 27 w 45"/>
                  <a:gd name="T43" fmla="*/ 6 h 47"/>
                  <a:gd name="T44" fmla="*/ 33 w 45"/>
                  <a:gd name="T45" fmla="*/ 8 h 47"/>
                  <a:gd name="T46" fmla="*/ 22 w 45"/>
                  <a:gd name="T47" fmla="*/ 13 h 47"/>
                  <a:gd name="T48" fmla="*/ 19 w 45"/>
                  <a:gd name="T49" fmla="*/ 14 h 47"/>
                  <a:gd name="T50" fmla="*/ 10 w 45"/>
                  <a:gd name="T51" fmla="*/ 11 h 47"/>
                  <a:gd name="T52" fmla="*/ 15 w 45"/>
                  <a:gd name="T53" fmla="*/ 7 h 47"/>
                  <a:gd name="T54" fmla="*/ 23 w 45"/>
                  <a:gd name="T55" fmla="*/ 6 h 47"/>
                  <a:gd name="T56" fmla="*/ 8 w 45"/>
                  <a:gd name="T57" fmla="*/ 14 h 47"/>
                  <a:gd name="T58" fmla="*/ 12 w 45"/>
                  <a:gd name="T59" fmla="*/ 17 h 47"/>
                  <a:gd name="T60" fmla="*/ 18 w 45"/>
                  <a:gd name="T61" fmla="*/ 18 h 47"/>
                  <a:gd name="T62" fmla="*/ 23 w 45"/>
                  <a:gd name="T63" fmla="*/ 15 h 47"/>
                  <a:gd name="T64" fmla="*/ 33 w 45"/>
                  <a:gd name="T65" fmla="*/ 13 h 47"/>
                  <a:gd name="T66" fmla="*/ 37 w 45"/>
                  <a:gd name="T67" fmla="*/ 13 h 47"/>
                  <a:gd name="T68" fmla="*/ 37 w 45"/>
                  <a:gd name="T69" fmla="*/ 13 h 47"/>
                  <a:gd name="T70" fmla="*/ 40 w 45"/>
                  <a:gd name="T71" fmla="*/ 18 h 47"/>
                  <a:gd name="T72" fmla="*/ 40 w 45"/>
                  <a:gd name="T73" fmla="*/ 23 h 47"/>
                  <a:gd name="T74" fmla="*/ 36 w 45"/>
                  <a:gd name="T75" fmla="*/ 36 h 47"/>
                  <a:gd name="T76" fmla="*/ 23 w 45"/>
                  <a:gd name="T77" fmla="*/ 41 h 47"/>
                  <a:gd name="T78" fmla="*/ 16 w 45"/>
                  <a:gd name="T79" fmla="*/ 40 h 47"/>
                  <a:gd name="T80" fmla="*/ 7 w 45"/>
                  <a:gd name="T81" fmla="*/ 30 h 47"/>
                  <a:gd name="T82" fmla="*/ 6 w 45"/>
                  <a:gd name="T83" fmla="*/ 23 h 47"/>
                  <a:gd name="T84" fmla="*/ 8 w 45"/>
                  <a:gd name="T85" fmla="*/ 1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47">
                    <a:moveTo>
                      <a:pt x="23" y="47"/>
                    </a:moveTo>
                    <a:lnTo>
                      <a:pt x="23" y="47"/>
                    </a:lnTo>
                    <a:lnTo>
                      <a:pt x="27" y="47"/>
                    </a:lnTo>
                    <a:lnTo>
                      <a:pt x="31" y="45"/>
                    </a:lnTo>
                    <a:lnTo>
                      <a:pt x="36" y="43"/>
                    </a:lnTo>
                    <a:lnTo>
                      <a:pt x="38" y="40"/>
                    </a:lnTo>
                    <a:lnTo>
                      <a:pt x="41" y="36"/>
                    </a:lnTo>
                    <a:lnTo>
                      <a:pt x="44" y="33"/>
                    </a:lnTo>
                    <a:lnTo>
                      <a:pt x="45" y="28"/>
                    </a:lnTo>
                    <a:lnTo>
                      <a:pt x="45" y="23"/>
                    </a:lnTo>
                    <a:lnTo>
                      <a:pt x="45" y="23"/>
                    </a:lnTo>
                    <a:lnTo>
                      <a:pt x="45" y="19"/>
                    </a:lnTo>
                    <a:lnTo>
                      <a:pt x="44" y="14"/>
                    </a:lnTo>
                    <a:lnTo>
                      <a:pt x="41" y="11"/>
                    </a:lnTo>
                    <a:lnTo>
                      <a:pt x="38" y="7"/>
                    </a:lnTo>
                    <a:lnTo>
                      <a:pt x="36" y="4"/>
                    </a:lnTo>
                    <a:lnTo>
                      <a:pt x="31" y="3"/>
                    </a:lnTo>
                    <a:lnTo>
                      <a:pt x="27" y="2"/>
                    </a:lnTo>
                    <a:lnTo>
                      <a:pt x="23" y="0"/>
                    </a:lnTo>
                    <a:lnTo>
                      <a:pt x="23" y="0"/>
                    </a:lnTo>
                    <a:lnTo>
                      <a:pt x="18" y="2"/>
                    </a:lnTo>
                    <a:lnTo>
                      <a:pt x="12" y="3"/>
                    </a:lnTo>
                    <a:lnTo>
                      <a:pt x="8" y="6"/>
                    </a:lnTo>
                    <a:lnTo>
                      <a:pt x="6" y="10"/>
                    </a:lnTo>
                    <a:lnTo>
                      <a:pt x="6" y="10"/>
                    </a:lnTo>
                    <a:lnTo>
                      <a:pt x="4" y="10"/>
                    </a:lnTo>
                    <a:lnTo>
                      <a:pt x="4" y="10"/>
                    </a:lnTo>
                    <a:lnTo>
                      <a:pt x="4" y="10"/>
                    </a:lnTo>
                    <a:lnTo>
                      <a:pt x="4" y="10"/>
                    </a:lnTo>
                    <a:lnTo>
                      <a:pt x="1" y="17"/>
                    </a:lnTo>
                    <a:lnTo>
                      <a:pt x="0" y="23"/>
                    </a:lnTo>
                    <a:lnTo>
                      <a:pt x="0" y="23"/>
                    </a:lnTo>
                    <a:lnTo>
                      <a:pt x="1" y="28"/>
                    </a:lnTo>
                    <a:lnTo>
                      <a:pt x="1" y="33"/>
                    </a:lnTo>
                    <a:lnTo>
                      <a:pt x="4" y="36"/>
                    </a:lnTo>
                    <a:lnTo>
                      <a:pt x="7" y="40"/>
                    </a:lnTo>
                    <a:lnTo>
                      <a:pt x="10" y="43"/>
                    </a:lnTo>
                    <a:lnTo>
                      <a:pt x="14" y="45"/>
                    </a:lnTo>
                    <a:lnTo>
                      <a:pt x="18" y="47"/>
                    </a:lnTo>
                    <a:lnTo>
                      <a:pt x="23" y="47"/>
                    </a:lnTo>
                    <a:lnTo>
                      <a:pt x="23" y="47"/>
                    </a:lnTo>
                    <a:close/>
                    <a:moveTo>
                      <a:pt x="23" y="6"/>
                    </a:moveTo>
                    <a:lnTo>
                      <a:pt x="23" y="6"/>
                    </a:lnTo>
                    <a:lnTo>
                      <a:pt x="27" y="6"/>
                    </a:lnTo>
                    <a:lnTo>
                      <a:pt x="33" y="8"/>
                    </a:lnTo>
                    <a:lnTo>
                      <a:pt x="33" y="8"/>
                    </a:lnTo>
                    <a:lnTo>
                      <a:pt x="27" y="10"/>
                    </a:lnTo>
                    <a:lnTo>
                      <a:pt x="22" y="13"/>
                    </a:lnTo>
                    <a:lnTo>
                      <a:pt x="22" y="13"/>
                    </a:lnTo>
                    <a:lnTo>
                      <a:pt x="19" y="14"/>
                    </a:lnTo>
                    <a:lnTo>
                      <a:pt x="15" y="14"/>
                    </a:lnTo>
                    <a:lnTo>
                      <a:pt x="10" y="11"/>
                    </a:lnTo>
                    <a:lnTo>
                      <a:pt x="10" y="11"/>
                    </a:lnTo>
                    <a:lnTo>
                      <a:pt x="15" y="7"/>
                    </a:lnTo>
                    <a:lnTo>
                      <a:pt x="19" y="6"/>
                    </a:lnTo>
                    <a:lnTo>
                      <a:pt x="23" y="6"/>
                    </a:lnTo>
                    <a:lnTo>
                      <a:pt x="23" y="6"/>
                    </a:lnTo>
                    <a:close/>
                    <a:moveTo>
                      <a:pt x="8" y="14"/>
                    </a:moveTo>
                    <a:lnTo>
                      <a:pt x="8" y="14"/>
                    </a:lnTo>
                    <a:lnTo>
                      <a:pt x="12" y="17"/>
                    </a:lnTo>
                    <a:lnTo>
                      <a:pt x="18" y="18"/>
                    </a:lnTo>
                    <a:lnTo>
                      <a:pt x="18" y="18"/>
                    </a:lnTo>
                    <a:lnTo>
                      <a:pt x="21" y="17"/>
                    </a:lnTo>
                    <a:lnTo>
                      <a:pt x="23" y="15"/>
                    </a:lnTo>
                    <a:lnTo>
                      <a:pt x="23" y="15"/>
                    </a:lnTo>
                    <a:lnTo>
                      <a:pt x="33" y="13"/>
                    </a:lnTo>
                    <a:lnTo>
                      <a:pt x="34" y="13"/>
                    </a:lnTo>
                    <a:lnTo>
                      <a:pt x="37" y="13"/>
                    </a:lnTo>
                    <a:lnTo>
                      <a:pt x="37" y="13"/>
                    </a:lnTo>
                    <a:lnTo>
                      <a:pt x="37" y="13"/>
                    </a:lnTo>
                    <a:lnTo>
                      <a:pt x="37" y="13"/>
                    </a:lnTo>
                    <a:lnTo>
                      <a:pt x="40" y="18"/>
                    </a:lnTo>
                    <a:lnTo>
                      <a:pt x="40" y="23"/>
                    </a:lnTo>
                    <a:lnTo>
                      <a:pt x="40" y="23"/>
                    </a:lnTo>
                    <a:lnTo>
                      <a:pt x="38" y="30"/>
                    </a:lnTo>
                    <a:lnTo>
                      <a:pt x="36" y="36"/>
                    </a:lnTo>
                    <a:lnTo>
                      <a:pt x="30" y="40"/>
                    </a:lnTo>
                    <a:lnTo>
                      <a:pt x="23" y="41"/>
                    </a:lnTo>
                    <a:lnTo>
                      <a:pt x="23" y="41"/>
                    </a:lnTo>
                    <a:lnTo>
                      <a:pt x="16" y="40"/>
                    </a:lnTo>
                    <a:lnTo>
                      <a:pt x="11" y="36"/>
                    </a:lnTo>
                    <a:lnTo>
                      <a:pt x="7" y="30"/>
                    </a:lnTo>
                    <a:lnTo>
                      <a:pt x="6" y="23"/>
                    </a:lnTo>
                    <a:lnTo>
                      <a:pt x="6" y="23"/>
                    </a:lnTo>
                    <a:lnTo>
                      <a:pt x="6" y="19"/>
                    </a:lnTo>
                    <a:lnTo>
                      <a:pt x="8" y="14"/>
                    </a:lnTo>
                    <a:lnTo>
                      <a:pt x="8"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11" name="Freeform 364"/>
              <p:cNvSpPr/>
              <p:nvPr/>
            </p:nvSpPr>
            <p:spPr bwMode="auto">
              <a:xfrm>
                <a:off x="4537076" y="1565276"/>
                <a:ext cx="36513" cy="44450"/>
              </a:xfrm>
              <a:custGeom>
                <a:avLst/>
                <a:gdLst>
                  <a:gd name="T0" fmla="*/ 41 w 45"/>
                  <a:gd name="T1" fmla="*/ 16 h 56"/>
                  <a:gd name="T2" fmla="*/ 41 w 45"/>
                  <a:gd name="T3" fmla="*/ 16 h 56"/>
                  <a:gd name="T4" fmla="*/ 41 w 45"/>
                  <a:gd name="T5" fmla="*/ 12 h 56"/>
                  <a:gd name="T6" fmla="*/ 43 w 45"/>
                  <a:gd name="T7" fmla="*/ 9 h 56"/>
                  <a:gd name="T8" fmla="*/ 43 w 45"/>
                  <a:gd name="T9" fmla="*/ 9 h 56"/>
                  <a:gd name="T10" fmla="*/ 45 w 45"/>
                  <a:gd name="T11" fmla="*/ 8 h 56"/>
                  <a:gd name="T12" fmla="*/ 45 w 45"/>
                  <a:gd name="T13" fmla="*/ 8 h 56"/>
                  <a:gd name="T14" fmla="*/ 43 w 45"/>
                  <a:gd name="T15" fmla="*/ 7 h 56"/>
                  <a:gd name="T16" fmla="*/ 43 w 45"/>
                  <a:gd name="T17" fmla="*/ 7 h 56"/>
                  <a:gd name="T18" fmla="*/ 36 w 45"/>
                  <a:gd name="T19" fmla="*/ 4 h 56"/>
                  <a:gd name="T20" fmla="*/ 30 w 45"/>
                  <a:gd name="T21" fmla="*/ 0 h 56"/>
                  <a:gd name="T22" fmla="*/ 30 w 45"/>
                  <a:gd name="T23" fmla="*/ 0 h 56"/>
                  <a:gd name="T24" fmla="*/ 28 w 45"/>
                  <a:gd name="T25" fmla="*/ 0 h 56"/>
                  <a:gd name="T26" fmla="*/ 28 w 45"/>
                  <a:gd name="T27" fmla="*/ 0 h 56"/>
                  <a:gd name="T28" fmla="*/ 21 w 45"/>
                  <a:gd name="T29" fmla="*/ 4 h 56"/>
                  <a:gd name="T30" fmla="*/ 16 w 45"/>
                  <a:gd name="T31" fmla="*/ 8 h 56"/>
                  <a:gd name="T32" fmla="*/ 12 w 45"/>
                  <a:gd name="T33" fmla="*/ 15 h 56"/>
                  <a:gd name="T34" fmla="*/ 8 w 45"/>
                  <a:gd name="T35" fmla="*/ 22 h 56"/>
                  <a:gd name="T36" fmla="*/ 5 w 45"/>
                  <a:gd name="T37" fmla="*/ 28 h 56"/>
                  <a:gd name="T38" fmla="*/ 2 w 45"/>
                  <a:gd name="T39" fmla="*/ 37 h 56"/>
                  <a:gd name="T40" fmla="*/ 1 w 45"/>
                  <a:gd name="T41" fmla="*/ 45 h 56"/>
                  <a:gd name="T42" fmla="*/ 0 w 45"/>
                  <a:gd name="T43" fmla="*/ 54 h 56"/>
                  <a:gd name="T44" fmla="*/ 0 w 45"/>
                  <a:gd name="T45" fmla="*/ 54 h 56"/>
                  <a:gd name="T46" fmla="*/ 0 w 45"/>
                  <a:gd name="T47" fmla="*/ 56 h 56"/>
                  <a:gd name="T48" fmla="*/ 0 w 45"/>
                  <a:gd name="T49" fmla="*/ 56 h 56"/>
                  <a:gd name="T50" fmla="*/ 1 w 45"/>
                  <a:gd name="T51" fmla="*/ 56 h 56"/>
                  <a:gd name="T52" fmla="*/ 38 w 45"/>
                  <a:gd name="T53" fmla="*/ 56 h 56"/>
                  <a:gd name="T54" fmla="*/ 38 w 45"/>
                  <a:gd name="T55" fmla="*/ 56 h 56"/>
                  <a:gd name="T56" fmla="*/ 39 w 45"/>
                  <a:gd name="T57" fmla="*/ 54 h 56"/>
                  <a:gd name="T58" fmla="*/ 45 w 45"/>
                  <a:gd name="T59" fmla="*/ 24 h 56"/>
                  <a:gd name="T60" fmla="*/ 45 w 45"/>
                  <a:gd name="T61" fmla="*/ 24 h 56"/>
                  <a:gd name="T62" fmla="*/ 45 w 45"/>
                  <a:gd name="T63" fmla="*/ 23 h 56"/>
                  <a:gd name="T64" fmla="*/ 45 w 45"/>
                  <a:gd name="T65" fmla="*/ 23 h 56"/>
                  <a:gd name="T66" fmla="*/ 41 w 45"/>
                  <a:gd name="T67" fmla="*/ 20 h 56"/>
                  <a:gd name="T68" fmla="*/ 41 w 45"/>
                  <a:gd name="T69" fmla="*/ 16 h 56"/>
                  <a:gd name="T70" fmla="*/ 41 w 45"/>
                  <a:gd name="T71" fmla="*/ 1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5" h="56">
                    <a:moveTo>
                      <a:pt x="41" y="16"/>
                    </a:moveTo>
                    <a:lnTo>
                      <a:pt x="41" y="16"/>
                    </a:lnTo>
                    <a:lnTo>
                      <a:pt x="41" y="12"/>
                    </a:lnTo>
                    <a:lnTo>
                      <a:pt x="43" y="9"/>
                    </a:lnTo>
                    <a:lnTo>
                      <a:pt x="43" y="9"/>
                    </a:lnTo>
                    <a:lnTo>
                      <a:pt x="45" y="8"/>
                    </a:lnTo>
                    <a:lnTo>
                      <a:pt x="45" y="8"/>
                    </a:lnTo>
                    <a:lnTo>
                      <a:pt x="43" y="7"/>
                    </a:lnTo>
                    <a:lnTo>
                      <a:pt x="43" y="7"/>
                    </a:lnTo>
                    <a:lnTo>
                      <a:pt x="36" y="4"/>
                    </a:lnTo>
                    <a:lnTo>
                      <a:pt x="30" y="0"/>
                    </a:lnTo>
                    <a:lnTo>
                      <a:pt x="30" y="0"/>
                    </a:lnTo>
                    <a:lnTo>
                      <a:pt x="28" y="0"/>
                    </a:lnTo>
                    <a:lnTo>
                      <a:pt x="28" y="0"/>
                    </a:lnTo>
                    <a:lnTo>
                      <a:pt x="21" y="4"/>
                    </a:lnTo>
                    <a:lnTo>
                      <a:pt x="16" y="8"/>
                    </a:lnTo>
                    <a:lnTo>
                      <a:pt x="12" y="15"/>
                    </a:lnTo>
                    <a:lnTo>
                      <a:pt x="8" y="22"/>
                    </a:lnTo>
                    <a:lnTo>
                      <a:pt x="5" y="28"/>
                    </a:lnTo>
                    <a:lnTo>
                      <a:pt x="2" y="37"/>
                    </a:lnTo>
                    <a:lnTo>
                      <a:pt x="1" y="45"/>
                    </a:lnTo>
                    <a:lnTo>
                      <a:pt x="0" y="54"/>
                    </a:lnTo>
                    <a:lnTo>
                      <a:pt x="0" y="54"/>
                    </a:lnTo>
                    <a:lnTo>
                      <a:pt x="0" y="56"/>
                    </a:lnTo>
                    <a:lnTo>
                      <a:pt x="0" y="56"/>
                    </a:lnTo>
                    <a:lnTo>
                      <a:pt x="1" y="56"/>
                    </a:lnTo>
                    <a:lnTo>
                      <a:pt x="38" y="56"/>
                    </a:lnTo>
                    <a:lnTo>
                      <a:pt x="38" y="56"/>
                    </a:lnTo>
                    <a:lnTo>
                      <a:pt x="39" y="54"/>
                    </a:lnTo>
                    <a:lnTo>
                      <a:pt x="45" y="24"/>
                    </a:lnTo>
                    <a:lnTo>
                      <a:pt x="45" y="24"/>
                    </a:lnTo>
                    <a:lnTo>
                      <a:pt x="45" y="23"/>
                    </a:lnTo>
                    <a:lnTo>
                      <a:pt x="45" y="23"/>
                    </a:lnTo>
                    <a:lnTo>
                      <a:pt x="41" y="20"/>
                    </a:lnTo>
                    <a:lnTo>
                      <a:pt x="41" y="16"/>
                    </a:lnTo>
                    <a:lnTo>
                      <a:pt x="41"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sp>
            <p:nvSpPr>
              <p:cNvPr id="112" name="Freeform 365"/>
              <p:cNvSpPr/>
              <p:nvPr/>
            </p:nvSpPr>
            <p:spPr bwMode="auto">
              <a:xfrm>
                <a:off x="4581526" y="1565276"/>
                <a:ext cx="33338" cy="44450"/>
              </a:xfrm>
              <a:custGeom>
                <a:avLst/>
                <a:gdLst>
                  <a:gd name="T0" fmla="*/ 15 w 44"/>
                  <a:gd name="T1" fmla="*/ 0 h 56"/>
                  <a:gd name="T2" fmla="*/ 15 w 44"/>
                  <a:gd name="T3" fmla="*/ 0 h 56"/>
                  <a:gd name="T4" fmla="*/ 8 w 44"/>
                  <a:gd name="T5" fmla="*/ 4 h 56"/>
                  <a:gd name="T6" fmla="*/ 2 w 44"/>
                  <a:gd name="T7" fmla="*/ 7 h 56"/>
                  <a:gd name="T8" fmla="*/ 2 w 44"/>
                  <a:gd name="T9" fmla="*/ 7 h 56"/>
                  <a:gd name="T10" fmla="*/ 0 w 44"/>
                  <a:gd name="T11" fmla="*/ 8 h 56"/>
                  <a:gd name="T12" fmla="*/ 0 w 44"/>
                  <a:gd name="T13" fmla="*/ 8 h 56"/>
                  <a:gd name="T14" fmla="*/ 0 w 44"/>
                  <a:gd name="T15" fmla="*/ 9 h 56"/>
                  <a:gd name="T16" fmla="*/ 0 w 44"/>
                  <a:gd name="T17" fmla="*/ 9 h 56"/>
                  <a:gd name="T18" fmla="*/ 3 w 44"/>
                  <a:gd name="T19" fmla="*/ 12 h 56"/>
                  <a:gd name="T20" fmla="*/ 4 w 44"/>
                  <a:gd name="T21" fmla="*/ 16 h 56"/>
                  <a:gd name="T22" fmla="*/ 4 w 44"/>
                  <a:gd name="T23" fmla="*/ 16 h 56"/>
                  <a:gd name="T24" fmla="*/ 3 w 44"/>
                  <a:gd name="T25" fmla="*/ 20 h 56"/>
                  <a:gd name="T26" fmla="*/ 0 w 44"/>
                  <a:gd name="T27" fmla="*/ 23 h 56"/>
                  <a:gd name="T28" fmla="*/ 0 w 44"/>
                  <a:gd name="T29" fmla="*/ 23 h 56"/>
                  <a:gd name="T30" fmla="*/ 0 w 44"/>
                  <a:gd name="T31" fmla="*/ 24 h 56"/>
                  <a:gd name="T32" fmla="*/ 6 w 44"/>
                  <a:gd name="T33" fmla="*/ 54 h 56"/>
                  <a:gd name="T34" fmla="*/ 6 w 44"/>
                  <a:gd name="T35" fmla="*/ 54 h 56"/>
                  <a:gd name="T36" fmla="*/ 6 w 44"/>
                  <a:gd name="T37" fmla="*/ 56 h 56"/>
                  <a:gd name="T38" fmla="*/ 44 w 44"/>
                  <a:gd name="T39" fmla="*/ 56 h 56"/>
                  <a:gd name="T40" fmla="*/ 44 w 44"/>
                  <a:gd name="T41" fmla="*/ 56 h 56"/>
                  <a:gd name="T42" fmla="*/ 44 w 44"/>
                  <a:gd name="T43" fmla="*/ 56 h 56"/>
                  <a:gd name="T44" fmla="*/ 44 w 44"/>
                  <a:gd name="T45" fmla="*/ 56 h 56"/>
                  <a:gd name="T46" fmla="*/ 44 w 44"/>
                  <a:gd name="T47" fmla="*/ 54 h 56"/>
                  <a:gd name="T48" fmla="*/ 44 w 44"/>
                  <a:gd name="T49" fmla="*/ 54 h 56"/>
                  <a:gd name="T50" fmla="*/ 44 w 44"/>
                  <a:gd name="T51" fmla="*/ 45 h 56"/>
                  <a:gd name="T52" fmla="*/ 42 w 44"/>
                  <a:gd name="T53" fmla="*/ 37 h 56"/>
                  <a:gd name="T54" fmla="*/ 40 w 44"/>
                  <a:gd name="T55" fmla="*/ 28 h 56"/>
                  <a:gd name="T56" fmla="*/ 37 w 44"/>
                  <a:gd name="T57" fmla="*/ 22 h 56"/>
                  <a:gd name="T58" fmla="*/ 33 w 44"/>
                  <a:gd name="T59" fmla="*/ 15 h 56"/>
                  <a:gd name="T60" fmla="*/ 27 w 44"/>
                  <a:gd name="T61" fmla="*/ 8 h 56"/>
                  <a:gd name="T62" fmla="*/ 22 w 44"/>
                  <a:gd name="T63" fmla="*/ 4 h 56"/>
                  <a:gd name="T64" fmla="*/ 17 w 44"/>
                  <a:gd name="T65" fmla="*/ 0 h 56"/>
                  <a:gd name="T66" fmla="*/ 17 w 44"/>
                  <a:gd name="T67" fmla="*/ 0 h 56"/>
                  <a:gd name="T68" fmla="*/ 15 w 44"/>
                  <a:gd name="T69" fmla="*/ 0 h 56"/>
                  <a:gd name="T70" fmla="*/ 15 w 44"/>
                  <a:gd name="T71"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56">
                    <a:moveTo>
                      <a:pt x="15" y="0"/>
                    </a:moveTo>
                    <a:lnTo>
                      <a:pt x="15" y="0"/>
                    </a:lnTo>
                    <a:lnTo>
                      <a:pt x="8" y="4"/>
                    </a:lnTo>
                    <a:lnTo>
                      <a:pt x="2" y="7"/>
                    </a:lnTo>
                    <a:lnTo>
                      <a:pt x="2" y="7"/>
                    </a:lnTo>
                    <a:lnTo>
                      <a:pt x="0" y="8"/>
                    </a:lnTo>
                    <a:lnTo>
                      <a:pt x="0" y="8"/>
                    </a:lnTo>
                    <a:lnTo>
                      <a:pt x="0" y="9"/>
                    </a:lnTo>
                    <a:lnTo>
                      <a:pt x="0" y="9"/>
                    </a:lnTo>
                    <a:lnTo>
                      <a:pt x="3" y="12"/>
                    </a:lnTo>
                    <a:lnTo>
                      <a:pt x="4" y="16"/>
                    </a:lnTo>
                    <a:lnTo>
                      <a:pt x="4" y="16"/>
                    </a:lnTo>
                    <a:lnTo>
                      <a:pt x="3" y="20"/>
                    </a:lnTo>
                    <a:lnTo>
                      <a:pt x="0" y="23"/>
                    </a:lnTo>
                    <a:lnTo>
                      <a:pt x="0" y="23"/>
                    </a:lnTo>
                    <a:lnTo>
                      <a:pt x="0" y="24"/>
                    </a:lnTo>
                    <a:lnTo>
                      <a:pt x="6" y="54"/>
                    </a:lnTo>
                    <a:lnTo>
                      <a:pt x="6" y="54"/>
                    </a:lnTo>
                    <a:lnTo>
                      <a:pt x="6" y="56"/>
                    </a:lnTo>
                    <a:lnTo>
                      <a:pt x="44" y="56"/>
                    </a:lnTo>
                    <a:lnTo>
                      <a:pt x="44" y="56"/>
                    </a:lnTo>
                    <a:lnTo>
                      <a:pt x="44" y="56"/>
                    </a:lnTo>
                    <a:lnTo>
                      <a:pt x="44" y="56"/>
                    </a:lnTo>
                    <a:lnTo>
                      <a:pt x="44" y="54"/>
                    </a:lnTo>
                    <a:lnTo>
                      <a:pt x="44" y="54"/>
                    </a:lnTo>
                    <a:lnTo>
                      <a:pt x="44" y="45"/>
                    </a:lnTo>
                    <a:lnTo>
                      <a:pt x="42" y="37"/>
                    </a:lnTo>
                    <a:lnTo>
                      <a:pt x="40" y="28"/>
                    </a:lnTo>
                    <a:lnTo>
                      <a:pt x="37" y="22"/>
                    </a:lnTo>
                    <a:lnTo>
                      <a:pt x="33" y="15"/>
                    </a:lnTo>
                    <a:lnTo>
                      <a:pt x="27" y="8"/>
                    </a:lnTo>
                    <a:lnTo>
                      <a:pt x="22" y="4"/>
                    </a:lnTo>
                    <a:lnTo>
                      <a:pt x="17" y="0"/>
                    </a:lnTo>
                    <a:lnTo>
                      <a:pt x="17" y="0"/>
                    </a:lnTo>
                    <a:lnTo>
                      <a:pt x="15" y="0"/>
                    </a:lnTo>
                    <a:lnTo>
                      <a:pt x="1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7F7F7F"/>
                  </a:solidFill>
                </a:endParaRPr>
              </a:p>
            </p:txBody>
          </p:sp>
        </p:gr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4"/>
          <a:stretch>
            <a:fillRect/>
          </a:stretch>
        </p:blipFill>
        <p:spPr>
          <a:xfrm>
            <a:off x="537210" y="176530"/>
            <a:ext cx="1124585" cy="1172845"/>
          </a:xfrm>
          <a:prstGeom prst="rect">
            <a:avLst/>
          </a:prstGeom>
        </p:spPr>
      </p:pic>
      <p:sp>
        <p:nvSpPr>
          <p:cNvPr id="3"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anim calcmode="lin" valueType="num">
                                      <p:cBhvr>
                                        <p:cTn id="14" dur="500" fill="hold"/>
                                        <p:tgtEl>
                                          <p:spTgt spid="53"/>
                                        </p:tgtEl>
                                        <p:attrNameLst>
                                          <p:attrName>ppt_x</p:attrName>
                                        </p:attrNameLst>
                                      </p:cBhvr>
                                      <p:tavLst>
                                        <p:tav tm="0">
                                          <p:val>
                                            <p:strVal val="#ppt_x"/>
                                          </p:val>
                                        </p:tav>
                                        <p:tav tm="100000">
                                          <p:val>
                                            <p:strVal val="#ppt_x"/>
                                          </p:val>
                                        </p:tav>
                                      </p:tavLst>
                                    </p:anim>
                                    <p:anim calcmode="lin" valueType="num">
                                      <p:cBhvr>
                                        <p:cTn id="15" dur="500" fill="hold"/>
                                        <p:tgtEl>
                                          <p:spTgt spid="53"/>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anim calcmode="lin" valueType="num">
                                      <p:cBhvr>
                                        <p:cTn id="19" dur="500" fill="hold"/>
                                        <p:tgtEl>
                                          <p:spTgt spid="42"/>
                                        </p:tgtEl>
                                        <p:attrNameLst>
                                          <p:attrName>ppt_x</p:attrName>
                                        </p:attrNameLst>
                                      </p:cBhvr>
                                      <p:tavLst>
                                        <p:tav tm="0">
                                          <p:val>
                                            <p:strVal val="#ppt_x"/>
                                          </p:val>
                                        </p:tav>
                                        <p:tav tm="100000">
                                          <p:val>
                                            <p:strVal val="#ppt_x"/>
                                          </p:val>
                                        </p:tav>
                                      </p:tavLst>
                                    </p:anim>
                                    <p:anim calcmode="lin" valueType="num">
                                      <p:cBhvr>
                                        <p:cTn id="20" dur="500" fill="hold"/>
                                        <p:tgtEl>
                                          <p:spTgt spid="42"/>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99"/>
                                        </p:tgtEl>
                                        <p:attrNameLst>
                                          <p:attrName>style.visibility</p:attrName>
                                        </p:attrNameLst>
                                      </p:cBhvr>
                                      <p:to>
                                        <p:strVal val="visible"/>
                                      </p:to>
                                    </p:set>
                                    <p:animEffect transition="in" filter="fade">
                                      <p:cBhvr>
                                        <p:cTn id="23" dur="1000"/>
                                        <p:tgtEl>
                                          <p:spTgt spid="99"/>
                                        </p:tgtEl>
                                      </p:cBhvr>
                                    </p:animEffect>
                                    <p:anim calcmode="lin" valueType="num">
                                      <p:cBhvr>
                                        <p:cTn id="24" dur="1000" fill="hold"/>
                                        <p:tgtEl>
                                          <p:spTgt spid="99"/>
                                        </p:tgtEl>
                                        <p:attrNameLst>
                                          <p:attrName>ppt_x</p:attrName>
                                        </p:attrNameLst>
                                      </p:cBhvr>
                                      <p:tavLst>
                                        <p:tav tm="0">
                                          <p:val>
                                            <p:strVal val="#ppt_x"/>
                                          </p:val>
                                        </p:tav>
                                        <p:tav tm="100000">
                                          <p:val>
                                            <p:strVal val="#ppt_x"/>
                                          </p:val>
                                        </p:tav>
                                      </p:tavLst>
                                    </p:anim>
                                    <p:anim calcmode="lin" valueType="num">
                                      <p:cBhvr>
                                        <p:cTn id="25" dur="1000" fill="hold"/>
                                        <p:tgtEl>
                                          <p:spTgt spid="99"/>
                                        </p:tgtEl>
                                        <p:attrNameLst>
                                          <p:attrName>ppt_y</p:attrName>
                                        </p:attrNameLst>
                                      </p:cBhvr>
                                      <p:tavLst>
                                        <p:tav tm="0">
                                          <p:val>
                                            <p:strVal val="#ppt_y-.1"/>
                                          </p:val>
                                        </p:tav>
                                        <p:tav tm="100000">
                                          <p:val>
                                            <p:strVal val="#ppt_y"/>
                                          </p:val>
                                        </p:tav>
                                      </p:tavLst>
                                    </p:anim>
                                  </p:childTnLst>
                                </p:cTn>
                              </p:par>
                              <p:par>
                                <p:cTn id="26" presetID="47" presetClass="entr" presetSubtype="0" fill="hold" nodeType="withEffect">
                                  <p:stCondLst>
                                    <p:cond delay="0"/>
                                  </p:stCondLst>
                                  <p:childTnLst>
                                    <p:set>
                                      <p:cBhvr>
                                        <p:cTn id="27" dur="1" fill="hold">
                                          <p:stCondLst>
                                            <p:cond delay="0"/>
                                          </p:stCondLst>
                                        </p:cTn>
                                        <p:tgtEl>
                                          <p:spTgt spid="88"/>
                                        </p:tgtEl>
                                        <p:attrNameLst>
                                          <p:attrName>style.visibility</p:attrName>
                                        </p:attrNameLst>
                                      </p:cBhvr>
                                      <p:to>
                                        <p:strVal val="visible"/>
                                      </p:to>
                                    </p:set>
                                    <p:animEffect transition="in" filter="fade">
                                      <p:cBhvr>
                                        <p:cTn id="28" dur="1000"/>
                                        <p:tgtEl>
                                          <p:spTgt spid="88"/>
                                        </p:tgtEl>
                                      </p:cBhvr>
                                    </p:animEffect>
                                    <p:anim calcmode="lin" valueType="num">
                                      <p:cBhvr>
                                        <p:cTn id="29" dur="1000" fill="hold"/>
                                        <p:tgtEl>
                                          <p:spTgt spid="88"/>
                                        </p:tgtEl>
                                        <p:attrNameLst>
                                          <p:attrName>ppt_x</p:attrName>
                                        </p:attrNameLst>
                                      </p:cBhvr>
                                      <p:tavLst>
                                        <p:tav tm="0">
                                          <p:val>
                                            <p:strVal val="#ppt_x"/>
                                          </p:val>
                                        </p:tav>
                                        <p:tav tm="100000">
                                          <p:val>
                                            <p:strVal val="#ppt_x"/>
                                          </p:val>
                                        </p:tav>
                                      </p:tavLst>
                                    </p:anim>
                                    <p:anim calcmode="lin" valueType="num">
                                      <p:cBhvr>
                                        <p:cTn id="30"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500" fill="hold"/>
                                        <p:tgtEl>
                                          <p:spTgt spid="39"/>
                                        </p:tgtEl>
                                        <p:attrNameLst>
                                          <p:attrName>ppt_x</p:attrName>
                                        </p:attrNameLst>
                                      </p:cBhvr>
                                      <p:tavLst>
                                        <p:tav tm="0">
                                          <p:val>
                                            <p:strVal val="1+#ppt_w/2"/>
                                          </p:val>
                                        </p:tav>
                                        <p:tav tm="100000">
                                          <p:val>
                                            <p:strVal val="#ppt_x"/>
                                          </p:val>
                                        </p:tav>
                                      </p:tavLst>
                                    </p:anim>
                                    <p:anim calcmode="lin" valueType="num">
                                      <p:cBhvr additive="base">
                                        <p:cTn id="36" dur="500" fill="hold"/>
                                        <p:tgtEl>
                                          <p:spTgt spid="3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 calcmode="lin" valueType="num">
                                      <p:cBhvr additive="base">
                                        <p:cTn id="39" dur="500" fill="hold"/>
                                        <p:tgtEl>
                                          <p:spTgt spid="38"/>
                                        </p:tgtEl>
                                        <p:attrNameLst>
                                          <p:attrName>ppt_x</p:attrName>
                                        </p:attrNameLst>
                                      </p:cBhvr>
                                      <p:tavLst>
                                        <p:tav tm="0">
                                          <p:val>
                                            <p:strVal val="1+#ppt_w/2"/>
                                          </p:val>
                                        </p:tav>
                                        <p:tav tm="100000">
                                          <p:val>
                                            <p:strVal val="#ppt_x"/>
                                          </p:val>
                                        </p:tav>
                                      </p:tavLst>
                                    </p:anim>
                                    <p:anim calcmode="lin" valueType="num">
                                      <p:cBhvr additive="base">
                                        <p:cTn id="40"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additive="base">
                                        <p:cTn id="45" dur="500" fill="hold"/>
                                        <p:tgtEl>
                                          <p:spTgt spid="40"/>
                                        </p:tgtEl>
                                        <p:attrNameLst>
                                          <p:attrName>ppt_x</p:attrName>
                                        </p:attrNameLst>
                                      </p:cBhvr>
                                      <p:tavLst>
                                        <p:tav tm="0">
                                          <p:val>
                                            <p:strVal val="0-#ppt_w/2"/>
                                          </p:val>
                                        </p:tav>
                                        <p:tav tm="100000">
                                          <p:val>
                                            <p:strVal val="#ppt_x"/>
                                          </p:val>
                                        </p:tav>
                                      </p:tavLst>
                                    </p:anim>
                                    <p:anim calcmode="lin" valueType="num">
                                      <p:cBhvr additive="base">
                                        <p:cTn id="46" dur="500" fill="hold"/>
                                        <p:tgtEl>
                                          <p:spTgt spid="40"/>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anim calcmode="lin" valueType="num">
                                      <p:cBhvr additive="base">
                                        <p:cTn id="49" dur="500" fill="hold"/>
                                        <p:tgtEl>
                                          <p:spTgt spid="41"/>
                                        </p:tgtEl>
                                        <p:attrNameLst>
                                          <p:attrName>ppt_x</p:attrName>
                                        </p:attrNameLst>
                                      </p:cBhvr>
                                      <p:tavLst>
                                        <p:tav tm="0">
                                          <p:val>
                                            <p:strVal val="0-#ppt_w/2"/>
                                          </p:val>
                                        </p:tav>
                                        <p:tav tm="100000">
                                          <p:val>
                                            <p:strVal val="#ppt_x"/>
                                          </p:val>
                                        </p:tav>
                                      </p:tavLst>
                                    </p:anim>
                                    <p:anim calcmode="lin" valueType="num">
                                      <p:cBhvr additive="base">
                                        <p:cTn id="50"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Freeform 913"/>
          <p:cNvSpPr>
            <a:spLocks noEditPoints="1"/>
          </p:cNvSpPr>
          <p:nvPr/>
        </p:nvSpPr>
        <p:spPr bwMode="auto">
          <a:xfrm>
            <a:off x="5537652" y="4009463"/>
            <a:ext cx="867555" cy="744669"/>
          </a:xfrm>
          <a:custGeom>
            <a:avLst/>
            <a:gdLst>
              <a:gd name="T0" fmla="*/ 562282 w 154"/>
              <a:gd name="T1" fmla="*/ 371910 h 144"/>
              <a:gd name="T2" fmla="*/ 621754 w 154"/>
              <a:gd name="T3" fmla="*/ 355740 h 144"/>
              <a:gd name="T4" fmla="*/ 805577 w 154"/>
              <a:gd name="T5" fmla="*/ 32340 h 144"/>
              <a:gd name="T6" fmla="*/ 697446 w 154"/>
              <a:gd name="T7" fmla="*/ 32340 h 144"/>
              <a:gd name="T8" fmla="*/ 643380 w 154"/>
              <a:gd name="T9" fmla="*/ 32340 h 144"/>
              <a:gd name="T10" fmla="*/ 643380 w 154"/>
              <a:gd name="T11" fmla="*/ 0 h 144"/>
              <a:gd name="T12" fmla="*/ 189230 w 154"/>
              <a:gd name="T13" fmla="*/ 0 h 144"/>
              <a:gd name="T14" fmla="*/ 189230 w 154"/>
              <a:gd name="T15" fmla="*/ 32340 h 144"/>
              <a:gd name="T16" fmla="*/ 135164 w 154"/>
              <a:gd name="T17" fmla="*/ 32340 h 144"/>
              <a:gd name="T18" fmla="*/ 27033 w 154"/>
              <a:gd name="T19" fmla="*/ 32340 h 144"/>
              <a:gd name="T20" fmla="*/ 210856 w 154"/>
              <a:gd name="T21" fmla="*/ 355740 h 144"/>
              <a:gd name="T22" fmla="*/ 270328 w 154"/>
              <a:gd name="T23" fmla="*/ 371910 h 144"/>
              <a:gd name="T24" fmla="*/ 383866 w 154"/>
              <a:gd name="T25" fmla="*/ 447371 h 144"/>
              <a:gd name="T26" fmla="*/ 383866 w 154"/>
              <a:gd name="T27" fmla="*/ 679141 h 144"/>
              <a:gd name="T28" fmla="*/ 189230 w 154"/>
              <a:gd name="T29" fmla="*/ 776161 h 144"/>
              <a:gd name="T30" fmla="*/ 643380 w 154"/>
              <a:gd name="T31" fmla="*/ 776161 h 144"/>
              <a:gd name="T32" fmla="*/ 448744 w 154"/>
              <a:gd name="T33" fmla="*/ 679141 h 144"/>
              <a:gd name="T34" fmla="*/ 448744 w 154"/>
              <a:gd name="T35" fmla="*/ 447371 h 144"/>
              <a:gd name="T36" fmla="*/ 562282 w 154"/>
              <a:gd name="T37" fmla="*/ 371910 h 144"/>
              <a:gd name="T38" fmla="*/ 643380 w 154"/>
              <a:gd name="T39" fmla="*/ 140140 h 144"/>
              <a:gd name="T40" fmla="*/ 643380 w 154"/>
              <a:gd name="T41" fmla="*/ 64680 h 144"/>
              <a:gd name="T42" fmla="*/ 697446 w 154"/>
              <a:gd name="T43" fmla="*/ 64680 h 144"/>
              <a:gd name="T44" fmla="*/ 773138 w 154"/>
              <a:gd name="T45" fmla="*/ 64680 h 144"/>
              <a:gd name="T46" fmla="*/ 610941 w 154"/>
              <a:gd name="T47" fmla="*/ 323400 h 144"/>
              <a:gd name="T48" fmla="*/ 589315 w 154"/>
              <a:gd name="T49" fmla="*/ 334180 h 144"/>
              <a:gd name="T50" fmla="*/ 643380 w 154"/>
              <a:gd name="T51" fmla="*/ 140140 h 144"/>
              <a:gd name="T52" fmla="*/ 221669 w 154"/>
              <a:gd name="T53" fmla="*/ 323400 h 144"/>
              <a:gd name="T54" fmla="*/ 59472 w 154"/>
              <a:gd name="T55" fmla="*/ 64680 h 144"/>
              <a:gd name="T56" fmla="*/ 135164 w 154"/>
              <a:gd name="T57" fmla="*/ 64680 h 144"/>
              <a:gd name="T58" fmla="*/ 189230 w 154"/>
              <a:gd name="T59" fmla="*/ 64680 h 144"/>
              <a:gd name="T60" fmla="*/ 189230 w 154"/>
              <a:gd name="T61" fmla="*/ 140140 h 144"/>
              <a:gd name="T62" fmla="*/ 243295 w 154"/>
              <a:gd name="T63" fmla="*/ 334180 h 144"/>
              <a:gd name="T64" fmla="*/ 221669 w 154"/>
              <a:gd name="T65" fmla="*/ 323400 h 144"/>
              <a:gd name="T66" fmla="*/ 416305 w 154"/>
              <a:gd name="T67" fmla="*/ 285670 h 144"/>
              <a:gd name="T68" fmla="*/ 313580 w 154"/>
              <a:gd name="T69" fmla="*/ 355740 h 144"/>
              <a:gd name="T70" fmla="*/ 351426 w 154"/>
              <a:gd name="T71" fmla="*/ 237160 h 144"/>
              <a:gd name="T72" fmla="*/ 254108 w 154"/>
              <a:gd name="T73" fmla="*/ 167090 h 144"/>
              <a:gd name="T74" fmla="*/ 378459 w 154"/>
              <a:gd name="T75" fmla="*/ 161700 h 144"/>
              <a:gd name="T76" fmla="*/ 416305 w 154"/>
              <a:gd name="T77" fmla="*/ 48510 h 144"/>
              <a:gd name="T78" fmla="*/ 454151 w 154"/>
              <a:gd name="T79" fmla="*/ 161700 h 144"/>
              <a:gd name="T80" fmla="*/ 578502 w 154"/>
              <a:gd name="T81" fmla="*/ 167090 h 144"/>
              <a:gd name="T82" fmla="*/ 481184 w 154"/>
              <a:gd name="T83" fmla="*/ 237160 h 144"/>
              <a:gd name="T84" fmla="*/ 519030 w 154"/>
              <a:gd name="T85" fmla="*/ 355740 h 144"/>
              <a:gd name="T86" fmla="*/ 416305 w 154"/>
              <a:gd name="T87" fmla="*/ 285670 h 14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4"/>
              <a:gd name="T133" fmla="*/ 0 h 144"/>
              <a:gd name="T134" fmla="*/ 154 w 154"/>
              <a:gd name="T135" fmla="*/ 144 h 14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4" h="144">
                <a:moveTo>
                  <a:pt x="104" y="69"/>
                </a:moveTo>
                <a:cubicBezTo>
                  <a:pt x="107" y="69"/>
                  <a:pt x="110" y="68"/>
                  <a:pt x="115" y="66"/>
                </a:cubicBezTo>
                <a:cubicBezTo>
                  <a:pt x="154" y="54"/>
                  <a:pt x="149" y="6"/>
                  <a:pt x="149" y="6"/>
                </a:cubicBezTo>
                <a:cubicBezTo>
                  <a:pt x="129" y="6"/>
                  <a:pt x="129" y="6"/>
                  <a:pt x="129" y="6"/>
                </a:cubicBezTo>
                <a:cubicBezTo>
                  <a:pt x="119" y="6"/>
                  <a:pt x="119" y="6"/>
                  <a:pt x="119" y="6"/>
                </a:cubicBezTo>
                <a:cubicBezTo>
                  <a:pt x="119" y="0"/>
                  <a:pt x="119" y="0"/>
                  <a:pt x="119" y="0"/>
                </a:cubicBezTo>
                <a:cubicBezTo>
                  <a:pt x="35" y="0"/>
                  <a:pt x="35" y="0"/>
                  <a:pt x="35" y="0"/>
                </a:cubicBezTo>
                <a:cubicBezTo>
                  <a:pt x="35" y="6"/>
                  <a:pt x="35" y="6"/>
                  <a:pt x="35" y="6"/>
                </a:cubicBezTo>
                <a:cubicBezTo>
                  <a:pt x="25" y="6"/>
                  <a:pt x="25" y="6"/>
                  <a:pt x="25" y="6"/>
                </a:cubicBezTo>
                <a:cubicBezTo>
                  <a:pt x="5" y="6"/>
                  <a:pt x="5" y="6"/>
                  <a:pt x="5" y="6"/>
                </a:cubicBezTo>
                <a:cubicBezTo>
                  <a:pt x="5" y="6"/>
                  <a:pt x="0" y="54"/>
                  <a:pt x="39" y="66"/>
                </a:cubicBezTo>
                <a:cubicBezTo>
                  <a:pt x="43" y="67"/>
                  <a:pt x="47" y="69"/>
                  <a:pt x="50" y="69"/>
                </a:cubicBezTo>
                <a:cubicBezTo>
                  <a:pt x="56" y="76"/>
                  <a:pt x="63" y="82"/>
                  <a:pt x="71" y="83"/>
                </a:cubicBezTo>
                <a:cubicBezTo>
                  <a:pt x="71" y="126"/>
                  <a:pt x="71" y="126"/>
                  <a:pt x="71" y="126"/>
                </a:cubicBezTo>
                <a:cubicBezTo>
                  <a:pt x="51" y="127"/>
                  <a:pt x="35" y="135"/>
                  <a:pt x="35" y="144"/>
                </a:cubicBezTo>
                <a:cubicBezTo>
                  <a:pt x="119" y="144"/>
                  <a:pt x="119" y="144"/>
                  <a:pt x="119" y="144"/>
                </a:cubicBezTo>
                <a:cubicBezTo>
                  <a:pt x="119" y="135"/>
                  <a:pt x="103" y="127"/>
                  <a:pt x="83" y="126"/>
                </a:cubicBezTo>
                <a:cubicBezTo>
                  <a:pt x="83" y="83"/>
                  <a:pt x="83" y="83"/>
                  <a:pt x="83" y="83"/>
                </a:cubicBezTo>
                <a:cubicBezTo>
                  <a:pt x="91" y="82"/>
                  <a:pt x="98" y="77"/>
                  <a:pt x="104" y="69"/>
                </a:cubicBezTo>
                <a:moveTo>
                  <a:pt x="119" y="26"/>
                </a:moveTo>
                <a:cubicBezTo>
                  <a:pt x="119" y="12"/>
                  <a:pt x="119" y="12"/>
                  <a:pt x="119" y="12"/>
                </a:cubicBezTo>
                <a:cubicBezTo>
                  <a:pt x="129" y="12"/>
                  <a:pt x="129" y="12"/>
                  <a:pt x="129" y="12"/>
                </a:cubicBezTo>
                <a:cubicBezTo>
                  <a:pt x="143" y="12"/>
                  <a:pt x="143" y="12"/>
                  <a:pt x="143" y="12"/>
                </a:cubicBezTo>
                <a:cubicBezTo>
                  <a:pt x="143" y="24"/>
                  <a:pt x="140" y="52"/>
                  <a:pt x="113" y="60"/>
                </a:cubicBezTo>
                <a:cubicBezTo>
                  <a:pt x="112" y="61"/>
                  <a:pt x="111" y="61"/>
                  <a:pt x="109" y="62"/>
                </a:cubicBezTo>
                <a:cubicBezTo>
                  <a:pt x="115" y="51"/>
                  <a:pt x="119" y="38"/>
                  <a:pt x="119" y="26"/>
                </a:cubicBezTo>
                <a:close/>
                <a:moveTo>
                  <a:pt x="41" y="60"/>
                </a:moveTo>
                <a:cubicBezTo>
                  <a:pt x="14" y="52"/>
                  <a:pt x="11" y="24"/>
                  <a:pt x="11" y="12"/>
                </a:cubicBezTo>
                <a:cubicBezTo>
                  <a:pt x="25" y="12"/>
                  <a:pt x="25" y="12"/>
                  <a:pt x="25" y="12"/>
                </a:cubicBezTo>
                <a:cubicBezTo>
                  <a:pt x="35" y="12"/>
                  <a:pt x="35" y="12"/>
                  <a:pt x="35" y="12"/>
                </a:cubicBezTo>
                <a:cubicBezTo>
                  <a:pt x="35" y="26"/>
                  <a:pt x="35" y="26"/>
                  <a:pt x="35" y="26"/>
                </a:cubicBezTo>
                <a:cubicBezTo>
                  <a:pt x="35" y="38"/>
                  <a:pt x="39" y="51"/>
                  <a:pt x="45" y="62"/>
                </a:cubicBezTo>
                <a:cubicBezTo>
                  <a:pt x="43" y="61"/>
                  <a:pt x="42" y="61"/>
                  <a:pt x="41" y="60"/>
                </a:cubicBezTo>
                <a:moveTo>
                  <a:pt x="77" y="53"/>
                </a:moveTo>
                <a:cubicBezTo>
                  <a:pt x="58" y="66"/>
                  <a:pt x="58" y="66"/>
                  <a:pt x="58" y="66"/>
                </a:cubicBezTo>
                <a:cubicBezTo>
                  <a:pt x="65" y="44"/>
                  <a:pt x="65" y="44"/>
                  <a:pt x="65" y="44"/>
                </a:cubicBezTo>
                <a:cubicBezTo>
                  <a:pt x="47" y="31"/>
                  <a:pt x="47" y="31"/>
                  <a:pt x="47" y="31"/>
                </a:cubicBezTo>
                <a:cubicBezTo>
                  <a:pt x="70" y="30"/>
                  <a:pt x="70" y="30"/>
                  <a:pt x="70" y="30"/>
                </a:cubicBezTo>
                <a:cubicBezTo>
                  <a:pt x="77" y="9"/>
                  <a:pt x="77" y="9"/>
                  <a:pt x="77" y="9"/>
                </a:cubicBezTo>
                <a:cubicBezTo>
                  <a:pt x="84" y="30"/>
                  <a:pt x="84" y="30"/>
                  <a:pt x="84" y="30"/>
                </a:cubicBezTo>
                <a:cubicBezTo>
                  <a:pt x="107" y="31"/>
                  <a:pt x="107" y="31"/>
                  <a:pt x="107" y="31"/>
                </a:cubicBezTo>
                <a:cubicBezTo>
                  <a:pt x="89" y="44"/>
                  <a:pt x="89" y="44"/>
                  <a:pt x="89" y="44"/>
                </a:cubicBezTo>
                <a:cubicBezTo>
                  <a:pt x="96" y="66"/>
                  <a:pt x="96" y="66"/>
                  <a:pt x="96" y="66"/>
                </a:cubicBezTo>
                <a:lnTo>
                  <a:pt x="77" y="53"/>
                </a:lnTo>
                <a:close/>
              </a:path>
            </a:pathLst>
          </a:custGeom>
          <a:solidFill>
            <a:schemeClr val="bg2"/>
          </a:solidFill>
          <a:ln w="9525">
            <a:noFill/>
            <a:round/>
          </a:ln>
          <a:effectLst>
            <a:outerShdw blurRad="50800" dist="38100" dir="2700000" algn="tl" rotWithShape="0">
              <a:prstClr val="black">
                <a:alpha val="40000"/>
              </a:prstClr>
            </a:outerShdw>
          </a:effectLst>
        </p:spPr>
        <p:txBody>
          <a:bodyPr/>
          <a:lstStyle/>
          <a:p>
            <a:endParaRPr lang="zh-CN" altLang="en-US" sz="6665">
              <a:solidFill>
                <a:srgbClr val="080808"/>
              </a:solidFill>
            </a:endParaRPr>
          </a:p>
        </p:txBody>
      </p:sp>
      <p:grpSp>
        <p:nvGrpSpPr>
          <p:cNvPr id="16" name="组合 15"/>
          <p:cNvGrpSpPr/>
          <p:nvPr/>
        </p:nvGrpSpPr>
        <p:grpSpPr>
          <a:xfrm>
            <a:off x="3708223" y="3738041"/>
            <a:ext cx="2238895" cy="1776499"/>
            <a:chOff x="2780717" y="2867031"/>
            <a:chExt cx="1679171" cy="1332374"/>
          </a:xfrm>
        </p:grpSpPr>
        <p:sp>
          <p:nvSpPr>
            <p:cNvPr id="160" name="等腰三角形 159"/>
            <p:cNvSpPr/>
            <p:nvPr/>
          </p:nvSpPr>
          <p:spPr bwMode="auto">
            <a:xfrm>
              <a:off x="2780717" y="2867031"/>
              <a:ext cx="1679171" cy="1332374"/>
            </a:xfrm>
            <a:prstGeom prst="triangl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61" name="文本框 6"/>
            <p:cNvSpPr txBox="1">
              <a:spLocks noChangeArrowheads="1"/>
            </p:cNvSpPr>
            <p:nvPr/>
          </p:nvSpPr>
          <p:spPr bwMode="auto">
            <a:xfrm>
              <a:off x="3284876" y="3310341"/>
              <a:ext cx="451009" cy="721519"/>
            </a:xfrm>
            <a:prstGeom prst="rect">
              <a:avLst/>
            </a:prstGeom>
            <a:noFill/>
            <a:ln w="9525">
              <a:noFill/>
              <a:miter lim="800000"/>
            </a:ln>
          </p:spPr>
          <p:txBody>
            <a:bodyPr wrap="none">
              <a:spAutoFit/>
            </a:bodyPr>
            <a:lstStyle/>
            <a:p>
              <a:r>
                <a:rPr lang="en-US" altLang="zh-CN" sz="5335" b="1" dirty="0">
                  <a:solidFill>
                    <a:schemeClr val="bg2"/>
                  </a:solidFill>
                  <a:latin typeface="微软雅黑" panose="020B0503020204020204" pitchFamily="34" charset="-122"/>
                </a:rPr>
                <a:t>2</a:t>
              </a:r>
              <a:endParaRPr lang="zh-CN" altLang="en-US" sz="5335" b="1" dirty="0">
                <a:solidFill>
                  <a:schemeClr val="bg2"/>
                </a:solidFill>
                <a:latin typeface="微软雅黑" panose="020B0503020204020204" pitchFamily="34" charset="-122"/>
              </a:endParaRPr>
            </a:p>
          </p:txBody>
        </p:sp>
      </p:grpSp>
      <p:grpSp>
        <p:nvGrpSpPr>
          <p:cNvPr id="15" name="组合 14"/>
          <p:cNvGrpSpPr/>
          <p:nvPr/>
        </p:nvGrpSpPr>
        <p:grpSpPr>
          <a:xfrm>
            <a:off x="4827671" y="1961543"/>
            <a:ext cx="2237173" cy="1776499"/>
            <a:chOff x="3620303" y="1534657"/>
            <a:chExt cx="1677880" cy="1332374"/>
          </a:xfrm>
        </p:grpSpPr>
        <p:sp>
          <p:nvSpPr>
            <p:cNvPr id="166" name="等腰三角形 165"/>
            <p:cNvSpPr/>
            <p:nvPr/>
          </p:nvSpPr>
          <p:spPr bwMode="auto">
            <a:xfrm>
              <a:off x="3620303" y="1534657"/>
              <a:ext cx="1677880" cy="1332374"/>
            </a:xfrm>
            <a:prstGeom prst="triangl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67" name="文本框 60"/>
            <p:cNvSpPr txBox="1">
              <a:spLocks noChangeArrowheads="1"/>
            </p:cNvSpPr>
            <p:nvPr/>
          </p:nvSpPr>
          <p:spPr bwMode="auto">
            <a:xfrm>
              <a:off x="4200851" y="1980774"/>
              <a:ext cx="451009" cy="721519"/>
            </a:xfrm>
            <a:prstGeom prst="rect">
              <a:avLst/>
            </a:prstGeom>
            <a:noFill/>
            <a:ln w="9525">
              <a:noFill/>
              <a:miter lim="800000"/>
            </a:ln>
          </p:spPr>
          <p:txBody>
            <a:bodyPr wrap="none">
              <a:spAutoFit/>
            </a:bodyPr>
            <a:lstStyle/>
            <a:p>
              <a:r>
                <a:rPr lang="en-US" altLang="zh-CN" sz="5335" b="1" dirty="0">
                  <a:solidFill>
                    <a:schemeClr val="bg2"/>
                  </a:solidFill>
                  <a:latin typeface="微软雅黑" panose="020B0503020204020204" pitchFamily="34" charset="-122"/>
                </a:rPr>
                <a:t>1</a:t>
              </a:r>
              <a:endParaRPr lang="zh-CN" altLang="en-US" sz="5335" b="1" dirty="0">
                <a:solidFill>
                  <a:schemeClr val="bg2"/>
                </a:solidFill>
                <a:latin typeface="微软雅黑" panose="020B0503020204020204" pitchFamily="34" charset="-122"/>
              </a:endParaRPr>
            </a:p>
          </p:txBody>
        </p:sp>
      </p:grpSp>
      <p:grpSp>
        <p:nvGrpSpPr>
          <p:cNvPr id="17" name="组合 16"/>
          <p:cNvGrpSpPr/>
          <p:nvPr/>
        </p:nvGrpSpPr>
        <p:grpSpPr>
          <a:xfrm>
            <a:off x="5947118" y="3738041"/>
            <a:ext cx="2237175" cy="1776499"/>
            <a:chOff x="4459888" y="2867031"/>
            <a:chExt cx="1677881" cy="1332374"/>
          </a:xfrm>
        </p:grpSpPr>
        <p:sp>
          <p:nvSpPr>
            <p:cNvPr id="163" name="等腰三角形 162"/>
            <p:cNvSpPr/>
            <p:nvPr/>
          </p:nvSpPr>
          <p:spPr bwMode="auto">
            <a:xfrm>
              <a:off x="4459888" y="2867031"/>
              <a:ext cx="1677881" cy="1332374"/>
            </a:xfrm>
            <a:prstGeom prst="triangl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95" name="文本框 6"/>
            <p:cNvSpPr txBox="1">
              <a:spLocks noChangeArrowheads="1"/>
            </p:cNvSpPr>
            <p:nvPr/>
          </p:nvSpPr>
          <p:spPr bwMode="auto">
            <a:xfrm>
              <a:off x="5007879" y="3323041"/>
              <a:ext cx="451009" cy="721519"/>
            </a:xfrm>
            <a:prstGeom prst="rect">
              <a:avLst/>
            </a:prstGeom>
            <a:noFill/>
            <a:ln w="9525">
              <a:noFill/>
              <a:miter lim="800000"/>
            </a:ln>
          </p:spPr>
          <p:txBody>
            <a:bodyPr wrap="none">
              <a:spAutoFit/>
            </a:bodyPr>
            <a:lstStyle/>
            <a:p>
              <a:r>
                <a:rPr lang="en-US" altLang="zh-CN" sz="5335" b="1" dirty="0">
                  <a:solidFill>
                    <a:schemeClr val="tx2"/>
                  </a:solidFill>
                  <a:latin typeface="微软雅黑" panose="020B0503020204020204" pitchFamily="34" charset="-122"/>
                </a:rPr>
                <a:t>3</a:t>
              </a:r>
              <a:endParaRPr lang="zh-CN" altLang="en-US" sz="5335" b="1" dirty="0">
                <a:solidFill>
                  <a:schemeClr val="tx2"/>
                </a:solidFill>
                <a:latin typeface="微软雅黑" panose="020B0503020204020204" pitchFamily="34" charset="-122"/>
              </a:endParaRPr>
            </a:p>
          </p:txBody>
        </p:sp>
      </p:grpSp>
      <p:grpSp>
        <p:nvGrpSpPr>
          <p:cNvPr id="205" name="组合 204"/>
          <p:cNvGrpSpPr/>
          <p:nvPr/>
        </p:nvGrpSpPr>
        <p:grpSpPr>
          <a:xfrm>
            <a:off x="7121914" y="2383861"/>
            <a:ext cx="2565023" cy="1033620"/>
            <a:chOff x="1078513" y="1638320"/>
            <a:chExt cx="1923767" cy="775215"/>
          </a:xfrm>
        </p:grpSpPr>
        <p:sp>
          <p:nvSpPr>
            <p:cNvPr id="206" name="TextBox 205"/>
            <p:cNvSpPr txBox="1"/>
            <p:nvPr/>
          </p:nvSpPr>
          <p:spPr>
            <a:xfrm>
              <a:off x="1078513" y="1958240"/>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207" name="TextBox 206"/>
            <p:cNvSpPr txBox="1"/>
            <p:nvPr/>
          </p:nvSpPr>
          <p:spPr>
            <a:xfrm>
              <a:off x="1611345" y="1638320"/>
              <a:ext cx="815340"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nvGrpSpPr>
          <p:cNvPr id="208" name="组合 207"/>
          <p:cNvGrpSpPr/>
          <p:nvPr/>
        </p:nvGrpSpPr>
        <p:grpSpPr>
          <a:xfrm>
            <a:off x="8206183" y="4030272"/>
            <a:ext cx="2565023" cy="1033620"/>
            <a:chOff x="1078513" y="1638320"/>
            <a:chExt cx="1923767" cy="775215"/>
          </a:xfrm>
        </p:grpSpPr>
        <p:sp>
          <p:nvSpPr>
            <p:cNvPr id="209" name="TextBox 208"/>
            <p:cNvSpPr txBox="1"/>
            <p:nvPr/>
          </p:nvSpPr>
          <p:spPr>
            <a:xfrm>
              <a:off x="1078513" y="1958240"/>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212" name="TextBox 211"/>
            <p:cNvSpPr txBox="1"/>
            <p:nvPr/>
          </p:nvSpPr>
          <p:spPr>
            <a:xfrm>
              <a:off x="1611345" y="1638320"/>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213" name="组合 212"/>
          <p:cNvGrpSpPr/>
          <p:nvPr/>
        </p:nvGrpSpPr>
        <p:grpSpPr>
          <a:xfrm>
            <a:off x="1595440" y="3349464"/>
            <a:ext cx="2565023" cy="1033620"/>
            <a:chOff x="1078513" y="1638320"/>
            <a:chExt cx="1923767" cy="775215"/>
          </a:xfrm>
        </p:grpSpPr>
        <p:sp>
          <p:nvSpPr>
            <p:cNvPr id="214" name="TextBox 213"/>
            <p:cNvSpPr txBox="1"/>
            <p:nvPr/>
          </p:nvSpPr>
          <p:spPr>
            <a:xfrm>
              <a:off x="1078513" y="1958240"/>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215" name="TextBox 214"/>
            <p:cNvSpPr txBox="1"/>
            <p:nvPr/>
          </p:nvSpPr>
          <p:spPr>
            <a:xfrm>
              <a:off x="1611345" y="1638320"/>
              <a:ext cx="815340"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58"/>
                                        </p:tgtEl>
                                        <p:attrNameLst>
                                          <p:attrName>style.visibility</p:attrName>
                                        </p:attrNameLst>
                                      </p:cBhvr>
                                      <p:to>
                                        <p:strVal val="visible"/>
                                      </p:to>
                                    </p:set>
                                    <p:anim calcmode="lin" valueType="num">
                                      <p:cBhvr>
                                        <p:cTn id="21" dur="500" fill="hold"/>
                                        <p:tgtEl>
                                          <p:spTgt spid="158"/>
                                        </p:tgtEl>
                                        <p:attrNameLst>
                                          <p:attrName>ppt_w</p:attrName>
                                        </p:attrNameLst>
                                      </p:cBhvr>
                                      <p:tavLst>
                                        <p:tav tm="0">
                                          <p:val>
                                            <p:fltVal val="0"/>
                                          </p:val>
                                        </p:tav>
                                        <p:tav tm="100000">
                                          <p:val>
                                            <p:strVal val="#ppt_w"/>
                                          </p:val>
                                        </p:tav>
                                      </p:tavLst>
                                    </p:anim>
                                    <p:anim calcmode="lin" valueType="num">
                                      <p:cBhvr>
                                        <p:cTn id="22" dur="500" fill="hold"/>
                                        <p:tgtEl>
                                          <p:spTgt spid="158"/>
                                        </p:tgtEl>
                                        <p:attrNameLst>
                                          <p:attrName>ppt_h</p:attrName>
                                        </p:attrNameLst>
                                      </p:cBhvr>
                                      <p:tavLst>
                                        <p:tav tm="0">
                                          <p:val>
                                            <p:fltVal val="0"/>
                                          </p:val>
                                        </p:tav>
                                        <p:tav tm="100000">
                                          <p:val>
                                            <p:strVal val="#ppt_h"/>
                                          </p:val>
                                        </p:tav>
                                      </p:tavLst>
                                    </p:anim>
                                    <p:animEffect transition="in" filter="fade">
                                      <p:cBhvr>
                                        <p:cTn id="23" dur="500"/>
                                        <p:tgtEl>
                                          <p:spTgt spid="15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205"/>
                                        </p:tgtEl>
                                        <p:attrNameLst>
                                          <p:attrName>style.visibility</p:attrName>
                                        </p:attrNameLst>
                                      </p:cBhvr>
                                      <p:to>
                                        <p:strVal val="visible"/>
                                      </p:to>
                                    </p:set>
                                    <p:anim calcmode="lin" valueType="num">
                                      <p:cBhvr additive="base">
                                        <p:cTn id="28" dur="500" fill="hold"/>
                                        <p:tgtEl>
                                          <p:spTgt spid="205"/>
                                        </p:tgtEl>
                                        <p:attrNameLst>
                                          <p:attrName>ppt_x</p:attrName>
                                        </p:attrNameLst>
                                      </p:cBhvr>
                                      <p:tavLst>
                                        <p:tav tm="0">
                                          <p:val>
                                            <p:strVal val="1+#ppt_w/2"/>
                                          </p:val>
                                        </p:tav>
                                        <p:tav tm="100000">
                                          <p:val>
                                            <p:strVal val="#ppt_x"/>
                                          </p:val>
                                        </p:tav>
                                      </p:tavLst>
                                    </p:anim>
                                    <p:anim calcmode="lin" valueType="num">
                                      <p:cBhvr additive="base">
                                        <p:cTn id="29" dur="500" fill="hold"/>
                                        <p:tgtEl>
                                          <p:spTgt spid="20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208"/>
                                        </p:tgtEl>
                                        <p:attrNameLst>
                                          <p:attrName>style.visibility</p:attrName>
                                        </p:attrNameLst>
                                      </p:cBhvr>
                                      <p:to>
                                        <p:strVal val="visible"/>
                                      </p:to>
                                    </p:set>
                                    <p:anim calcmode="lin" valueType="num">
                                      <p:cBhvr additive="base">
                                        <p:cTn id="34" dur="500" fill="hold"/>
                                        <p:tgtEl>
                                          <p:spTgt spid="208"/>
                                        </p:tgtEl>
                                        <p:attrNameLst>
                                          <p:attrName>ppt_x</p:attrName>
                                        </p:attrNameLst>
                                      </p:cBhvr>
                                      <p:tavLst>
                                        <p:tav tm="0">
                                          <p:val>
                                            <p:strVal val="1+#ppt_w/2"/>
                                          </p:val>
                                        </p:tav>
                                        <p:tav tm="100000">
                                          <p:val>
                                            <p:strVal val="#ppt_x"/>
                                          </p:val>
                                        </p:tav>
                                      </p:tavLst>
                                    </p:anim>
                                    <p:anim calcmode="lin" valueType="num">
                                      <p:cBhvr additive="base">
                                        <p:cTn id="35" dur="500" fill="hold"/>
                                        <p:tgtEl>
                                          <p:spTgt spid="208"/>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213"/>
                                        </p:tgtEl>
                                        <p:attrNameLst>
                                          <p:attrName>style.visibility</p:attrName>
                                        </p:attrNameLst>
                                      </p:cBhvr>
                                      <p:to>
                                        <p:strVal val="visible"/>
                                      </p:to>
                                    </p:set>
                                    <p:anim calcmode="lin" valueType="num">
                                      <p:cBhvr additive="base">
                                        <p:cTn id="40" dur="500" fill="hold"/>
                                        <p:tgtEl>
                                          <p:spTgt spid="213"/>
                                        </p:tgtEl>
                                        <p:attrNameLst>
                                          <p:attrName>ppt_x</p:attrName>
                                        </p:attrNameLst>
                                      </p:cBhvr>
                                      <p:tavLst>
                                        <p:tav tm="0">
                                          <p:val>
                                            <p:strVal val="0-#ppt_w/2"/>
                                          </p:val>
                                        </p:tav>
                                        <p:tav tm="100000">
                                          <p:val>
                                            <p:strVal val="#ppt_x"/>
                                          </p:val>
                                        </p:tav>
                                      </p:tavLst>
                                    </p:anim>
                                    <p:anim calcmode="lin" valueType="num">
                                      <p:cBhvr additive="base">
                                        <p:cTn id="41" dur="500" fill="hold"/>
                                        <p:tgtEl>
                                          <p:spTgt spid="2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4094662" y="2063364"/>
            <a:ext cx="3435829" cy="3418075"/>
            <a:chOff x="3444849" y="1387449"/>
            <a:chExt cx="4563888" cy="4540304"/>
          </a:xfrm>
        </p:grpSpPr>
        <p:sp>
          <p:nvSpPr>
            <p:cNvPr id="47" name="单圆角矩形 46"/>
            <p:cNvSpPr/>
            <p:nvPr/>
          </p:nvSpPr>
          <p:spPr>
            <a:xfrm flipH="1">
              <a:off x="3444849" y="1387449"/>
              <a:ext cx="2152702" cy="2152702"/>
            </a:xfrm>
            <a:prstGeom prst="round1Rect">
              <a:avLst>
                <a:gd name="adj" fmla="val 21387"/>
              </a:avLst>
            </a:prstGeom>
            <a:gradFill>
              <a:gsLst>
                <a:gs pos="100000">
                  <a:srgbClr val="F5F5F5"/>
                </a:gs>
                <a:gs pos="0">
                  <a:schemeClr val="bg1">
                    <a:lumMod val="85000"/>
                  </a:schemeClr>
                </a:gs>
              </a:gsLst>
              <a:lin ang="8100000" scaled="0"/>
            </a:gradFill>
            <a:ln w="31750">
              <a:gradFill>
                <a:gsLst>
                  <a:gs pos="0">
                    <a:schemeClr val="bg1"/>
                  </a:gs>
                  <a:gs pos="100000">
                    <a:schemeClr val="bg1">
                      <a:lumMod val="75000"/>
                    </a:schemeClr>
                  </a:gs>
                </a:gsLst>
                <a:lin ang="8100000" scaled="0"/>
              </a:gradFill>
            </a:ln>
            <a:effectLst>
              <a:outerShdw blurRad="292100" dist="1016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8" name="单圆角矩形 47"/>
            <p:cNvSpPr/>
            <p:nvPr/>
          </p:nvSpPr>
          <p:spPr>
            <a:xfrm flipV="1">
              <a:off x="5856035" y="3775051"/>
              <a:ext cx="2152702" cy="2152702"/>
            </a:xfrm>
            <a:prstGeom prst="round1Rect">
              <a:avLst>
                <a:gd name="adj" fmla="val 21387"/>
              </a:avLst>
            </a:prstGeom>
            <a:gradFill>
              <a:gsLst>
                <a:gs pos="100000">
                  <a:srgbClr val="F5F5F5"/>
                </a:gs>
                <a:gs pos="0">
                  <a:schemeClr val="bg1">
                    <a:lumMod val="85000"/>
                  </a:schemeClr>
                </a:gs>
              </a:gsLst>
              <a:lin ang="18900000" scaled="0"/>
            </a:gradFill>
            <a:ln w="31750">
              <a:gradFill>
                <a:gsLst>
                  <a:gs pos="0">
                    <a:schemeClr val="bg1"/>
                  </a:gs>
                  <a:gs pos="100000">
                    <a:schemeClr val="bg1">
                      <a:lumMod val="75000"/>
                    </a:schemeClr>
                  </a:gs>
                </a:gsLst>
                <a:lin ang="18900000" scaled="0"/>
              </a:gradFill>
            </a:ln>
            <a:effectLst>
              <a:outerShdw blurRad="292100" dist="1016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p>
          </p:txBody>
        </p:sp>
        <p:sp>
          <p:nvSpPr>
            <p:cNvPr id="49" name="矩形 48"/>
            <p:cNvSpPr/>
            <p:nvPr/>
          </p:nvSpPr>
          <p:spPr>
            <a:xfrm>
              <a:off x="3444849" y="3775051"/>
              <a:ext cx="2152702" cy="2152702"/>
            </a:xfrm>
            <a:prstGeom prst="rect">
              <a:avLst/>
            </a:prstGeom>
            <a:gradFill flip="none" rotWithShape="1">
              <a:gsLst>
                <a:gs pos="100000">
                  <a:srgbClr val="F5F5F5"/>
                </a:gs>
                <a:gs pos="0">
                  <a:schemeClr val="bg1">
                    <a:lumMod val="85000"/>
                  </a:schemeClr>
                </a:gs>
              </a:gsLst>
              <a:lin ang="2700000" scaled="1"/>
              <a:tileRect/>
            </a:gradFill>
            <a:ln w="31750">
              <a:gradFill flip="none" rotWithShape="1">
                <a:gsLst>
                  <a:gs pos="0">
                    <a:schemeClr val="bg1"/>
                  </a:gs>
                  <a:gs pos="100000">
                    <a:schemeClr val="bg1">
                      <a:lumMod val="75000"/>
                    </a:schemeClr>
                  </a:gs>
                </a:gsLst>
                <a:lin ang="2700000" scaled="1"/>
                <a:tileRect/>
              </a:gradFill>
            </a:ln>
            <a:effectLst>
              <a:outerShdw blurRad="292100" dist="1016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0" name="矩形 49"/>
            <p:cNvSpPr/>
            <p:nvPr/>
          </p:nvSpPr>
          <p:spPr>
            <a:xfrm>
              <a:off x="5856035" y="1387449"/>
              <a:ext cx="2152702" cy="2152702"/>
            </a:xfrm>
            <a:prstGeom prst="rect">
              <a:avLst/>
            </a:prstGeom>
            <a:gradFill flip="none" rotWithShape="1">
              <a:gsLst>
                <a:gs pos="100000">
                  <a:srgbClr val="F5F5F5"/>
                </a:gs>
                <a:gs pos="0">
                  <a:schemeClr val="bg1">
                    <a:lumMod val="85000"/>
                  </a:schemeClr>
                </a:gs>
              </a:gsLst>
              <a:lin ang="2700000" scaled="1"/>
              <a:tileRect/>
            </a:gradFill>
            <a:ln w="31750">
              <a:gradFill flip="none" rotWithShape="1">
                <a:gsLst>
                  <a:gs pos="0">
                    <a:schemeClr val="bg1"/>
                  </a:gs>
                  <a:gs pos="100000">
                    <a:schemeClr val="bg1">
                      <a:lumMod val="75000"/>
                    </a:schemeClr>
                  </a:gs>
                </a:gsLst>
                <a:lin ang="2700000" scaled="1"/>
                <a:tileRect/>
              </a:gradFill>
            </a:ln>
            <a:effectLst>
              <a:outerShdw blurRad="292100" dist="1016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51" name="矩形 50"/>
          <p:cNvSpPr/>
          <p:nvPr/>
        </p:nvSpPr>
        <p:spPr>
          <a:xfrm>
            <a:off x="6070722" y="2224212"/>
            <a:ext cx="1298921" cy="1298921"/>
          </a:xfrm>
          <a:prstGeom prst="rect">
            <a:avLst/>
          </a:prstGeom>
          <a:solidFill>
            <a:schemeClr val="bg2"/>
          </a:solidFill>
          <a:ln w="25400">
            <a:gradFill flip="none" rotWithShape="1">
              <a:gsLst>
                <a:gs pos="0">
                  <a:schemeClr val="bg1">
                    <a:lumMod val="65000"/>
                  </a:schemeClr>
                </a:gs>
                <a:gs pos="100000">
                  <a:schemeClr val="bg1"/>
                </a:gs>
              </a:gsLst>
              <a:lin ang="2700000" scaled="1"/>
              <a:tileRect/>
            </a:gradFill>
          </a:ln>
          <a:effectLst>
            <a:innerShdw blurRad="1016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52" name="单圆角矩形 51"/>
          <p:cNvSpPr/>
          <p:nvPr/>
        </p:nvSpPr>
        <p:spPr>
          <a:xfrm flipH="1">
            <a:off x="4255510" y="2224212"/>
            <a:ext cx="1298921" cy="1298921"/>
          </a:xfrm>
          <a:prstGeom prst="round1Rect">
            <a:avLst/>
          </a:prstGeom>
          <a:solidFill>
            <a:schemeClr val="tx2"/>
          </a:solidFill>
          <a:ln w="25400">
            <a:gradFill>
              <a:gsLst>
                <a:gs pos="0">
                  <a:schemeClr val="bg1">
                    <a:lumMod val="65000"/>
                  </a:schemeClr>
                </a:gs>
                <a:gs pos="100000">
                  <a:schemeClr val="bg1"/>
                </a:gs>
              </a:gsLst>
              <a:lin ang="8100000" scaled="0"/>
            </a:gradFill>
          </a:ln>
          <a:effectLst>
            <a:innerShdw blurRad="101600" dist="254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dirty="0"/>
          </a:p>
        </p:txBody>
      </p:sp>
      <p:sp>
        <p:nvSpPr>
          <p:cNvPr id="53" name="单圆角矩形 52"/>
          <p:cNvSpPr/>
          <p:nvPr/>
        </p:nvSpPr>
        <p:spPr>
          <a:xfrm flipV="1">
            <a:off x="6070722" y="4021669"/>
            <a:ext cx="1298921" cy="1298921"/>
          </a:xfrm>
          <a:prstGeom prst="round1Rect">
            <a:avLst/>
          </a:prstGeom>
          <a:solidFill>
            <a:schemeClr val="tx2"/>
          </a:solidFill>
          <a:ln w="25400">
            <a:gradFill>
              <a:gsLst>
                <a:gs pos="0">
                  <a:schemeClr val="bg1">
                    <a:lumMod val="65000"/>
                  </a:schemeClr>
                </a:gs>
                <a:gs pos="100000">
                  <a:schemeClr val="bg1"/>
                </a:gs>
              </a:gsLst>
              <a:lin ang="18900000" scaled="0"/>
            </a:gradFill>
          </a:ln>
          <a:effectLst>
            <a:innerShdw blurRad="101600" dist="25400" dir="81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55" name="矩形 54"/>
          <p:cNvSpPr/>
          <p:nvPr/>
        </p:nvSpPr>
        <p:spPr>
          <a:xfrm>
            <a:off x="4252134" y="4021669"/>
            <a:ext cx="1298921" cy="1298921"/>
          </a:xfrm>
          <a:prstGeom prst="rect">
            <a:avLst/>
          </a:prstGeom>
          <a:solidFill>
            <a:schemeClr val="bg2"/>
          </a:solidFill>
          <a:ln w="25400">
            <a:gradFill flip="none" rotWithShape="1">
              <a:gsLst>
                <a:gs pos="0">
                  <a:schemeClr val="bg1">
                    <a:lumMod val="65000"/>
                  </a:schemeClr>
                </a:gs>
                <a:gs pos="100000">
                  <a:schemeClr val="bg1"/>
                </a:gs>
              </a:gsLst>
              <a:lin ang="2700000" scaled="1"/>
              <a:tileRect/>
            </a:gradFill>
          </a:ln>
          <a:effectLst>
            <a:innerShdw blurRad="1016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66" name="文本框 65"/>
          <p:cNvSpPr txBox="1"/>
          <p:nvPr/>
        </p:nvSpPr>
        <p:spPr>
          <a:xfrm>
            <a:off x="4474627" y="2413065"/>
            <a:ext cx="957945" cy="911225"/>
          </a:xfrm>
          <a:prstGeom prst="rect">
            <a:avLst/>
          </a:prstGeom>
          <a:noFill/>
        </p:spPr>
        <p:txBody>
          <a:bodyPr wrap="square" lIns="91440" tIns="45720" rIns="91440" bIns="45720" rtlCol="0">
            <a:spAutoFit/>
          </a:bodyPr>
          <a:lstStyle/>
          <a:p>
            <a:r>
              <a:rPr lang="en-US" altLang="zh-CN" sz="5335" dirty="0">
                <a:solidFill>
                  <a:schemeClr val="bg1"/>
                </a:solidFill>
                <a:latin typeface="Impact" panose="020B0806030902050204" pitchFamily="34" charset="0"/>
              </a:rPr>
              <a:t>01</a:t>
            </a:r>
            <a:endParaRPr lang="zh-CN" altLang="en-US" sz="5335" dirty="0">
              <a:solidFill>
                <a:schemeClr val="bg1"/>
              </a:solidFill>
              <a:latin typeface="Impact" panose="020B0806030902050204" pitchFamily="34" charset="0"/>
            </a:endParaRPr>
          </a:p>
        </p:txBody>
      </p:sp>
      <p:sp>
        <p:nvSpPr>
          <p:cNvPr id="103" name="文本框 102"/>
          <p:cNvSpPr txBox="1"/>
          <p:nvPr/>
        </p:nvSpPr>
        <p:spPr>
          <a:xfrm>
            <a:off x="6325199" y="2413065"/>
            <a:ext cx="957945" cy="911225"/>
          </a:xfrm>
          <a:prstGeom prst="rect">
            <a:avLst/>
          </a:prstGeom>
          <a:noFill/>
        </p:spPr>
        <p:txBody>
          <a:bodyPr wrap="square" lIns="91440" tIns="45720" rIns="91440" bIns="45720" rtlCol="0">
            <a:spAutoFit/>
          </a:bodyPr>
          <a:lstStyle/>
          <a:p>
            <a:r>
              <a:rPr lang="en-US" altLang="zh-CN" sz="5335" dirty="0">
                <a:solidFill>
                  <a:schemeClr val="bg1"/>
                </a:solidFill>
                <a:latin typeface="Impact" panose="020B0806030902050204" pitchFamily="34" charset="0"/>
              </a:rPr>
              <a:t>02</a:t>
            </a:r>
            <a:endParaRPr lang="zh-CN" altLang="en-US" sz="5335" dirty="0">
              <a:solidFill>
                <a:schemeClr val="bg1"/>
              </a:solidFill>
              <a:latin typeface="Impact" panose="020B0806030902050204" pitchFamily="34" charset="0"/>
            </a:endParaRPr>
          </a:p>
        </p:txBody>
      </p:sp>
      <p:sp>
        <p:nvSpPr>
          <p:cNvPr id="104" name="文本框 103"/>
          <p:cNvSpPr txBox="1"/>
          <p:nvPr/>
        </p:nvSpPr>
        <p:spPr>
          <a:xfrm>
            <a:off x="4474627" y="4209393"/>
            <a:ext cx="957945" cy="911225"/>
          </a:xfrm>
          <a:prstGeom prst="rect">
            <a:avLst/>
          </a:prstGeom>
          <a:noFill/>
        </p:spPr>
        <p:txBody>
          <a:bodyPr wrap="square" lIns="91440" tIns="45720" rIns="91440" bIns="45720" rtlCol="0">
            <a:spAutoFit/>
          </a:bodyPr>
          <a:lstStyle/>
          <a:p>
            <a:r>
              <a:rPr lang="en-US" altLang="zh-CN" sz="5335" dirty="0">
                <a:solidFill>
                  <a:schemeClr val="bg1"/>
                </a:solidFill>
                <a:latin typeface="Impact" panose="020B0806030902050204" pitchFamily="34" charset="0"/>
              </a:rPr>
              <a:t>03</a:t>
            </a:r>
            <a:endParaRPr lang="zh-CN" altLang="en-US" sz="5335" dirty="0">
              <a:solidFill>
                <a:schemeClr val="bg1"/>
              </a:solidFill>
              <a:latin typeface="Impact" panose="020B0806030902050204" pitchFamily="34" charset="0"/>
            </a:endParaRPr>
          </a:p>
        </p:txBody>
      </p:sp>
      <p:sp>
        <p:nvSpPr>
          <p:cNvPr id="105" name="文本框 104"/>
          <p:cNvSpPr txBox="1"/>
          <p:nvPr/>
        </p:nvSpPr>
        <p:spPr>
          <a:xfrm>
            <a:off x="6325199" y="4209393"/>
            <a:ext cx="957945" cy="911225"/>
          </a:xfrm>
          <a:prstGeom prst="rect">
            <a:avLst/>
          </a:prstGeom>
          <a:noFill/>
        </p:spPr>
        <p:txBody>
          <a:bodyPr wrap="square" lIns="91440" tIns="45720" rIns="91440" bIns="45720" rtlCol="0">
            <a:spAutoFit/>
          </a:bodyPr>
          <a:lstStyle/>
          <a:p>
            <a:r>
              <a:rPr lang="en-US" altLang="zh-CN" sz="5335" dirty="0">
                <a:solidFill>
                  <a:schemeClr val="bg1"/>
                </a:solidFill>
                <a:latin typeface="Impact" panose="020B0806030902050204" pitchFamily="34" charset="0"/>
              </a:rPr>
              <a:t>04</a:t>
            </a:r>
            <a:endParaRPr lang="zh-CN" altLang="en-US" sz="5335" dirty="0">
              <a:solidFill>
                <a:schemeClr val="bg1"/>
              </a:solidFill>
              <a:latin typeface="Impact" panose="020B0806030902050204" pitchFamily="34" charset="0"/>
            </a:endParaRPr>
          </a:p>
        </p:txBody>
      </p:sp>
      <p:grpSp>
        <p:nvGrpSpPr>
          <p:cNvPr id="106" name="组合 105"/>
          <p:cNvGrpSpPr/>
          <p:nvPr/>
        </p:nvGrpSpPr>
        <p:grpSpPr>
          <a:xfrm>
            <a:off x="1108974" y="2481020"/>
            <a:ext cx="2357633" cy="1033620"/>
            <a:chOff x="1256119" y="1638320"/>
            <a:chExt cx="1923767" cy="775215"/>
          </a:xfrm>
        </p:grpSpPr>
        <p:sp>
          <p:nvSpPr>
            <p:cNvPr id="107"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08"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09" name="组合 108"/>
          <p:cNvGrpSpPr/>
          <p:nvPr/>
        </p:nvGrpSpPr>
        <p:grpSpPr>
          <a:xfrm>
            <a:off x="1149199" y="3790221"/>
            <a:ext cx="2357633" cy="1033620"/>
            <a:chOff x="1256119" y="1638320"/>
            <a:chExt cx="1923767" cy="775215"/>
          </a:xfrm>
        </p:grpSpPr>
        <p:sp>
          <p:nvSpPr>
            <p:cNvPr id="110" name="TextBox 213"/>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11" name="TextBox 214"/>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nvGrpSpPr>
          <p:cNvPr id="112" name="组合 111"/>
          <p:cNvGrpSpPr/>
          <p:nvPr/>
        </p:nvGrpSpPr>
        <p:grpSpPr>
          <a:xfrm>
            <a:off x="8337088" y="2481020"/>
            <a:ext cx="2357633" cy="1033620"/>
            <a:chOff x="1256119" y="1638320"/>
            <a:chExt cx="1923767" cy="775215"/>
          </a:xfrm>
        </p:grpSpPr>
        <p:sp>
          <p:nvSpPr>
            <p:cNvPr id="113"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14"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15" name="组合 114"/>
          <p:cNvGrpSpPr/>
          <p:nvPr/>
        </p:nvGrpSpPr>
        <p:grpSpPr>
          <a:xfrm>
            <a:off x="8377314" y="3790221"/>
            <a:ext cx="2357633" cy="1033620"/>
            <a:chOff x="1256119" y="1638320"/>
            <a:chExt cx="1923767" cy="775215"/>
          </a:xfrm>
        </p:grpSpPr>
        <p:sp>
          <p:nvSpPr>
            <p:cNvPr id="116" name="TextBox 213"/>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17" name="TextBox 214"/>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fltVal val="0"/>
                                          </p:val>
                                        </p:tav>
                                        <p:tav tm="100000">
                                          <p:val>
                                            <p:strVal val="#ppt_w"/>
                                          </p:val>
                                        </p:tav>
                                      </p:tavLst>
                                    </p:anim>
                                    <p:anim calcmode="lin" valueType="num">
                                      <p:cBhvr>
                                        <p:cTn id="8" dur="500" fill="hold"/>
                                        <p:tgtEl>
                                          <p:spTgt spid="46"/>
                                        </p:tgtEl>
                                        <p:attrNameLst>
                                          <p:attrName>ppt_h</p:attrName>
                                        </p:attrNameLst>
                                      </p:cBhvr>
                                      <p:tavLst>
                                        <p:tav tm="0">
                                          <p:val>
                                            <p:fltVal val="0"/>
                                          </p:val>
                                        </p:tav>
                                        <p:tav tm="100000">
                                          <p:val>
                                            <p:strVal val="#ppt_h"/>
                                          </p:val>
                                        </p:tav>
                                      </p:tavLst>
                                    </p:anim>
                                    <p:animEffect transition="in" filter="fade">
                                      <p:cBhvr>
                                        <p:cTn id="9" dur="500"/>
                                        <p:tgtEl>
                                          <p:spTgt spid="4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500" fill="hold"/>
                                        <p:tgtEl>
                                          <p:spTgt spid="51"/>
                                        </p:tgtEl>
                                        <p:attrNameLst>
                                          <p:attrName>ppt_w</p:attrName>
                                        </p:attrNameLst>
                                      </p:cBhvr>
                                      <p:tavLst>
                                        <p:tav tm="0">
                                          <p:val>
                                            <p:fltVal val="0"/>
                                          </p:val>
                                        </p:tav>
                                        <p:tav tm="100000">
                                          <p:val>
                                            <p:strVal val="#ppt_w"/>
                                          </p:val>
                                        </p:tav>
                                      </p:tavLst>
                                    </p:anim>
                                    <p:anim calcmode="lin" valueType="num">
                                      <p:cBhvr>
                                        <p:cTn id="13" dur="500" fill="hold"/>
                                        <p:tgtEl>
                                          <p:spTgt spid="51"/>
                                        </p:tgtEl>
                                        <p:attrNameLst>
                                          <p:attrName>ppt_h</p:attrName>
                                        </p:attrNameLst>
                                      </p:cBhvr>
                                      <p:tavLst>
                                        <p:tav tm="0">
                                          <p:val>
                                            <p:fltVal val="0"/>
                                          </p:val>
                                        </p:tav>
                                        <p:tav tm="100000">
                                          <p:val>
                                            <p:strVal val="#ppt_h"/>
                                          </p:val>
                                        </p:tav>
                                      </p:tavLst>
                                    </p:anim>
                                    <p:animEffect transition="in" filter="fade">
                                      <p:cBhvr>
                                        <p:cTn id="14" dur="500"/>
                                        <p:tgtEl>
                                          <p:spTgt spid="51"/>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anim calcmode="lin" valueType="num">
                                      <p:cBhvr>
                                        <p:cTn id="17" dur="500" fill="hold"/>
                                        <p:tgtEl>
                                          <p:spTgt spid="52"/>
                                        </p:tgtEl>
                                        <p:attrNameLst>
                                          <p:attrName>ppt_w</p:attrName>
                                        </p:attrNameLst>
                                      </p:cBhvr>
                                      <p:tavLst>
                                        <p:tav tm="0">
                                          <p:val>
                                            <p:fltVal val="0"/>
                                          </p:val>
                                        </p:tav>
                                        <p:tav tm="100000">
                                          <p:val>
                                            <p:strVal val="#ppt_w"/>
                                          </p:val>
                                        </p:tav>
                                      </p:tavLst>
                                    </p:anim>
                                    <p:anim calcmode="lin" valueType="num">
                                      <p:cBhvr>
                                        <p:cTn id="18" dur="500" fill="hold"/>
                                        <p:tgtEl>
                                          <p:spTgt spid="52"/>
                                        </p:tgtEl>
                                        <p:attrNameLst>
                                          <p:attrName>ppt_h</p:attrName>
                                        </p:attrNameLst>
                                      </p:cBhvr>
                                      <p:tavLst>
                                        <p:tav tm="0">
                                          <p:val>
                                            <p:fltVal val="0"/>
                                          </p:val>
                                        </p:tav>
                                        <p:tav tm="100000">
                                          <p:val>
                                            <p:strVal val="#ppt_h"/>
                                          </p:val>
                                        </p:tav>
                                      </p:tavLst>
                                    </p:anim>
                                    <p:animEffect transition="in" filter="fade">
                                      <p:cBhvr>
                                        <p:cTn id="19" dur="500"/>
                                        <p:tgtEl>
                                          <p:spTgt spid="5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p:cTn id="22" dur="500" fill="hold"/>
                                        <p:tgtEl>
                                          <p:spTgt spid="53"/>
                                        </p:tgtEl>
                                        <p:attrNameLst>
                                          <p:attrName>ppt_w</p:attrName>
                                        </p:attrNameLst>
                                      </p:cBhvr>
                                      <p:tavLst>
                                        <p:tav tm="0">
                                          <p:val>
                                            <p:fltVal val="0"/>
                                          </p:val>
                                        </p:tav>
                                        <p:tav tm="100000">
                                          <p:val>
                                            <p:strVal val="#ppt_w"/>
                                          </p:val>
                                        </p:tav>
                                      </p:tavLst>
                                    </p:anim>
                                    <p:anim calcmode="lin" valueType="num">
                                      <p:cBhvr>
                                        <p:cTn id="23" dur="500" fill="hold"/>
                                        <p:tgtEl>
                                          <p:spTgt spid="53"/>
                                        </p:tgtEl>
                                        <p:attrNameLst>
                                          <p:attrName>ppt_h</p:attrName>
                                        </p:attrNameLst>
                                      </p:cBhvr>
                                      <p:tavLst>
                                        <p:tav tm="0">
                                          <p:val>
                                            <p:fltVal val="0"/>
                                          </p:val>
                                        </p:tav>
                                        <p:tav tm="100000">
                                          <p:val>
                                            <p:strVal val="#ppt_h"/>
                                          </p:val>
                                        </p:tav>
                                      </p:tavLst>
                                    </p:anim>
                                    <p:animEffect transition="in" filter="fade">
                                      <p:cBhvr>
                                        <p:cTn id="24" dur="500"/>
                                        <p:tgtEl>
                                          <p:spTgt spid="5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p:cTn id="27" dur="500" fill="hold"/>
                                        <p:tgtEl>
                                          <p:spTgt spid="55"/>
                                        </p:tgtEl>
                                        <p:attrNameLst>
                                          <p:attrName>ppt_w</p:attrName>
                                        </p:attrNameLst>
                                      </p:cBhvr>
                                      <p:tavLst>
                                        <p:tav tm="0">
                                          <p:val>
                                            <p:fltVal val="0"/>
                                          </p:val>
                                        </p:tav>
                                        <p:tav tm="100000">
                                          <p:val>
                                            <p:strVal val="#ppt_w"/>
                                          </p:val>
                                        </p:tav>
                                      </p:tavLst>
                                    </p:anim>
                                    <p:anim calcmode="lin" valueType="num">
                                      <p:cBhvr>
                                        <p:cTn id="28" dur="500" fill="hold"/>
                                        <p:tgtEl>
                                          <p:spTgt spid="55"/>
                                        </p:tgtEl>
                                        <p:attrNameLst>
                                          <p:attrName>ppt_h</p:attrName>
                                        </p:attrNameLst>
                                      </p:cBhvr>
                                      <p:tavLst>
                                        <p:tav tm="0">
                                          <p:val>
                                            <p:fltVal val="0"/>
                                          </p:val>
                                        </p:tav>
                                        <p:tav tm="100000">
                                          <p:val>
                                            <p:strVal val="#ppt_h"/>
                                          </p:val>
                                        </p:tav>
                                      </p:tavLst>
                                    </p:anim>
                                    <p:animEffect transition="in" filter="fade">
                                      <p:cBhvr>
                                        <p:cTn id="29" dur="500"/>
                                        <p:tgtEl>
                                          <p:spTgt spid="5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6"/>
                                        </p:tgtEl>
                                        <p:attrNameLst>
                                          <p:attrName>style.visibility</p:attrName>
                                        </p:attrNameLst>
                                      </p:cBhvr>
                                      <p:to>
                                        <p:strVal val="visible"/>
                                      </p:to>
                                    </p:set>
                                    <p:anim calcmode="lin" valueType="num">
                                      <p:cBhvr>
                                        <p:cTn id="32" dur="500" fill="hold"/>
                                        <p:tgtEl>
                                          <p:spTgt spid="66"/>
                                        </p:tgtEl>
                                        <p:attrNameLst>
                                          <p:attrName>ppt_w</p:attrName>
                                        </p:attrNameLst>
                                      </p:cBhvr>
                                      <p:tavLst>
                                        <p:tav tm="0">
                                          <p:val>
                                            <p:fltVal val="0"/>
                                          </p:val>
                                        </p:tav>
                                        <p:tav tm="100000">
                                          <p:val>
                                            <p:strVal val="#ppt_w"/>
                                          </p:val>
                                        </p:tav>
                                      </p:tavLst>
                                    </p:anim>
                                    <p:anim calcmode="lin" valueType="num">
                                      <p:cBhvr>
                                        <p:cTn id="33" dur="500" fill="hold"/>
                                        <p:tgtEl>
                                          <p:spTgt spid="66"/>
                                        </p:tgtEl>
                                        <p:attrNameLst>
                                          <p:attrName>ppt_h</p:attrName>
                                        </p:attrNameLst>
                                      </p:cBhvr>
                                      <p:tavLst>
                                        <p:tav tm="0">
                                          <p:val>
                                            <p:fltVal val="0"/>
                                          </p:val>
                                        </p:tav>
                                        <p:tav tm="100000">
                                          <p:val>
                                            <p:strVal val="#ppt_h"/>
                                          </p:val>
                                        </p:tav>
                                      </p:tavLst>
                                    </p:anim>
                                    <p:animEffect transition="in" filter="fade">
                                      <p:cBhvr>
                                        <p:cTn id="34" dur="500"/>
                                        <p:tgtEl>
                                          <p:spTgt spid="6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3"/>
                                        </p:tgtEl>
                                        <p:attrNameLst>
                                          <p:attrName>style.visibility</p:attrName>
                                        </p:attrNameLst>
                                      </p:cBhvr>
                                      <p:to>
                                        <p:strVal val="visible"/>
                                      </p:to>
                                    </p:set>
                                    <p:anim calcmode="lin" valueType="num">
                                      <p:cBhvr>
                                        <p:cTn id="37" dur="500" fill="hold"/>
                                        <p:tgtEl>
                                          <p:spTgt spid="103"/>
                                        </p:tgtEl>
                                        <p:attrNameLst>
                                          <p:attrName>ppt_w</p:attrName>
                                        </p:attrNameLst>
                                      </p:cBhvr>
                                      <p:tavLst>
                                        <p:tav tm="0">
                                          <p:val>
                                            <p:fltVal val="0"/>
                                          </p:val>
                                        </p:tav>
                                        <p:tav tm="100000">
                                          <p:val>
                                            <p:strVal val="#ppt_w"/>
                                          </p:val>
                                        </p:tav>
                                      </p:tavLst>
                                    </p:anim>
                                    <p:anim calcmode="lin" valueType="num">
                                      <p:cBhvr>
                                        <p:cTn id="38" dur="500" fill="hold"/>
                                        <p:tgtEl>
                                          <p:spTgt spid="103"/>
                                        </p:tgtEl>
                                        <p:attrNameLst>
                                          <p:attrName>ppt_h</p:attrName>
                                        </p:attrNameLst>
                                      </p:cBhvr>
                                      <p:tavLst>
                                        <p:tav tm="0">
                                          <p:val>
                                            <p:fltVal val="0"/>
                                          </p:val>
                                        </p:tav>
                                        <p:tav tm="100000">
                                          <p:val>
                                            <p:strVal val="#ppt_h"/>
                                          </p:val>
                                        </p:tav>
                                      </p:tavLst>
                                    </p:anim>
                                    <p:animEffect transition="in" filter="fade">
                                      <p:cBhvr>
                                        <p:cTn id="39" dur="500"/>
                                        <p:tgtEl>
                                          <p:spTgt spid="103"/>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04"/>
                                        </p:tgtEl>
                                        <p:attrNameLst>
                                          <p:attrName>style.visibility</p:attrName>
                                        </p:attrNameLst>
                                      </p:cBhvr>
                                      <p:to>
                                        <p:strVal val="visible"/>
                                      </p:to>
                                    </p:set>
                                    <p:anim calcmode="lin" valueType="num">
                                      <p:cBhvr>
                                        <p:cTn id="42" dur="500" fill="hold"/>
                                        <p:tgtEl>
                                          <p:spTgt spid="104"/>
                                        </p:tgtEl>
                                        <p:attrNameLst>
                                          <p:attrName>ppt_w</p:attrName>
                                        </p:attrNameLst>
                                      </p:cBhvr>
                                      <p:tavLst>
                                        <p:tav tm="0">
                                          <p:val>
                                            <p:fltVal val="0"/>
                                          </p:val>
                                        </p:tav>
                                        <p:tav tm="100000">
                                          <p:val>
                                            <p:strVal val="#ppt_w"/>
                                          </p:val>
                                        </p:tav>
                                      </p:tavLst>
                                    </p:anim>
                                    <p:anim calcmode="lin" valueType="num">
                                      <p:cBhvr>
                                        <p:cTn id="43" dur="500" fill="hold"/>
                                        <p:tgtEl>
                                          <p:spTgt spid="104"/>
                                        </p:tgtEl>
                                        <p:attrNameLst>
                                          <p:attrName>ppt_h</p:attrName>
                                        </p:attrNameLst>
                                      </p:cBhvr>
                                      <p:tavLst>
                                        <p:tav tm="0">
                                          <p:val>
                                            <p:fltVal val="0"/>
                                          </p:val>
                                        </p:tav>
                                        <p:tav tm="100000">
                                          <p:val>
                                            <p:strVal val="#ppt_h"/>
                                          </p:val>
                                        </p:tav>
                                      </p:tavLst>
                                    </p:anim>
                                    <p:animEffect transition="in" filter="fade">
                                      <p:cBhvr>
                                        <p:cTn id="44" dur="500"/>
                                        <p:tgtEl>
                                          <p:spTgt spid="104"/>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05"/>
                                        </p:tgtEl>
                                        <p:attrNameLst>
                                          <p:attrName>style.visibility</p:attrName>
                                        </p:attrNameLst>
                                      </p:cBhvr>
                                      <p:to>
                                        <p:strVal val="visible"/>
                                      </p:to>
                                    </p:set>
                                    <p:anim calcmode="lin" valueType="num">
                                      <p:cBhvr>
                                        <p:cTn id="47" dur="500" fill="hold"/>
                                        <p:tgtEl>
                                          <p:spTgt spid="105"/>
                                        </p:tgtEl>
                                        <p:attrNameLst>
                                          <p:attrName>ppt_w</p:attrName>
                                        </p:attrNameLst>
                                      </p:cBhvr>
                                      <p:tavLst>
                                        <p:tav tm="0">
                                          <p:val>
                                            <p:fltVal val="0"/>
                                          </p:val>
                                        </p:tav>
                                        <p:tav tm="100000">
                                          <p:val>
                                            <p:strVal val="#ppt_w"/>
                                          </p:val>
                                        </p:tav>
                                      </p:tavLst>
                                    </p:anim>
                                    <p:anim calcmode="lin" valueType="num">
                                      <p:cBhvr>
                                        <p:cTn id="48" dur="500" fill="hold"/>
                                        <p:tgtEl>
                                          <p:spTgt spid="105"/>
                                        </p:tgtEl>
                                        <p:attrNameLst>
                                          <p:attrName>ppt_h</p:attrName>
                                        </p:attrNameLst>
                                      </p:cBhvr>
                                      <p:tavLst>
                                        <p:tav tm="0">
                                          <p:val>
                                            <p:fltVal val="0"/>
                                          </p:val>
                                        </p:tav>
                                        <p:tav tm="100000">
                                          <p:val>
                                            <p:strVal val="#ppt_h"/>
                                          </p:val>
                                        </p:tav>
                                      </p:tavLst>
                                    </p:anim>
                                    <p:animEffect transition="in" filter="fade">
                                      <p:cBhvr>
                                        <p:cTn id="49" dur="500"/>
                                        <p:tgtEl>
                                          <p:spTgt spid="105"/>
                                        </p:tgtEl>
                                      </p:cBhvr>
                                    </p:animEffect>
                                  </p:childTnLst>
                                </p:cTn>
                              </p:par>
                              <p:par>
                                <p:cTn id="50" presetID="2" presetClass="entr" presetSubtype="4" fill="hold" nodeType="withEffect">
                                  <p:stCondLst>
                                    <p:cond delay="0"/>
                                  </p:stCondLst>
                                  <p:childTnLst>
                                    <p:set>
                                      <p:cBhvr>
                                        <p:cTn id="51" dur="1" fill="hold">
                                          <p:stCondLst>
                                            <p:cond delay="0"/>
                                          </p:stCondLst>
                                        </p:cTn>
                                        <p:tgtEl>
                                          <p:spTgt spid="106"/>
                                        </p:tgtEl>
                                        <p:attrNameLst>
                                          <p:attrName>style.visibility</p:attrName>
                                        </p:attrNameLst>
                                      </p:cBhvr>
                                      <p:to>
                                        <p:strVal val="visible"/>
                                      </p:to>
                                    </p:set>
                                    <p:anim calcmode="lin" valueType="num">
                                      <p:cBhvr additive="base">
                                        <p:cTn id="52" dur="500" fill="hold"/>
                                        <p:tgtEl>
                                          <p:spTgt spid="106"/>
                                        </p:tgtEl>
                                        <p:attrNameLst>
                                          <p:attrName>ppt_x</p:attrName>
                                        </p:attrNameLst>
                                      </p:cBhvr>
                                      <p:tavLst>
                                        <p:tav tm="0">
                                          <p:val>
                                            <p:strVal val="#ppt_x"/>
                                          </p:val>
                                        </p:tav>
                                        <p:tav tm="100000">
                                          <p:val>
                                            <p:strVal val="#ppt_x"/>
                                          </p:val>
                                        </p:tav>
                                      </p:tavLst>
                                    </p:anim>
                                    <p:anim calcmode="lin" valueType="num">
                                      <p:cBhvr additive="base">
                                        <p:cTn id="53" dur="500" fill="hold"/>
                                        <p:tgtEl>
                                          <p:spTgt spid="106"/>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109"/>
                                        </p:tgtEl>
                                        <p:attrNameLst>
                                          <p:attrName>style.visibility</p:attrName>
                                        </p:attrNameLst>
                                      </p:cBhvr>
                                      <p:to>
                                        <p:strVal val="visible"/>
                                      </p:to>
                                    </p:set>
                                    <p:anim calcmode="lin" valueType="num">
                                      <p:cBhvr additive="base">
                                        <p:cTn id="56" dur="500" fill="hold"/>
                                        <p:tgtEl>
                                          <p:spTgt spid="109"/>
                                        </p:tgtEl>
                                        <p:attrNameLst>
                                          <p:attrName>ppt_x</p:attrName>
                                        </p:attrNameLst>
                                      </p:cBhvr>
                                      <p:tavLst>
                                        <p:tav tm="0">
                                          <p:val>
                                            <p:strVal val="#ppt_x"/>
                                          </p:val>
                                        </p:tav>
                                        <p:tav tm="100000">
                                          <p:val>
                                            <p:strVal val="#ppt_x"/>
                                          </p:val>
                                        </p:tav>
                                      </p:tavLst>
                                    </p:anim>
                                    <p:anim calcmode="lin" valueType="num">
                                      <p:cBhvr additive="base">
                                        <p:cTn id="57" dur="500" fill="hold"/>
                                        <p:tgtEl>
                                          <p:spTgt spid="109"/>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112"/>
                                        </p:tgtEl>
                                        <p:attrNameLst>
                                          <p:attrName>style.visibility</p:attrName>
                                        </p:attrNameLst>
                                      </p:cBhvr>
                                      <p:to>
                                        <p:strVal val="visible"/>
                                      </p:to>
                                    </p:set>
                                    <p:anim calcmode="lin" valueType="num">
                                      <p:cBhvr additive="base">
                                        <p:cTn id="60" dur="500" fill="hold"/>
                                        <p:tgtEl>
                                          <p:spTgt spid="112"/>
                                        </p:tgtEl>
                                        <p:attrNameLst>
                                          <p:attrName>ppt_x</p:attrName>
                                        </p:attrNameLst>
                                      </p:cBhvr>
                                      <p:tavLst>
                                        <p:tav tm="0">
                                          <p:val>
                                            <p:strVal val="#ppt_x"/>
                                          </p:val>
                                        </p:tav>
                                        <p:tav tm="100000">
                                          <p:val>
                                            <p:strVal val="#ppt_x"/>
                                          </p:val>
                                        </p:tav>
                                      </p:tavLst>
                                    </p:anim>
                                    <p:anim calcmode="lin" valueType="num">
                                      <p:cBhvr additive="base">
                                        <p:cTn id="61" dur="500" fill="hold"/>
                                        <p:tgtEl>
                                          <p:spTgt spid="112"/>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115"/>
                                        </p:tgtEl>
                                        <p:attrNameLst>
                                          <p:attrName>style.visibility</p:attrName>
                                        </p:attrNameLst>
                                      </p:cBhvr>
                                      <p:to>
                                        <p:strVal val="visible"/>
                                      </p:to>
                                    </p:set>
                                    <p:anim calcmode="lin" valueType="num">
                                      <p:cBhvr additive="base">
                                        <p:cTn id="64" dur="500" fill="hold"/>
                                        <p:tgtEl>
                                          <p:spTgt spid="115"/>
                                        </p:tgtEl>
                                        <p:attrNameLst>
                                          <p:attrName>ppt_x</p:attrName>
                                        </p:attrNameLst>
                                      </p:cBhvr>
                                      <p:tavLst>
                                        <p:tav tm="0">
                                          <p:val>
                                            <p:strVal val="#ppt_x"/>
                                          </p:val>
                                        </p:tav>
                                        <p:tav tm="100000">
                                          <p:val>
                                            <p:strVal val="#ppt_x"/>
                                          </p:val>
                                        </p:tav>
                                      </p:tavLst>
                                    </p:anim>
                                    <p:anim calcmode="lin" valueType="num">
                                      <p:cBhvr additive="base">
                                        <p:cTn id="65"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52" grpId="0" bldLvl="0" animBg="1"/>
      <p:bldP spid="53" grpId="0" bldLvl="0" animBg="1"/>
      <p:bldP spid="55" grpId="0" bldLvl="0" animBg="1"/>
      <p:bldP spid="66" grpId="0"/>
      <p:bldP spid="103" grpId="0"/>
      <p:bldP spid="104" grpId="0"/>
      <p:bldP spid="10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reeform 5"/>
          <p:cNvSpPr>
            <a:spLocks noChangeArrowheads="1"/>
          </p:cNvSpPr>
          <p:nvPr/>
        </p:nvSpPr>
        <p:spPr bwMode="auto">
          <a:xfrm>
            <a:off x="4195650" y="2096343"/>
            <a:ext cx="3981449" cy="4874684"/>
          </a:xfrm>
          <a:custGeom>
            <a:avLst/>
            <a:gdLst>
              <a:gd name="T0" fmla="*/ 1118 w 1045"/>
              <a:gd name="T1" fmla="*/ 2301 h 1279"/>
              <a:gd name="T2" fmla="*/ 887 w 1045"/>
              <a:gd name="T3" fmla="*/ 2303 h 1279"/>
              <a:gd name="T4" fmla="*/ 884 w 1045"/>
              <a:gd name="T5" fmla="*/ 1923 h 1279"/>
              <a:gd name="T6" fmla="*/ 652 w 1045"/>
              <a:gd name="T7" fmla="*/ 1730 h 1279"/>
              <a:gd name="T8" fmla="*/ 430 w 1045"/>
              <a:gd name="T9" fmla="*/ 1714 h 1279"/>
              <a:gd name="T10" fmla="*/ 0 w 1045"/>
              <a:gd name="T11" fmla="*/ 1498 h 1279"/>
              <a:gd name="T12" fmla="*/ 580 w 1045"/>
              <a:gd name="T13" fmla="*/ 1671 h 1279"/>
              <a:gd name="T14" fmla="*/ 211 w 1045"/>
              <a:gd name="T15" fmla="*/ 1253 h 1279"/>
              <a:gd name="T16" fmla="*/ 774 w 1045"/>
              <a:gd name="T17" fmla="*/ 1716 h 1279"/>
              <a:gd name="T18" fmla="*/ 889 w 1045"/>
              <a:gd name="T19" fmla="*/ 1795 h 1279"/>
              <a:gd name="T20" fmla="*/ 889 w 1045"/>
              <a:gd name="T21" fmla="*/ 1788 h 1279"/>
              <a:gd name="T22" fmla="*/ 844 w 1045"/>
              <a:gd name="T23" fmla="*/ 1237 h 1279"/>
              <a:gd name="T24" fmla="*/ 446 w 1045"/>
              <a:gd name="T25" fmla="*/ 1044 h 1279"/>
              <a:gd name="T26" fmla="*/ 20 w 1045"/>
              <a:gd name="T27" fmla="*/ 391 h 1279"/>
              <a:gd name="T28" fmla="*/ 495 w 1045"/>
              <a:gd name="T29" fmla="*/ 987 h 1279"/>
              <a:gd name="T30" fmla="*/ 576 w 1045"/>
              <a:gd name="T31" fmla="*/ 717 h 1279"/>
              <a:gd name="T32" fmla="*/ 569 w 1045"/>
              <a:gd name="T33" fmla="*/ 443 h 1279"/>
              <a:gd name="T34" fmla="*/ 628 w 1045"/>
              <a:gd name="T35" fmla="*/ 828 h 1279"/>
              <a:gd name="T36" fmla="*/ 590 w 1045"/>
              <a:gd name="T37" fmla="*/ 1044 h 1279"/>
              <a:gd name="T38" fmla="*/ 848 w 1045"/>
              <a:gd name="T39" fmla="*/ 1140 h 1279"/>
              <a:gd name="T40" fmla="*/ 985 w 1045"/>
              <a:gd name="T41" fmla="*/ 0 h 1279"/>
              <a:gd name="T42" fmla="*/ 952 w 1045"/>
              <a:gd name="T43" fmla="*/ 1221 h 1279"/>
              <a:gd name="T44" fmla="*/ 1037 w 1045"/>
              <a:gd name="T45" fmla="*/ 1576 h 1279"/>
              <a:gd name="T46" fmla="*/ 1334 w 1045"/>
              <a:gd name="T47" fmla="*/ 1314 h 1279"/>
              <a:gd name="T48" fmla="*/ 1456 w 1045"/>
              <a:gd name="T49" fmla="*/ 673 h 1279"/>
              <a:gd name="T50" fmla="*/ 1424 w 1045"/>
              <a:gd name="T51" fmla="*/ 1237 h 1279"/>
              <a:gd name="T52" fmla="*/ 1625 w 1045"/>
              <a:gd name="T53" fmla="*/ 1028 h 1279"/>
              <a:gd name="T54" fmla="*/ 1881 w 1045"/>
              <a:gd name="T55" fmla="*/ 578 h 1279"/>
              <a:gd name="T56" fmla="*/ 1724 w 1045"/>
              <a:gd name="T57" fmla="*/ 981 h 1279"/>
              <a:gd name="T58" fmla="*/ 1109 w 1045"/>
              <a:gd name="T59" fmla="*/ 1739 h 1279"/>
              <a:gd name="T60" fmla="*/ 1098 w 1045"/>
              <a:gd name="T61" fmla="*/ 1972 h 1279"/>
              <a:gd name="T62" fmla="*/ 1690 w 1045"/>
              <a:gd name="T63" fmla="*/ 1599 h 1279"/>
              <a:gd name="T64" fmla="*/ 1098 w 1045"/>
              <a:gd name="T65" fmla="*/ 2053 h 1279"/>
              <a:gd name="T66" fmla="*/ 1118 w 1045"/>
              <a:gd name="T67" fmla="*/ 2301 h 127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45"/>
              <a:gd name="T103" fmla="*/ 0 h 1279"/>
              <a:gd name="T104" fmla="*/ 1045 w 1045"/>
              <a:gd name="T105" fmla="*/ 1279 h 127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45" h="1279">
                <a:moveTo>
                  <a:pt x="621" y="1278"/>
                </a:moveTo>
                <a:cubicBezTo>
                  <a:pt x="493" y="1279"/>
                  <a:pt x="493" y="1279"/>
                  <a:pt x="493" y="1279"/>
                </a:cubicBezTo>
                <a:cubicBezTo>
                  <a:pt x="480" y="1238"/>
                  <a:pt x="485" y="1193"/>
                  <a:pt x="491" y="1068"/>
                </a:cubicBezTo>
                <a:cubicBezTo>
                  <a:pt x="453" y="1033"/>
                  <a:pt x="408" y="998"/>
                  <a:pt x="362" y="961"/>
                </a:cubicBezTo>
                <a:cubicBezTo>
                  <a:pt x="310" y="963"/>
                  <a:pt x="280" y="960"/>
                  <a:pt x="239" y="952"/>
                </a:cubicBezTo>
                <a:cubicBezTo>
                  <a:pt x="153" y="935"/>
                  <a:pt x="123" y="906"/>
                  <a:pt x="0" y="832"/>
                </a:cubicBezTo>
                <a:cubicBezTo>
                  <a:pt x="134" y="888"/>
                  <a:pt x="210" y="930"/>
                  <a:pt x="322" y="928"/>
                </a:cubicBezTo>
                <a:cubicBezTo>
                  <a:pt x="244" y="861"/>
                  <a:pt x="168" y="787"/>
                  <a:pt x="117" y="696"/>
                </a:cubicBezTo>
                <a:cubicBezTo>
                  <a:pt x="236" y="800"/>
                  <a:pt x="263" y="854"/>
                  <a:pt x="430" y="953"/>
                </a:cubicBezTo>
                <a:cubicBezTo>
                  <a:pt x="448" y="964"/>
                  <a:pt x="467" y="976"/>
                  <a:pt x="494" y="997"/>
                </a:cubicBezTo>
                <a:cubicBezTo>
                  <a:pt x="494" y="993"/>
                  <a:pt x="494" y="993"/>
                  <a:pt x="494" y="993"/>
                </a:cubicBezTo>
                <a:cubicBezTo>
                  <a:pt x="497" y="887"/>
                  <a:pt x="467" y="762"/>
                  <a:pt x="469" y="687"/>
                </a:cubicBezTo>
                <a:cubicBezTo>
                  <a:pt x="371" y="661"/>
                  <a:pt x="303" y="619"/>
                  <a:pt x="248" y="580"/>
                </a:cubicBezTo>
                <a:cubicBezTo>
                  <a:pt x="105" y="480"/>
                  <a:pt x="40" y="342"/>
                  <a:pt x="11" y="217"/>
                </a:cubicBezTo>
                <a:cubicBezTo>
                  <a:pt x="94" y="400"/>
                  <a:pt x="163" y="479"/>
                  <a:pt x="275" y="548"/>
                </a:cubicBezTo>
                <a:cubicBezTo>
                  <a:pt x="285" y="525"/>
                  <a:pt x="324" y="475"/>
                  <a:pt x="320" y="398"/>
                </a:cubicBezTo>
                <a:cubicBezTo>
                  <a:pt x="315" y="314"/>
                  <a:pt x="306" y="285"/>
                  <a:pt x="316" y="246"/>
                </a:cubicBezTo>
                <a:cubicBezTo>
                  <a:pt x="332" y="334"/>
                  <a:pt x="354" y="416"/>
                  <a:pt x="349" y="460"/>
                </a:cubicBezTo>
                <a:cubicBezTo>
                  <a:pt x="345" y="497"/>
                  <a:pt x="340" y="510"/>
                  <a:pt x="328" y="580"/>
                </a:cubicBezTo>
                <a:cubicBezTo>
                  <a:pt x="394" y="614"/>
                  <a:pt x="436" y="623"/>
                  <a:pt x="471" y="633"/>
                </a:cubicBezTo>
                <a:cubicBezTo>
                  <a:pt x="480" y="526"/>
                  <a:pt x="544" y="250"/>
                  <a:pt x="547" y="0"/>
                </a:cubicBezTo>
                <a:cubicBezTo>
                  <a:pt x="602" y="287"/>
                  <a:pt x="501" y="515"/>
                  <a:pt x="529" y="678"/>
                </a:cubicBezTo>
                <a:cubicBezTo>
                  <a:pt x="546" y="776"/>
                  <a:pt x="564" y="812"/>
                  <a:pt x="576" y="875"/>
                </a:cubicBezTo>
                <a:cubicBezTo>
                  <a:pt x="617" y="825"/>
                  <a:pt x="645" y="811"/>
                  <a:pt x="741" y="730"/>
                </a:cubicBezTo>
                <a:cubicBezTo>
                  <a:pt x="723" y="598"/>
                  <a:pt x="730" y="473"/>
                  <a:pt x="809" y="374"/>
                </a:cubicBezTo>
                <a:cubicBezTo>
                  <a:pt x="738" y="537"/>
                  <a:pt x="772" y="588"/>
                  <a:pt x="791" y="687"/>
                </a:cubicBezTo>
                <a:cubicBezTo>
                  <a:pt x="841" y="647"/>
                  <a:pt x="874" y="615"/>
                  <a:pt x="903" y="571"/>
                </a:cubicBezTo>
                <a:cubicBezTo>
                  <a:pt x="937" y="523"/>
                  <a:pt x="988" y="442"/>
                  <a:pt x="1045" y="321"/>
                </a:cubicBezTo>
                <a:cubicBezTo>
                  <a:pt x="1027" y="404"/>
                  <a:pt x="992" y="483"/>
                  <a:pt x="958" y="545"/>
                </a:cubicBezTo>
                <a:cubicBezTo>
                  <a:pt x="854" y="740"/>
                  <a:pt x="738" y="767"/>
                  <a:pt x="616" y="966"/>
                </a:cubicBezTo>
                <a:cubicBezTo>
                  <a:pt x="614" y="992"/>
                  <a:pt x="612" y="1040"/>
                  <a:pt x="610" y="1095"/>
                </a:cubicBezTo>
                <a:cubicBezTo>
                  <a:pt x="698" y="1054"/>
                  <a:pt x="845" y="1010"/>
                  <a:pt x="939" y="888"/>
                </a:cubicBezTo>
                <a:cubicBezTo>
                  <a:pt x="901" y="979"/>
                  <a:pt x="728" y="1086"/>
                  <a:pt x="610" y="1140"/>
                </a:cubicBezTo>
                <a:cubicBezTo>
                  <a:pt x="613" y="1200"/>
                  <a:pt x="625" y="1222"/>
                  <a:pt x="621" y="1278"/>
                </a:cubicBez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2" name="Freeform 6"/>
          <p:cNvSpPr>
            <a:spLocks noChangeArrowheads="1"/>
          </p:cNvSpPr>
          <p:nvPr/>
        </p:nvSpPr>
        <p:spPr bwMode="auto">
          <a:xfrm>
            <a:off x="3981867" y="2206409"/>
            <a:ext cx="543983" cy="632884"/>
          </a:xfrm>
          <a:custGeom>
            <a:avLst/>
            <a:gdLst>
              <a:gd name="T0" fmla="*/ 128 w 257"/>
              <a:gd name="T1" fmla="*/ 0 h 299"/>
              <a:gd name="T2" fmla="*/ 192 w 257"/>
              <a:gd name="T3" fmla="*/ 38 h 299"/>
              <a:gd name="T4" fmla="*/ 257 w 257"/>
              <a:gd name="T5" fmla="*/ 76 h 299"/>
              <a:gd name="T6" fmla="*/ 257 w 257"/>
              <a:gd name="T7" fmla="*/ 150 h 299"/>
              <a:gd name="T8" fmla="*/ 257 w 257"/>
              <a:gd name="T9" fmla="*/ 224 h 299"/>
              <a:gd name="T10" fmla="*/ 192 w 257"/>
              <a:gd name="T11" fmla="*/ 261 h 299"/>
              <a:gd name="T12" fmla="*/ 128 w 257"/>
              <a:gd name="T13" fmla="*/ 299 h 299"/>
              <a:gd name="T14" fmla="*/ 63 w 257"/>
              <a:gd name="T15" fmla="*/ 261 h 299"/>
              <a:gd name="T16" fmla="*/ 0 w 257"/>
              <a:gd name="T17" fmla="*/ 224 h 299"/>
              <a:gd name="T18" fmla="*/ 0 w 257"/>
              <a:gd name="T19" fmla="*/ 150 h 299"/>
              <a:gd name="T20" fmla="*/ 0 w 257"/>
              <a:gd name="T21" fmla="*/ 76 h 299"/>
              <a:gd name="T22" fmla="*/ 63 w 257"/>
              <a:gd name="T23" fmla="*/ 38 h 299"/>
              <a:gd name="T24" fmla="*/ 128 w 257"/>
              <a:gd name="T25" fmla="*/ 0 h 299"/>
              <a:gd name="T26" fmla="*/ 128 w 257"/>
              <a:gd name="T27" fmla="*/ 0 h 2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7"/>
              <a:gd name="T43" fmla="*/ 0 h 299"/>
              <a:gd name="T44" fmla="*/ 257 w 257"/>
              <a:gd name="T45" fmla="*/ 299 h 2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7" h="299">
                <a:moveTo>
                  <a:pt x="128" y="0"/>
                </a:moveTo>
                <a:lnTo>
                  <a:pt x="192" y="38"/>
                </a:lnTo>
                <a:lnTo>
                  <a:pt x="257" y="76"/>
                </a:lnTo>
                <a:lnTo>
                  <a:pt x="257" y="150"/>
                </a:lnTo>
                <a:lnTo>
                  <a:pt x="257" y="224"/>
                </a:lnTo>
                <a:lnTo>
                  <a:pt x="192" y="261"/>
                </a:lnTo>
                <a:lnTo>
                  <a:pt x="128" y="299"/>
                </a:lnTo>
                <a:lnTo>
                  <a:pt x="63" y="261"/>
                </a:lnTo>
                <a:lnTo>
                  <a:pt x="0" y="224"/>
                </a:lnTo>
                <a:lnTo>
                  <a:pt x="0" y="150"/>
                </a:lnTo>
                <a:lnTo>
                  <a:pt x="0" y="76"/>
                </a:lnTo>
                <a:lnTo>
                  <a:pt x="63" y="38"/>
                </a:lnTo>
                <a:lnTo>
                  <a:pt x="128" y="0"/>
                </a:lnTo>
                <a:close/>
              </a:path>
            </a:pathLst>
          </a:cu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3" name="Freeform 7"/>
          <p:cNvSpPr>
            <a:spLocks noChangeArrowheads="1"/>
          </p:cNvSpPr>
          <p:nvPr/>
        </p:nvSpPr>
        <p:spPr bwMode="auto">
          <a:xfrm>
            <a:off x="5975767" y="1395725"/>
            <a:ext cx="548216" cy="632884"/>
          </a:xfrm>
          <a:custGeom>
            <a:avLst/>
            <a:gdLst>
              <a:gd name="T0" fmla="*/ 129 w 259"/>
              <a:gd name="T1" fmla="*/ 0 h 299"/>
              <a:gd name="T2" fmla="*/ 194 w 259"/>
              <a:gd name="T3" fmla="*/ 38 h 299"/>
              <a:gd name="T4" fmla="*/ 259 w 259"/>
              <a:gd name="T5" fmla="*/ 74 h 299"/>
              <a:gd name="T6" fmla="*/ 259 w 259"/>
              <a:gd name="T7" fmla="*/ 149 h 299"/>
              <a:gd name="T8" fmla="*/ 259 w 259"/>
              <a:gd name="T9" fmla="*/ 223 h 299"/>
              <a:gd name="T10" fmla="*/ 194 w 259"/>
              <a:gd name="T11" fmla="*/ 261 h 299"/>
              <a:gd name="T12" fmla="*/ 129 w 259"/>
              <a:gd name="T13" fmla="*/ 299 h 299"/>
              <a:gd name="T14" fmla="*/ 64 w 259"/>
              <a:gd name="T15" fmla="*/ 261 h 299"/>
              <a:gd name="T16" fmla="*/ 0 w 259"/>
              <a:gd name="T17" fmla="*/ 223 h 299"/>
              <a:gd name="T18" fmla="*/ 0 w 259"/>
              <a:gd name="T19" fmla="*/ 149 h 299"/>
              <a:gd name="T20" fmla="*/ 0 w 259"/>
              <a:gd name="T21" fmla="*/ 74 h 299"/>
              <a:gd name="T22" fmla="*/ 64 w 259"/>
              <a:gd name="T23" fmla="*/ 38 h 299"/>
              <a:gd name="T24" fmla="*/ 129 w 259"/>
              <a:gd name="T25" fmla="*/ 0 h 299"/>
              <a:gd name="T26" fmla="*/ 129 w 259"/>
              <a:gd name="T27" fmla="*/ 0 h 2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9"/>
              <a:gd name="T43" fmla="*/ 0 h 299"/>
              <a:gd name="T44" fmla="*/ 259 w 259"/>
              <a:gd name="T45" fmla="*/ 299 h 2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9" h="299">
                <a:moveTo>
                  <a:pt x="129" y="0"/>
                </a:moveTo>
                <a:lnTo>
                  <a:pt x="194" y="38"/>
                </a:lnTo>
                <a:lnTo>
                  <a:pt x="259" y="74"/>
                </a:lnTo>
                <a:lnTo>
                  <a:pt x="259" y="149"/>
                </a:lnTo>
                <a:lnTo>
                  <a:pt x="259" y="223"/>
                </a:lnTo>
                <a:lnTo>
                  <a:pt x="194" y="261"/>
                </a:lnTo>
                <a:lnTo>
                  <a:pt x="129" y="299"/>
                </a:lnTo>
                <a:lnTo>
                  <a:pt x="64" y="261"/>
                </a:lnTo>
                <a:lnTo>
                  <a:pt x="0" y="223"/>
                </a:lnTo>
                <a:lnTo>
                  <a:pt x="0" y="149"/>
                </a:lnTo>
                <a:lnTo>
                  <a:pt x="0" y="74"/>
                </a:lnTo>
                <a:lnTo>
                  <a:pt x="64" y="38"/>
                </a:lnTo>
                <a:lnTo>
                  <a:pt x="129" y="0"/>
                </a:lnTo>
                <a:close/>
              </a:path>
            </a:pathLst>
          </a:custGeom>
          <a:solidFill>
            <a:schemeClr val="bg1"/>
          </a:solidFill>
          <a:ln>
            <a:noFill/>
          </a:ln>
        </p:spPr>
        <p:txBody>
          <a:bodyPr/>
          <a:lstStyle/>
          <a:p>
            <a:endParaRPr lang="zh-CN" altLang="en-US" sz="1865">
              <a:solidFill>
                <a:schemeClr val="accent1"/>
              </a:solidFill>
            </a:endParaRPr>
          </a:p>
        </p:txBody>
      </p:sp>
      <p:sp>
        <p:nvSpPr>
          <p:cNvPr id="44" name="Freeform 8"/>
          <p:cNvSpPr>
            <a:spLocks noChangeArrowheads="1"/>
          </p:cNvSpPr>
          <p:nvPr/>
        </p:nvSpPr>
        <p:spPr bwMode="auto">
          <a:xfrm>
            <a:off x="7923100" y="2606459"/>
            <a:ext cx="543983" cy="628651"/>
          </a:xfrm>
          <a:custGeom>
            <a:avLst/>
            <a:gdLst>
              <a:gd name="T0" fmla="*/ 128 w 257"/>
              <a:gd name="T1" fmla="*/ 0 h 297"/>
              <a:gd name="T2" fmla="*/ 192 w 257"/>
              <a:gd name="T3" fmla="*/ 36 h 297"/>
              <a:gd name="T4" fmla="*/ 257 w 257"/>
              <a:gd name="T5" fmla="*/ 74 h 297"/>
              <a:gd name="T6" fmla="*/ 257 w 257"/>
              <a:gd name="T7" fmla="*/ 148 h 297"/>
              <a:gd name="T8" fmla="*/ 257 w 257"/>
              <a:gd name="T9" fmla="*/ 224 h 297"/>
              <a:gd name="T10" fmla="*/ 192 w 257"/>
              <a:gd name="T11" fmla="*/ 261 h 297"/>
              <a:gd name="T12" fmla="*/ 128 w 257"/>
              <a:gd name="T13" fmla="*/ 297 h 297"/>
              <a:gd name="T14" fmla="*/ 63 w 257"/>
              <a:gd name="T15" fmla="*/ 261 h 297"/>
              <a:gd name="T16" fmla="*/ 0 w 257"/>
              <a:gd name="T17" fmla="*/ 224 h 297"/>
              <a:gd name="T18" fmla="*/ 0 w 257"/>
              <a:gd name="T19" fmla="*/ 148 h 297"/>
              <a:gd name="T20" fmla="*/ 0 w 257"/>
              <a:gd name="T21" fmla="*/ 74 h 297"/>
              <a:gd name="T22" fmla="*/ 63 w 257"/>
              <a:gd name="T23" fmla="*/ 36 h 297"/>
              <a:gd name="T24" fmla="*/ 128 w 257"/>
              <a:gd name="T25" fmla="*/ 0 h 297"/>
              <a:gd name="T26" fmla="*/ 128 w 257"/>
              <a:gd name="T27" fmla="*/ 0 h 2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7"/>
              <a:gd name="T43" fmla="*/ 0 h 297"/>
              <a:gd name="T44" fmla="*/ 257 w 257"/>
              <a:gd name="T45" fmla="*/ 297 h 2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7" h="297">
                <a:moveTo>
                  <a:pt x="128" y="0"/>
                </a:moveTo>
                <a:lnTo>
                  <a:pt x="192" y="36"/>
                </a:lnTo>
                <a:lnTo>
                  <a:pt x="257" y="74"/>
                </a:lnTo>
                <a:lnTo>
                  <a:pt x="257" y="148"/>
                </a:lnTo>
                <a:lnTo>
                  <a:pt x="257" y="224"/>
                </a:lnTo>
                <a:lnTo>
                  <a:pt x="192" y="261"/>
                </a:lnTo>
                <a:lnTo>
                  <a:pt x="128" y="297"/>
                </a:lnTo>
                <a:lnTo>
                  <a:pt x="63" y="261"/>
                </a:lnTo>
                <a:lnTo>
                  <a:pt x="0" y="224"/>
                </a:lnTo>
                <a:lnTo>
                  <a:pt x="0" y="148"/>
                </a:lnTo>
                <a:lnTo>
                  <a:pt x="0" y="74"/>
                </a:lnTo>
                <a:lnTo>
                  <a:pt x="63" y="36"/>
                </a:lnTo>
                <a:lnTo>
                  <a:pt x="128" y="0"/>
                </a:lnTo>
                <a:close/>
              </a:path>
            </a:pathLst>
          </a:cu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5" name="Freeform 9"/>
          <p:cNvSpPr>
            <a:spLocks noChangeArrowheads="1"/>
          </p:cNvSpPr>
          <p:nvPr/>
        </p:nvSpPr>
        <p:spPr bwMode="auto">
          <a:xfrm>
            <a:off x="7582316" y="4767576"/>
            <a:ext cx="550333" cy="632884"/>
          </a:xfrm>
          <a:custGeom>
            <a:avLst/>
            <a:gdLst>
              <a:gd name="T0" fmla="*/ 130 w 260"/>
              <a:gd name="T1" fmla="*/ 0 h 299"/>
              <a:gd name="T2" fmla="*/ 195 w 260"/>
              <a:gd name="T3" fmla="*/ 38 h 299"/>
              <a:gd name="T4" fmla="*/ 260 w 260"/>
              <a:gd name="T5" fmla="*/ 76 h 299"/>
              <a:gd name="T6" fmla="*/ 260 w 260"/>
              <a:gd name="T7" fmla="*/ 150 h 299"/>
              <a:gd name="T8" fmla="*/ 260 w 260"/>
              <a:gd name="T9" fmla="*/ 224 h 299"/>
              <a:gd name="T10" fmla="*/ 195 w 260"/>
              <a:gd name="T11" fmla="*/ 261 h 299"/>
              <a:gd name="T12" fmla="*/ 130 w 260"/>
              <a:gd name="T13" fmla="*/ 299 h 299"/>
              <a:gd name="T14" fmla="*/ 65 w 260"/>
              <a:gd name="T15" fmla="*/ 261 h 299"/>
              <a:gd name="T16" fmla="*/ 0 w 260"/>
              <a:gd name="T17" fmla="*/ 224 h 299"/>
              <a:gd name="T18" fmla="*/ 0 w 260"/>
              <a:gd name="T19" fmla="*/ 150 h 299"/>
              <a:gd name="T20" fmla="*/ 0 w 260"/>
              <a:gd name="T21" fmla="*/ 76 h 299"/>
              <a:gd name="T22" fmla="*/ 65 w 260"/>
              <a:gd name="T23" fmla="*/ 38 h 299"/>
              <a:gd name="T24" fmla="*/ 130 w 260"/>
              <a:gd name="T25" fmla="*/ 0 h 299"/>
              <a:gd name="T26" fmla="*/ 130 w 260"/>
              <a:gd name="T27" fmla="*/ 0 h 2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0"/>
              <a:gd name="T43" fmla="*/ 0 h 299"/>
              <a:gd name="T44" fmla="*/ 260 w 260"/>
              <a:gd name="T45" fmla="*/ 299 h 2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0" h="299">
                <a:moveTo>
                  <a:pt x="130" y="0"/>
                </a:moveTo>
                <a:lnTo>
                  <a:pt x="195" y="38"/>
                </a:lnTo>
                <a:lnTo>
                  <a:pt x="260" y="76"/>
                </a:lnTo>
                <a:lnTo>
                  <a:pt x="260" y="150"/>
                </a:lnTo>
                <a:lnTo>
                  <a:pt x="260" y="224"/>
                </a:lnTo>
                <a:lnTo>
                  <a:pt x="195" y="261"/>
                </a:lnTo>
                <a:lnTo>
                  <a:pt x="130" y="299"/>
                </a:lnTo>
                <a:lnTo>
                  <a:pt x="65" y="261"/>
                </a:lnTo>
                <a:lnTo>
                  <a:pt x="0" y="224"/>
                </a:lnTo>
                <a:lnTo>
                  <a:pt x="0" y="150"/>
                </a:lnTo>
                <a:lnTo>
                  <a:pt x="0" y="76"/>
                </a:lnTo>
                <a:lnTo>
                  <a:pt x="65" y="38"/>
                </a:lnTo>
                <a:lnTo>
                  <a:pt x="130" y="0"/>
                </a:lnTo>
                <a:close/>
              </a:path>
            </a:pathLst>
          </a:cu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6" name="Freeform 10"/>
          <p:cNvSpPr>
            <a:spLocks noChangeArrowheads="1"/>
          </p:cNvSpPr>
          <p:nvPr/>
        </p:nvSpPr>
        <p:spPr bwMode="auto">
          <a:xfrm>
            <a:off x="5101583" y="2382092"/>
            <a:ext cx="546100" cy="632884"/>
          </a:xfrm>
          <a:custGeom>
            <a:avLst/>
            <a:gdLst>
              <a:gd name="T0" fmla="*/ 128 w 258"/>
              <a:gd name="T1" fmla="*/ 0 h 299"/>
              <a:gd name="T2" fmla="*/ 193 w 258"/>
              <a:gd name="T3" fmla="*/ 38 h 299"/>
              <a:gd name="T4" fmla="*/ 258 w 258"/>
              <a:gd name="T5" fmla="*/ 76 h 299"/>
              <a:gd name="T6" fmla="*/ 258 w 258"/>
              <a:gd name="T7" fmla="*/ 150 h 299"/>
              <a:gd name="T8" fmla="*/ 258 w 258"/>
              <a:gd name="T9" fmla="*/ 223 h 299"/>
              <a:gd name="T10" fmla="*/ 193 w 258"/>
              <a:gd name="T11" fmla="*/ 261 h 299"/>
              <a:gd name="T12" fmla="*/ 128 w 258"/>
              <a:gd name="T13" fmla="*/ 299 h 299"/>
              <a:gd name="T14" fmla="*/ 63 w 258"/>
              <a:gd name="T15" fmla="*/ 261 h 299"/>
              <a:gd name="T16" fmla="*/ 0 w 258"/>
              <a:gd name="T17" fmla="*/ 223 h 299"/>
              <a:gd name="T18" fmla="*/ 0 w 258"/>
              <a:gd name="T19" fmla="*/ 150 h 299"/>
              <a:gd name="T20" fmla="*/ 0 w 258"/>
              <a:gd name="T21" fmla="*/ 76 h 299"/>
              <a:gd name="T22" fmla="*/ 63 w 258"/>
              <a:gd name="T23" fmla="*/ 38 h 299"/>
              <a:gd name="T24" fmla="*/ 128 w 258"/>
              <a:gd name="T25" fmla="*/ 0 h 299"/>
              <a:gd name="T26" fmla="*/ 128 w 258"/>
              <a:gd name="T27" fmla="*/ 0 h 2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8"/>
              <a:gd name="T43" fmla="*/ 0 h 299"/>
              <a:gd name="T44" fmla="*/ 258 w 258"/>
              <a:gd name="T45" fmla="*/ 299 h 2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8" h="299">
                <a:moveTo>
                  <a:pt x="128" y="0"/>
                </a:moveTo>
                <a:lnTo>
                  <a:pt x="193" y="38"/>
                </a:lnTo>
                <a:lnTo>
                  <a:pt x="258" y="76"/>
                </a:lnTo>
                <a:lnTo>
                  <a:pt x="258" y="150"/>
                </a:lnTo>
                <a:lnTo>
                  <a:pt x="258" y="223"/>
                </a:lnTo>
                <a:lnTo>
                  <a:pt x="193" y="261"/>
                </a:lnTo>
                <a:lnTo>
                  <a:pt x="128" y="299"/>
                </a:lnTo>
                <a:lnTo>
                  <a:pt x="63" y="261"/>
                </a:lnTo>
                <a:lnTo>
                  <a:pt x="0" y="223"/>
                </a:lnTo>
                <a:lnTo>
                  <a:pt x="0" y="150"/>
                </a:lnTo>
                <a:lnTo>
                  <a:pt x="0" y="76"/>
                </a:lnTo>
                <a:lnTo>
                  <a:pt x="63" y="38"/>
                </a:lnTo>
                <a:lnTo>
                  <a:pt x="128" y="0"/>
                </a:ln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7" name="Freeform 11"/>
          <p:cNvSpPr>
            <a:spLocks noChangeArrowheads="1"/>
          </p:cNvSpPr>
          <p:nvPr/>
        </p:nvSpPr>
        <p:spPr bwMode="auto">
          <a:xfrm>
            <a:off x="3892967" y="4600359"/>
            <a:ext cx="546100" cy="628651"/>
          </a:xfrm>
          <a:custGeom>
            <a:avLst/>
            <a:gdLst>
              <a:gd name="T0" fmla="*/ 130 w 258"/>
              <a:gd name="T1" fmla="*/ 0 h 297"/>
              <a:gd name="T2" fmla="*/ 193 w 258"/>
              <a:gd name="T3" fmla="*/ 36 h 297"/>
              <a:gd name="T4" fmla="*/ 258 w 258"/>
              <a:gd name="T5" fmla="*/ 74 h 297"/>
              <a:gd name="T6" fmla="*/ 258 w 258"/>
              <a:gd name="T7" fmla="*/ 148 h 297"/>
              <a:gd name="T8" fmla="*/ 258 w 258"/>
              <a:gd name="T9" fmla="*/ 223 h 297"/>
              <a:gd name="T10" fmla="*/ 193 w 258"/>
              <a:gd name="T11" fmla="*/ 261 h 297"/>
              <a:gd name="T12" fmla="*/ 130 w 258"/>
              <a:gd name="T13" fmla="*/ 297 h 297"/>
              <a:gd name="T14" fmla="*/ 65 w 258"/>
              <a:gd name="T15" fmla="*/ 261 h 297"/>
              <a:gd name="T16" fmla="*/ 0 w 258"/>
              <a:gd name="T17" fmla="*/ 223 h 297"/>
              <a:gd name="T18" fmla="*/ 0 w 258"/>
              <a:gd name="T19" fmla="*/ 148 h 297"/>
              <a:gd name="T20" fmla="*/ 0 w 258"/>
              <a:gd name="T21" fmla="*/ 74 h 297"/>
              <a:gd name="T22" fmla="*/ 65 w 258"/>
              <a:gd name="T23" fmla="*/ 36 h 297"/>
              <a:gd name="T24" fmla="*/ 130 w 258"/>
              <a:gd name="T25" fmla="*/ 0 h 297"/>
              <a:gd name="T26" fmla="*/ 130 w 258"/>
              <a:gd name="T27" fmla="*/ 0 h 2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8"/>
              <a:gd name="T43" fmla="*/ 0 h 297"/>
              <a:gd name="T44" fmla="*/ 258 w 258"/>
              <a:gd name="T45" fmla="*/ 297 h 2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8" h="297">
                <a:moveTo>
                  <a:pt x="130" y="0"/>
                </a:moveTo>
                <a:lnTo>
                  <a:pt x="193" y="36"/>
                </a:lnTo>
                <a:lnTo>
                  <a:pt x="258" y="74"/>
                </a:lnTo>
                <a:lnTo>
                  <a:pt x="258" y="148"/>
                </a:lnTo>
                <a:lnTo>
                  <a:pt x="258" y="223"/>
                </a:lnTo>
                <a:lnTo>
                  <a:pt x="193" y="261"/>
                </a:lnTo>
                <a:lnTo>
                  <a:pt x="130" y="297"/>
                </a:lnTo>
                <a:lnTo>
                  <a:pt x="65" y="261"/>
                </a:lnTo>
                <a:lnTo>
                  <a:pt x="0" y="223"/>
                </a:lnTo>
                <a:lnTo>
                  <a:pt x="0" y="148"/>
                </a:lnTo>
                <a:lnTo>
                  <a:pt x="0" y="74"/>
                </a:lnTo>
                <a:lnTo>
                  <a:pt x="65" y="36"/>
                </a:lnTo>
                <a:lnTo>
                  <a:pt x="130" y="0"/>
                </a:lnTo>
                <a:close/>
              </a:path>
            </a:pathLst>
          </a:cu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8" name="Freeform 12"/>
          <p:cNvSpPr>
            <a:spLocks noChangeArrowheads="1"/>
          </p:cNvSpPr>
          <p:nvPr/>
        </p:nvSpPr>
        <p:spPr bwMode="auto">
          <a:xfrm>
            <a:off x="6976950" y="2851992"/>
            <a:ext cx="546100" cy="628651"/>
          </a:xfrm>
          <a:custGeom>
            <a:avLst/>
            <a:gdLst>
              <a:gd name="T0" fmla="*/ 130 w 258"/>
              <a:gd name="T1" fmla="*/ 0 h 297"/>
              <a:gd name="T2" fmla="*/ 195 w 258"/>
              <a:gd name="T3" fmla="*/ 36 h 297"/>
              <a:gd name="T4" fmla="*/ 258 w 258"/>
              <a:gd name="T5" fmla="*/ 73 h 297"/>
              <a:gd name="T6" fmla="*/ 258 w 258"/>
              <a:gd name="T7" fmla="*/ 147 h 297"/>
              <a:gd name="T8" fmla="*/ 258 w 258"/>
              <a:gd name="T9" fmla="*/ 223 h 297"/>
              <a:gd name="T10" fmla="*/ 195 w 258"/>
              <a:gd name="T11" fmla="*/ 259 h 297"/>
              <a:gd name="T12" fmla="*/ 130 w 258"/>
              <a:gd name="T13" fmla="*/ 297 h 297"/>
              <a:gd name="T14" fmla="*/ 65 w 258"/>
              <a:gd name="T15" fmla="*/ 259 h 297"/>
              <a:gd name="T16" fmla="*/ 0 w 258"/>
              <a:gd name="T17" fmla="*/ 223 h 297"/>
              <a:gd name="T18" fmla="*/ 0 w 258"/>
              <a:gd name="T19" fmla="*/ 147 h 297"/>
              <a:gd name="T20" fmla="*/ 0 w 258"/>
              <a:gd name="T21" fmla="*/ 73 h 297"/>
              <a:gd name="T22" fmla="*/ 65 w 258"/>
              <a:gd name="T23" fmla="*/ 36 h 297"/>
              <a:gd name="T24" fmla="*/ 130 w 258"/>
              <a:gd name="T25" fmla="*/ 0 h 297"/>
              <a:gd name="T26" fmla="*/ 130 w 258"/>
              <a:gd name="T27" fmla="*/ 0 h 29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8"/>
              <a:gd name="T43" fmla="*/ 0 h 297"/>
              <a:gd name="T44" fmla="*/ 258 w 258"/>
              <a:gd name="T45" fmla="*/ 297 h 29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8" h="297">
                <a:moveTo>
                  <a:pt x="130" y="0"/>
                </a:moveTo>
                <a:lnTo>
                  <a:pt x="195" y="36"/>
                </a:lnTo>
                <a:lnTo>
                  <a:pt x="258" y="73"/>
                </a:lnTo>
                <a:lnTo>
                  <a:pt x="258" y="147"/>
                </a:lnTo>
                <a:lnTo>
                  <a:pt x="258" y="223"/>
                </a:lnTo>
                <a:lnTo>
                  <a:pt x="195" y="259"/>
                </a:lnTo>
                <a:lnTo>
                  <a:pt x="130" y="297"/>
                </a:lnTo>
                <a:lnTo>
                  <a:pt x="65" y="259"/>
                </a:lnTo>
                <a:lnTo>
                  <a:pt x="0" y="223"/>
                </a:lnTo>
                <a:lnTo>
                  <a:pt x="0" y="147"/>
                </a:lnTo>
                <a:lnTo>
                  <a:pt x="0" y="73"/>
                </a:lnTo>
                <a:lnTo>
                  <a:pt x="65" y="36"/>
                </a:lnTo>
                <a:lnTo>
                  <a:pt x="130" y="0"/>
                </a:ln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49" name="Freeform 13"/>
          <p:cNvSpPr>
            <a:spLocks noChangeArrowheads="1"/>
          </p:cNvSpPr>
          <p:nvPr/>
        </p:nvSpPr>
        <p:spPr bwMode="auto">
          <a:xfrm>
            <a:off x="6862650" y="5610009"/>
            <a:ext cx="304800" cy="351367"/>
          </a:xfrm>
          <a:custGeom>
            <a:avLst/>
            <a:gdLst>
              <a:gd name="T0" fmla="*/ 72 w 144"/>
              <a:gd name="T1" fmla="*/ 0 h 166"/>
              <a:gd name="T2" fmla="*/ 108 w 144"/>
              <a:gd name="T3" fmla="*/ 22 h 166"/>
              <a:gd name="T4" fmla="*/ 144 w 144"/>
              <a:gd name="T5" fmla="*/ 42 h 166"/>
              <a:gd name="T6" fmla="*/ 144 w 144"/>
              <a:gd name="T7" fmla="*/ 83 h 166"/>
              <a:gd name="T8" fmla="*/ 144 w 144"/>
              <a:gd name="T9" fmla="*/ 124 h 166"/>
              <a:gd name="T10" fmla="*/ 108 w 144"/>
              <a:gd name="T11" fmla="*/ 144 h 166"/>
              <a:gd name="T12" fmla="*/ 72 w 144"/>
              <a:gd name="T13" fmla="*/ 166 h 166"/>
              <a:gd name="T14" fmla="*/ 36 w 144"/>
              <a:gd name="T15" fmla="*/ 144 h 166"/>
              <a:gd name="T16" fmla="*/ 0 w 144"/>
              <a:gd name="T17" fmla="*/ 124 h 166"/>
              <a:gd name="T18" fmla="*/ 0 w 144"/>
              <a:gd name="T19" fmla="*/ 83 h 166"/>
              <a:gd name="T20" fmla="*/ 0 w 144"/>
              <a:gd name="T21" fmla="*/ 42 h 166"/>
              <a:gd name="T22" fmla="*/ 36 w 144"/>
              <a:gd name="T23" fmla="*/ 22 h 166"/>
              <a:gd name="T24" fmla="*/ 72 w 144"/>
              <a:gd name="T25" fmla="*/ 0 h 166"/>
              <a:gd name="T26" fmla="*/ 72 w 144"/>
              <a:gd name="T27" fmla="*/ 0 h 1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4"/>
              <a:gd name="T43" fmla="*/ 0 h 166"/>
              <a:gd name="T44" fmla="*/ 144 w 144"/>
              <a:gd name="T45" fmla="*/ 166 h 1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4" h="166">
                <a:moveTo>
                  <a:pt x="72" y="0"/>
                </a:moveTo>
                <a:lnTo>
                  <a:pt x="108" y="22"/>
                </a:lnTo>
                <a:lnTo>
                  <a:pt x="144" y="42"/>
                </a:lnTo>
                <a:lnTo>
                  <a:pt x="144" y="83"/>
                </a:lnTo>
                <a:lnTo>
                  <a:pt x="144" y="124"/>
                </a:lnTo>
                <a:lnTo>
                  <a:pt x="108" y="144"/>
                </a:lnTo>
                <a:lnTo>
                  <a:pt x="72" y="166"/>
                </a:lnTo>
                <a:lnTo>
                  <a:pt x="36" y="144"/>
                </a:lnTo>
                <a:lnTo>
                  <a:pt x="0" y="124"/>
                </a:lnTo>
                <a:lnTo>
                  <a:pt x="0" y="83"/>
                </a:lnTo>
                <a:lnTo>
                  <a:pt x="0" y="42"/>
                </a:lnTo>
                <a:lnTo>
                  <a:pt x="36" y="22"/>
                </a:lnTo>
                <a:lnTo>
                  <a:pt x="72" y="0"/>
                </a:ln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0" name="Freeform 14"/>
          <p:cNvSpPr>
            <a:spLocks noChangeArrowheads="1"/>
          </p:cNvSpPr>
          <p:nvPr/>
        </p:nvSpPr>
        <p:spPr bwMode="auto">
          <a:xfrm>
            <a:off x="4805250" y="3482759"/>
            <a:ext cx="300567" cy="351367"/>
          </a:xfrm>
          <a:custGeom>
            <a:avLst/>
            <a:gdLst>
              <a:gd name="T0" fmla="*/ 70 w 142"/>
              <a:gd name="T1" fmla="*/ 0 h 166"/>
              <a:gd name="T2" fmla="*/ 106 w 142"/>
              <a:gd name="T3" fmla="*/ 22 h 166"/>
              <a:gd name="T4" fmla="*/ 142 w 142"/>
              <a:gd name="T5" fmla="*/ 42 h 166"/>
              <a:gd name="T6" fmla="*/ 142 w 142"/>
              <a:gd name="T7" fmla="*/ 83 h 166"/>
              <a:gd name="T8" fmla="*/ 142 w 142"/>
              <a:gd name="T9" fmla="*/ 125 h 166"/>
              <a:gd name="T10" fmla="*/ 106 w 142"/>
              <a:gd name="T11" fmla="*/ 144 h 166"/>
              <a:gd name="T12" fmla="*/ 70 w 142"/>
              <a:gd name="T13" fmla="*/ 166 h 166"/>
              <a:gd name="T14" fmla="*/ 34 w 142"/>
              <a:gd name="T15" fmla="*/ 144 h 166"/>
              <a:gd name="T16" fmla="*/ 0 w 142"/>
              <a:gd name="T17" fmla="*/ 125 h 166"/>
              <a:gd name="T18" fmla="*/ 0 w 142"/>
              <a:gd name="T19" fmla="*/ 83 h 166"/>
              <a:gd name="T20" fmla="*/ 0 w 142"/>
              <a:gd name="T21" fmla="*/ 42 h 166"/>
              <a:gd name="T22" fmla="*/ 34 w 142"/>
              <a:gd name="T23" fmla="*/ 22 h 166"/>
              <a:gd name="T24" fmla="*/ 70 w 142"/>
              <a:gd name="T25" fmla="*/ 0 h 166"/>
              <a:gd name="T26" fmla="*/ 70 w 142"/>
              <a:gd name="T27" fmla="*/ 0 h 1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2"/>
              <a:gd name="T43" fmla="*/ 0 h 166"/>
              <a:gd name="T44" fmla="*/ 142 w 142"/>
              <a:gd name="T45" fmla="*/ 166 h 1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2" h="166">
                <a:moveTo>
                  <a:pt x="70" y="0"/>
                </a:moveTo>
                <a:lnTo>
                  <a:pt x="106" y="22"/>
                </a:lnTo>
                <a:lnTo>
                  <a:pt x="142" y="42"/>
                </a:lnTo>
                <a:lnTo>
                  <a:pt x="142" y="83"/>
                </a:lnTo>
                <a:lnTo>
                  <a:pt x="142" y="125"/>
                </a:lnTo>
                <a:lnTo>
                  <a:pt x="106" y="144"/>
                </a:lnTo>
                <a:lnTo>
                  <a:pt x="70" y="166"/>
                </a:lnTo>
                <a:lnTo>
                  <a:pt x="34" y="144"/>
                </a:lnTo>
                <a:lnTo>
                  <a:pt x="0" y="125"/>
                </a:lnTo>
                <a:lnTo>
                  <a:pt x="0" y="83"/>
                </a:lnTo>
                <a:lnTo>
                  <a:pt x="0" y="42"/>
                </a:lnTo>
                <a:lnTo>
                  <a:pt x="34" y="22"/>
                </a:lnTo>
                <a:lnTo>
                  <a:pt x="70" y="0"/>
                </a:ln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1" name="Freeform 15"/>
          <p:cNvSpPr>
            <a:spLocks noChangeArrowheads="1"/>
          </p:cNvSpPr>
          <p:nvPr/>
        </p:nvSpPr>
        <p:spPr bwMode="auto">
          <a:xfrm>
            <a:off x="5829716" y="2949359"/>
            <a:ext cx="300567" cy="347133"/>
          </a:xfrm>
          <a:custGeom>
            <a:avLst/>
            <a:gdLst>
              <a:gd name="T0" fmla="*/ 70 w 142"/>
              <a:gd name="T1" fmla="*/ 0 h 164"/>
              <a:gd name="T2" fmla="*/ 106 w 142"/>
              <a:gd name="T3" fmla="*/ 20 h 164"/>
              <a:gd name="T4" fmla="*/ 142 w 142"/>
              <a:gd name="T5" fmla="*/ 40 h 164"/>
              <a:gd name="T6" fmla="*/ 142 w 142"/>
              <a:gd name="T7" fmla="*/ 81 h 164"/>
              <a:gd name="T8" fmla="*/ 142 w 142"/>
              <a:gd name="T9" fmla="*/ 123 h 164"/>
              <a:gd name="T10" fmla="*/ 106 w 142"/>
              <a:gd name="T11" fmla="*/ 143 h 164"/>
              <a:gd name="T12" fmla="*/ 70 w 142"/>
              <a:gd name="T13" fmla="*/ 164 h 164"/>
              <a:gd name="T14" fmla="*/ 36 w 142"/>
              <a:gd name="T15" fmla="*/ 143 h 164"/>
              <a:gd name="T16" fmla="*/ 0 w 142"/>
              <a:gd name="T17" fmla="*/ 123 h 164"/>
              <a:gd name="T18" fmla="*/ 0 w 142"/>
              <a:gd name="T19" fmla="*/ 81 h 164"/>
              <a:gd name="T20" fmla="*/ 0 w 142"/>
              <a:gd name="T21" fmla="*/ 40 h 164"/>
              <a:gd name="T22" fmla="*/ 36 w 142"/>
              <a:gd name="T23" fmla="*/ 20 h 164"/>
              <a:gd name="T24" fmla="*/ 70 w 142"/>
              <a:gd name="T25" fmla="*/ 0 h 164"/>
              <a:gd name="T26" fmla="*/ 70 w 142"/>
              <a:gd name="T27" fmla="*/ 0 h 1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2"/>
              <a:gd name="T43" fmla="*/ 0 h 164"/>
              <a:gd name="T44" fmla="*/ 142 w 142"/>
              <a:gd name="T45" fmla="*/ 164 h 1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2" h="164">
                <a:moveTo>
                  <a:pt x="70" y="0"/>
                </a:moveTo>
                <a:lnTo>
                  <a:pt x="106" y="20"/>
                </a:lnTo>
                <a:lnTo>
                  <a:pt x="142" y="40"/>
                </a:lnTo>
                <a:lnTo>
                  <a:pt x="142" y="81"/>
                </a:lnTo>
                <a:lnTo>
                  <a:pt x="142" y="123"/>
                </a:lnTo>
                <a:lnTo>
                  <a:pt x="106" y="143"/>
                </a:lnTo>
                <a:lnTo>
                  <a:pt x="70" y="164"/>
                </a:lnTo>
                <a:lnTo>
                  <a:pt x="36" y="143"/>
                </a:lnTo>
                <a:lnTo>
                  <a:pt x="0" y="123"/>
                </a:lnTo>
                <a:lnTo>
                  <a:pt x="0" y="81"/>
                </a:lnTo>
                <a:lnTo>
                  <a:pt x="0" y="40"/>
                </a:lnTo>
                <a:lnTo>
                  <a:pt x="36" y="20"/>
                </a:lnTo>
                <a:lnTo>
                  <a:pt x="70" y="0"/>
                </a:lnTo>
                <a:close/>
              </a:path>
            </a:pathLst>
          </a:cu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2" name="Freeform 16"/>
          <p:cNvSpPr>
            <a:spLocks noChangeArrowheads="1"/>
          </p:cNvSpPr>
          <p:nvPr/>
        </p:nvSpPr>
        <p:spPr bwMode="auto">
          <a:xfrm>
            <a:off x="6435083" y="4756992"/>
            <a:ext cx="302683" cy="347133"/>
          </a:xfrm>
          <a:custGeom>
            <a:avLst/>
            <a:gdLst>
              <a:gd name="T0" fmla="*/ 72 w 143"/>
              <a:gd name="T1" fmla="*/ 0 h 164"/>
              <a:gd name="T2" fmla="*/ 108 w 143"/>
              <a:gd name="T3" fmla="*/ 20 h 164"/>
              <a:gd name="T4" fmla="*/ 143 w 143"/>
              <a:gd name="T5" fmla="*/ 39 h 164"/>
              <a:gd name="T6" fmla="*/ 143 w 143"/>
              <a:gd name="T7" fmla="*/ 81 h 164"/>
              <a:gd name="T8" fmla="*/ 143 w 143"/>
              <a:gd name="T9" fmla="*/ 122 h 164"/>
              <a:gd name="T10" fmla="*/ 108 w 143"/>
              <a:gd name="T11" fmla="*/ 144 h 164"/>
              <a:gd name="T12" fmla="*/ 72 w 143"/>
              <a:gd name="T13" fmla="*/ 164 h 164"/>
              <a:gd name="T14" fmla="*/ 36 w 143"/>
              <a:gd name="T15" fmla="*/ 144 h 164"/>
              <a:gd name="T16" fmla="*/ 0 w 143"/>
              <a:gd name="T17" fmla="*/ 122 h 164"/>
              <a:gd name="T18" fmla="*/ 0 w 143"/>
              <a:gd name="T19" fmla="*/ 81 h 164"/>
              <a:gd name="T20" fmla="*/ 0 w 143"/>
              <a:gd name="T21" fmla="*/ 39 h 164"/>
              <a:gd name="T22" fmla="*/ 36 w 143"/>
              <a:gd name="T23" fmla="*/ 20 h 164"/>
              <a:gd name="T24" fmla="*/ 72 w 143"/>
              <a:gd name="T25" fmla="*/ 0 h 164"/>
              <a:gd name="T26" fmla="*/ 72 w 143"/>
              <a:gd name="T27" fmla="*/ 0 h 1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
              <a:gd name="T43" fmla="*/ 0 h 164"/>
              <a:gd name="T44" fmla="*/ 143 w 143"/>
              <a:gd name="T45" fmla="*/ 164 h 1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 h="164">
                <a:moveTo>
                  <a:pt x="72" y="0"/>
                </a:moveTo>
                <a:lnTo>
                  <a:pt x="108" y="20"/>
                </a:lnTo>
                <a:lnTo>
                  <a:pt x="143" y="39"/>
                </a:lnTo>
                <a:lnTo>
                  <a:pt x="143" y="81"/>
                </a:lnTo>
                <a:lnTo>
                  <a:pt x="143" y="122"/>
                </a:lnTo>
                <a:lnTo>
                  <a:pt x="108" y="144"/>
                </a:lnTo>
                <a:lnTo>
                  <a:pt x="72" y="164"/>
                </a:lnTo>
                <a:lnTo>
                  <a:pt x="36" y="144"/>
                </a:lnTo>
                <a:lnTo>
                  <a:pt x="0" y="122"/>
                </a:lnTo>
                <a:lnTo>
                  <a:pt x="0" y="81"/>
                </a:lnTo>
                <a:lnTo>
                  <a:pt x="0" y="39"/>
                </a:lnTo>
                <a:lnTo>
                  <a:pt x="36" y="20"/>
                </a:lnTo>
                <a:lnTo>
                  <a:pt x="72" y="0"/>
                </a:lnTo>
                <a:close/>
              </a:path>
            </a:pathLst>
          </a:cu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3" name="Freeform 17"/>
          <p:cNvSpPr>
            <a:spLocks noChangeArrowheads="1"/>
          </p:cNvSpPr>
          <p:nvPr/>
        </p:nvSpPr>
        <p:spPr bwMode="auto">
          <a:xfrm>
            <a:off x="4640150" y="4428909"/>
            <a:ext cx="300567" cy="351367"/>
          </a:xfrm>
          <a:custGeom>
            <a:avLst/>
            <a:gdLst>
              <a:gd name="T0" fmla="*/ 70 w 142"/>
              <a:gd name="T1" fmla="*/ 0 h 166"/>
              <a:gd name="T2" fmla="*/ 106 w 142"/>
              <a:gd name="T3" fmla="*/ 22 h 166"/>
              <a:gd name="T4" fmla="*/ 142 w 142"/>
              <a:gd name="T5" fmla="*/ 41 h 166"/>
              <a:gd name="T6" fmla="*/ 142 w 142"/>
              <a:gd name="T7" fmla="*/ 83 h 166"/>
              <a:gd name="T8" fmla="*/ 142 w 142"/>
              <a:gd name="T9" fmla="*/ 124 h 166"/>
              <a:gd name="T10" fmla="*/ 106 w 142"/>
              <a:gd name="T11" fmla="*/ 144 h 166"/>
              <a:gd name="T12" fmla="*/ 70 w 142"/>
              <a:gd name="T13" fmla="*/ 166 h 166"/>
              <a:gd name="T14" fmla="*/ 34 w 142"/>
              <a:gd name="T15" fmla="*/ 144 h 166"/>
              <a:gd name="T16" fmla="*/ 0 w 142"/>
              <a:gd name="T17" fmla="*/ 124 h 166"/>
              <a:gd name="T18" fmla="*/ 0 w 142"/>
              <a:gd name="T19" fmla="*/ 83 h 166"/>
              <a:gd name="T20" fmla="*/ 0 w 142"/>
              <a:gd name="T21" fmla="*/ 41 h 166"/>
              <a:gd name="T22" fmla="*/ 34 w 142"/>
              <a:gd name="T23" fmla="*/ 22 h 166"/>
              <a:gd name="T24" fmla="*/ 70 w 142"/>
              <a:gd name="T25" fmla="*/ 0 h 166"/>
              <a:gd name="T26" fmla="*/ 70 w 142"/>
              <a:gd name="T27" fmla="*/ 0 h 1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2"/>
              <a:gd name="T43" fmla="*/ 0 h 166"/>
              <a:gd name="T44" fmla="*/ 142 w 142"/>
              <a:gd name="T45" fmla="*/ 166 h 1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2" h="166">
                <a:moveTo>
                  <a:pt x="70" y="0"/>
                </a:moveTo>
                <a:lnTo>
                  <a:pt x="106" y="22"/>
                </a:lnTo>
                <a:lnTo>
                  <a:pt x="142" y="41"/>
                </a:lnTo>
                <a:lnTo>
                  <a:pt x="142" y="83"/>
                </a:lnTo>
                <a:lnTo>
                  <a:pt x="142" y="124"/>
                </a:lnTo>
                <a:lnTo>
                  <a:pt x="106" y="144"/>
                </a:lnTo>
                <a:lnTo>
                  <a:pt x="70" y="166"/>
                </a:lnTo>
                <a:lnTo>
                  <a:pt x="34" y="144"/>
                </a:lnTo>
                <a:lnTo>
                  <a:pt x="0" y="124"/>
                </a:lnTo>
                <a:lnTo>
                  <a:pt x="0" y="83"/>
                </a:lnTo>
                <a:lnTo>
                  <a:pt x="0" y="41"/>
                </a:lnTo>
                <a:lnTo>
                  <a:pt x="34" y="22"/>
                </a:lnTo>
                <a:lnTo>
                  <a:pt x="70" y="0"/>
                </a:ln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4" name="Freeform 18"/>
          <p:cNvSpPr>
            <a:spLocks noChangeArrowheads="1"/>
          </p:cNvSpPr>
          <p:nvPr/>
        </p:nvSpPr>
        <p:spPr bwMode="auto">
          <a:xfrm>
            <a:off x="7504000" y="3620343"/>
            <a:ext cx="304800" cy="351367"/>
          </a:xfrm>
          <a:custGeom>
            <a:avLst/>
            <a:gdLst>
              <a:gd name="T0" fmla="*/ 72 w 144"/>
              <a:gd name="T1" fmla="*/ 0 h 166"/>
              <a:gd name="T2" fmla="*/ 108 w 144"/>
              <a:gd name="T3" fmla="*/ 22 h 166"/>
              <a:gd name="T4" fmla="*/ 144 w 144"/>
              <a:gd name="T5" fmla="*/ 42 h 166"/>
              <a:gd name="T6" fmla="*/ 144 w 144"/>
              <a:gd name="T7" fmla="*/ 83 h 166"/>
              <a:gd name="T8" fmla="*/ 144 w 144"/>
              <a:gd name="T9" fmla="*/ 125 h 166"/>
              <a:gd name="T10" fmla="*/ 108 w 144"/>
              <a:gd name="T11" fmla="*/ 144 h 166"/>
              <a:gd name="T12" fmla="*/ 72 w 144"/>
              <a:gd name="T13" fmla="*/ 166 h 166"/>
              <a:gd name="T14" fmla="*/ 36 w 144"/>
              <a:gd name="T15" fmla="*/ 144 h 166"/>
              <a:gd name="T16" fmla="*/ 0 w 144"/>
              <a:gd name="T17" fmla="*/ 125 h 166"/>
              <a:gd name="T18" fmla="*/ 0 w 144"/>
              <a:gd name="T19" fmla="*/ 83 h 166"/>
              <a:gd name="T20" fmla="*/ 0 w 144"/>
              <a:gd name="T21" fmla="*/ 42 h 166"/>
              <a:gd name="T22" fmla="*/ 36 w 144"/>
              <a:gd name="T23" fmla="*/ 22 h 166"/>
              <a:gd name="T24" fmla="*/ 72 w 144"/>
              <a:gd name="T25" fmla="*/ 0 h 166"/>
              <a:gd name="T26" fmla="*/ 72 w 144"/>
              <a:gd name="T27" fmla="*/ 0 h 1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4"/>
              <a:gd name="T43" fmla="*/ 0 h 166"/>
              <a:gd name="T44" fmla="*/ 144 w 144"/>
              <a:gd name="T45" fmla="*/ 166 h 1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4" h="166">
                <a:moveTo>
                  <a:pt x="72" y="0"/>
                </a:moveTo>
                <a:lnTo>
                  <a:pt x="108" y="22"/>
                </a:lnTo>
                <a:lnTo>
                  <a:pt x="144" y="42"/>
                </a:lnTo>
                <a:lnTo>
                  <a:pt x="144" y="83"/>
                </a:lnTo>
                <a:lnTo>
                  <a:pt x="144" y="125"/>
                </a:lnTo>
                <a:lnTo>
                  <a:pt x="108" y="144"/>
                </a:lnTo>
                <a:lnTo>
                  <a:pt x="72" y="166"/>
                </a:lnTo>
                <a:lnTo>
                  <a:pt x="36" y="144"/>
                </a:lnTo>
                <a:lnTo>
                  <a:pt x="0" y="125"/>
                </a:lnTo>
                <a:lnTo>
                  <a:pt x="0" y="83"/>
                </a:lnTo>
                <a:lnTo>
                  <a:pt x="0" y="42"/>
                </a:lnTo>
                <a:lnTo>
                  <a:pt x="36" y="22"/>
                </a:lnTo>
                <a:lnTo>
                  <a:pt x="72" y="0"/>
                </a:lnTo>
                <a:close/>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5" name="Freeform 19"/>
          <p:cNvSpPr>
            <a:spLocks noChangeArrowheads="1"/>
          </p:cNvSpPr>
          <p:nvPr/>
        </p:nvSpPr>
        <p:spPr bwMode="auto">
          <a:xfrm>
            <a:off x="5433900" y="5106243"/>
            <a:ext cx="300567" cy="351367"/>
          </a:xfrm>
          <a:custGeom>
            <a:avLst/>
            <a:gdLst>
              <a:gd name="T0" fmla="*/ 72 w 142"/>
              <a:gd name="T1" fmla="*/ 0 h 166"/>
              <a:gd name="T2" fmla="*/ 108 w 142"/>
              <a:gd name="T3" fmla="*/ 22 h 166"/>
              <a:gd name="T4" fmla="*/ 142 w 142"/>
              <a:gd name="T5" fmla="*/ 42 h 166"/>
              <a:gd name="T6" fmla="*/ 142 w 142"/>
              <a:gd name="T7" fmla="*/ 83 h 166"/>
              <a:gd name="T8" fmla="*/ 142 w 142"/>
              <a:gd name="T9" fmla="*/ 125 h 166"/>
              <a:gd name="T10" fmla="*/ 108 w 142"/>
              <a:gd name="T11" fmla="*/ 145 h 166"/>
              <a:gd name="T12" fmla="*/ 72 w 142"/>
              <a:gd name="T13" fmla="*/ 166 h 166"/>
              <a:gd name="T14" fmla="*/ 36 w 142"/>
              <a:gd name="T15" fmla="*/ 145 h 166"/>
              <a:gd name="T16" fmla="*/ 0 w 142"/>
              <a:gd name="T17" fmla="*/ 125 h 166"/>
              <a:gd name="T18" fmla="*/ 0 w 142"/>
              <a:gd name="T19" fmla="*/ 83 h 166"/>
              <a:gd name="T20" fmla="*/ 0 w 142"/>
              <a:gd name="T21" fmla="*/ 42 h 166"/>
              <a:gd name="T22" fmla="*/ 36 w 142"/>
              <a:gd name="T23" fmla="*/ 22 h 166"/>
              <a:gd name="T24" fmla="*/ 72 w 142"/>
              <a:gd name="T25" fmla="*/ 0 h 166"/>
              <a:gd name="T26" fmla="*/ 72 w 142"/>
              <a:gd name="T27" fmla="*/ 0 h 1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2"/>
              <a:gd name="T43" fmla="*/ 0 h 166"/>
              <a:gd name="T44" fmla="*/ 142 w 142"/>
              <a:gd name="T45" fmla="*/ 166 h 1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2" h="166">
                <a:moveTo>
                  <a:pt x="72" y="0"/>
                </a:moveTo>
                <a:lnTo>
                  <a:pt x="108" y="22"/>
                </a:lnTo>
                <a:lnTo>
                  <a:pt x="142" y="42"/>
                </a:lnTo>
                <a:lnTo>
                  <a:pt x="142" y="83"/>
                </a:lnTo>
                <a:lnTo>
                  <a:pt x="142" y="125"/>
                </a:lnTo>
                <a:lnTo>
                  <a:pt x="108" y="145"/>
                </a:lnTo>
                <a:lnTo>
                  <a:pt x="72" y="166"/>
                </a:lnTo>
                <a:lnTo>
                  <a:pt x="36" y="145"/>
                </a:lnTo>
                <a:lnTo>
                  <a:pt x="0" y="125"/>
                </a:lnTo>
                <a:lnTo>
                  <a:pt x="0" y="83"/>
                </a:lnTo>
                <a:lnTo>
                  <a:pt x="0" y="42"/>
                </a:lnTo>
                <a:lnTo>
                  <a:pt x="36" y="22"/>
                </a:lnTo>
                <a:lnTo>
                  <a:pt x="72" y="0"/>
                </a:lnTo>
                <a:close/>
              </a:path>
            </a:pathLst>
          </a:cu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6" name="Freeform 20"/>
          <p:cNvSpPr>
            <a:spLocks noChangeArrowheads="1"/>
          </p:cNvSpPr>
          <p:nvPr/>
        </p:nvSpPr>
        <p:spPr bwMode="auto">
          <a:xfrm>
            <a:off x="6299616" y="3709243"/>
            <a:ext cx="300567" cy="349251"/>
          </a:xfrm>
          <a:custGeom>
            <a:avLst/>
            <a:gdLst>
              <a:gd name="T0" fmla="*/ 72 w 142"/>
              <a:gd name="T1" fmla="*/ 0 h 165"/>
              <a:gd name="T2" fmla="*/ 108 w 142"/>
              <a:gd name="T3" fmla="*/ 21 h 165"/>
              <a:gd name="T4" fmla="*/ 142 w 142"/>
              <a:gd name="T5" fmla="*/ 41 h 165"/>
              <a:gd name="T6" fmla="*/ 142 w 142"/>
              <a:gd name="T7" fmla="*/ 83 h 165"/>
              <a:gd name="T8" fmla="*/ 142 w 142"/>
              <a:gd name="T9" fmla="*/ 124 h 165"/>
              <a:gd name="T10" fmla="*/ 108 w 142"/>
              <a:gd name="T11" fmla="*/ 144 h 165"/>
              <a:gd name="T12" fmla="*/ 72 w 142"/>
              <a:gd name="T13" fmla="*/ 165 h 165"/>
              <a:gd name="T14" fmla="*/ 36 w 142"/>
              <a:gd name="T15" fmla="*/ 144 h 165"/>
              <a:gd name="T16" fmla="*/ 0 w 142"/>
              <a:gd name="T17" fmla="*/ 124 h 165"/>
              <a:gd name="T18" fmla="*/ 0 w 142"/>
              <a:gd name="T19" fmla="*/ 83 h 165"/>
              <a:gd name="T20" fmla="*/ 0 w 142"/>
              <a:gd name="T21" fmla="*/ 41 h 165"/>
              <a:gd name="T22" fmla="*/ 36 w 142"/>
              <a:gd name="T23" fmla="*/ 21 h 165"/>
              <a:gd name="T24" fmla="*/ 72 w 142"/>
              <a:gd name="T25" fmla="*/ 0 h 165"/>
              <a:gd name="T26" fmla="*/ 72 w 142"/>
              <a:gd name="T27" fmla="*/ 0 h 1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2"/>
              <a:gd name="T43" fmla="*/ 0 h 165"/>
              <a:gd name="T44" fmla="*/ 142 w 142"/>
              <a:gd name="T45" fmla="*/ 165 h 16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2" h="165">
                <a:moveTo>
                  <a:pt x="72" y="0"/>
                </a:moveTo>
                <a:lnTo>
                  <a:pt x="108" y="21"/>
                </a:lnTo>
                <a:lnTo>
                  <a:pt x="142" y="41"/>
                </a:lnTo>
                <a:lnTo>
                  <a:pt x="142" y="83"/>
                </a:lnTo>
                <a:lnTo>
                  <a:pt x="142" y="124"/>
                </a:lnTo>
                <a:lnTo>
                  <a:pt x="108" y="144"/>
                </a:lnTo>
                <a:lnTo>
                  <a:pt x="72" y="165"/>
                </a:lnTo>
                <a:lnTo>
                  <a:pt x="36" y="144"/>
                </a:lnTo>
                <a:lnTo>
                  <a:pt x="0" y="124"/>
                </a:lnTo>
                <a:lnTo>
                  <a:pt x="0" y="83"/>
                </a:lnTo>
                <a:lnTo>
                  <a:pt x="0" y="41"/>
                </a:lnTo>
                <a:lnTo>
                  <a:pt x="36" y="21"/>
                </a:lnTo>
                <a:lnTo>
                  <a:pt x="72" y="0"/>
                </a:lnTo>
                <a:close/>
              </a:path>
            </a:pathLst>
          </a:cu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7" name="TextBox 51"/>
          <p:cNvSpPr>
            <a:spLocks noChangeArrowheads="1"/>
          </p:cNvSpPr>
          <p:nvPr/>
        </p:nvSpPr>
        <p:spPr bwMode="auto">
          <a:xfrm>
            <a:off x="9365742" y="2695359"/>
            <a:ext cx="1270000" cy="44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135"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865" dirty="0">
              <a:solidFill>
                <a:schemeClr val="accent1"/>
              </a:solidFill>
            </a:endParaRPr>
          </a:p>
        </p:txBody>
      </p:sp>
      <p:sp>
        <p:nvSpPr>
          <p:cNvPr id="58" name="TextBox 52"/>
          <p:cNvSpPr>
            <a:spLocks noChangeArrowheads="1"/>
          </p:cNvSpPr>
          <p:nvPr/>
        </p:nvSpPr>
        <p:spPr bwMode="auto">
          <a:xfrm>
            <a:off x="8885689" y="4871292"/>
            <a:ext cx="1270000" cy="44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135"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865" dirty="0">
              <a:solidFill>
                <a:schemeClr val="accent1"/>
              </a:solidFill>
            </a:endParaRPr>
          </a:p>
        </p:txBody>
      </p:sp>
      <p:sp>
        <p:nvSpPr>
          <p:cNvPr id="59" name="TextBox 53"/>
          <p:cNvSpPr>
            <a:spLocks noChangeArrowheads="1"/>
          </p:cNvSpPr>
          <p:nvPr/>
        </p:nvSpPr>
        <p:spPr bwMode="auto">
          <a:xfrm>
            <a:off x="1134949" y="2305211"/>
            <a:ext cx="1270000" cy="44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135"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865" dirty="0">
              <a:solidFill>
                <a:schemeClr val="accent1"/>
              </a:solidFill>
            </a:endParaRPr>
          </a:p>
        </p:txBody>
      </p:sp>
      <p:sp>
        <p:nvSpPr>
          <p:cNvPr id="60" name="TextBox 54"/>
          <p:cNvSpPr>
            <a:spLocks noChangeArrowheads="1"/>
          </p:cNvSpPr>
          <p:nvPr/>
        </p:nvSpPr>
        <p:spPr bwMode="auto">
          <a:xfrm>
            <a:off x="6621350" y="1616395"/>
            <a:ext cx="1270000" cy="44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135"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865" dirty="0">
              <a:solidFill>
                <a:schemeClr val="accent1"/>
              </a:solidFill>
            </a:endParaRPr>
          </a:p>
        </p:txBody>
      </p:sp>
      <p:sp>
        <p:nvSpPr>
          <p:cNvPr id="61" name="任意多边形 2"/>
          <p:cNvSpPr>
            <a:spLocks noChangeArrowheads="1"/>
          </p:cNvSpPr>
          <p:nvPr/>
        </p:nvSpPr>
        <p:spPr bwMode="auto">
          <a:xfrm>
            <a:off x="8684474" y="2915491"/>
            <a:ext cx="709709" cy="60959"/>
          </a:xfrm>
          <a:custGeom>
            <a:avLst/>
            <a:gdLst>
              <a:gd name="T0" fmla="*/ 0 w 361950"/>
              <a:gd name="T1" fmla="*/ 0 h 635"/>
              <a:gd name="T2" fmla="*/ 361950 w 361950"/>
              <a:gd name="T3" fmla="*/ 0 h 635"/>
              <a:gd name="T4" fmla="*/ 0 60000 65536"/>
              <a:gd name="T5" fmla="*/ 0 60000 65536"/>
              <a:gd name="T6" fmla="*/ 0 w 361950"/>
              <a:gd name="T7" fmla="*/ 0 h 635"/>
              <a:gd name="T8" fmla="*/ 361950 w 361950"/>
              <a:gd name="T9" fmla="*/ 0 h 635"/>
            </a:gdLst>
            <a:ahLst/>
            <a:cxnLst>
              <a:cxn ang="T4">
                <a:pos x="T0" y="T1"/>
              </a:cxn>
              <a:cxn ang="T5">
                <a:pos x="T2" y="T3"/>
              </a:cxn>
            </a:cxnLst>
            <a:rect l="T6" t="T7" r="T8" b="T9"/>
            <a:pathLst>
              <a:path w="361950" h="635">
                <a:moveTo>
                  <a:pt x="0" y="0"/>
                </a:moveTo>
                <a:lnTo>
                  <a:pt x="361950" y="0"/>
                </a:lnTo>
              </a:path>
            </a:pathLst>
          </a:custGeom>
          <a:noFill/>
          <a:ln w="12700" cap="flat" cmpd="sng">
            <a:solidFill>
              <a:schemeClr val="bg2"/>
            </a:solidFill>
            <a:prstDash val="solid"/>
            <a:bevel/>
          </a:ln>
          <a:extLst>
            <a:ext uri="{909E8E84-426E-40DD-AFC4-6F175D3DCCD1}">
              <a14:hiddenFill xmlns:a14="http://schemas.microsoft.com/office/drawing/2010/main">
                <a:solidFill>
                  <a:srgbClr val="FFFFFF"/>
                </a:solidFill>
              </a14:hiddenFill>
            </a:ext>
          </a:extLst>
        </p:spPr>
        <p:txBody>
          <a:bodyPr anchor="ctr"/>
          <a:lstStyle/>
          <a:p>
            <a:endParaRPr lang="zh-CN" altLang="en-US" sz="1865">
              <a:solidFill>
                <a:schemeClr val="accent1"/>
              </a:solidFill>
            </a:endParaRPr>
          </a:p>
        </p:txBody>
      </p:sp>
      <p:sp>
        <p:nvSpPr>
          <p:cNvPr id="62" name="任意多边形 56"/>
          <p:cNvSpPr>
            <a:spLocks noChangeArrowheads="1"/>
          </p:cNvSpPr>
          <p:nvPr/>
        </p:nvSpPr>
        <p:spPr bwMode="auto">
          <a:xfrm>
            <a:off x="8268198" y="5085076"/>
            <a:ext cx="609517" cy="60959"/>
          </a:xfrm>
          <a:custGeom>
            <a:avLst/>
            <a:gdLst>
              <a:gd name="T0" fmla="*/ 0 w 361950"/>
              <a:gd name="T1" fmla="*/ 0 h 635"/>
              <a:gd name="T2" fmla="*/ 361950 w 361950"/>
              <a:gd name="T3" fmla="*/ 0 h 635"/>
              <a:gd name="T4" fmla="*/ 0 60000 65536"/>
              <a:gd name="T5" fmla="*/ 0 60000 65536"/>
              <a:gd name="T6" fmla="*/ 0 w 361950"/>
              <a:gd name="T7" fmla="*/ 0 h 635"/>
              <a:gd name="T8" fmla="*/ 361950 w 361950"/>
              <a:gd name="T9" fmla="*/ 635 h 635"/>
            </a:gdLst>
            <a:ahLst/>
            <a:cxnLst>
              <a:cxn ang="T4">
                <a:pos x="T0" y="T1"/>
              </a:cxn>
              <a:cxn ang="T5">
                <a:pos x="T2" y="T3"/>
              </a:cxn>
            </a:cxnLst>
            <a:rect l="T6" t="T7" r="T8" b="T9"/>
            <a:pathLst>
              <a:path w="361950" h="635">
                <a:moveTo>
                  <a:pt x="0" y="0"/>
                </a:moveTo>
                <a:lnTo>
                  <a:pt x="361950" y="0"/>
                </a:lnTo>
              </a:path>
            </a:pathLst>
          </a:custGeom>
          <a:noFill/>
          <a:ln w="12700" cap="flat" cmpd="sng">
            <a:solidFill>
              <a:schemeClr val="tx2"/>
            </a:solidFill>
            <a:prstDash val="solid"/>
            <a:bevel/>
          </a:ln>
          <a:extLst>
            <a:ext uri="{909E8E84-426E-40DD-AFC4-6F175D3DCCD1}">
              <a14:hiddenFill xmlns:a14="http://schemas.microsoft.com/office/drawing/2010/main">
                <a:solidFill>
                  <a:srgbClr val="FFFFFF"/>
                </a:solidFill>
              </a14:hiddenFill>
            </a:ext>
          </a:extLst>
        </p:spPr>
        <p:txBody>
          <a:bodyPr anchor="ctr"/>
          <a:lstStyle/>
          <a:p>
            <a:endParaRPr lang="zh-CN" altLang="en-US" sz="1865">
              <a:solidFill>
                <a:schemeClr val="accent1"/>
              </a:solidFill>
            </a:endParaRPr>
          </a:p>
        </p:txBody>
      </p:sp>
      <p:sp>
        <p:nvSpPr>
          <p:cNvPr id="63" name="任意多边形 58"/>
          <p:cNvSpPr>
            <a:spLocks noChangeArrowheads="1"/>
          </p:cNvSpPr>
          <p:nvPr/>
        </p:nvSpPr>
        <p:spPr bwMode="auto">
          <a:xfrm>
            <a:off x="2401774" y="2518993"/>
            <a:ext cx="1503892" cy="87465"/>
          </a:xfrm>
          <a:custGeom>
            <a:avLst/>
            <a:gdLst>
              <a:gd name="T0" fmla="*/ 0 w 361950"/>
              <a:gd name="T1" fmla="*/ 0 h 74930"/>
              <a:gd name="T2" fmla="*/ 1452563 w 361950"/>
              <a:gd name="T3" fmla="*/ 0 h 74930"/>
              <a:gd name="T4" fmla="*/ 0 60000 65536"/>
              <a:gd name="T5" fmla="*/ 0 60000 65536"/>
              <a:gd name="T6" fmla="*/ 0 w 361950"/>
              <a:gd name="T7" fmla="*/ 0 h 74930"/>
              <a:gd name="T8" fmla="*/ 361950 w 361950"/>
              <a:gd name="T9" fmla="*/ 74930 h 74930"/>
            </a:gdLst>
            <a:ahLst/>
            <a:cxnLst>
              <a:cxn ang="T4">
                <a:pos x="T0" y="T1"/>
              </a:cxn>
              <a:cxn ang="T5">
                <a:pos x="T2" y="T3"/>
              </a:cxn>
            </a:cxnLst>
            <a:rect l="T6" t="T7" r="T8" b="T9"/>
            <a:pathLst>
              <a:path w="361950" h="74930">
                <a:moveTo>
                  <a:pt x="0" y="0"/>
                </a:moveTo>
                <a:lnTo>
                  <a:pt x="361950" y="0"/>
                </a:lnTo>
              </a:path>
            </a:pathLst>
          </a:custGeom>
          <a:noFill/>
          <a:ln w="12700" cap="flat" cmpd="sng">
            <a:solidFill>
              <a:schemeClr val="bg2"/>
            </a:solidFill>
            <a:prstDash val="solid"/>
            <a:bevel/>
          </a:ln>
          <a:extLst>
            <a:ext uri="{909E8E84-426E-40DD-AFC4-6F175D3DCCD1}">
              <a14:hiddenFill xmlns:a14="http://schemas.microsoft.com/office/drawing/2010/main">
                <a:solidFill>
                  <a:srgbClr val="FFFFFF"/>
                </a:solidFill>
              </a14:hiddenFill>
            </a:ext>
          </a:extLst>
        </p:spPr>
        <p:txBody>
          <a:bodyPr anchor="ctr"/>
          <a:lstStyle/>
          <a:p>
            <a:endParaRPr lang="zh-CN" altLang="en-US" sz="1865">
              <a:solidFill>
                <a:schemeClr val="accent1"/>
              </a:solidFill>
            </a:endParaRPr>
          </a:p>
        </p:txBody>
      </p:sp>
      <p:sp>
        <p:nvSpPr>
          <p:cNvPr id="64" name="任意多边形 59"/>
          <p:cNvSpPr>
            <a:spLocks noChangeArrowheads="1"/>
          </p:cNvSpPr>
          <p:nvPr/>
        </p:nvSpPr>
        <p:spPr bwMode="auto">
          <a:xfrm rot="16200000">
            <a:off x="6927208" y="2390592"/>
            <a:ext cx="706967" cy="61383"/>
          </a:xfrm>
          <a:custGeom>
            <a:avLst/>
            <a:gdLst>
              <a:gd name="T0" fmla="*/ 0 w 361950"/>
              <a:gd name="T1" fmla="*/ 0 h 45720"/>
              <a:gd name="T2" fmla="*/ 530225 w 361950"/>
              <a:gd name="T3" fmla="*/ 0 h 45720"/>
              <a:gd name="T4" fmla="*/ 0 60000 65536"/>
              <a:gd name="T5" fmla="*/ 0 60000 65536"/>
              <a:gd name="T6" fmla="*/ 0 w 361950"/>
              <a:gd name="T7" fmla="*/ 0 h 45720"/>
              <a:gd name="T8" fmla="*/ 361950 w 361950"/>
              <a:gd name="T9" fmla="*/ 45720 h 45720"/>
            </a:gdLst>
            <a:ahLst/>
            <a:cxnLst>
              <a:cxn ang="T4">
                <a:pos x="T0" y="T1"/>
              </a:cxn>
              <a:cxn ang="T5">
                <a:pos x="T2" y="T3"/>
              </a:cxn>
            </a:cxnLst>
            <a:rect l="T6" t="T7" r="T8" b="T9"/>
            <a:pathLst>
              <a:path w="361950" h="45720">
                <a:moveTo>
                  <a:pt x="0" y="0"/>
                </a:moveTo>
                <a:lnTo>
                  <a:pt x="361950" y="0"/>
                </a:lnTo>
              </a:path>
            </a:pathLst>
          </a:custGeom>
          <a:noFill/>
          <a:ln w="12700" cap="flat" cmpd="sng">
            <a:solidFill>
              <a:schemeClr val="tx1"/>
            </a:solidFill>
            <a:prstDash val="solid"/>
            <a:bevel/>
          </a:ln>
          <a:extLst>
            <a:ext uri="{909E8E84-426E-40DD-AFC4-6F175D3DCCD1}">
              <a14:hiddenFill xmlns:a14="http://schemas.microsoft.com/office/drawing/2010/main">
                <a:solidFill>
                  <a:srgbClr val="FFFFFF"/>
                </a:solidFill>
              </a14:hiddenFill>
            </a:ext>
          </a:extLst>
        </p:spPr>
        <p:txBody>
          <a:bodyPr anchor="ctr"/>
          <a:lstStyle/>
          <a:p>
            <a:endParaRPr lang="zh-CN" altLang="en-US" sz="1865">
              <a:solidFill>
                <a:schemeClr val="accent1"/>
              </a:solidFill>
            </a:endParaRPr>
          </a:p>
        </p:txBody>
      </p:sp>
      <p:sp>
        <p:nvSpPr>
          <p:cNvPr id="65" name="TextBox 53"/>
          <p:cNvSpPr>
            <a:spLocks noChangeArrowheads="1"/>
          </p:cNvSpPr>
          <p:nvPr/>
        </p:nvSpPr>
        <p:spPr bwMode="auto">
          <a:xfrm>
            <a:off x="1641600" y="4730699"/>
            <a:ext cx="1270000" cy="44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135"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添加标题</a:t>
            </a:r>
            <a:endParaRPr lang="zh-CN" altLang="en-US" sz="1865" dirty="0">
              <a:solidFill>
                <a:schemeClr val="accent1"/>
              </a:solidFill>
            </a:endParaRPr>
          </a:p>
        </p:txBody>
      </p:sp>
      <p:sp>
        <p:nvSpPr>
          <p:cNvPr id="66" name="任意多边形 58"/>
          <p:cNvSpPr>
            <a:spLocks noChangeArrowheads="1"/>
          </p:cNvSpPr>
          <p:nvPr/>
        </p:nvSpPr>
        <p:spPr bwMode="auto">
          <a:xfrm>
            <a:off x="2908424" y="4944480"/>
            <a:ext cx="882995" cy="134244"/>
          </a:xfrm>
          <a:custGeom>
            <a:avLst/>
            <a:gdLst>
              <a:gd name="T0" fmla="*/ 0 w 361950"/>
              <a:gd name="T1" fmla="*/ 0 h 74930"/>
              <a:gd name="T2" fmla="*/ 1452563 w 361950"/>
              <a:gd name="T3" fmla="*/ 0 h 74930"/>
              <a:gd name="T4" fmla="*/ 0 60000 65536"/>
              <a:gd name="T5" fmla="*/ 0 60000 65536"/>
              <a:gd name="T6" fmla="*/ 0 w 361950"/>
              <a:gd name="T7" fmla="*/ 0 h 74930"/>
              <a:gd name="T8" fmla="*/ 361950 w 361950"/>
              <a:gd name="T9" fmla="*/ 74930 h 74930"/>
            </a:gdLst>
            <a:ahLst/>
            <a:cxnLst>
              <a:cxn ang="T4">
                <a:pos x="T0" y="T1"/>
              </a:cxn>
              <a:cxn ang="T5">
                <a:pos x="T2" y="T3"/>
              </a:cxn>
            </a:cxnLst>
            <a:rect l="T6" t="T7" r="T8" b="T9"/>
            <a:pathLst>
              <a:path w="361950" h="74930">
                <a:moveTo>
                  <a:pt x="0" y="0"/>
                </a:moveTo>
                <a:lnTo>
                  <a:pt x="361950" y="0"/>
                </a:lnTo>
              </a:path>
            </a:pathLst>
          </a:custGeom>
          <a:noFill/>
          <a:ln w="12700" cap="flat" cmpd="sng">
            <a:solidFill>
              <a:schemeClr val="tx2"/>
            </a:solidFill>
            <a:prstDash val="solid"/>
            <a:bevel/>
          </a:ln>
          <a:extLst>
            <a:ext uri="{909E8E84-426E-40DD-AFC4-6F175D3DCCD1}">
              <a14:hiddenFill xmlns:a14="http://schemas.microsoft.com/office/drawing/2010/main">
                <a:solidFill>
                  <a:srgbClr val="FFFFFF"/>
                </a:solidFill>
              </a14:hiddenFill>
            </a:ext>
          </a:extLst>
        </p:spPr>
        <p:txBody>
          <a:bodyPr anchor="ctr"/>
          <a:lstStyle/>
          <a:p>
            <a:endParaRPr lang="zh-CN" altLang="en-US" sz="1865">
              <a:solidFill>
                <a:schemeClr val="accent1"/>
              </a:solidFill>
            </a:endParaRP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300"/>
                                        <p:tgtEl>
                                          <p:spTgt spid="4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300"/>
                                        <p:tgtEl>
                                          <p:spTgt spid="4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300"/>
                                        <p:tgtEl>
                                          <p:spTgt spid="4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300"/>
                                        <p:tgtEl>
                                          <p:spTgt spid="5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300"/>
                                        <p:tgtEl>
                                          <p:spTgt spid="4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300"/>
                                        <p:tgtEl>
                                          <p:spTgt spid="44"/>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300"/>
                                        <p:tgtEl>
                                          <p:spTgt spid="54"/>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300"/>
                                        <p:tgtEl>
                                          <p:spTgt spid="56"/>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300"/>
                                        <p:tgtEl>
                                          <p:spTgt spid="50"/>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300"/>
                                        <p:tgtEl>
                                          <p:spTgt spid="53"/>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300"/>
                                        <p:tgtEl>
                                          <p:spTgt spid="47"/>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300"/>
                                        <p:tgtEl>
                                          <p:spTgt spid="55"/>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300"/>
                                        <p:tgtEl>
                                          <p:spTgt spid="52"/>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300"/>
                                        <p:tgtEl>
                                          <p:spTgt spid="45"/>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300"/>
                                        <p:tgtEl>
                                          <p:spTgt spid="49"/>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fade">
                                      <p:cBhvr>
                                        <p:cTn id="72" dur="1000"/>
                                        <p:tgtEl>
                                          <p:spTgt spid="60"/>
                                        </p:tgtEl>
                                      </p:cBhvr>
                                    </p:animEffect>
                                    <p:anim calcmode="lin" valueType="num">
                                      <p:cBhvr>
                                        <p:cTn id="73" dur="1000" fill="hold"/>
                                        <p:tgtEl>
                                          <p:spTgt spid="60"/>
                                        </p:tgtEl>
                                        <p:attrNameLst>
                                          <p:attrName>ppt_x</p:attrName>
                                        </p:attrNameLst>
                                      </p:cBhvr>
                                      <p:tavLst>
                                        <p:tav tm="0">
                                          <p:val>
                                            <p:strVal val="#ppt_x"/>
                                          </p:val>
                                        </p:tav>
                                        <p:tav tm="100000">
                                          <p:val>
                                            <p:strVal val="#ppt_x"/>
                                          </p:val>
                                        </p:tav>
                                      </p:tavLst>
                                    </p:anim>
                                    <p:anim calcmode="lin" valueType="num">
                                      <p:cBhvr>
                                        <p:cTn id="74" dur="1000" fill="hold"/>
                                        <p:tgtEl>
                                          <p:spTgt spid="6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64"/>
                                        </p:tgtEl>
                                        <p:attrNameLst>
                                          <p:attrName>style.visibility</p:attrName>
                                        </p:attrNameLst>
                                      </p:cBhvr>
                                      <p:to>
                                        <p:strVal val="visible"/>
                                      </p:to>
                                    </p:set>
                                    <p:animEffect transition="in" filter="fade">
                                      <p:cBhvr>
                                        <p:cTn id="77" dur="1000"/>
                                        <p:tgtEl>
                                          <p:spTgt spid="64"/>
                                        </p:tgtEl>
                                      </p:cBhvr>
                                    </p:animEffect>
                                    <p:anim calcmode="lin" valueType="num">
                                      <p:cBhvr>
                                        <p:cTn id="78" dur="1000" fill="hold"/>
                                        <p:tgtEl>
                                          <p:spTgt spid="64"/>
                                        </p:tgtEl>
                                        <p:attrNameLst>
                                          <p:attrName>ppt_x</p:attrName>
                                        </p:attrNameLst>
                                      </p:cBhvr>
                                      <p:tavLst>
                                        <p:tav tm="0">
                                          <p:val>
                                            <p:strVal val="#ppt_x"/>
                                          </p:val>
                                        </p:tav>
                                        <p:tav tm="100000">
                                          <p:val>
                                            <p:strVal val="#ppt_x"/>
                                          </p:val>
                                        </p:tav>
                                      </p:tavLst>
                                    </p:anim>
                                    <p:anim calcmode="lin" valueType="num">
                                      <p:cBhvr>
                                        <p:cTn id="79"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2" presetClass="entr" presetSubtype="8" fill="hold" grpId="0" nodeType="clickEffect">
                                  <p:stCondLst>
                                    <p:cond delay="0"/>
                                  </p:stCondLst>
                                  <p:childTnLst>
                                    <p:set>
                                      <p:cBhvr>
                                        <p:cTn id="83" dur="1" fill="hold">
                                          <p:stCondLst>
                                            <p:cond delay="0"/>
                                          </p:stCondLst>
                                        </p:cTn>
                                        <p:tgtEl>
                                          <p:spTgt spid="57"/>
                                        </p:tgtEl>
                                        <p:attrNameLst>
                                          <p:attrName>style.visibility</p:attrName>
                                        </p:attrNameLst>
                                      </p:cBhvr>
                                      <p:to>
                                        <p:strVal val="visible"/>
                                      </p:to>
                                    </p:set>
                                    <p:anim calcmode="lin" valueType="num">
                                      <p:cBhvr additive="base">
                                        <p:cTn id="84" dur="500"/>
                                        <p:tgtEl>
                                          <p:spTgt spid="57"/>
                                        </p:tgtEl>
                                        <p:attrNameLst>
                                          <p:attrName>ppt_x</p:attrName>
                                        </p:attrNameLst>
                                      </p:cBhvr>
                                      <p:tavLst>
                                        <p:tav tm="0">
                                          <p:val>
                                            <p:strVal val="#ppt_x-#ppt_w*1.125000"/>
                                          </p:val>
                                        </p:tav>
                                        <p:tav tm="100000">
                                          <p:val>
                                            <p:strVal val="#ppt_x"/>
                                          </p:val>
                                        </p:tav>
                                      </p:tavLst>
                                    </p:anim>
                                    <p:animEffect transition="in" filter="wipe(right)">
                                      <p:cBhvr>
                                        <p:cTn id="85" dur="500"/>
                                        <p:tgtEl>
                                          <p:spTgt spid="57"/>
                                        </p:tgtEl>
                                      </p:cBhvr>
                                    </p:animEffect>
                                  </p:childTnLst>
                                </p:cTn>
                              </p:par>
                              <p:par>
                                <p:cTn id="86" presetID="12" presetClass="entr" presetSubtype="8"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anim calcmode="lin" valueType="num">
                                      <p:cBhvr additive="base">
                                        <p:cTn id="88" dur="500"/>
                                        <p:tgtEl>
                                          <p:spTgt spid="61"/>
                                        </p:tgtEl>
                                        <p:attrNameLst>
                                          <p:attrName>ppt_x</p:attrName>
                                        </p:attrNameLst>
                                      </p:cBhvr>
                                      <p:tavLst>
                                        <p:tav tm="0">
                                          <p:val>
                                            <p:strVal val="#ppt_x-#ppt_w*1.125000"/>
                                          </p:val>
                                        </p:tav>
                                        <p:tav tm="100000">
                                          <p:val>
                                            <p:strVal val="#ppt_x"/>
                                          </p:val>
                                        </p:tav>
                                      </p:tavLst>
                                    </p:anim>
                                    <p:animEffect transition="in" filter="wipe(right)">
                                      <p:cBhvr>
                                        <p:cTn id="89" dur="500"/>
                                        <p:tgtEl>
                                          <p:spTgt spid="61"/>
                                        </p:tgtEl>
                                      </p:cBhvr>
                                    </p:animEffect>
                                  </p:childTnLst>
                                </p:cTn>
                              </p:par>
                            </p:childTnLst>
                          </p:cTn>
                        </p:par>
                      </p:childTnLst>
                    </p:cTn>
                  </p:par>
                  <p:par>
                    <p:cTn id="90" fill="hold">
                      <p:stCondLst>
                        <p:cond delay="indefinite"/>
                      </p:stCondLst>
                      <p:childTnLst>
                        <p:par>
                          <p:cTn id="91" fill="hold">
                            <p:stCondLst>
                              <p:cond delay="0"/>
                            </p:stCondLst>
                            <p:childTnLst>
                              <p:par>
                                <p:cTn id="92" presetID="12" presetClass="entr" presetSubtype="8" fill="hold" grpId="0" nodeType="clickEffect">
                                  <p:stCondLst>
                                    <p:cond delay="0"/>
                                  </p:stCondLst>
                                  <p:childTnLst>
                                    <p:set>
                                      <p:cBhvr>
                                        <p:cTn id="93" dur="1" fill="hold">
                                          <p:stCondLst>
                                            <p:cond delay="0"/>
                                          </p:stCondLst>
                                        </p:cTn>
                                        <p:tgtEl>
                                          <p:spTgt spid="58"/>
                                        </p:tgtEl>
                                        <p:attrNameLst>
                                          <p:attrName>style.visibility</p:attrName>
                                        </p:attrNameLst>
                                      </p:cBhvr>
                                      <p:to>
                                        <p:strVal val="visible"/>
                                      </p:to>
                                    </p:set>
                                    <p:anim calcmode="lin" valueType="num">
                                      <p:cBhvr additive="base">
                                        <p:cTn id="94" dur="500"/>
                                        <p:tgtEl>
                                          <p:spTgt spid="58"/>
                                        </p:tgtEl>
                                        <p:attrNameLst>
                                          <p:attrName>ppt_x</p:attrName>
                                        </p:attrNameLst>
                                      </p:cBhvr>
                                      <p:tavLst>
                                        <p:tav tm="0">
                                          <p:val>
                                            <p:strVal val="#ppt_x-#ppt_w*1.125000"/>
                                          </p:val>
                                        </p:tav>
                                        <p:tav tm="100000">
                                          <p:val>
                                            <p:strVal val="#ppt_x"/>
                                          </p:val>
                                        </p:tav>
                                      </p:tavLst>
                                    </p:anim>
                                    <p:animEffect transition="in" filter="wipe(right)">
                                      <p:cBhvr>
                                        <p:cTn id="95" dur="500"/>
                                        <p:tgtEl>
                                          <p:spTgt spid="58"/>
                                        </p:tgtEl>
                                      </p:cBhvr>
                                    </p:animEffect>
                                  </p:childTnLst>
                                </p:cTn>
                              </p:par>
                              <p:par>
                                <p:cTn id="96" presetID="12" presetClass="entr" presetSubtype="8" fill="hold" grpId="0" nodeType="withEffect">
                                  <p:stCondLst>
                                    <p:cond delay="0"/>
                                  </p:stCondLst>
                                  <p:childTnLst>
                                    <p:set>
                                      <p:cBhvr>
                                        <p:cTn id="97" dur="1" fill="hold">
                                          <p:stCondLst>
                                            <p:cond delay="0"/>
                                          </p:stCondLst>
                                        </p:cTn>
                                        <p:tgtEl>
                                          <p:spTgt spid="62"/>
                                        </p:tgtEl>
                                        <p:attrNameLst>
                                          <p:attrName>style.visibility</p:attrName>
                                        </p:attrNameLst>
                                      </p:cBhvr>
                                      <p:to>
                                        <p:strVal val="visible"/>
                                      </p:to>
                                    </p:set>
                                    <p:anim calcmode="lin" valueType="num">
                                      <p:cBhvr additive="base">
                                        <p:cTn id="98" dur="500"/>
                                        <p:tgtEl>
                                          <p:spTgt spid="62"/>
                                        </p:tgtEl>
                                        <p:attrNameLst>
                                          <p:attrName>ppt_x</p:attrName>
                                        </p:attrNameLst>
                                      </p:cBhvr>
                                      <p:tavLst>
                                        <p:tav tm="0">
                                          <p:val>
                                            <p:strVal val="#ppt_x-#ppt_w*1.125000"/>
                                          </p:val>
                                        </p:tav>
                                        <p:tav tm="100000">
                                          <p:val>
                                            <p:strVal val="#ppt_x"/>
                                          </p:val>
                                        </p:tav>
                                      </p:tavLst>
                                    </p:anim>
                                    <p:animEffect transition="in" filter="wipe(right)">
                                      <p:cBhvr>
                                        <p:cTn id="99" dur="500"/>
                                        <p:tgtEl>
                                          <p:spTgt spid="62"/>
                                        </p:tgtEl>
                                      </p:cBhvr>
                                    </p:animEffect>
                                  </p:childTnLst>
                                </p:cTn>
                              </p:par>
                            </p:childTnLst>
                          </p:cTn>
                        </p:par>
                      </p:childTnLst>
                    </p:cTn>
                  </p:par>
                  <p:par>
                    <p:cTn id="100" fill="hold">
                      <p:stCondLst>
                        <p:cond delay="indefinite"/>
                      </p:stCondLst>
                      <p:childTnLst>
                        <p:par>
                          <p:cTn id="101" fill="hold">
                            <p:stCondLst>
                              <p:cond delay="0"/>
                            </p:stCondLst>
                            <p:childTnLst>
                              <p:par>
                                <p:cTn id="102" presetID="12" presetClass="entr" presetSubtype="2" fill="hold" grpId="0" nodeType="clickEffect">
                                  <p:stCondLst>
                                    <p:cond delay="0"/>
                                  </p:stCondLst>
                                  <p:childTnLst>
                                    <p:set>
                                      <p:cBhvr>
                                        <p:cTn id="103" dur="1" fill="hold">
                                          <p:stCondLst>
                                            <p:cond delay="0"/>
                                          </p:stCondLst>
                                        </p:cTn>
                                        <p:tgtEl>
                                          <p:spTgt spid="59"/>
                                        </p:tgtEl>
                                        <p:attrNameLst>
                                          <p:attrName>style.visibility</p:attrName>
                                        </p:attrNameLst>
                                      </p:cBhvr>
                                      <p:to>
                                        <p:strVal val="visible"/>
                                      </p:to>
                                    </p:set>
                                    <p:anim calcmode="lin" valueType="num">
                                      <p:cBhvr additive="base">
                                        <p:cTn id="104" dur="500"/>
                                        <p:tgtEl>
                                          <p:spTgt spid="59"/>
                                        </p:tgtEl>
                                        <p:attrNameLst>
                                          <p:attrName>ppt_x</p:attrName>
                                        </p:attrNameLst>
                                      </p:cBhvr>
                                      <p:tavLst>
                                        <p:tav tm="0">
                                          <p:val>
                                            <p:strVal val="#ppt_x+#ppt_w*1.125000"/>
                                          </p:val>
                                        </p:tav>
                                        <p:tav tm="100000">
                                          <p:val>
                                            <p:strVal val="#ppt_x"/>
                                          </p:val>
                                        </p:tav>
                                      </p:tavLst>
                                    </p:anim>
                                    <p:animEffect transition="in" filter="wipe(left)">
                                      <p:cBhvr>
                                        <p:cTn id="105" dur="500"/>
                                        <p:tgtEl>
                                          <p:spTgt spid="59"/>
                                        </p:tgtEl>
                                      </p:cBhvr>
                                    </p:animEffect>
                                  </p:childTnLst>
                                </p:cTn>
                              </p:par>
                              <p:par>
                                <p:cTn id="106" presetID="12" presetClass="entr" presetSubtype="2" fill="hold" grpId="0" nodeType="withEffect">
                                  <p:stCondLst>
                                    <p:cond delay="0"/>
                                  </p:stCondLst>
                                  <p:childTnLst>
                                    <p:set>
                                      <p:cBhvr>
                                        <p:cTn id="107" dur="1" fill="hold">
                                          <p:stCondLst>
                                            <p:cond delay="0"/>
                                          </p:stCondLst>
                                        </p:cTn>
                                        <p:tgtEl>
                                          <p:spTgt spid="63"/>
                                        </p:tgtEl>
                                        <p:attrNameLst>
                                          <p:attrName>style.visibility</p:attrName>
                                        </p:attrNameLst>
                                      </p:cBhvr>
                                      <p:to>
                                        <p:strVal val="visible"/>
                                      </p:to>
                                    </p:set>
                                    <p:anim calcmode="lin" valueType="num">
                                      <p:cBhvr additive="base">
                                        <p:cTn id="108" dur="500"/>
                                        <p:tgtEl>
                                          <p:spTgt spid="63"/>
                                        </p:tgtEl>
                                        <p:attrNameLst>
                                          <p:attrName>ppt_x</p:attrName>
                                        </p:attrNameLst>
                                      </p:cBhvr>
                                      <p:tavLst>
                                        <p:tav tm="0">
                                          <p:val>
                                            <p:strVal val="#ppt_x+#ppt_w*1.125000"/>
                                          </p:val>
                                        </p:tav>
                                        <p:tav tm="100000">
                                          <p:val>
                                            <p:strVal val="#ppt_x"/>
                                          </p:val>
                                        </p:tav>
                                      </p:tavLst>
                                    </p:anim>
                                    <p:animEffect transition="in" filter="wipe(left)">
                                      <p:cBhvr>
                                        <p:cTn id="109" dur="500"/>
                                        <p:tgtEl>
                                          <p:spTgt spid="63"/>
                                        </p:tgtEl>
                                      </p:cBhvr>
                                    </p:animEffect>
                                  </p:childTnLst>
                                </p:cTn>
                              </p:par>
                            </p:childTnLst>
                          </p:cTn>
                        </p:par>
                      </p:childTnLst>
                    </p:cTn>
                  </p:par>
                  <p:par>
                    <p:cTn id="110" fill="hold">
                      <p:stCondLst>
                        <p:cond delay="indefinite"/>
                      </p:stCondLst>
                      <p:childTnLst>
                        <p:par>
                          <p:cTn id="111" fill="hold">
                            <p:stCondLst>
                              <p:cond delay="0"/>
                            </p:stCondLst>
                            <p:childTnLst>
                              <p:par>
                                <p:cTn id="112" presetID="12" presetClass="entr" presetSubtype="2" fill="hold" grpId="0" nodeType="clickEffect">
                                  <p:stCondLst>
                                    <p:cond delay="0"/>
                                  </p:stCondLst>
                                  <p:childTnLst>
                                    <p:set>
                                      <p:cBhvr>
                                        <p:cTn id="113" dur="1" fill="hold">
                                          <p:stCondLst>
                                            <p:cond delay="0"/>
                                          </p:stCondLst>
                                        </p:cTn>
                                        <p:tgtEl>
                                          <p:spTgt spid="65"/>
                                        </p:tgtEl>
                                        <p:attrNameLst>
                                          <p:attrName>style.visibility</p:attrName>
                                        </p:attrNameLst>
                                      </p:cBhvr>
                                      <p:to>
                                        <p:strVal val="visible"/>
                                      </p:to>
                                    </p:set>
                                    <p:anim calcmode="lin" valueType="num">
                                      <p:cBhvr additive="base">
                                        <p:cTn id="114" dur="500"/>
                                        <p:tgtEl>
                                          <p:spTgt spid="65"/>
                                        </p:tgtEl>
                                        <p:attrNameLst>
                                          <p:attrName>ppt_x</p:attrName>
                                        </p:attrNameLst>
                                      </p:cBhvr>
                                      <p:tavLst>
                                        <p:tav tm="0">
                                          <p:val>
                                            <p:strVal val="#ppt_x+#ppt_w*1.125000"/>
                                          </p:val>
                                        </p:tav>
                                        <p:tav tm="100000">
                                          <p:val>
                                            <p:strVal val="#ppt_x"/>
                                          </p:val>
                                        </p:tav>
                                      </p:tavLst>
                                    </p:anim>
                                    <p:animEffect transition="in" filter="wipe(left)">
                                      <p:cBhvr>
                                        <p:cTn id="115" dur="500"/>
                                        <p:tgtEl>
                                          <p:spTgt spid="65"/>
                                        </p:tgtEl>
                                      </p:cBhvr>
                                    </p:animEffect>
                                  </p:childTnLst>
                                </p:cTn>
                              </p:par>
                              <p:par>
                                <p:cTn id="116" presetID="12" presetClass="entr" presetSubtype="2" fill="hold" grpId="0" nodeType="withEffect">
                                  <p:stCondLst>
                                    <p:cond delay="0"/>
                                  </p:stCondLst>
                                  <p:childTnLst>
                                    <p:set>
                                      <p:cBhvr>
                                        <p:cTn id="117" dur="1" fill="hold">
                                          <p:stCondLst>
                                            <p:cond delay="0"/>
                                          </p:stCondLst>
                                        </p:cTn>
                                        <p:tgtEl>
                                          <p:spTgt spid="66"/>
                                        </p:tgtEl>
                                        <p:attrNameLst>
                                          <p:attrName>style.visibility</p:attrName>
                                        </p:attrNameLst>
                                      </p:cBhvr>
                                      <p:to>
                                        <p:strVal val="visible"/>
                                      </p:to>
                                    </p:set>
                                    <p:anim calcmode="lin" valueType="num">
                                      <p:cBhvr additive="base">
                                        <p:cTn id="118" dur="500"/>
                                        <p:tgtEl>
                                          <p:spTgt spid="66"/>
                                        </p:tgtEl>
                                        <p:attrNameLst>
                                          <p:attrName>ppt_x</p:attrName>
                                        </p:attrNameLst>
                                      </p:cBhvr>
                                      <p:tavLst>
                                        <p:tav tm="0">
                                          <p:val>
                                            <p:strVal val="#ppt_x+#ppt_w*1.125000"/>
                                          </p:val>
                                        </p:tav>
                                        <p:tav tm="100000">
                                          <p:val>
                                            <p:strVal val="#ppt_x"/>
                                          </p:val>
                                        </p:tav>
                                      </p:tavLst>
                                    </p:anim>
                                    <p:animEffect transition="in" filter="wipe(left)">
                                      <p:cBhvr>
                                        <p:cTn id="119"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bldLvl="0" animBg="1"/>
      <p:bldP spid="44" grpId="0" bldLvl="0" animBg="1"/>
      <p:bldP spid="45" grpId="0" bldLvl="0" animBg="1"/>
      <p:bldP spid="46" grpId="0" bldLvl="0" animBg="1"/>
      <p:bldP spid="47" grpId="0" bldLvl="0" animBg="1"/>
      <p:bldP spid="48" grpId="0" bldLvl="0" animBg="1"/>
      <p:bldP spid="49" grpId="0" bldLvl="0" animBg="1"/>
      <p:bldP spid="50" grpId="0" bldLvl="0" animBg="1"/>
      <p:bldP spid="51" grpId="0" bldLvl="0" animBg="1"/>
      <p:bldP spid="52" grpId="0" bldLvl="0" animBg="1"/>
      <p:bldP spid="53" grpId="0" bldLvl="0" animBg="1"/>
      <p:bldP spid="54" grpId="0" bldLvl="0" animBg="1"/>
      <p:bldP spid="55" grpId="0" bldLvl="0" animBg="1"/>
      <p:bldP spid="56" grpId="0" bldLvl="0" animBg="1"/>
      <p:bldP spid="57" grpId="0"/>
      <p:bldP spid="58" grpId="0"/>
      <p:bldP spid="59" grpId="0"/>
      <p:bldP spid="60" grpId="0"/>
      <p:bldP spid="61" grpId="0" bldLvl="0" animBg="1"/>
      <p:bldP spid="62" grpId="0" bldLvl="0" animBg="1"/>
      <p:bldP spid="63" grpId="0" bldLvl="0" animBg="1"/>
      <p:bldP spid="64" grpId="0" bldLvl="0" animBg="1"/>
      <p:bldP spid="65" grpId="0"/>
      <p:bldP spid="66"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2248287" y="2219235"/>
            <a:ext cx="7696628" cy="3230880"/>
            <a:chOff x="2016718" y="1701364"/>
            <a:chExt cx="8158565" cy="3424792"/>
          </a:xfrm>
        </p:grpSpPr>
        <p:sp>
          <p:nvSpPr>
            <p:cNvPr id="42" name="任意多边形 41"/>
            <p:cNvSpPr/>
            <p:nvPr/>
          </p:nvSpPr>
          <p:spPr>
            <a:xfrm>
              <a:off x="6922093" y="2841308"/>
              <a:ext cx="2247900" cy="228600"/>
            </a:xfrm>
            <a:custGeom>
              <a:avLst/>
              <a:gdLst>
                <a:gd name="connsiteX0" fmla="*/ 0 w 2247900"/>
                <a:gd name="connsiteY0" fmla="*/ 200025 h 228600"/>
                <a:gd name="connsiteX1" fmla="*/ 0 w 2247900"/>
                <a:gd name="connsiteY1" fmla="*/ 0 h 228600"/>
                <a:gd name="connsiteX2" fmla="*/ 2247900 w 2247900"/>
                <a:gd name="connsiteY2" fmla="*/ 0 h 228600"/>
                <a:gd name="connsiteX3" fmla="*/ 2247900 w 22479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47900" h="228600">
                  <a:moveTo>
                    <a:pt x="0" y="200025"/>
                  </a:moveTo>
                  <a:lnTo>
                    <a:pt x="0" y="0"/>
                  </a:lnTo>
                  <a:lnTo>
                    <a:pt x="2247900" y="0"/>
                  </a:lnTo>
                  <a:lnTo>
                    <a:pt x="2247900" y="228600"/>
                  </a:lnTo>
                </a:path>
              </a:pathLst>
            </a:custGeom>
            <a:noFill/>
            <a:ln w="28575">
              <a:solidFill>
                <a:schemeClr val="bg1">
                  <a:lumMod val="65000"/>
                </a:schemeClr>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3" name="任意多边形 42"/>
            <p:cNvSpPr/>
            <p:nvPr/>
          </p:nvSpPr>
          <p:spPr>
            <a:xfrm>
              <a:off x="6243913" y="4058246"/>
              <a:ext cx="1510665" cy="228600"/>
            </a:xfrm>
            <a:custGeom>
              <a:avLst/>
              <a:gdLst>
                <a:gd name="connsiteX0" fmla="*/ 0 w 2247900"/>
                <a:gd name="connsiteY0" fmla="*/ 200025 h 228600"/>
                <a:gd name="connsiteX1" fmla="*/ 0 w 2247900"/>
                <a:gd name="connsiteY1" fmla="*/ 0 h 228600"/>
                <a:gd name="connsiteX2" fmla="*/ 2247900 w 2247900"/>
                <a:gd name="connsiteY2" fmla="*/ 0 h 228600"/>
                <a:gd name="connsiteX3" fmla="*/ 2247900 w 22479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47900" h="228600">
                  <a:moveTo>
                    <a:pt x="0" y="200025"/>
                  </a:moveTo>
                  <a:lnTo>
                    <a:pt x="0" y="0"/>
                  </a:lnTo>
                  <a:lnTo>
                    <a:pt x="2247900" y="0"/>
                  </a:lnTo>
                  <a:lnTo>
                    <a:pt x="2247900" y="228600"/>
                  </a:lnTo>
                </a:path>
              </a:pathLst>
            </a:custGeom>
            <a:noFill/>
            <a:ln w="28575">
              <a:solidFill>
                <a:schemeClr val="bg1">
                  <a:lumMod val="65000"/>
                </a:schemeClr>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4" name="任意多边形 43"/>
            <p:cNvSpPr/>
            <p:nvPr/>
          </p:nvSpPr>
          <p:spPr>
            <a:xfrm>
              <a:off x="7998418" y="2560320"/>
              <a:ext cx="0" cy="266700"/>
            </a:xfrm>
            <a:custGeom>
              <a:avLst/>
              <a:gdLst>
                <a:gd name="connsiteX0" fmla="*/ 0 w 0"/>
                <a:gd name="connsiteY0" fmla="*/ 0 h 266700"/>
                <a:gd name="connsiteX1" fmla="*/ 0 w 0"/>
                <a:gd name="connsiteY1" fmla="*/ 266700 h 266700"/>
              </a:gdLst>
              <a:ahLst/>
              <a:cxnLst>
                <a:cxn ang="0">
                  <a:pos x="connsiteX0" y="connsiteY0"/>
                </a:cxn>
                <a:cxn ang="0">
                  <a:pos x="connsiteX1" y="connsiteY1"/>
                </a:cxn>
              </a:cxnLst>
              <a:rect l="l" t="t" r="r" b="b"/>
              <a:pathLst>
                <a:path h="266700">
                  <a:moveTo>
                    <a:pt x="0" y="0"/>
                  </a:moveTo>
                  <a:lnTo>
                    <a:pt x="0" y="266700"/>
                  </a:lnTo>
                </a:path>
              </a:pathLst>
            </a:custGeom>
            <a:noFill/>
            <a:ln w="28575">
              <a:solidFill>
                <a:schemeClr val="bg1">
                  <a:lumMod val="65000"/>
                </a:schemeClr>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5" name="任意多边形 44"/>
            <p:cNvSpPr/>
            <p:nvPr/>
          </p:nvSpPr>
          <p:spPr>
            <a:xfrm>
              <a:off x="6942365" y="3786783"/>
              <a:ext cx="0" cy="266700"/>
            </a:xfrm>
            <a:custGeom>
              <a:avLst/>
              <a:gdLst>
                <a:gd name="connsiteX0" fmla="*/ 0 w 0"/>
                <a:gd name="connsiteY0" fmla="*/ 0 h 266700"/>
                <a:gd name="connsiteX1" fmla="*/ 0 w 0"/>
                <a:gd name="connsiteY1" fmla="*/ 266700 h 266700"/>
              </a:gdLst>
              <a:ahLst/>
              <a:cxnLst>
                <a:cxn ang="0">
                  <a:pos x="connsiteX0" y="connsiteY0"/>
                </a:cxn>
                <a:cxn ang="0">
                  <a:pos x="connsiteX1" y="connsiteY1"/>
                </a:cxn>
              </a:cxnLst>
              <a:rect l="l" t="t" r="r" b="b"/>
              <a:pathLst>
                <a:path h="266700">
                  <a:moveTo>
                    <a:pt x="0" y="0"/>
                  </a:moveTo>
                  <a:lnTo>
                    <a:pt x="0" y="266700"/>
                  </a:lnTo>
                </a:path>
              </a:pathLst>
            </a:custGeom>
            <a:noFill/>
            <a:ln w="28575">
              <a:solidFill>
                <a:schemeClr val="bg1">
                  <a:lumMod val="65000"/>
                </a:schemeClr>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6" name="任意多边形 45"/>
            <p:cNvSpPr/>
            <p:nvPr/>
          </p:nvSpPr>
          <p:spPr>
            <a:xfrm>
              <a:off x="9236374" y="3785495"/>
              <a:ext cx="0" cy="472476"/>
            </a:xfrm>
            <a:custGeom>
              <a:avLst/>
              <a:gdLst>
                <a:gd name="connsiteX0" fmla="*/ 0 w 0"/>
                <a:gd name="connsiteY0" fmla="*/ 0 h 266700"/>
                <a:gd name="connsiteX1" fmla="*/ 0 w 0"/>
                <a:gd name="connsiteY1" fmla="*/ 266700 h 266700"/>
              </a:gdLst>
              <a:ahLst/>
              <a:cxnLst>
                <a:cxn ang="0">
                  <a:pos x="connsiteX0" y="connsiteY0"/>
                </a:cxn>
                <a:cxn ang="0">
                  <a:pos x="connsiteX1" y="connsiteY1"/>
                </a:cxn>
              </a:cxnLst>
              <a:rect l="l" t="t" r="r" b="b"/>
              <a:pathLst>
                <a:path h="266700">
                  <a:moveTo>
                    <a:pt x="0" y="0"/>
                  </a:moveTo>
                  <a:lnTo>
                    <a:pt x="0" y="266700"/>
                  </a:lnTo>
                </a:path>
              </a:pathLst>
            </a:custGeom>
            <a:noFill/>
            <a:ln w="28575">
              <a:solidFill>
                <a:schemeClr val="bg1">
                  <a:lumMod val="65000"/>
                </a:schemeClr>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7" name="圆角矩形 46"/>
            <p:cNvSpPr/>
            <p:nvPr/>
          </p:nvSpPr>
          <p:spPr>
            <a:xfrm>
              <a:off x="2016718" y="4139763"/>
              <a:ext cx="8158565" cy="986393"/>
            </a:xfrm>
            <a:prstGeom prst="roundRect">
              <a:avLst/>
            </a:prstGeom>
            <a:gradFill>
              <a:gsLst>
                <a:gs pos="100000">
                  <a:schemeClr val="bg1">
                    <a:lumMod val="96000"/>
                  </a:schemeClr>
                </a:gs>
                <a:gs pos="0">
                  <a:schemeClr val="bg1">
                    <a:lumMod val="88000"/>
                  </a:schemeClr>
                </a:gs>
              </a:gsLst>
              <a:lin ang="5400000" scaled="0"/>
            </a:gra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8" name="圆角矩形 47"/>
            <p:cNvSpPr/>
            <p:nvPr/>
          </p:nvSpPr>
          <p:spPr>
            <a:xfrm>
              <a:off x="2016718" y="2920564"/>
              <a:ext cx="8158565" cy="986393"/>
            </a:xfrm>
            <a:prstGeom prst="roundRect">
              <a:avLst/>
            </a:prstGeom>
            <a:gradFill>
              <a:gsLst>
                <a:gs pos="100000">
                  <a:schemeClr val="bg1">
                    <a:lumMod val="96000"/>
                  </a:schemeClr>
                </a:gs>
                <a:gs pos="0">
                  <a:schemeClr val="bg1">
                    <a:lumMod val="88000"/>
                  </a:schemeClr>
                </a:gs>
              </a:gsLst>
              <a:lin ang="5400000" scaled="0"/>
            </a:gra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9" name="圆角矩形 48"/>
            <p:cNvSpPr/>
            <p:nvPr/>
          </p:nvSpPr>
          <p:spPr>
            <a:xfrm>
              <a:off x="2016718" y="1701364"/>
              <a:ext cx="8158565" cy="986393"/>
            </a:xfrm>
            <a:prstGeom prst="roundRect">
              <a:avLst/>
            </a:prstGeom>
            <a:gradFill>
              <a:gsLst>
                <a:gs pos="100000">
                  <a:schemeClr val="bg1">
                    <a:lumMod val="96000"/>
                  </a:schemeClr>
                </a:gs>
                <a:gs pos="0">
                  <a:schemeClr val="bg1">
                    <a:lumMod val="88000"/>
                  </a:schemeClr>
                </a:gs>
              </a:gsLst>
              <a:lin ang="5400000" scaled="0"/>
            </a:gra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0" name="圆角矩形 49"/>
            <p:cNvSpPr/>
            <p:nvPr/>
          </p:nvSpPr>
          <p:spPr>
            <a:xfrm>
              <a:off x="7369633" y="1823085"/>
              <a:ext cx="1273310" cy="742950"/>
            </a:xfrm>
            <a:prstGeom prst="roundRect">
              <a:avLst>
                <a:gd name="adj" fmla="val 20986"/>
              </a:avLst>
            </a:prstGeom>
            <a:solidFill>
              <a:schemeClr val="tx2"/>
            </a:solidFill>
            <a:ln w="22225">
              <a:gradFill flip="none" rotWithShape="1">
                <a:gsLst>
                  <a:gs pos="0">
                    <a:schemeClr val="bg1">
                      <a:lumMod val="75000"/>
                    </a:schemeClr>
                  </a:gs>
                  <a:gs pos="100000">
                    <a:schemeClr val="bg1"/>
                  </a:gs>
                </a:gsLst>
                <a:lin ang="2700000" scaled="1"/>
                <a:tileRect/>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1" name="圆角矩形 50"/>
            <p:cNvSpPr/>
            <p:nvPr/>
          </p:nvSpPr>
          <p:spPr>
            <a:xfrm>
              <a:off x="8586928" y="3042285"/>
              <a:ext cx="1273310" cy="742950"/>
            </a:xfrm>
            <a:prstGeom prst="roundRect">
              <a:avLst>
                <a:gd name="adj" fmla="val 20986"/>
              </a:avLst>
            </a:prstGeom>
            <a:solidFill>
              <a:schemeClr val="bg2"/>
            </a:solidFill>
            <a:ln w="22225">
              <a:gradFill flip="none" rotWithShape="1">
                <a:gsLst>
                  <a:gs pos="0">
                    <a:schemeClr val="bg1">
                      <a:lumMod val="75000"/>
                    </a:schemeClr>
                  </a:gs>
                  <a:gs pos="100000">
                    <a:schemeClr val="bg1"/>
                  </a:gs>
                </a:gsLst>
                <a:lin ang="2700000" scaled="1"/>
                <a:tileRect/>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2" name="圆角矩形 51"/>
            <p:cNvSpPr/>
            <p:nvPr/>
          </p:nvSpPr>
          <p:spPr>
            <a:xfrm>
              <a:off x="6321633" y="3042285"/>
              <a:ext cx="1273310" cy="742950"/>
            </a:xfrm>
            <a:prstGeom prst="roundRect">
              <a:avLst>
                <a:gd name="adj" fmla="val 20986"/>
              </a:avLst>
            </a:prstGeom>
            <a:solidFill>
              <a:schemeClr val="bg2"/>
            </a:solidFill>
            <a:ln w="22225">
              <a:gradFill flip="none" rotWithShape="1">
                <a:gsLst>
                  <a:gs pos="0">
                    <a:schemeClr val="bg1">
                      <a:lumMod val="75000"/>
                    </a:schemeClr>
                  </a:gs>
                  <a:gs pos="100000">
                    <a:schemeClr val="bg1"/>
                  </a:gs>
                </a:gsLst>
                <a:lin ang="2700000" scaled="1"/>
                <a:tileRect/>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3" name="圆角矩形 52"/>
            <p:cNvSpPr/>
            <p:nvPr/>
          </p:nvSpPr>
          <p:spPr>
            <a:xfrm>
              <a:off x="8586928" y="4264223"/>
              <a:ext cx="1273310" cy="742950"/>
            </a:xfrm>
            <a:prstGeom prst="roundRect">
              <a:avLst>
                <a:gd name="adj" fmla="val 20986"/>
              </a:avLst>
            </a:prstGeom>
            <a:solidFill>
              <a:schemeClr val="tx2"/>
            </a:solidFill>
            <a:ln w="22225">
              <a:gradFill flip="none" rotWithShape="1">
                <a:gsLst>
                  <a:gs pos="0">
                    <a:schemeClr val="bg1">
                      <a:lumMod val="75000"/>
                    </a:schemeClr>
                  </a:gs>
                  <a:gs pos="100000">
                    <a:schemeClr val="bg1"/>
                  </a:gs>
                </a:gsLst>
                <a:lin ang="2700000" scaled="1"/>
                <a:tileRect/>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4" name="圆角矩形 53"/>
            <p:cNvSpPr/>
            <p:nvPr/>
          </p:nvSpPr>
          <p:spPr>
            <a:xfrm>
              <a:off x="5635833" y="4264223"/>
              <a:ext cx="1273310" cy="742950"/>
            </a:xfrm>
            <a:prstGeom prst="roundRect">
              <a:avLst>
                <a:gd name="adj" fmla="val 20986"/>
              </a:avLst>
            </a:prstGeom>
            <a:solidFill>
              <a:schemeClr val="tx2"/>
            </a:solidFill>
            <a:ln w="22225">
              <a:gradFill flip="none" rotWithShape="1">
                <a:gsLst>
                  <a:gs pos="0">
                    <a:schemeClr val="bg1">
                      <a:lumMod val="75000"/>
                    </a:schemeClr>
                  </a:gs>
                  <a:gs pos="100000">
                    <a:schemeClr val="bg1"/>
                  </a:gs>
                </a:gsLst>
                <a:lin ang="2700000" scaled="1"/>
                <a:tileRect/>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5" name="圆角矩形 54"/>
            <p:cNvSpPr/>
            <p:nvPr/>
          </p:nvSpPr>
          <p:spPr>
            <a:xfrm>
              <a:off x="7120905" y="4264223"/>
              <a:ext cx="1273310" cy="742950"/>
            </a:xfrm>
            <a:prstGeom prst="roundRect">
              <a:avLst>
                <a:gd name="adj" fmla="val 20986"/>
              </a:avLst>
            </a:prstGeom>
            <a:solidFill>
              <a:schemeClr val="bg2"/>
            </a:solidFill>
            <a:ln w="22225">
              <a:gradFill flip="none" rotWithShape="1">
                <a:gsLst>
                  <a:gs pos="0">
                    <a:schemeClr val="bg1">
                      <a:lumMod val="75000"/>
                    </a:schemeClr>
                  </a:gs>
                  <a:gs pos="100000">
                    <a:schemeClr val="bg1"/>
                  </a:gs>
                </a:gsLst>
                <a:lin ang="2700000" scaled="1"/>
                <a:tileRect/>
              </a:gradFill>
            </a:ln>
            <a:effectLst>
              <a:innerShdw blurRad="889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6" name="文本框 55"/>
            <p:cNvSpPr txBox="1"/>
            <p:nvPr/>
          </p:nvSpPr>
          <p:spPr>
            <a:xfrm>
              <a:off x="2747853" y="1963727"/>
              <a:ext cx="4101921" cy="498103"/>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单击此处添加文本单击此处添加单击此处添加文本单击此处添加单击此处添加文本单击此处添加</a:t>
              </a:r>
            </a:p>
          </p:txBody>
        </p:sp>
        <p:sp>
          <p:nvSpPr>
            <p:cNvPr id="57" name="文本框 56"/>
            <p:cNvSpPr txBox="1"/>
            <p:nvPr/>
          </p:nvSpPr>
          <p:spPr>
            <a:xfrm>
              <a:off x="2747852" y="3152150"/>
              <a:ext cx="3229458" cy="498103"/>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单击此处添加文本单击此处添加单击此处添加文本单击此处添加单击</a:t>
              </a:r>
            </a:p>
          </p:txBody>
        </p:sp>
        <p:sp>
          <p:nvSpPr>
            <p:cNvPr id="58" name="文本框 57"/>
            <p:cNvSpPr txBox="1"/>
            <p:nvPr/>
          </p:nvSpPr>
          <p:spPr>
            <a:xfrm>
              <a:off x="2747853" y="4371349"/>
              <a:ext cx="2446177" cy="498103"/>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a:t>
              </a:r>
            </a:p>
          </p:txBody>
        </p:sp>
        <p:sp>
          <p:nvSpPr>
            <p:cNvPr id="59" name="椭圆 58"/>
            <p:cNvSpPr/>
            <p:nvPr/>
          </p:nvSpPr>
          <p:spPr>
            <a:xfrm>
              <a:off x="2234713" y="1963727"/>
              <a:ext cx="513140" cy="513140"/>
            </a:xfrm>
            <a:prstGeom prst="ellipse">
              <a:avLst/>
            </a:prstGeom>
            <a:solidFill>
              <a:srgbClr val="E4E4E4"/>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60" name="椭圆 59"/>
            <p:cNvSpPr/>
            <p:nvPr/>
          </p:nvSpPr>
          <p:spPr>
            <a:xfrm>
              <a:off x="2234713" y="3167390"/>
              <a:ext cx="513140" cy="513140"/>
            </a:xfrm>
            <a:prstGeom prst="ellipse">
              <a:avLst/>
            </a:prstGeom>
            <a:solidFill>
              <a:srgbClr val="E4E4E4"/>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61" name="椭圆 60"/>
            <p:cNvSpPr/>
            <p:nvPr/>
          </p:nvSpPr>
          <p:spPr>
            <a:xfrm>
              <a:off x="2234713" y="4364354"/>
              <a:ext cx="513140" cy="513140"/>
            </a:xfrm>
            <a:prstGeom prst="ellipse">
              <a:avLst/>
            </a:prstGeom>
            <a:solidFill>
              <a:srgbClr val="E4E4E4"/>
            </a:solidFill>
            <a:ln w="19050">
              <a:gradFill flip="none" rotWithShape="1">
                <a:gsLst>
                  <a:gs pos="0">
                    <a:schemeClr val="bg1">
                      <a:lumMod val="75000"/>
                    </a:schemeClr>
                  </a:gs>
                  <a:gs pos="100000">
                    <a:schemeClr val="bg1"/>
                  </a:gs>
                </a:gsLst>
                <a:lin ang="2700000" scaled="1"/>
                <a:tileRect/>
              </a:gradFill>
            </a:ln>
            <a:effectLst>
              <a:innerShdw blurRad="635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62" name="文本框 61"/>
            <p:cNvSpPr txBox="1"/>
            <p:nvPr/>
          </p:nvSpPr>
          <p:spPr>
            <a:xfrm>
              <a:off x="2248396" y="2035632"/>
              <a:ext cx="592649" cy="422714"/>
            </a:xfrm>
            <a:prstGeom prst="rect">
              <a:avLst/>
            </a:prstGeom>
            <a:noFill/>
          </p:spPr>
          <p:txBody>
            <a:bodyPr wrap="square" rtlCol="0">
              <a:spAutoFit/>
            </a:bodyPr>
            <a:lstStyle/>
            <a:p>
              <a:pPr algn="ctr"/>
              <a:r>
                <a:rPr lang="en-US" altLang="zh-CN" sz="2000" dirty="0">
                  <a:solidFill>
                    <a:schemeClr val="tx2"/>
                  </a:solidFill>
                  <a:latin typeface="Impact" panose="020B0806030902050204" pitchFamily="34" charset="0"/>
                </a:rPr>
                <a:t>01</a:t>
              </a:r>
              <a:endParaRPr lang="zh-CN" altLang="en-US" sz="2000" dirty="0">
                <a:solidFill>
                  <a:schemeClr val="tx2"/>
                </a:solidFill>
                <a:latin typeface="Impact" panose="020B0806030902050204" pitchFamily="34" charset="0"/>
              </a:endParaRPr>
            </a:p>
          </p:txBody>
        </p:sp>
        <p:sp>
          <p:nvSpPr>
            <p:cNvPr id="63" name="文本框 62"/>
            <p:cNvSpPr txBox="1"/>
            <p:nvPr/>
          </p:nvSpPr>
          <p:spPr>
            <a:xfrm>
              <a:off x="2248396" y="3239746"/>
              <a:ext cx="592649" cy="422714"/>
            </a:xfrm>
            <a:prstGeom prst="rect">
              <a:avLst/>
            </a:prstGeom>
            <a:noFill/>
          </p:spPr>
          <p:txBody>
            <a:bodyPr wrap="square" rtlCol="0">
              <a:spAutoFit/>
            </a:bodyPr>
            <a:lstStyle/>
            <a:p>
              <a:pPr algn="ctr"/>
              <a:r>
                <a:rPr lang="en-US" altLang="zh-CN" sz="2000" dirty="0">
                  <a:solidFill>
                    <a:schemeClr val="bg2"/>
                  </a:solidFill>
                  <a:latin typeface="Impact" panose="020B0806030902050204" pitchFamily="34" charset="0"/>
                </a:rPr>
                <a:t>02</a:t>
              </a:r>
              <a:endParaRPr lang="zh-CN" altLang="en-US" sz="2000" dirty="0">
                <a:solidFill>
                  <a:schemeClr val="bg2"/>
                </a:solidFill>
                <a:latin typeface="Impact" panose="020B0806030902050204" pitchFamily="34" charset="0"/>
              </a:endParaRPr>
            </a:p>
          </p:txBody>
        </p:sp>
        <p:sp>
          <p:nvSpPr>
            <p:cNvPr id="64" name="文本框 63"/>
            <p:cNvSpPr txBox="1"/>
            <p:nvPr/>
          </p:nvSpPr>
          <p:spPr>
            <a:xfrm>
              <a:off x="2248396" y="4426709"/>
              <a:ext cx="616860" cy="422714"/>
            </a:xfrm>
            <a:prstGeom prst="rect">
              <a:avLst/>
            </a:prstGeom>
            <a:noFill/>
          </p:spPr>
          <p:txBody>
            <a:bodyPr wrap="square" rtlCol="0">
              <a:spAutoFit/>
            </a:bodyPr>
            <a:lstStyle/>
            <a:p>
              <a:pPr algn="ctr"/>
              <a:r>
                <a:rPr lang="en-US" altLang="zh-CN" sz="2000" dirty="0">
                  <a:solidFill>
                    <a:schemeClr val="tx2"/>
                  </a:solidFill>
                  <a:latin typeface="Impact" panose="020B0806030902050204" pitchFamily="34" charset="0"/>
                </a:rPr>
                <a:t>03</a:t>
              </a:r>
              <a:endParaRPr lang="zh-CN" altLang="en-US" sz="2000" dirty="0">
                <a:solidFill>
                  <a:schemeClr val="tx2"/>
                </a:solidFill>
                <a:latin typeface="Impact" panose="020B0806030902050204" pitchFamily="34" charset="0"/>
              </a:endParaRPr>
            </a:p>
          </p:txBody>
        </p:sp>
        <p:grpSp>
          <p:nvGrpSpPr>
            <p:cNvPr id="65" name="Group 8"/>
            <p:cNvGrpSpPr>
              <a:grpSpLocks noChangeAspect="1"/>
            </p:cNvGrpSpPr>
            <p:nvPr/>
          </p:nvGrpSpPr>
          <p:grpSpPr bwMode="auto">
            <a:xfrm>
              <a:off x="7815199" y="1966459"/>
              <a:ext cx="400488" cy="438825"/>
              <a:chOff x="3437" y="2282"/>
              <a:chExt cx="679" cy="744"/>
            </a:xfrm>
            <a:solidFill>
              <a:schemeClr val="bg1"/>
            </a:solidFill>
          </p:grpSpPr>
          <p:sp>
            <p:nvSpPr>
              <p:cNvPr id="93" name="Freeform 9"/>
              <p:cNvSpPr/>
              <p:nvPr/>
            </p:nvSpPr>
            <p:spPr bwMode="auto">
              <a:xfrm>
                <a:off x="3595" y="2282"/>
                <a:ext cx="364" cy="379"/>
              </a:xfrm>
              <a:custGeom>
                <a:avLst/>
                <a:gdLst>
                  <a:gd name="T0" fmla="*/ 50 w 152"/>
                  <a:gd name="T1" fmla="*/ 147 h 159"/>
                  <a:gd name="T2" fmla="*/ 39 w 152"/>
                  <a:gd name="T3" fmla="*/ 147 h 159"/>
                  <a:gd name="T4" fmla="*/ 76 w 152"/>
                  <a:gd name="T5" fmla="*/ 159 h 159"/>
                  <a:gd name="T6" fmla="*/ 114 w 152"/>
                  <a:gd name="T7" fmla="*/ 147 h 159"/>
                  <a:gd name="T8" fmla="*/ 103 w 152"/>
                  <a:gd name="T9" fmla="*/ 147 h 159"/>
                  <a:gd name="T10" fmla="*/ 152 w 152"/>
                  <a:gd name="T11" fmla="*/ 76 h 159"/>
                  <a:gd name="T12" fmla="*/ 76 w 152"/>
                  <a:gd name="T13" fmla="*/ 0 h 159"/>
                  <a:gd name="T14" fmla="*/ 0 w 152"/>
                  <a:gd name="T15" fmla="*/ 76 h 159"/>
                  <a:gd name="T16" fmla="*/ 50 w 152"/>
                  <a:gd name="T17" fmla="*/ 147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159">
                    <a:moveTo>
                      <a:pt x="50" y="147"/>
                    </a:moveTo>
                    <a:cubicBezTo>
                      <a:pt x="39" y="147"/>
                      <a:pt x="39" y="147"/>
                      <a:pt x="39" y="147"/>
                    </a:cubicBezTo>
                    <a:cubicBezTo>
                      <a:pt x="39" y="152"/>
                      <a:pt x="53" y="159"/>
                      <a:pt x="76" y="159"/>
                    </a:cubicBezTo>
                    <a:cubicBezTo>
                      <a:pt x="99" y="159"/>
                      <a:pt x="113" y="152"/>
                      <a:pt x="114" y="147"/>
                    </a:cubicBezTo>
                    <a:cubicBezTo>
                      <a:pt x="103" y="147"/>
                      <a:pt x="103" y="147"/>
                      <a:pt x="103" y="147"/>
                    </a:cubicBezTo>
                    <a:cubicBezTo>
                      <a:pt x="131" y="136"/>
                      <a:pt x="152" y="108"/>
                      <a:pt x="152" y="76"/>
                    </a:cubicBezTo>
                    <a:cubicBezTo>
                      <a:pt x="152" y="34"/>
                      <a:pt x="118" y="0"/>
                      <a:pt x="76" y="0"/>
                    </a:cubicBezTo>
                    <a:cubicBezTo>
                      <a:pt x="34" y="0"/>
                      <a:pt x="0" y="34"/>
                      <a:pt x="0" y="76"/>
                    </a:cubicBezTo>
                    <a:cubicBezTo>
                      <a:pt x="0" y="108"/>
                      <a:pt x="21" y="136"/>
                      <a:pt x="5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94" name="Freeform 10"/>
              <p:cNvSpPr/>
              <p:nvPr/>
            </p:nvSpPr>
            <p:spPr bwMode="auto">
              <a:xfrm>
                <a:off x="3437" y="2633"/>
                <a:ext cx="679" cy="393"/>
              </a:xfrm>
              <a:custGeom>
                <a:avLst/>
                <a:gdLst>
                  <a:gd name="T0" fmla="*/ 222 w 284"/>
                  <a:gd name="T1" fmla="*/ 0 h 165"/>
                  <a:gd name="T2" fmla="*/ 188 w 284"/>
                  <a:gd name="T3" fmla="*/ 0 h 165"/>
                  <a:gd name="T4" fmla="*/ 154 w 284"/>
                  <a:gd name="T5" fmla="*/ 19 h 165"/>
                  <a:gd name="T6" fmla="*/ 154 w 284"/>
                  <a:gd name="T7" fmla="*/ 134 h 165"/>
                  <a:gd name="T8" fmla="*/ 143 w 284"/>
                  <a:gd name="T9" fmla="*/ 146 h 165"/>
                  <a:gd name="T10" fmla="*/ 131 w 284"/>
                  <a:gd name="T11" fmla="*/ 134 h 165"/>
                  <a:gd name="T12" fmla="*/ 131 w 284"/>
                  <a:gd name="T13" fmla="*/ 19 h 165"/>
                  <a:gd name="T14" fmla="*/ 97 w 284"/>
                  <a:gd name="T15" fmla="*/ 0 h 165"/>
                  <a:gd name="T16" fmla="*/ 63 w 284"/>
                  <a:gd name="T17" fmla="*/ 0 h 165"/>
                  <a:gd name="T18" fmla="*/ 0 w 284"/>
                  <a:gd name="T19" fmla="*/ 86 h 165"/>
                  <a:gd name="T20" fmla="*/ 0 w 284"/>
                  <a:gd name="T21" fmla="*/ 165 h 165"/>
                  <a:gd name="T22" fmla="*/ 284 w 284"/>
                  <a:gd name="T23" fmla="*/ 165 h 165"/>
                  <a:gd name="T24" fmla="*/ 284 w 284"/>
                  <a:gd name="T25" fmla="*/ 86 h 165"/>
                  <a:gd name="T26" fmla="*/ 222 w 284"/>
                  <a:gd name="T27"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4" h="165">
                    <a:moveTo>
                      <a:pt x="222" y="0"/>
                    </a:moveTo>
                    <a:cubicBezTo>
                      <a:pt x="188" y="0"/>
                      <a:pt x="188" y="0"/>
                      <a:pt x="188" y="0"/>
                    </a:cubicBezTo>
                    <a:cubicBezTo>
                      <a:pt x="188" y="10"/>
                      <a:pt x="172" y="17"/>
                      <a:pt x="154" y="19"/>
                    </a:cubicBezTo>
                    <a:cubicBezTo>
                      <a:pt x="154" y="134"/>
                      <a:pt x="154" y="134"/>
                      <a:pt x="154" y="134"/>
                    </a:cubicBezTo>
                    <a:cubicBezTo>
                      <a:pt x="154" y="140"/>
                      <a:pt x="149" y="146"/>
                      <a:pt x="143" y="146"/>
                    </a:cubicBezTo>
                    <a:cubicBezTo>
                      <a:pt x="136" y="146"/>
                      <a:pt x="131" y="140"/>
                      <a:pt x="131" y="134"/>
                    </a:cubicBezTo>
                    <a:cubicBezTo>
                      <a:pt x="131" y="19"/>
                      <a:pt x="131" y="19"/>
                      <a:pt x="131" y="19"/>
                    </a:cubicBezTo>
                    <a:cubicBezTo>
                      <a:pt x="113" y="17"/>
                      <a:pt x="97" y="11"/>
                      <a:pt x="97" y="0"/>
                    </a:cubicBezTo>
                    <a:cubicBezTo>
                      <a:pt x="63" y="0"/>
                      <a:pt x="63" y="0"/>
                      <a:pt x="63" y="0"/>
                    </a:cubicBezTo>
                    <a:cubicBezTo>
                      <a:pt x="28" y="0"/>
                      <a:pt x="0" y="39"/>
                      <a:pt x="0" y="86"/>
                    </a:cubicBezTo>
                    <a:cubicBezTo>
                      <a:pt x="0" y="165"/>
                      <a:pt x="0" y="165"/>
                      <a:pt x="0" y="165"/>
                    </a:cubicBezTo>
                    <a:cubicBezTo>
                      <a:pt x="284" y="165"/>
                      <a:pt x="284" y="165"/>
                      <a:pt x="284" y="165"/>
                    </a:cubicBezTo>
                    <a:cubicBezTo>
                      <a:pt x="284" y="86"/>
                      <a:pt x="284" y="86"/>
                      <a:pt x="284" y="86"/>
                    </a:cubicBezTo>
                    <a:cubicBezTo>
                      <a:pt x="284" y="39"/>
                      <a:pt x="256" y="0"/>
                      <a:pt x="22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66" name="Group 13"/>
            <p:cNvGrpSpPr>
              <a:grpSpLocks noChangeAspect="1"/>
            </p:cNvGrpSpPr>
            <p:nvPr/>
          </p:nvGrpSpPr>
          <p:grpSpPr bwMode="auto">
            <a:xfrm>
              <a:off x="6738705" y="3217627"/>
              <a:ext cx="439164" cy="444348"/>
              <a:chOff x="2426" y="2781"/>
              <a:chExt cx="593" cy="600"/>
            </a:xfrm>
            <a:solidFill>
              <a:schemeClr val="bg1"/>
            </a:solidFill>
          </p:grpSpPr>
          <p:sp>
            <p:nvSpPr>
              <p:cNvPr id="91"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92"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67" name="Group 18"/>
            <p:cNvGrpSpPr>
              <a:grpSpLocks noChangeAspect="1"/>
            </p:cNvGrpSpPr>
            <p:nvPr/>
          </p:nvGrpSpPr>
          <p:grpSpPr bwMode="auto">
            <a:xfrm>
              <a:off x="9016220" y="3230052"/>
              <a:ext cx="414725" cy="386448"/>
              <a:chOff x="3802" y="2858"/>
              <a:chExt cx="616" cy="574"/>
            </a:xfrm>
            <a:solidFill>
              <a:schemeClr val="bg1"/>
            </a:solidFill>
          </p:grpSpPr>
          <p:sp>
            <p:nvSpPr>
              <p:cNvPr id="86"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87"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88"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89"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90"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68" name="Group 26"/>
            <p:cNvGrpSpPr>
              <a:grpSpLocks noChangeAspect="1"/>
            </p:cNvGrpSpPr>
            <p:nvPr/>
          </p:nvGrpSpPr>
          <p:grpSpPr bwMode="auto">
            <a:xfrm>
              <a:off x="5977312" y="4493089"/>
              <a:ext cx="590350" cy="292672"/>
              <a:chOff x="5676" y="2597"/>
              <a:chExt cx="1061" cy="526"/>
            </a:xfrm>
            <a:solidFill>
              <a:schemeClr val="bg1"/>
            </a:solidFill>
          </p:grpSpPr>
          <p:sp>
            <p:nvSpPr>
              <p:cNvPr id="71" name="Freeform 27"/>
              <p:cNvSpPr/>
              <p:nvPr/>
            </p:nvSpPr>
            <p:spPr bwMode="auto">
              <a:xfrm>
                <a:off x="5747" y="2597"/>
                <a:ext cx="181" cy="115"/>
              </a:xfrm>
              <a:custGeom>
                <a:avLst/>
                <a:gdLst>
                  <a:gd name="T0" fmla="*/ 25 w 76"/>
                  <a:gd name="T1" fmla="*/ 48 h 48"/>
                  <a:gd name="T2" fmla="*/ 64 w 76"/>
                  <a:gd name="T3" fmla="*/ 44 h 48"/>
                  <a:gd name="T4" fmla="*/ 76 w 76"/>
                  <a:gd name="T5" fmla="*/ 13 h 48"/>
                  <a:gd name="T6" fmla="*/ 39 w 76"/>
                  <a:gd name="T7" fmla="*/ 15 h 48"/>
                  <a:gd name="T8" fmla="*/ 23 w 76"/>
                  <a:gd name="T9" fmla="*/ 10 h 48"/>
                  <a:gd name="T10" fmla="*/ 7 w 76"/>
                  <a:gd name="T11" fmla="*/ 20 h 48"/>
                  <a:gd name="T12" fmla="*/ 25 w 76"/>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76" h="48">
                    <a:moveTo>
                      <a:pt x="25" y="48"/>
                    </a:moveTo>
                    <a:cubicBezTo>
                      <a:pt x="64" y="44"/>
                      <a:pt x="64" y="44"/>
                      <a:pt x="64" y="44"/>
                    </a:cubicBezTo>
                    <a:cubicBezTo>
                      <a:pt x="66" y="36"/>
                      <a:pt x="69" y="26"/>
                      <a:pt x="76" y="13"/>
                    </a:cubicBezTo>
                    <a:cubicBezTo>
                      <a:pt x="76" y="13"/>
                      <a:pt x="70" y="0"/>
                      <a:pt x="39" y="15"/>
                    </a:cubicBezTo>
                    <a:cubicBezTo>
                      <a:pt x="39" y="15"/>
                      <a:pt x="32" y="14"/>
                      <a:pt x="23" y="10"/>
                    </a:cubicBezTo>
                    <a:cubicBezTo>
                      <a:pt x="23" y="10"/>
                      <a:pt x="0" y="4"/>
                      <a:pt x="7" y="20"/>
                    </a:cubicBezTo>
                    <a:lnTo>
                      <a:pt x="25"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2" name="Freeform 28"/>
              <p:cNvSpPr>
                <a:spLocks noEditPoints="1"/>
              </p:cNvSpPr>
              <p:nvPr/>
            </p:nvSpPr>
            <p:spPr bwMode="auto">
              <a:xfrm>
                <a:off x="5759" y="2613"/>
                <a:ext cx="169" cy="101"/>
              </a:xfrm>
              <a:custGeom>
                <a:avLst/>
                <a:gdLst>
                  <a:gd name="T0" fmla="*/ 20 w 71"/>
                  <a:gd name="T1" fmla="*/ 42 h 42"/>
                  <a:gd name="T2" fmla="*/ 2 w 71"/>
                  <a:gd name="T3" fmla="*/ 13 h 42"/>
                  <a:gd name="T4" fmla="*/ 1 w 71"/>
                  <a:gd name="T5" fmla="*/ 4 h 42"/>
                  <a:gd name="T6" fmla="*/ 10 w 71"/>
                  <a:gd name="T7" fmla="*/ 1 h 42"/>
                  <a:gd name="T8" fmla="*/ 18 w 71"/>
                  <a:gd name="T9" fmla="*/ 2 h 42"/>
                  <a:gd name="T10" fmla="*/ 18 w 71"/>
                  <a:gd name="T11" fmla="*/ 2 h 42"/>
                  <a:gd name="T12" fmla="*/ 34 w 71"/>
                  <a:gd name="T13" fmla="*/ 8 h 42"/>
                  <a:gd name="T14" fmla="*/ 59 w 71"/>
                  <a:gd name="T15" fmla="*/ 0 h 42"/>
                  <a:gd name="T16" fmla="*/ 71 w 71"/>
                  <a:gd name="T17" fmla="*/ 6 h 42"/>
                  <a:gd name="T18" fmla="*/ 71 w 71"/>
                  <a:gd name="T19" fmla="*/ 6 h 42"/>
                  <a:gd name="T20" fmla="*/ 71 w 71"/>
                  <a:gd name="T21" fmla="*/ 6 h 42"/>
                  <a:gd name="T22" fmla="*/ 60 w 71"/>
                  <a:gd name="T23" fmla="*/ 37 h 42"/>
                  <a:gd name="T24" fmla="*/ 60 w 71"/>
                  <a:gd name="T25" fmla="*/ 37 h 42"/>
                  <a:gd name="T26" fmla="*/ 20 w 71"/>
                  <a:gd name="T27" fmla="*/ 42 h 42"/>
                  <a:gd name="T28" fmla="*/ 10 w 71"/>
                  <a:gd name="T29" fmla="*/ 2 h 42"/>
                  <a:gd name="T30" fmla="*/ 2 w 71"/>
                  <a:gd name="T31" fmla="*/ 5 h 42"/>
                  <a:gd name="T32" fmla="*/ 3 w 71"/>
                  <a:gd name="T33" fmla="*/ 13 h 42"/>
                  <a:gd name="T34" fmla="*/ 20 w 71"/>
                  <a:gd name="T35" fmla="*/ 40 h 42"/>
                  <a:gd name="T36" fmla="*/ 59 w 71"/>
                  <a:gd name="T37" fmla="*/ 36 h 42"/>
                  <a:gd name="T38" fmla="*/ 70 w 71"/>
                  <a:gd name="T39" fmla="*/ 6 h 42"/>
                  <a:gd name="T40" fmla="*/ 59 w 71"/>
                  <a:gd name="T41" fmla="*/ 1 h 42"/>
                  <a:gd name="T42" fmla="*/ 34 w 71"/>
                  <a:gd name="T43" fmla="*/ 9 h 42"/>
                  <a:gd name="T44" fmla="*/ 34 w 71"/>
                  <a:gd name="T45" fmla="*/ 9 h 42"/>
                  <a:gd name="T46" fmla="*/ 34 w 71"/>
                  <a:gd name="T47" fmla="*/ 9 h 42"/>
                  <a:gd name="T48" fmla="*/ 18 w 71"/>
                  <a:gd name="T49" fmla="*/ 3 h 42"/>
                  <a:gd name="T50" fmla="*/ 10 w 71"/>
                  <a:gd name="T51" fmla="*/ 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1" h="42">
                    <a:moveTo>
                      <a:pt x="20" y="42"/>
                    </a:moveTo>
                    <a:cubicBezTo>
                      <a:pt x="2" y="13"/>
                      <a:pt x="2" y="13"/>
                      <a:pt x="2" y="13"/>
                    </a:cubicBezTo>
                    <a:cubicBezTo>
                      <a:pt x="0" y="9"/>
                      <a:pt x="0" y="6"/>
                      <a:pt x="1" y="4"/>
                    </a:cubicBezTo>
                    <a:cubicBezTo>
                      <a:pt x="3" y="2"/>
                      <a:pt x="6" y="1"/>
                      <a:pt x="10" y="1"/>
                    </a:cubicBezTo>
                    <a:cubicBezTo>
                      <a:pt x="14" y="1"/>
                      <a:pt x="18" y="2"/>
                      <a:pt x="18" y="2"/>
                    </a:cubicBezTo>
                    <a:cubicBezTo>
                      <a:pt x="18" y="2"/>
                      <a:pt x="18" y="2"/>
                      <a:pt x="18" y="2"/>
                    </a:cubicBezTo>
                    <a:cubicBezTo>
                      <a:pt x="26" y="6"/>
                      <a:pt x="33" y="7"/>
                      <a:pt x="34" y="8"/>
                    </a:cubicBezTo>
                    <a:cubicBezTo>
                      <a:pt x="44" y="3"/>
                      <a:pt x="52" y="0"/>
                      <a:pt x="59" y="0"/>
                    </a:cubicBezTo>
                    <a:cubicBezTo>
                      <a:pt x="69" y="0"/>
                      <a:pt x="71" y="6"/>
                      <a:pt x="71" y="6"/>
                    </a:cubicBezTo>
                    <a:cubicBezTo>
                      <a:pt x="71" y="6"/>
                      <a:pt x="71" y="6"/>
                      <a:pt x="71" y="6"/>
                    </a:cubicBezTo>
                    <a:cubicBezTo>
                      <a:pt x="71" y="6"/>
                      <a:pt x="71" y="6"/>
                      <a:pt x="71" y="6"/>
                    </a:cubicBezTo>
                    <a:cubicBezTo>
                      <a:pt x="66" y="17"/>
                      <a:pt x="62" y="28"/>
                      <a:pt x="60" y="37"/>
                    </a:cubicBezTo>
                    <a:cubicBezTo>
                      <a:pt x="60" y="37"/>
                      <a:pt x="60" y="37"/>
                      <a:pt x="60" y="37"/>
                    </a:cubicBezTo>
                    <a:lnTo>
                      <a:pt x="20" y="42"/>
                    </a:lnTo>
                    <a:close/>
                    <a:moveTo>
                      <a:pt x="10" y="2"/>
                    </a:moveTo>
                    <a:cubicBezTo>
                      <a:pt x="7" y="2"/>
                      <a:pt x="4" y="3"/>
                      <a:pt x="2" y="5"/>
                    </a:cubicBezTo>
                    <a:cubicBezTo>
                      <a:pt x="1" y="7"/>
                      <a:pt x="1" y="9"/>
                      <a:pt x="3" y="13"/>
                    </a:cubicBezTo>
                    <a:cubicBezTo>
                      <a:pt x="20" y="40"/>
                      <a:pt x="20" y="40"/>
                      <a:pt x="20" y="40"/>
                    </a:cubicBezTo>
                    <a:cubicBezTo>
                      <a:pt x="59" y="36"/>
                      <a:pt x="59" y="36"/>
                      <a:pt x="59" y="36"/>
                    </a:cubicBezTo>
                    <a:cubicBezTo>
                      <a:pt x="61" y="27"/>
                      <a:pt x="64" y="17"/>
                      <a:pt x="70" y="6"/>
                    </a:cubicBezTo>
                    <a:cubicBezTo>
                      <a:pt x="70" y="5"/>
                      <a:pt x="67" y="1"/>
                      <a:pt x="59" y="1"/>
                    </a:cubicBezTo>
                    <a:cubicBezTo>
                      <a:pt x="52" y="1"/>
                      <a:pt x="44" y="4"/>
                      <a:pt x="34" y="9"/>
                    </a:cubicBezTo>
                    <a:cubicBezTo>
                      <a:pt x="34" y="9"/>
                      <a:pt x="34" y="9"/>
                      <a:pt x="34" y="9"/>
                    </a:cubicBezTo>
                    <a:cubicBezTo>
                      <a:pt x="34" y="9"/>
                      <a:pt x="34" y="9"/>
                      <a:pt x="34" y="9"/>
                    </a:cubicBezTo>
                    <a:cubicBezTo>
                      <a:pt x="34" y="9"/>
                      <a:pt x="27" y="8"/>
                      <a:pt x="18" y="3"/>
                    </a:cubicBezTo>
                    <a:cubicBezTo>
                      <a:pt x="17" y="3"/>
                      <a:pt x="14" y="2"/>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3" name="Freeform 29"/>
              <p:cNvSpPr/>
              <p:nvPr/>
            </p:nvSpPr>
            <p:spPr bwMode="auto">
              <a:xfrm>
                <a:off x="5795" y="2709"/>
                <a:ext cx="119" cy="43"/>
              </a:xfrm>
              <a:custGeom>
                <a:avLst/>
                <a:gdLst>
                  <a:gd name="T0" fmla="*/ 41 w 50"/>
                  <a:gd name="T1" fmla="*/ 0 h 18"/>
                  <a:gd name="T2" fmla="*/ 7 w 50"/>
                  <a:gd name="T3" fmla="*/ 4 h 18"/>
                  <a:gd name="T4" fmla="*/ 1 w 50"/>
                  <a:gd name="T5" fmla="*/ 12 h 18"/>
                  <a:gd name="T6" fmla="*/ 8 w 50"/>
                  <a:gd name="T7" fmla="*/ 17 h 18"/>
                  <a:gd name="T8" fmla="*/ 43 w 50"/>
                  <a:gd name="T9" fmla="*/ 14 h 18"/>
                  <a:gd name="T10" fmla="*/ 49 w 50"/>
                  <a:gd name="T11" fmla="*/ 6 h 18"/>
                  <a:gd name="T12" fmla="*/ 41 w 50"/>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50" h="18">
                    <a:moveTo>
                      <a:pt x="41" y="0"/>
                    </a:moveTo>
                    <a:cubicBezTo>
                      <a:pt x="7" y="4"/>
                      <a:pt x="7" y="4"/>
                      <a:pt x="7" y="4"/>
                    </a:cubicBezTo>
                    <a:cubicBezTo>
                      <a:pt x="3" y="5"/>
                      <a:pt x="0" y="8"/>
                      <a:pt x="1" y="12"/>
                    </a:cubicBezTo>
                    <a:cubicBezTo>
                      <a:pt x="1" y="15"/>
                      <a:pt x="5" y="18"/>
                      <a:pt x="8" y="17"/>
                    </a:cubicBezTo>
                    <a:cubicBezTo>
                      <a:pt x="43" y="14"/>
                      <a:pt x="43" y="14"/>
                      <a:pt x="43" y="14"/>
                    </a:cubicBezTo>
                    <a:cubicBezTo>
                      <a:pt x="47" y="13"/>
                      <a:pt x="50" y="10"/>
                      <a:pt x="49" y="6"/>
                    </a:cubicBezTo>
                    <a:cubicBezTo>
                      <a:pt x="49" y="3"/>
                      <a:pt x="45" y="0"/>
                      <a:pt x="4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4" name="Freeform 30"/>
              <p:cNvSpPr>
                <a:spLocks noEditPoints="1"/>
              </p:cNvSpPr>
              <p:nvPr/>
            </p:nvSpPr>
            <p:spPr bwMode="auto">
              <a:xfrm>
                <a:off x="5795" y="2707"/>
                <a:ext cx="119" cy="45"/>
              </a:xfrm>
              <a:custGeom>
                <a:avLst/>
                <a:gdLst>
                  <a:gd name="T0" fmla="*/ 8 w 50"/>
                  <a:gd name="T1" fmla="*/ 19 h 19"/>
                  <a:gd name="T2" fmla="*/ 0 w 50"/>
                  <a:gd name="T3" fmla="*/ 13 h 19"/>
                  <a:gd name="T4" fmla="*/ 2 w 50"/>
                  <a:gd name="T5" fmla="*/ 7 h 19"/>
                  <a:gd name="T6" fmla="*/ 7 w 50"/>
                  <a:gd name="T7" fmla="*/ 5 h 19"/>
                  <a:gd name="T8" fmla="*/ 41 w 50"/>
                  <a:gd name="T9" fmla="*/ 1 h 19"/>
                  <a:gd name="T10" fmla="*/ 50 w 50"/>
                  <a:gd name="T11" fmla="*/ 7 h 19"/>
                  <a:gd name="T12" fmla="*/ 48 w 50"/>
                  <a:gd name="T13" fmla="*/ 12 h 19"/>
                  <a:gd name="T14" fmla="*/ 43 w 50"/>
                  <a:gd name="T15" fmla="*/ 15 h 19"/>
                  <a:gd name="T16" fmla="*/ 9 w 50"/>
                  <a:gd name="T17" fmla="*/ 19 h 19"/>
                  <a:gd name="T18" fmla="*/ 8 w 50"/>
                  <a:gd name="T19" fmla="*/ 19 h 19"/>
                  <a:gd name="T20" fmla="*/ 42 w 50"/>
                  <a:gd name="T21" fmla="*/ 2 h 19"/>
                  <a:gd name="T22" fmla="*/ 41 w 50"/>
                  <a:gd name="T23" fmla="*/ 2 h 19"/>
                  <a:gd name="T24" fmla="*/ 7 w 50"/>
                  <a:gd name="T25" fmla="*/ 6 h 19"/>
                  <a:gd name="T26" fmla="*/ 3 w 50"/>
                  <a:gd name="T27" fmla="*/ 8 h 19"/>
                  <a:gd name="T28" fmla="*/ 1 w 50"/>
                  <a:gd name="T29" fmla="*/ 12 h 19"/>
                  <a:gd name="T30" fmla="*/ 8 w 50"/>
                  <a:gd name="T31" fmla="*/ 18 h 19"/>
                  <a:gd name="T32" fmla="*/ 43 w 50"/>
                  <a:gd name="T33" fmla="*/ 14 h 19"/>
                  <a:gd name="T34" fmla="*/ 47 w 50"/>
                  <a:gd name="T35" fmla="*/ 12 h 19"/>
                  <a:gd name="T36" fmla="*/ 49 w 50"/>
                  <a:gd name="T37" fmla="*/ 7 h 19"/>
                  <a:gd name="T38" fmla="*/ 42 w 50"/>
                  <a:gd name="T3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9">
                    <a:moveTo>
                      <a:pt x="8" y="19"/>
                    </a:moveTo>
                    <a:cubicBezTo>
                      <a:pt x="4" y="19"/>
                      <a:pt x="0" y="16"/>
                      <a:pt x="0" y="13"/>
                    </a:cubicBezTo>
                    <a:cubicBezTo>
                      <a:pt x="0" y="11"/>
                      <a:pt x="0" y="9"/>
                      <a:pt x="2" y="7"/>
                    </a:cubicBezTo>
                    <a:cubicBezTo>
                      <a:pt x="3" y="6"/>
                      <a:pt x="5" y="5"/>
                      <a:pt x="7" y="5"/>
                    </a:cubicBezTo>
                    <a:cubicBezTo>
                      <a:pt x="41" y="1"/>
                      <a:pt x="41" y="1"/>
                      <a:pt x="41" y="1"/>
                    </a:cubicBezTo>
                    <a:cubicBezTo>
                      <a:pt x="45" y="0"/>
                      <a:pt x="49" y="3"/>
                      <a:pt x="50" y="7"/>
                    </a:cubicBezTo>
                    <a:cubicBezTo>
                      <a:pt x="50" y="9"/>
                      <a:pt x="49" y="11"/>
                      <a:pt x="48" y="12"/>
                    </a:cubicBezTo>
                    <a:cubicBezTo>
                      <a:pt x="47" y="14"/>
                      <a:pt x="45" y="15"/>
                      <a:pt x="43" y="15"/>
                    </a:cubicBezTo>
                    <a:cubicBezTo>
                      <a:pt x="9" y="19"/>
                      <a:pt x="9" y="19"/>
                      <a:pt x="9" y="19"/>
                    </a:cubicBezTo>
                    <a:cubicBezTo>
                      <a:pt x="8" y="19"/>
                      <a:pt x="8" y="19"/>
                      <a:pt x="8" y="19"/>
                    </a:cubicBezTo>
                    <a:close/>
                    <a:moveTo>
                      <a:pt x="42" y="2"/>
                    </a:moveTo>
                    <a:cubicBezTo>
                      <a:pt x="42" y="2"/>
                      <a:pt x="42" y="2"/>
                      <a:pt x="41" y="2"/>
                    </a:cubicBezTo>
                    <a:cubicBezTo>
                      <a:pt x="7" y="6"/>
                      <a:pt x="7" y="6"/>
                      <a:pt x="7" y="6"/>
                    </a:cubicBezTo>
                    <a:cubicBezTo>
                      <a:pt x="5" y="6"/>
                      <a:pt x="4" y="7"/>
                      <a:pt x="3" y="8"/>
                    </a:cubicBezTo>
                    <a:cubicBezTo>
                      <a:pt x="1" y="9"/>
                      <a:pt x="1" y="11"/>
                      <a:pt x="1" y="12"/>
                    </a:cubicBezTo>
                    <a:cubicBezTo>
                      <a:pt x="2" y="16"/>
                      <a:pt x="5" y="18"/>
                      <a:pt x="8" y="18"/>
                    </a:cubicBezTo>
                    <a:cubicBezTo>
                      <a:pt x="43" y="14"/>
                      <a:pt x="43" y="14"/>
                      <a:pt x="43" y="14"/>
                    </a:cubicBezTo>
                    <a:cubicBezTo>
                      <a:pt x="45" y="14"/>
                      <a:pt x="46" y="13"/>
                      <a:pt x="47" y="12"/>
                    </a:cubicBezTo>
                    <a:cubicBezTo>
                      <a:pt x="48" y="10"/>
                      <a:pt x="49" y="9"/>
                      <a:pt x="49" y="7"/>
                    </a:cubicBezTo>
                    <a:cubicBezTo>
                      <a:pt x="48" y="4"/>
                      <a:pt x="45" y="2"/>
                      <a:pt x="4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5" name="Freeform 31"/>
              <p:cNvSpPr>
                <a:spLocks noEditPoints="1"/>
              </p:cNvSpPr>
              <p:nvPr/>
            </p:nvSpPr>
            <p:spPr bwMode="auto">
              <a:xfrm>
                <a:off x="5676" y="2752"/>
                <a:ext cx="424" cy="371"/>
              </a:xfrm>
              <a:custGeom>
                <a:avLst/>
                <a:gdLst>
                  <a:gd name="T0" fmla="*/ 153 w 178"/>
                  <a:gd name="T1" fmla="*/ 137 h 155"/>
                  <a:gd name="T2" fmla="*/ 157 w 178"/>
                  <a:gd name="T3" fmla="*/ 137 h 155"/>
                  <a:gd name="T4" fmla="*/ 165 w 178"/>
                  <a:gd name="T5" fmla="*/ 138 h 155"/>
                  <a:gd name="T6" fmla="*/ 168 w 178"/>
                  <a:gd name="T7" fmla="*/ 139 h 155"/>
                  <a:gd name="T8" fmla="*/ 176 w 178"/>
                  <a:gd name="T9" fmla="*/ 135 h 155"/>
                  <a:gd name="T10" fmla="*/ 172 w 178"/>
                  <a:gd name="T11" fmla="*/ 128 h 155"/>
                  <a:gd name="T12" fmla="*/ 166 w 178"/>
                  <a:gd name="T13" fmla="*/ 105 h 155"/>
                  <a:gd name="T14" fmla="*/ 134 w 178"/>
                  <a:gd name="T15" fmla="*/ 34 h 155"/>
                  <a:gd name="T16" fmla="*/ 95 w 178"/>
                  <a:gd name="T17" fmla="*/ 2 h 155"/>
                  <a:gd name="T18" fmla="*/ 94 w 178"/>
                  <a:gd name="T19" fmla="*/ 0 h 155"/>
                  <a:gd name="T20" fmla="*/ 58 w 178"/>
                  <a:gd name="T21" fmla="*/ 4 h 155"/>
                  <a:gd name="T22" fmla="*/ 35 w 178"/>
                  <a:gd name="T23" fmla="*/ 37 h 155"/>
                  <a:gd name="T24" fmla="*/ 21 w 178"/>
                  <a:gd name="T25" fmla="*/ 133 h 155"/>
                  <a:gd name="T26" fmla="*/ 15 w 178"/>
                  <a:gd name="T27" fmla="*/ 148 h 155"/>
                  <a:gd name="T28" fmla="*/ 15 w 178"/>
                  <a:gd name="T29" fmla="*/ 153 h 155"/>
                  <a:gd name="T30" fmla="*/ 24 w 178"/>
                  <a:gd name="T31" fmla="*/ 153 h 155"/>
                  <a:gd name="T32" fmla="*/ 36 w 178"/>
                  <a:gd name="T33" fmla="*/ 150 h 155"/>
                  <a:gd name="T34" fmla="*/ 36 w 178"/>
                  <a:gd name="T35" fmla="*/ 150 h 155"/>
                  <a:gd name="T36" fmla="*/ 36 w 178"/>
                  <a:gd name="T37" fmla="*/ 150 h 155"/>
                  <a:gd name="T38" fmla="*/ 68 w 178"/>
                  <a:gd name="T39" fmla="*/ 153 h 155"/>
                  <a:gd name="T40" fmla="*/ 153 w 178"/>
                  <a:gd name="T41" fmla="*/ 137 h 155"/>
                  <a:gd name="T42" fmla="*/ 67 w 178"/>
                  <a:gd name="T43" fmla="*/ 57 h 155"/>
                  <a:gd name="T44" fmla="*/ 81 w 178"/>
                  <a:gd name="T45" fmla="*/ 50 h 155"/>
                  <a:gd name="T46" fmla="*/ 80 w 178"/>
                  <a:gd name="T47" fmla="*/ 42 h 155"/>
                  <a:gd name="T48" fmla="*/ 86 w 178"/>
                  <a:gd name="T49" fmla="*/ 41 h 155"/>
                  <a:gd name="T50" fmla="*/ 88 w 178"/>
                  <a:gd name="T51" fmla="*/ 49 h 155"/>
                  <a:gd name="T52" fmla="*/ 102 w 178"/>
                  <a:gd name="T53" fmla="*/ 50 h 155"/>
                  <a:gd name="T54" fmla="*/ 100 w 178"/>
                  <a:gd name="T55" fmla="*/ 55 h 155"/>
                  <a:gd name="T56" fmla="*/ 75 w 178"/>
                  <a:gd name="T57" fmla="*/ 62 h 155"/>
                  <a:gd name="T58" fmla="*/ 92 w 178"/>
                  <a:gd name="T59" fmla="*/ 70 h 155"/>
                  <a:gd name="T60" fmla="*/ 106 w 178"/>
                  <a:gd name="T61" fmla="*/ 92 h 155"/>
                  <a:gd name="T62" fmla="*/ 93 w 178"/>
                  <a:gd name="T63" fmla="*/ 98 h 155"/>
                  <a:gd name="T64" fmla="*/ 94 w 178"/>
                  <a:gd name="T65" fmla="*/ 106 h 155"/>
                  <a:gd name="T66" fmla="*/ 87 w 178"/>
                  <a:gd name="T67" fmla="*/ 107 h 155"/>
                  <a:gd name="T68" fmla="*/ 86 w 178"/>
                  <a:gd name="T69" fmla="*/ 99 h 155"/>
                  <a:gd name="T70" fmla="*/ 69 w 178"/>
                  <a:gd name="T71" fmla="*/ 97 h 155"/>
                  <a:gd name="T72" fmla="*/ 70 w 178"/>
                  <a:gd name="T73" fmla="*/ 92 h 155"/>
                  <a:gd name="T74" fmla="*/ 97 w 178"/>
                  <a:gd name="T75" fmla="*/ 90 h 155"/>
                  <a:gd name="T76" fmla="*/ 93 w 178"/>
                  <a:gd name="T77" fmla="*/ 78 h 155"/>
                  <a:gd name="T78" fmla="*/ 78 w 178"/>
                  <a:gd name="T79" fmla="*/ 74 h 155"/>
                  <a:gd name="T80" fmla="*/ 67 w 178"/>
                  <a:gd name="T81" fmla="*/ 5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8" h="155">
                    <a:moveTo>
                      <a:pt x="153" y="137"/>
                    </a:moveTo>
                    <a:cubicBezTo>
                      <a:pt x="153" y="137"/>
                      <a:pt x="154" y="137"/>
                      <a:pt x="157" y="137"/>
                    </a:cubicBezTo>
                    <a:cubicBezTo>
                      <a:pt x="160" y="137"/>
                      <a:pt x="162" y="137"/>
                      <a:pt x="165" y="138"/>
                    </a:cubicBezTo>
                    <a:cubicBezTo>
                      <a:pt x="165" y="138"/>
                      <a:pt x="166" y="139"/>
                      <a:pt x="168" y="139"/>
                    </a:cubicBezTo>
                    <a:cubicBezTo>
                      <a:pt x="172" y="139"/>
                      <a:pt x="174" y="137"/>
                      <a:pt x="176" y="135"/>
                    </a:cubicBezTo>
                    <a:cubicBezTo>
                      <a:pt x="176" y="135"/>
                      <a:pt x="178" y="132"/>
                      <a:pt x="172" y="128"/>
                    </a:cubicBezTo>
                    <a:cubicBezTo>
                      <a:pt x="172" y="128"/>
                      <a:pt x="162" y="123"/>
                      <a:pt x="166" y="105"/>
                    </a:cubicBezTo>
                    <a:cubicBezTo>
                      <a:pt x="166" y="105"/>
                      <a:pt x="171" y="57"/>
                      <a:pt x="134" y="34"/>
                    </a:cubicBezTo>
                    <a:cubicBezTo>
                      <a:pt x="133" y="33"/>
                      <a:pt x="96" y="10"/>
                      <a:pt x="95" y="2"/>
                    </a:cubicBezTo>
                    <a:cubicBezTo>
                      <a:pt x="95" y="2"/>
                      <a:pt x="95" y="1"/>
                      <a:pt x="94" y="0"/>
                    </a:cubicBezTo>
                    <a:cubicBezTo>
                      <a:pt x="58" y="4"/>
                      <a:pt x="58" y="4"/>
                      <a:pt x="58" y="4"/>
                    </a:cubicBezTo>
                    <a:cubicBezTo>
                      <a:pt x="54" y="12"/>
                      <a:pt x="46" y="24"/>
                      <a:pt x="35" y="37"/>
                    </a:cubicBezTo>
                    <a:cubicBezTo>
                      <a:pt x="35" y="37"/>
                      <a:pt x="0" y="78"/>
                      <a:pt x="21" y="133"/>
                    </a:cubicBezTo>
                    <a:cubicBezTo>
                      <a:pt x="21" y="134"/>
                      <a:pt x="22" y="137"/>
                      <a:pt x="15" y="148"/>
                    </a:cubicBezTo>
                    <a:cubicBezTo>
                      <a:pt x="15" y="148"/>
                      <a:pt x="14" y="151"/>
                      <a:pt x="15" y="153"/>
                    </a:cubicBezTo>
                    <a:cubicBezTo>
                      <a:pt x="16" y="155"/>
                      <a:pt x="19" y="155"/>
                      <a:pt x="24" y="153"/>
                    </a:cubicBezTo>
                    <a:cubicBezTo>
                      <a:pt x="24" y="153"/>
                      <a:pt x="28" y="151"/>
                      <a:pt x="36" y="150"/>
                    </a:cubicBezTo>
                    <a:cubicBezTo>
                      <a:pt x="36" y="150"/>
                      <a:pt x="36" y="150"/>
                      <a:pt x="36" y="150"/>
                    </a:cubicBezTo>
                    <a:cubicBezTo>
                      <a:pt x="36" y="150"/>
                      <a:pt x="36" y="150"/>
                      <a:pt x="36" y="150"/>
                    </a:cubicBezTo>
                    <a:cubicBezTo>
                      <a:pt x="36" y="150"/>
                      <a:pt x="49" y="153"/>
                      <a:pt x="68" y="153"/>
                    </a:cubicBezTo>
                    <a:cubicBezTo>
                      <a:pt x="88" y="153"/>
                      <a:pt x="119" y="150"/>
                      <a:pt x="153" y="137"/>
                    </a:cubicBezTo>
                    <a:close/>
                    <a:moveTo>
                      <a:pt x="67" y="57"/>
                    </a:moveTo>
                    <a:cubicBezTo>
                      <a:pt x="67" y="57"/>
                      <a:pt x="69" y="52"/>
                      <a:pt x="81" y="50"/>
                    </a:cubicBezTo>
                    <a:cubicBezTo>
                      <a:pt x="80" y="42"/>
                      <a:pt x="80" y="42"/>
                      <a:pt x="80" y="42"/>
                    </a:cubicBezTo>
                    <a:cubicBezTo>
                      <a:pt x="86" y="41"/>
                      <a:pt x="86" y="41"/>
                      <a:pt x="86" y="41"/>
                    </a:cubicBezTo>
                    <a:cubicBezTo>
                      <a:pt x="88" y="49"/>
                      <a:pt x="88" y="49"/>
                      <a:pt x="88" y="49"/>
                    </a:cubicBezTo>
                    <a:cubicBezTo>
                      <a:pt x="88" y="49"/>
                      <a:pt x="96" y="48"/>
                      <a:pt x="102" y="50"/>
                    </a:cubicBezTo>
                    <a:cubicBezTo>
                      <a:pt x="100" y="55"/>
                      <a:pt x="100" y="55"/>
                      <a:pt x="100" y="55"/>
                    </a:cubicBezTo>
                    <a:cubicBezTo>
                      <a:pt x="100" y="55"/>
                      <a:pt x="78" y="52"/>
                      <a:pt x="75" y="62"/>
                    </a:cubicBezTo>
                    <a:cubicBezTo>
                      <a:pt x="75" y="62"/>
                      <a:pt x="73" y="69"/>
                      <a:pt x="92" y="70"/>
                    </a:cubicBezTo>
                    <a:cubicBezTo>
                      <a:pt x="92" y="70"/>
                      <a:pt x="119" y="73"/>
                      <a:pt x="106" y="92"/>
                    </a:cubicBezTo>
                    <a:cubicBezTo>
                      <a:pt x="106" y="92"/>
                      <a:pt x="102" y="97"/>
                      <a:pt x="93" y="98"/>
                    </a:cubicBezTo>
                    <a:cubicBezTo>
                      <a:pt x="94" y="106"/>
                      <a:pt x="94" y="106"/>
                      <a:pt x="94" y="106"/>
                    </a:cubicBezTo>
                    <a:cubicBezTo>
                      <a:pt x="87" y="107"/>
                      <a:pt x="87" y="107"/>
                      <a:pt x="87" y="107"/>
                    </a:cubicBezTo>
                    <a:cubicBezTo>
                      <a:pt x="86" y="99"/>
                      <a:pt x="86" y="99"/>
                      <a:pt x="86" y="99"/>
                    </a:cubicBezTo>
                    <a:cubicBezTo>
                      <a:pt x="86" y="99"/>
                      <a:pt x="75" y="100"/>
                      <a:pt x="69" y="97"/>
                    </a:cubicBezTo>
                    <a:cubicBezTo>
                      <a:pt x="70" y="92"/>
                      <a:pt x="70" y="92"/>
                      <a:pt x="70" y="92"/>
                    </a:cubicBezTo>
                    <a:cubicBezTo>
                      <a:pt x="70" y="92"/>
                      <a:pt x="84" y="98"/>
                      <a:pt x="97" y="90"/>
                    </a:cubicBezTo>
                    <a:cubicBezTo>
                      <a:pt x="97" y="90"/>
                      <a:pt x="108" y="82"/>
                      <a:pt x="93" y="78"/>
                    </a:cubicBezTo>
                    <a:cubicBezTo>
                      <a:pt x="93" y="78"/>
                      <a:pt x="85" y="76"/>
                      <a:pt x="78" y="74"/>
                    </a:cubicBezTo>
                    <a:cubicBezTo>
                      <a:pt x="78" y="74"/>
                      <a:pt x="60" y="70"/>
                      <a:pt x="67"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6" name="Freeform 32"/>
              <p:cNvSpPr/>
              <p:nvPr/>
            </p:nvSpPr>
            <p:spPr bwMode="auto">
              <a:xfrm>
                <a:off x="6433" y="2606"/>
                <a:ext cx="176" cy="108"/>
              </a:xfrm>
              <a:custGeom>
                <a:avLst/>
                <a:gdLst>
                  <a:gd name="T0" fmla="*/ 21 w 74"/>
                  <a:gd name="T1" fmla="*/ 45 h 45"/>
                  <a:gd name="T2" fmla="*/ 60 w 74"/>
                  <a:gd name="T3" fmla="*/ 44 h 45"/>
                  <a:gd name="T4" fmla="*/ 74 w 74"/>
                  <a:gd name="T5" fmla="*/ 15 h 45"/>
                  <a:gd name="T6" fmla="*/ 38 w 74"/>
                  <a:gd name="T7" fmla="*/ 14 h 45"/>
                  <a:gd name="T8" fmla="*/ 23 w 74"/>
                  <a:gd name="T9" fmla="*/ 8 h 45"/>
                  <a:gd name="T10" fmla="*/ 6 w 74"/>
                  <a:gd name="T11" fmla="*/ 17 h 45"/>
                  <a:gd name="T12" fmla="*/ 21 w 74"/>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74" h="45">
                    <a:moveTo>
                      <a:pt x="21" y="45"/>
                    </a:moveTo>
                    <a:cubicBezTo>
                      <a:pt x="60" y="44"/>
                      <a:pt x="60" y="44"/>
                      <a:pt x="60" y="44"/>
                    </a:cubicBezTo>
                    <a:cubicBezTo>
                      <a:pt x="62" y="37"/>
                      <a:pt x="66" y="27"/>
                      <a:pt x="74" y="15"/>
                    </a:cubicBezTo>
                    <a:cubicBezTo>
                      <a:pt x="74" y="15"/>
                      <a:pt x="69" y="2"/>
                      <a:pt x="38" y="14"/>
                    </a:cubicBezTo>
                    <a:cubicBezTo>
                      <a:pt x="38" y="14"/>
                      <a:pt x="31" y="13"/>
                      <a:pt x="23" y="8"/>
                    </a:cubicBezTo>
                    <a:cubicBezTo>
                      <a:pt x="23" y="8"/>
                      <a:pt x="0" y="0"/>
                      <a:pt x="6" y="17"/>
                    </a:cubicBezTo>
                    <a:lnTo>
                      <a:pt x="21"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7" name="Freeform 33"/>
              <p:cNvSpPr>
                <a:spLocks noEditPoints="1"/>
              </p:cNvSpPr>
              <p:nvPr/>
            </p:nvSpPr>
            <p:spPr bwMode="auto">
              <a:xfrm>
                <a:off x="6442" y="2621"/>
                <a:ext cx="167" cy="95"/>
              </a:xfrm>
              <a:custGeom>
                <a:avLst/>
                <a:gdLst>
                  <a:gd name="T0" fmla="*/ 17 w 70"/>
                  <a:gd name="T1" fmla="*/ 40 h 40"/>
                  <a:gd name="T2" fmla="*/ 2 w 70"/>
                  <a:gd name="T3" fmla="*/ 11 h 40"/>
                  <a:gd name="T4" fmla="*/ 2 w 70"/>
                  <a:gd name="T5" fmla="*/ 2 h 40"/>
                  <a:gd name="T6" fmla="*/ 9 w 70"/>
                  <a:gd name="T7" fmla="*/ 0 h 40"/>
                  <a:gd name="T8" fmla="*/ 19 w 70"/>
                  <a:gd name="T9" fmla="*/ 1 h 40"/>
                  <a:gd name="T10" fmla="*/ 19 w 70"/>
                  <a:gd name="T11" fmla="*/ 1 h 40"/>
                  <a:gd name="T12" fmla="*/ 34 w 70"/>
                  <a:gd name="T13" fmla="*/ 8 h 40"/>
                  <a:gd name="T14" fmla="*/ 56 w 70"/>
                  <a:gd name="T15" fmla="*/ 2 h 40"/>
                  <a:gd name="T16" fmla="*/ 70 w 70"/>
                  <a:gd name="T17" fmla="*/ 9 h 40"/>
                  <a:gd name="T18" fmla="*/ 70 w 70"/>
                  <a:gd name="T19" fmla="*/ 9 h 40"/>
                  <a:gd name="T20" fmla="*/ 70 w 70"/>
                  <a:gd name="T21" fmla="*/ 10 h 40"/>
                  <a:gd name="T22" fmla="*/ 56 w 70"/>
                  <a:gd name="T23" fmla="*/ 39 h 40"/>
                  <a:gd name="T24" fmla="*/ 56 w 70"/>
                  <a:gd name="T25" fmla="*/ 39 h 40"/>
                  <a:gd name="T26" fmla="*/ 17 w 70"/>
                  <a:gd name="T27" fmla="*/ 40 h 40"/>
                  <a:gd name="T28" fmla="*/ 9 w 70"/>
                  <a:gd name="T29" fmla="*/ 1 h 40"/>
                  <a:gd name="T30" fmla="*/ 3 w 70"/>
                  <a:gd name="T31" fmla="*/ 3 h 40"/>
                  <a:gd name="T32" fmla="*/ 3 w 70"/>
                  <a:gd name="T33" fmla="*/ 11 h 40"/>
                  <a:gd name="T34" fmla="*/ 17 w 70"/>
                  <a:gd name="T35" fmla="*/ 39 h 40"/>
                  <a:gd name="T36" fmla="*/ 55 w 70"/>
                  <a:gd name="T37" fmla="*/ 38 h 40"/>
                  <a:gd name="T38" fmla="*/ 69 w 70"/>
                  <a:gd name="T39" fmla="*/ 9 h 40"/>
                  <a:gd name="T40" fmla="*/ 56 w 70"/>
                  <a:gd name="T41" fmla="*/ 4 h 40"/>
                  <a:gd name="T42" fmla="*/ 34 w 70"/>
                  <a:gd name="T43" fmla="*/ 9 h 40"/>
                  <a:gd name="T44" fmla="*/ 34 w 70"/>
                  <a:gd name="T45" fmla="*/ 9 h 40"/>
                  <a:gd name="T46" fmla="*/ 34 w 70"/>
                  <a:gd name="T47" fmla="*/ 9 h 40"/>
                  <a:gd name="T48" fmla="*/ 18 w 70"/>
                  <a:gd name="T49" fmla="*/ 2 h 40"/>
                  <a:gd name="T50" fmla="*/ 9 w 70"/>
                  <a:gd name="T51" fmla="*/ 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40">
                    <a:moveTo>
                      <a:pt x="17" y="40"/>
                    </a:moveTo>
                    <a:cubicBezTo>
                      <a:pt x="2" y="11"/>
                      <a:pt x="2" y="11"/>
                      <a:pt x="2" y="11"/>
                    </a:cubicBezTo>
                    <a:cubicBezTo>
                      <a:pt x="0" y="7"/>
                      <a:pt x="0" y="4"/>
                      <a:pt x="2" y="2"/>
                    </a:cubicBezTo>
                    <a:cubicBezTo>
                      <a:pt x="3" y="0"/>
                      <a:pt x="5" y="0"/>
                      <a:pt x="9" y="0"/>
                    </a:cubicBezTo>
                    <a:cubicBezTo>
                      <a:pt x="14" y="0"/>
                      <a:pt x="19" y="1"/>
                      <a:pt x="19" y="1"/>
                    </a:cubicBezTo>
                    <a:cubicBezTo>
                      <a:pt x="19" y="1"/>
                      <a:pt x="19" y="1"/>
                      <a:pt x="19" y="1"/>
                    </a:cubicBezTo>
                    <a:cubicBezTo>
                      <a:pt x="26" y="6"/>
                      <a:pt x="33" y="8"/>
                      <a:pt x="34" y="8"/>
                    </a:cubicBezTo>
                    <a:cubicBezTo>
                      <a:pt x="43" y="4"/>
                      <a:pt x="50" y="2"/>
                      <a:pt x="56" y="2"/>
                    </a:cubicBezTo>
                    <a:cubicBezTo>
                      <a:pt x="68" y="2"/>
                      <a:pt x="70" y="9"/>
                      <a:pt x="70" y="9"/>
                    </a:cubicBezTo>
                    <a:cubicBezTo>
                      <a:pt x="70" y="9"/>
                      <a:pt x="70" y="9"/>
                      <a:pt x="70" y="9"/>
                    </a:cubicBezTo>
                    <a:cubicBezTo>
                      <a:pt x="70" y="10"/>
                      <a:pt x="70" y="10"/>
                      <a:pt x="70" y="10"/>
                    </a:cubicBezTo>
                    <a:cubicBezTo>
                      <a:pt x="64" y="20"/>
                      <a:pt x="59" y="30"/>
                      <a:pt x="56" y="39"/>
                    </a:cubicBezTo>
                    <a:cubicBezTo>
                      <a:pt x="56" y="39"/>
                      <a:pt x="56" y="39"/>
                      <a:pt x="56" y="39"/>
                    </a:cubicBezTo>
                    <a:lnTo>
                      <a:pt x="17" y="40"/>
                    </a:lnTo>
                    <a:close/>
                    <a:moveTo>
                      <a:pt x="9" y="1"/>
                    </a:moveTo>
                    <a:cubicBezTo>
                      <a:pt x="6" y="1"/>
                      <a:pt x="4" y="1"/>
                      <a:pt x="3" y="3"/>
                    </a:cubicBezTo>
                    <a:cubicBezTo>
                      <a:pt x="1" y="4"/>
                      <a:pt x="1" y="7"/>
                      <a:pt x="3" y="11"/>
                    </a:cubicBezTo>
                    <a:cubicBezTo>
                      <a:pt x="17" y="39"/>
                      <a:pt x="17" y="39"/>
                      <a:pt x="17" y="39"/>
                    </a:cubicBezTo>
                    <a:cubicBezTo>
                      <a:pt x="55" y="38"/>
                      <a:pt x="55" y="38"/>
                      <a:pt x="55" y="38"/>
                    </a:cubicBezTo>
                    <a:cubicBezTo>
                      <a:pt x="58" y="29"/>
                      <a:pt x="63" y="19"/>
                      <a:pt x="69" y="9"/>
                    </a:cubicBezTo>
                    <a:cubicBezTo>
                      <a:pt x="69" y="8"/>
                      <a:pt x="66" y="4"/>
                      <a:pt x="56" y="4"/>
                    </a:cubicBezTo>
                    <a:cubicBezTo>
                      <a:pt x="50" y="4"/>
                      <a:pt x="43" y="5"/>
                      <a:pt x="34" y="9"/>
                    </a:cubicBezTo>
                    <a:cubicBezTo>
                      <a:pt x="34" y="9"/>
                      <a:pt x="34" y="9"/>
                      <a:pt x="34" y="9"/>
                    </a:cubicBezTo>
                    <a:cubicBezTo>
                      <a:pt x="34" y="9"/>
                      <a:pt x="34" y="9"/>
                      <a:pt x="34" y="9"/>
                    </a:cubicBezTo>
                    <a:cubicBezTo>
                      <a:pt x="33" y="9"/>
                      <a:pt x="27" y="8"/>
                      <a:pt x="18" y="2"/>
                    </a:cubicBezTo>
                    <a:cubicBezTo>
                      <a:pt x="18" y="2"/>
                      <a:pt x="13" y="1"/>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8" name="Freeform 34"/>
              <p:cNvSpPr/>
              <p:nvPr/>
            </p:nvSpPr>
            <p:spPr bwMode="auto">
              <a:xfrm>
                <a:off x="6471" y="2721"/>
                <a:ext cx="114" cy="34"/>
              </a:xfrm>
              <a:custGeom>
                <a:avLst/>
                <a:gdLst>
                  <a:gd name="T0" fmla="*/ 40 w 48"/>
                  <a:gd name="T1" fmla="*/ 0 h 14"/>
                  <a:gd name="T2" fmla="*/ 6 w 48"/>
                  <a:gd name="T3" fmla="*/ 1 h 14"/>
                  <a:gd name="T4" fmla="*/ 0 w 48"/>
                  <a:gd name="T5" fmla="*/ 7 h 14"/>
                  <a:gd name="T6" fmla="*/ 7 w 48"/>
                  <a:gd name="T7" fmla="*/ 14 h 14"/>
                  <a:gd name="T8" fmla="*/ 41 w 48"/>
                  <a:gd name="T9" fmla="*/ 13 h 14"/>
                  <a:gd name="T10" fmla="*/ 48 w 48"/>
                  <a:gd name="T11" fmla="*/ 6 h 14"/>
                  <a:gd name="T12" fmla="*/ 40 w 48"/>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0" y="0"/>
                    </a:moveTo>
                    <a:cubicBezTo>
                      <a:pt x="6" y="1"/>
                      <a:pt x="6" y="1"/>
                      <a:pt x="6" y="1"/>
                    </a:cubicBezTo>
                    <a:cubicBezTo>
                      <a:pt x="3" y="1"/>
                      <a:pt x="0" y="4"/>
                      <a:pt x="0" y="7"/>
                    </a:cubicBezTo>
                    <a:cubicBezTo>
                      <a:pt x="0" y="11"/>
                      <a:pt x="3" y="14"/>
                      <a:pt x="7" y="14"/>
                    </a:cubicBezTo>
                    <a:cubicBezTo>
                      <a:pt x="41" y="13"/>
                      <a:pt x="41" y="13"/>
                      <a:pt x="41" y="13"/>
                    </a:cubicBezTo>
                    <a:cubicBezTo>
                      <a:pt x="45" y="12"/>
                      <a:pt x="48" y="10"/>
                      <a:pt x="48" y="6"/>
                    </a:cubicBezTo>
                    <a:cubicBezTo>
                      <a:pt x="47" y="2"/>
                      <a:pt x="44" y="0"/>
                      <a:pt x="4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9" name="Freeform 35"/>
              <p:cNvSpPr>
                <a:spLocks noEditPoints="1"/>
              </p:cNvSpPr>
              <p:nvPr/>
            </p:nvSpPr>
            <p:spPr bwMode="auto">
              <a:xfrm>
                <a:off x="6468" y="2719"/>
                <a:ext cx="117" cy="36"/>
              </a:xfrm>
              <a:custGeom>
                <a:avLst/>
                <a:gdLst>
                  <a:gd name="T0" fmla="*/ 8 w 49"/>
                  <a:gd name="T1" fmla="*/ 15 h 15"/>
                  <a:gd name="T2" fmla="*/ 0 w 49"/>
                  <a:gd name="T3" fmla="*/ 8 h 15"/>
                  <a:gd name="T4" fmla="*/ 2 w 49"/>
                  <a:gd name="T5" fmla="*/ 3 h 15"/>
                  <a:gd name="T6" fmla="*/ 7 w 49"/>
                  <a:gd name="T7" fmla="*/ 1 h 15"/>
                  <a:gd name="T8" fmla="*/ 42 w 49"/>
                  <a:gd name="T9" fmla="*/ 0 h 15"/>
                  <a:gd name="T10" fmla="*/ 49 w 49"/>
                  <a:gd name="T11" fmla="*/ 7 h 15"/>
                  <a:gd name="T12" fmla="*/ 42 w 49"/>
                  <a:gd name="T13" fmla="*/ 14 h 15"/>
                  <a:gd name="T14" fmla="*/ 8 w 49"/>
                  <a:gd name="T15" fmla="*/ 15 h 15"/>
                  <a:gd name="T16" fmla="*/ 42 w 49"/>
                  <a:gd name="T17" fmla="*/ 1 h 15"/>
                  <a:gd name="T18" fmla="*/ 41 w 49"/>
                  <a:gd name="T19" fmla="*/ 1 h 15"/>
                  <a:gd name="T20" fmla="*/ 7 w 49"/>
                  <a:gd name="T21" fmla="*/ 2 h 15"/>
                  <a:gd name="T22" fmla="*/ 3 w 49"/>
                  <a:gd name="T23" fmla="*/ 4 h 15"/>
                  <a:gd name="T24" fmla="*/ 1 w 49"/>
                  <a:gd name="T25" fmla="*/ 8 h 15"/>
                  <a:gd name="T26" fmla="*/ 8 w 49"/>
                  <a:gd name="T27" fmla="*/ 14 h 15"/>
                  <a:gd name="T28" fmla="*/ 8 w 49"/>
                  <a:gd name="T29" fmla="*/ 14 h 15"/>
                  <a:gd name="T30" fmla="*/ 42 w 49"/>
                  <a:gd name="T31" fmla="*/ 13 h 15"/>
                  <a:gd name="T32" fmla="*/ 48 w 49"/>
                  <a:gd name="T33" fmla="*/ 7 h 15"/>
                  <a:gd name="T34" fmla="*/ 42 w 49"/>
                  <a:gd name="T35"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15">
                    <a:moveTo>
                      <a:pt x="8" y="15"/>
                    </a:moveTo>
                    <a:cubicBezTo>
                      <a:pt x="4" y="15"/>
                      <a:pt x="0" y="12"/>
                      <a:pt x="0" y="8"/>
                    </a:cubicBezTo>
                    <a:cubicBezTo>
                      <a:pt x="0" y="6"/>
                      <a:pt x="1" y="5"/>
                      <a:pt x="2" y="3"/>
                    </a:cubicBezTo>
                    <a:cubicBezTo>
                      <a:pt x="4" y="2"/>
                      <a:pt x="5" y="1"/>
                      <a:pt x="7" y="1"/>
                    </a:cubicBezTo>
                    <a:cubicBezTo>
                      <a:pt x="42" y="0"/>
                      <a:pt x="42" y="0"/>
                      <a:pt x="42" y="0"/>
                    </a:cubicBezTo>
                    <a:cubicBezTo>
                      <a:pt x="46" y="0"/>
                      <a:pt x="49" y="3"/>
                      <a:pt x="49" y="7"/>
                    </a:cubicBezTo>
                    <a:cubicBezTo>
                      <a:pt x="49" y="11"/>
                      <a:pt x="46" y="14"/>
                      <a:pt x="42" y="14"/>
                    </a:cubicBezTo>
                    <a:lnTo>
                      <a:pt x="8" y="15"/>
                    </a:lnTo>
                    <a:close/>
                    <a:moveTo>
                      <a:pt x="42" y="1"/>
                    </a:moveTo>
                    <a:cubicBezTo>
                      <a:pt x="41" y="1"/>
                      <a:pt x="41" y="1"/>
                      <a:pt x="41" y="1"/>
                    </a:cubicBezTo>
                    <a:cubicBezTo>
                      <a:pt x="7" y="2"/>
                      <a:pt x="7" y="2"/>
                      <a:pt x="7" y="2"/>
                    </a:cubicBezTo>
                    <a:cubicBezTo>
                      <a:pt x="6" y="2"/>
                      <a:pt x="4" y="3"/>
                      <a:pt x="3" y="4"/>
                    </a:cubicBezTo>
                    <a:cubicBezTo>
                      <a:pt x="2" y="5"/>
                      <a:pt x="1" y="7"/>
                      <a:pt x="1" y="8"/>
                    </a:cubicBezTo>
                    <a:cubicBezTo>
                      <a:pt x="1" y="12"/>
                      <a:pt x="4" y="14"/>
                      <a:pt x="8" y="14"/>
                    </a:cubicBezTo>
                    <a:cubicBezTo>
                      <a:pt x="8" y="14"/>
                      <a:pt x="8" y="14"/>
                      <a:pt x="8" y="14"/>
                    </a:cubicBezTo>
                    <a:cubicBezTo>
                      <a:pt x="42" y="13"/>
                      <a:pt x="42" y="13"/>
                      <a:pt x="42" y="13"/>
                    </a:cubicBezTo>
                    <a:cubicBezTo>
                      <a:pt x="45" y="13"/>
                      <a:pt x="48" y="10"/>
                      <a:pt x="48" y="7"/>
                    </a:cubicBezTo>
                    <a:cubicBezTo>
                      <a:pt x="48" y="4"/>
                      <a:pt x="45" y="1"/>
                      <a:pt x="4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80" name="Freeform 36"/>
              <p:cNvSpPr>
                <a:spLocks noEditPoints="1"/>
              </p:cNvSpPr>
              <p:nvPr/>
            </p:nvSpPr>
            <p:spPr bwMode="auto">
              <a:xfrm>
                <a:off x="6335" y="2762"/>
                <a:ext cx="402" cy="354"/>
              </a:xfrm>
              <a:custGeom>
                <a:avLst/>
                <a:gdLst>
                  <a:gd name="T0" fmla="*/ 163 w 169"/>
                  <a:gd name="T1" fmla="*/ 131 h 148"/>
                  <a:gd name="T2" fmla="*/ 159 w 169"/>
                  <a:gd name="T3" fmla="*/ 108 h 148"/>
                  <a:gd name="T4" fmla="*/ 135 w 169"/>
                  <a:gd name="T5" fmla="*/ 36 h 148"/>
                  <a:gd name="T6" fmla="*/ 99 w 169"/>
                  <a:gd name="T7" fmla="*/ 2 h 148"/>
                  <a:gd name="T8" fmla="*/ 99 w 169"/>
                  <a:gd name="T9" fmla="*/ 0 h 148"/>
                  <a:gd name="T10" fmla="*/ 63 w 169"/>
                  <a:gd name="T11" fmla="*/ 1 h 148"/>
                  <a:gd name="T12" fmla="*/ 38 w 169"/>
                  <a:gd name="T13" fmla="*/ 31 h 148"/>
                  <a:gd name="T14" fmla="*/ 15 w 169"/>
                  <a:gd name="T15" fmla="*/ 124 h 148"/>
                  <a:gd name="T16" fmla="*/ 8 w 169"/>
                  <a:gd name="T17" fmla="*/ 139 h 148"/>
                  <a:gd name="T18" fmla="*/ 8 w 169"/>
                  <a:gd name="T19" fmla="*/ 139 h 148"/>
                  <a:gd name="T20" fmla="*/ 7 w 169"/>
                  <a:gd name="T21" fmla="*/ 143 h 148"/>
                  <a:gd name="T22" fmla="*/ 16 w 169"/>
                  <a:gd name="T23" fmla="*/ 144 h 148"/>
                  <a:gd name="T24" fmla="*/ 28 w 169"/>
                  <a:gd name="T25" fmla="*/ 142 h 148"/>
                  <a:gd name="T26" fmla="*/ 28 w 169"/>
                  <a:gd name="T27" fmla="*/ 142 h 148"/>
                  <a:gd name="T28" fmla="*/ 29 w 169"/>
                  <a:gd name="T29" fmla="*/ 142 h 148"/>
                  <a:gd name="T30" fmla="*/ 78 w 169"/>
                  <a:gd name="T31" fmla="*/ 148 h 148"/>
                  <a:gd name="T32" fmla="*/ 143 w 169"/>
                  <a:gd name="T33" fmla="*/ 139 h 148"/>
                  <a:gd name="T34" fmla="*/ 155 w 169"/>
                  <a:gd name="T35" fmla="*/ 141 h 148"/>
                  <a:gd name="T36" fmla="*/ 159 w 169"/>
                  <a:gd name="T37" fmla="*/ 142 h 148"/>
                  <a:gd name="T38" fmla="*/ 167 w 169"/>
                  <a:gd name="T39" fmla="*/ 138 h 148"/>
                  <a:gd name="T40" fmla="*/ 163 w 169"/>
                  <a:gd name="T41" fmla="*/ 131 h 148"/>
                  <a:gd name="T42" fmla="*/ 107 w 169"/>
                  <a:gd name="T43" fmla="*/ 101 h 148"/>
                  <a:gd name="T44" fmla="*/ 56 w 169"/>
                  <a:gd name="T45" fmla="*/ 100 h 148"/>
                  <a:gd name="T46" fmla="*/ 56 w 169"/>
                  <a:gd name="T47" fmla="*/ 96 h 148"/>
                  <a:gd name="T48" fmla="*/ 70 w 169"/>
                  <a:gd name="T49" fmla="*/ 79 h 148"/>
                  <a:gd name="T50" fmla="*/ 70 w 169"/>
                  <a:gd name="T51" fmla="*/ 73 h 148"/>
                  <a:gd name="T52" fmla="*/ 57 w 169"/>
                  <a:gd name="T53" fmla="*/ 73 h 148"/>
                  <a:gd name="T54" fmla="*/ 57 w 169"/>
                  <a:gd name="T55" fmla="*/ 67 h 148"/>
                  <a:gd name="T56" fmla="*/ 68 w 169"/>
                  <a:gd name="T57" fmla="*/ 67 h 148"/>
                  <a:gd name="T58" fmla="*/ 67 w 169"/>
                  <a:gd name="T59" fmla="*/ 57 h 148"/>
                  <a:gd name="T60" fmla="*/ 91 w 169"/>
                  <a:gd name="T61" fmla="*/ 39 h 148"/>
                  <a:gd name="T62" fmla="*/ 104 w 169"/>
                  <a:gd name="T63" fmla="*/ 41 h 148"/>
                  <a:gd name="T64" fmla="*/ 102 w 169"/>
                  <a:gd name="T65" fmla="*/ 47 h 148"/>
                  <a:gd name="T66" fmla="*/ 91 w 169"/>
                  <a:gd name="T67" fmla="*/ 45 h 148"/>
                  <a:gd name="T68" fmla="*/ 77 w 169"/>
                  <a:gd name="T69" fmla="*/ 57 h 148"/>
                  <a:gd name="T70" fmla="*/ 79 w 169"/>
                  <a:gd name="T71" fmla="*/ 67 h 148"/>
                  <a:gd name="T72" fmla="*/ 97 w 169"/>
                  <a:gd name="T73" fmla="*/ 67 h 148"/>
                  <a:gd name="T74" fmla="*/ 96 w 169"/>
                  <a:gd name="T75" fmla="*/ 73 h 148"/>
                  <a:gd name="T76" fmla="*/ 80 w 169"/>
                  <a:gd name="T77" fmla="*/ 73 h 148"/>
                  <a:gd name="T78" fmla="*/ 79 w 169"/>
                  <a:gd name="T79" fmla="*/ 83 h 148"/>
                  <a:gd name="T80" fmla="*/ 71 w 169"/>
                  <a:gd name="T81" fmla="*/ 93 h 148"/>
                  <a:gd name="T82" fmla="*/ 71 w 169"/>
                  <a:gd name="T83" fmla="*/ 94 h 148"/>
                  <a:gd name="T84" fmla="*/ 107 w 169"/>
                  <a:gd name="T85" fmla="*/ 94 h 148"/>
                  <a:gd name="T86" fmla="*/ 107 w 169"/>
                  <a:gd name="T87" fmla="*/ 10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9" h="148">
                    <a:moveTo>
                      <a:pt x="163" y="131"/>
                    </a:moveTo>
                    <a:cubicBezTo>
                      <a:pt x="163" y="131"/>
                      <a:pt x="154" y="125"/>
                      <a:pt x="159" y="108"/>
                    </a:cubicBezTo>
                    <a:cubicBezTo>
                      <a:pt x="159" y="108"/>
                      <a:pt x="168" y="62"/>
                      <a:pt x="135" y="36"/>
                    </a:cubicBezTo>
                    <a:cubicBezTo>
                      <a:pt x="133" y="35"/>
                      <a:pt x="100" y="10"/>
                      <a:pt x="99" y="2"/>
                    </a:cubicBezTo>
                    <a:cubicBezTo>
                      <a:pt x="99" y="2"/>
                      <a:pt x="99" y="1"/>
                      <a:pt x="99" y="0"/>
                    </a:cubicBezTo>
                    <a:cubicBezTo>
                      <a:pt x="63" y="1"/>
                      <a:pt x="63" y="1"/>
                      <a:pt x="63" y="1"/>
                    </a:cubicBezTo>
                    <a:cubicBezTo>
                      <a:pt x="58" y="9"/>
                      <a:pt x="50" y="19"/>
                      <a:pt x="38" y="31"/>
                    </a:cubicBezTo>
                    <a:cubicBezTo>
                      <a:pt x="37" y="32"/>
                      <a:pt x="0" y="69"/>
                      <a:pt x="15" y="124"/>
                    </a:cubicBezTo>
                    <a:cubicBezTo>
                      <a:pt x="15" y="125"/>
                      <a:pt x="16" y="128"/>
                      <a:pt x="8" y="139"/>
                    </a:cubicBezTo>
                    <a:cubicBezTo>
                      <a:pt x="8" y="139"/>
                      <a:pt x="8" y="139"/>
                      <a:pt x="8" y="139"/>
                    </a:cubicBezTo>
                    <a:cubicBezTo>
                      <a:pt x="8" y="139"/>
                      <a:pt x="6" y="142"/>
                      <a:pt x="7" y="143"/>
                    </a:cubicBezTo>
                    <a:cubicBezTo>
                      <a:pt x="9" y="145"/>
                      <a:pt x="12" y="145"/>
                      <a:pt x="16" y="144"/>
                    </a:cubicBezTo>
                    <a:cubicBezTo>
                      <a:pt x="16" y="144"/>
                      <a:pt x="21" y="143"/>
                      <a:pt x="28" y="142"/>
                    </a:cubicBezTo>
                    <a:cubicBezTo>
                      <a:pt x="28" y="142"/>
                      <a:pt x="28" y="142"/>
                      <a:pt x="28" y="142"/>
                    </a:cubicBezTo>
                    <a:cubicBezTo>
                      <a:pt x="29" y="142"/>
                      <a:pt x="29" y="142"/>
                      <a:pt x="29" y="142"/>
                    </a:cubicBezTo>
                    <a:cubicBezTo>
                      <a:pt x="29" y="142"/>
                      <a:pt x="48" y="148"/>
                      <a:pt x="78" y="148"/>
                    </a:cubicBezTo>
                    <a:cubicBezTo>
                      <a:pt x="100" y="148"/>
                      <a:pt x="122" y="145"/>
                      <a:pt x="143" y="139"/>
                    </a:cubicBezTo>
                    <a:cubicBezTo>
                      <a:pt x="143" y="139"/>
                      <a:pt x="149" y="138"/>
                      <a:pt x="155" y="141"/>
                    </a:cubicBezTo>
                    <a:cubicBezTo>
                      <a:pt x="155" y="141"/>
                      <a:pt x="157" y="142"/>
                      <a:pt x="159" y="142"/>
                    </a:cubicBezTo>
                    <a:cubicBezTo>
                      <a:pt x="162" y="142"/>
                      <a:pt x="165" y="140"/>
                      <a:pt x="167" y="138"/>
                    </a:cubicBezTo>
                    <a:cubicBezTo>
                      <a:pt x="167" y="138"/>
                      <a:pt x="169" y="135"/>
                      <a:pt x="163" y="131"/>
                    </a:cubicBezTo>
                    <a:close/>
                    <a:moveTo>
                      <a:pt x="107" y="101"/>
                    </a:moveTo>
                    <a:cubicBezTo>
                      <a:pt x="56" y="100"/>
                      <a:pt x="56" y="100"/>
                      <a:pt x="56" y="100"/>
                    </a:cubicBezTo>
                    <a:cubicBezTo>
                      <a:pt x="56" y="96"/>
                      <a:pt x="56" y="96"/>
                      <a:pt x="56" y="96"/>
                    </a:cubicBezTo>
                    <a:cubicBezTo>
                      <a:pt x="64" y="93"/>
                      <a:pt x="70" y="86"/>
                      <a:pt x="70" y="79"/>
                    </a:cubicBezTo>
                    <a:cubicBezTo>
                      <a:pt x="70" y="77"/>
                      <a:pt x="70" y="75"/>
                      <a:pt x="70" y="73"/>
                    </a:cubicBezTo>
                    <a:cubicBezTo>
                      <a:pt x="57" y="73"/>
                      <a:pt x="57" y="73"/>
                      <a:pt x="57" y="73"/>
                    </a:cubicBezTo>
                    <a:cubicBezTo>
                      <a:pt x="57" y="67"/>
                      <a:pt x="57" y="67"/>
                      <a:pt x="57" y="67"/>
                    </a:cubicBezTo>
                    <a:cubicBezTo>
                      <a:pt x="68" y="67"/>
                      <a:pt x="68" y="67"/>
                      <a:pt x="68" y="67"/>
                    </a:cubicBezTo>
                    <a:cubicBezTo>
                      <a:pt x="68" y="64"/>
                      <a:pt x="67" y="61"/>
                      <a:pt x="67" y="57"/>
                    </a:cubicBezTo>
                    <a:cubicBezTo>
                      <a:pt x="67" y="46"/>
                      <a:pt x="77" y="39"/>
                      <a:pt x="91" y="39"/>
                    </a:cubicBezTo>
                    <a:cubicBezTo>
                      <a:pt x="97" y="39"/>
                      <a:pt x="102" y="40"/>
                      <a:pt x="104" y="41"/>
                    </a:cubicBezTo>
                    <a:cubicBezTo>
                      <a:pt x="102" y="47"/>
                      <a:pt x="102" y="47"/>
                      <a:pt x="102" y="47"/>
                    </a:cubicBezTo>
                    <a:cubicBezTo>
                      <a:pt x="100" y="46"/>
                      <a:pt x="96" y="45"/>
                      <a:pt x="91" y="45"/>
                    </a:cubicBezTo>
                    <a:cubicBezTo>
                      <a:pt x="81" y="45"/>
                      <a:pt x="77" y="50"/>
                      <a:pt x="77" y="57"/>
                    </a:cubicBezTo>
                    <a:cubicBezTo>
                      <a:pt x="77" y="61"/>
                      <a:pt x="78" y="64"/>
                      <a:pt x="79" y="67"/>
                    </a:cubicBezTo>
                    <a:cubicBezTo>
                      <a:pt x="97" y="67"/>
                      <a:pt x="97" y="67"/>
                      <a:pt x="97" y="67"/>
                    </a:cubicBezTo>
                    <a:cubicBezTo>
                      <a:pt x="96" y="73"/>
                      <a:pt x="96" y="73"/>
                      <a:pt x="96" y="73"/>
                    </a:cubicBezTo>
                    <a:cubicBezTo>
                      <a:pt x="80" y="73"/>
                      <a:pt x="80" y="73"/>
                      <a:pt x="80" y="73"/>
                    </a:cubicBezTo>
                    <a:cubicBezTo>
                      <a:pt x="80" y="76"/>
                      <a:pt x="80" y="80"/>
                      <a:pt x="79" y="83"/>
                    </a:cubicBezTo>
                    <a:cubicBezTo>
                      <a:pt x="78" y="87"/>
                      <a:pt x="75" y="91"/>
                      <a:pt x="71" y="93"/>
                    </a:cubicBezTo>
                    <a:cubicBezTo>
                      <a:pt x="71" y="94"/>
                      <a:pt x="71" y="94"/>
                      <a:pt x="71" y="94"/>
                    </a:cubicBezTo>
                    <a:cubicBezTo>
                      <a:pt x="107" y="94"/>
                      <a:pt x="107" y="94"/>
                      <a:pt x="107" y="94"/>
                    </a:cubicBezTo>
                    <a:lnTo>
                      <a:pt x="107" y="1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81" name="Freeform 37"/>
              <p:cNvSpPr/>
              <p:nvPr/>
            </p:nvSpPr>
            <p:spPr bwMode="auto">
              <a:xfrm>
                <a:off x="6147" y="2633"/>
                <a:ext cx="129" cy="81"/>
              </a:xfrm>
              <a:custGeom>
                <a:avLst/>
                <a:gdLst>
                  <a:gd name="T0" fmla="*/ 14 w 54"/>
                  <a:gd name="T1" fmla="*/ 34 h 34"/>
                  <a:gd name="T2" fmla="*/ 43 w 54"/>
                  <a:gd name="T3" fmla="*/ 34 h 34"/>
                  <a:gd name="T4" fmla="*/ 54 w 54"/>
                  <a:gd name="T5" fmla="*/ 13 h 34"/>
                  <a:gd name="T6" fmla="*/ 28 w 54"/>
                  <a:gd name="T7" fmla="*/ 12 h 34"/>
                  <a:gd name="T8" fmla="*/ 16 w 54"/>
                  <a:gd name="T9" fmla="*/ 6 h 34"/>
                  <a:gd name="T10" fmla="*/ 4 w 54"/>
                  <a:gd name="T11" fmla="*/ 13 h 34"/>
                  <a:gd name="T12" fmla="*/ 14 w 54"/>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4" h="34">
                    <a:moveTo>
                      <a:pt x="14" y="34"/>
                    </a:moveTo>
                    <a:cubicBezTo>
                      <a:pt x="43" y="34"/>
                      <a:pt x="43" y="34"/>
                      <a:pt x="43" y="34"/>
                    </a:cubicBezTo>
                    <a:cubicBezTo>
                      <a:pt x="45" y="29"/>
                      <a:pt x="48" y="22"/>
                      <a:pt x="54" y="13"/>
                    </a:cubicBezTo>
                    <a:cubicBezTo>
                      <a:pt x="54" y="13"/>
                      <a:pt x="51" y="3"/>
                      <a:pt x="28" y="12"/>
                    </a:cubicBezTo>
                    <a:cubicBezTo>
                      <a:pt x="28" y="12"/>
                      <a:pt x="22" y="11"/>
                      <a:pt x="16" y="6"/>
                    </a:cubicBezTo>
                    <a:cubicBezTo>
                      <a:pt x="16" y="6"/>
                      <a:pt x="0" y="0"/>
                      <a:pt x="4" y="13"/>
                    </a:cubicBezTo>
                    <a:lnTo>
                      <a:pt x="14" y="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82" name="Freeform 38"/>
              <p:cNvSpPr>
                <a:spLocks noEditPoints="1"/>
              </p:cNvSpPr>
              <p:nvPr/>
            </p:nvSpPr>
            <p:spPr bwMode="auto">
              <a:xfrm>
                <a:off x="6152" y="2642"/>
                <a:ext cx="126" cy="74"/>
              </a:xfrm>
              <a:custGeom>
                <a:avLst/>
                <a:gdLst>
                  <a:gd name="T0" fmla="*/ 12 w 53"/>
                  <a:gd name="T1" fmla="*/ 31 h 31"/>
                  <a:gd name="T2" fmla="*/ 1 w 53"/>
                  <a:gd name="T3" fmla="*/ 9 h 31"/>
                  <a:gd name="T4" fmla="*/ 2 w 53"/>
                  <a:gd name="T5" fmla="*/ 2 h 31"/>
                  <a:gd name="T6" fmla="*/ 7 w 53"/>
                  <a:gd name="T7" fmla="*/ 0 h 31"/>
                  <a:gd name="T8" fmla="*/ 15 w 53"/>
                  <a:gd name="T9" fmla="*/ 2 h 31"/>
                  <a:gd name="T10" fmla="*/ 15 w 53"/>
                  <a:gd name="T11" fmla="*/ 2 h 31"/>
                  <a:gd name="T12" fmla="*/ 25 w 53"/>
                  <a:gd name="T13" fmla="*/ 7 h 31"/>
                  <a:gd name="T14" fmla="*/ 42 w 53"/>
                  <a:gd name="T15" fmla="*/ 3 h 31"/>
                  <a:gd name="T16" fmla="*/ 53 w 53"/>
                  <a:gd name="T17" fmla="*/ 9 h 31"/>
                  <a:gd name="T18" fmla="*/ 53 w 53"/>
                  <a:gd name="T19" fmla="*/ 9 h 31"/>
                  <a:gd name="T20" fmla="*/ 53 w 53"/>
                  <a:gd name="T21" fmla="*/ 9 h 31"/>
                  <a:gd name="T22" fmla="*/ 42 w 53"/>
                  <a:gd name="T23" fmla="*/ 31 h 31"/>
                  <a:gd name="T24" fmla="*/ 42 w 53"/>
                  <a:gd name="T25" fmla="*/ 31 h 31"/>
                  <a:gd name="T26" fmla="*/ 12 w 53"/>
                  <a:gd name="T27" fmla="*/ 31 h 31"/>
                  <a:gd name="T28" fmla="*/ 7 w 53"/>
                  <a:gd name="T29" fmla="*/ 1 h 31"/>
                  <a:gd name="T30" fmla="*/ 2 w 53"/>
                  <a:gd name="T31" fmla="*/ 3 h 31"/>
                  <a:gd name="T32" fmla="*/ 2 w 53"/>
                  <a:gd name="T33" fmla="*/ 9 h 31"/>
                  <a:gd name="T34" fmla="*/ 13 w 53"/>
                  <a:gd name="T35" fmla="*/ 30 h 31"/>
                  <a:gd name="T36" fmla="*/ 41 w 53"/>
                  <a:gd name="T37" fmla="*/ 30 h 31"/>
                  <a:gd name="T38" fmla="*/ 52 w 53"/>
                  <a:gd name="T39" fmla="*/ 9 h 31"/>
                  <a:gd name="T40" fmla="*/ 42 w 53"/>
                  <a:gd name="T41" fmla="*/ 4 h 31"/>
                  <a:gd name="T42" fmla="*/ 26 w 53"/>
                  <a:gd name="T43" fmla="*/ 8 h 31"/>
                  <a:gd name="T44" fmla="*/ 26 w 53"/>
                  <a:gd name="T45" fmla="*/ 8 h 31"/>
                  <a:gd name="T46" fmla="*/ 25 w 53"/>
                  <a:gd name="T47" fmla="*/ 8 h 31"/>
                  <a:gd name="T48" fmla="*/ 14 w 53"/>
                  <a:gd name="T49" fmla="*/ 3 h 31"/>
                  <a:gd name="T50" fmla="*/ 7 w 53"/>
                  <a:gd name="T51"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3" h="31">
                    <a:moveTo>
                      <a:pt x="12" y="31"/>
                    </a:moveTo>
                    <a:cubicBezTo>
                      <a:pt x="1" y="9"/>
                      <a:pt x="1" y="9"/>
                      <a:pt x="1" y="9"/>
                    </a:cubicBezTo>
                    <a:cubicBezTo>
                      <a:pt x="0" y="6"/>
                      <a:pt x="0" y="4"/>
                      <a:pt x="2" y="2"/>
                    </a:cubicBezTo>
                    <a:cubicBezTo>
                      <a:pt x="3" y="1"/>
                      <a:pt x="4" y="0"/>
                      <a:pt x="7" y="0"/>
                    </a:cubicBezTo>
                    <a:cubicBezTo>
                      <a:pt x="10" y="0"/>
                      <a:pt x="14" y="2"/>
                      <a:pt x="15" y="2"/>
                    </a:cubicBezTo>
                    <a:cubicBezTo>
                      <a:pt x="15" y="2"/>
                      <a:pt x="15" y="2"/>
                      <a:pt x="15" y="2"/>
                    </a:cubicBezTo>
                    <a:cubicBezTo>
                      <a:pt x="20" y="6"/>
                      <a:pt x="25" y="7"/>
                      <a:pt x="25" y="7"/>
                    </a:cubicBezTo>
                    <a:cubicBezTo>
                      <a:pt x="32" y="5"/>
                      <a:pt x="37" y="3"/>
                      <a:pt x="42" y="3"/>
                    </a:cubicBezTo>
                    <a:cubicBezTo>
                      <a:pt x="51" y="3"/>
                      <a:pt x="53" y="9"/>
                      <a:pt x="53" y="9"/>
                    </a:cubicBezTo>
                    <a:cubicBezTo>
                      <a:pt x="53" y="9"/>
                      <a:pt x="53" y="9"/>
                      <a:pt x="53" y="9"/>
                    </a:cubicBezTo>
                    <a:cubicBezTo>
                      <a:pt x="53" y="9"/>
                      <a:pt x="53" y="9"/>
                      <a:pt x="53" y="9"/>
                    </a:cubicBezTo>
                    <a:cubicBezTo>
                      <a:pt x="48" y="17"/>
                      <a:pt x="44" y="24"/>
                      <a:pt x="42" y="31"/>
                    </a:cubicBezTo>
                    <a:cubicBezTo>
                      <a:pt x="42" y="31"/>
                      <a:pt x="42" y="31"/>
                      <a:pt x="42" y="31"/>
                    </a:cubicBezTo>
                    <a:lnTo>
                      <a:pt x="12" y="31"/>
                    </a:lnTo>
                    <a:close/>
                    <a:moveTo>
                      <a:pt x="7" y="1"/>
                    </a:moveTo>
                    <a:cubicBezTo>
                      <a:pt x="5" y="1"/>
                      <a:pt x="3" y="2"/>
                      <a:pt x="2" y="3"/>
                    </a:cubicBezTo>
                    <a:cubicBezTo>
                      <a:pt x="1" y="4"/>
                      <a:pt x="1" y="6"/>
                      <a:pt x="2" y="9"/>
                    </a:cubicBezTo>
                    <a:cubicBezTo>
                      <a:pt x="13" y="30"/>
                      <a:pt x="13" y="30"/>
                      <a:pt x="13" y="30"/>
                    </a:cubicBezTo>
                    <a:cubicBezTo>
                      <a:pt x="41" y="30"/>
                      <a:pt x="41" y="30"/>
                      <a:pt x="41" y="30"/>
                    </a:cubicBezTo>
                    <a:cubicBezTo>
                      <a:pt x="43" y="23"/>
                      <a:pt x="47" y="16"/>
                      <a:pt x="52" y="9"/>
                    </a:cubicBezTo>
                    <a:cubicBezTo>
                      <a:pt x="51" y="8"/>
                      <a:pt x="49" y="4"/>
                      <a:pt x="42" y="4"/>
                    </a:cubicBezTo>
                    <a:cubicBezTo>
                      <a:pt x="37" y="4"/>
                      <a:pt x="32" y="6"/>
                      <a:pt x="26" y="8"/>
                    </a:cubicBezTo>
                    <a:cubicBezTo>
                      <a:pt x="26" y="8"/>
                      <a:pt x="26" y="8"/>
                      <a:pt x="26" y="8"/>
                    </a:cubicBezTo>
                    <a:cubicBezTo>
                      <a:pt x="25" y="8"/>
                      <a:pt x="25" y="8"/>
                      <a:pt x="25" y="8"/>
                    </a:cubicBezTo>
                    <a:cubicBezTo>
                      <a:pt x="25" y="8"/>
                      <a:pt x="20" y="7"/>
                      <a:pt x="14" y="3"/>
                    </a:cubicBezTo>
                    <a:cubicBezTo>
                      <a:pt x="14" y="3"/>
                      <a:pt x="10" y="1"/>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83" name="Freeform 39"/>
              <p:cNvSpPr/>
              <p:nvPr/>
            </p:nvSpPr>
            <p:spPr bwMode="auto">
              <a:xfrm>
                <a:off x="6171" y="2721"/>
                <a:ext cx="86" cy="24"/>
              </a:xfrm>
              <a:custGeom>
                <a:avLst/>
                <a:gdLst>
                  <a:gd name="T0" fmla="*/ 31 w 36"/>
                  <a:gd name="T1" fmla="*/ 0 h 10"/>
                  <a:gd name="T2" fmla="*/ 5 w 36"/>
                  <a:gd name="T3" fmla="*/ 0 h 10"/>
                  <a:gd name="T4" fmla="*/ 0 w 36"/>
                  <a:gd name="T5" fmla="*/ 5 h 10"/>
                  <a:gd name="T6" fmla="*/ 5 w 36"/>
                  <a:gd name="T7" fmla="*/ 10 h 10"/>
                  <a:gd name="T8" fmla="*/ 31 w 36"/>
                  <a:gd name="T9" fmla="*/ 10 h 10"/>
                  <a:gd name="T10" fmla="*/ 36 w 36"/>
                  <a:gd name="T11" fmla="*/ 5 h 10"/>
                  <a:gd name="T12" fmla="*/ 31 w 3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36" h="10">
                    <a:moveTo>
                      <a:pt x="31" y="0"/>
                    </a:moveTo>
                    <a:cubicBezTo>
                      <a:pt x="5" y="0"/>
                      <a:pt x="5" y="0"/>
                      <a:pt x="5" y="0"/>
                    </a:cubicBezTo>
                    <a:cubicBezTo>
                      <a:pt x="2" y="0"/>
                      <a:pt x="0" y="2"/>
                      <a:pt x="0" y="5"/>
                    </a:cubicBezTo>
                    <a:cubicBezTo>
                      <a:pt x="0" y="7"/>
                      <a:pt x="2" y="10"/>
                      <a:pt x="5" y="10"/>
                    </a:cubicBezTo>
                    <a:cubicBezTo>
                      <a:pt x="31" y="10"/>
                      <a:pt x="31" y="10"/>
                      <a:pt x="31" y="10"/>
                    </a:cubicBezTo>
                    <a:cubicBezTo>
                      <a:pt x="34" y="10"/>
                      <a:pt x="36" y="7"/>
                      <a:pt x="36" y="5"/>
                    </a:cubicBezTo>
                    <a:cubicBezTo>
                      <a:pt x="36" y="2"/>
                      <a:pt x="34" y="0"/>
                      <a:pt x="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84" name="Freeform 40"/>
              <p:cNvSpPr>
                <a:spLocks noEditPoints="1"/>
              </p:cNvSpPr>
              <p:nvPr/>
            </p:nvSpPr>
            <p:spPr bwMode="auto">
              <a:xfrm>
                <a:off x="6171" y="2719"/>
                <a:ext cx="86" cy="26"/>
              </a:xfrm>
              <a:custGeom>
                <a:avLst/>
                <a:gdLst>
                  <a:gd name="T0" fmla="*/ 5 w 36"/>
                  <a:gd name="T1" fmla="*/ 11 h 11"/>
                  <a:gd name="T2" fmla="*/ 0 w 36"/>
                  <a:gd name="T3" fmla="*/ 6 h 11"/>
                  <a:gd name="T4" fmla="*/ 1 w 36"/>
                  <a:gd name="T5" fmla="*/ 2 h 11"/>
                  <a:gd name="T6" fmla="*/ 5 w 36"/>
                  <a:gd name="T7" fmla="*/ 0 h 11"/>
                  <a:gd name="T8" fmla="*/ 31 w 36"/>
                  <a:gd name="T9" fmla="*/ 0 h 11"/>
                  <a:gd name="T10" fmla="*/ 36 w 36"/>
                  <a:gd name="T11" fmla="*/ 6 h 11"/>
                  <a:gd name="T12" fmla="*/ 31 w 36"/>
                  <a:gd name="T13" fmla="*/ 11 h 11"/>
                  <a:gd name="T14" fmla="*/ 5 w 36"/>
                  <a:gd name="T15" fmla="*/ 11 h 11"/>
                  <a:gd name="T16" fmla="*/ 31 w 36"/>
                  <a:gd name="T17" fmla="*/ 1 h 11"/>
                  <a:gd name="T18" fmla="*/ 5 w 36"/>
                  <a:gd name="T19" fmla="*/ 1 h 11"/>
                  <a:gd name="T20" fmla="*/ 2 w 36"/>
                  <a:gd name="T21" fmla="*/ 3 h 11"/>
                  <a:gd name="T22" fmla="*/ 1 w 36"/>
                  <a:gd name="T23" fmla="*/ 6 h 11"/>
                  <a:gd name="T24" fmla="*/ 5 w 36"/>
                  <a:gd name="T25" fmla="*/ 10 h 11"/>
                  <a:gd name="T26" fmla="*/ 5 w 36"/>
                  <a:gd name="T27" fmla="*/ 11 h 11"/>
                  <a:gd name="T28" fmla="*/ 5 w 36"/>
                  <a:gd name="T29" fmla="*/ 10 h 11"/>
                  <a:gd name="T30" fmla="*/ 31 w 36"/>
                  <a:gd name="T31" fmla="*/ 10 h 11"/>
                  <a:gd name="T32" fmla="*/ 35 w 36"/>
                  <a:gd name="T33" fmla="*/ 6 h 11"/>
                  <a:gd name="T34" fmla="*/ 31 w 36"/>
                  <a:gd name="T35"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11">
                    <a:moveTo>
                      <a:pt x="5" y="11"/>
                    </a:moveTo>
                    <a:cubicBezTo>
                      <a:pt x="2" y="11"/>
                      <a:pt x="0" y="9"/>
                      <a:pt x="0" y="6"/>
                    </a:cubicBezTo>
                    <a:cubicBezTo>
                      <a:pt x="0" y="4"/>
                      <a:pt x="0" y="3"/>
                      <a:pt x="1" y="2"/>
                    </a:cubicBezTo>
                    <a:cubicBezTo>
                      <a:pt x="2" y="1"/>
                      <a:pt x="4" y="0"/>
                      <a:pt x="5" y="0"/>
                    </a:cubicBezTo>
                    <a:cubicBezTo>
                      <a:pt x="31" y="0"/>
                      <a:pt x="31" y="0"/>
                      <a:pt x="31" y="0"/>
                    </a:cubicBezTo>
                    <a:cubicBezTo>
                      <a:pt x="34" y="0"/>
                      <a:pt x="36" y="3"/>
                      <a:pt x="36" y="6"/>
                    </a:cubicBezTo>
                    <a:cubicBezTo>
                      <a:pt x="36" y="9"/>
                      <a:pt x="34" y="11"/>
                      <a:pt x="31" y="11"/>
                    </a:cubicBezTo>
                    <a:lnTo>
                      <a:pt x="5" y="11"/>
                    </a:lnTo>
                    <a:close/>
                    <a:moveTo>
                      <a:pt x="31" y="1"/>
                    </a:moveTo>
                    <a:cubicBezTo>
                      <a:pt x="5" y="1"/>
                      <a:pt x="5" y="1"/>
                      <a:pt x="5" y="1"/>
                    </a:cubicBezTo>
                    <a:cubicBezTo>
                      <a:pt x="4" y="1"/>
                      <a:pt x="3" y="2"/>
                      <a:pt x="2" y="3"/>
                    </a:cubicBezTo>
                    <a:cubicBezTo>
                      <a:pt x="1" y="3"/>
                      <a:pt x="1" y="5"/>
                      <a:pt x="1" y="6"/>
                    </a:cubicBezTo>
                    <a:cubicBezTo>
                      <a:pt x="1" y="8"/>
                      <a:pt x="3" y="10"/>
                      <a:pt x="5" y="10"/>
                    </a:cubicBezTo>
                    <a:cubicBezTo>
                      <a:pt x="5" y="11"/>
                      <a:pt x="5" y="11"/>
                      <a:pt x="5" y="11"/>
                    </a:cubicBezTo>
                    <a:cubicBezTo>
                      <a:pt x="5" y="10"/>
                      <a:pt x="5" y="10"/>
                      <a:pt x="5" y="10"/>
                    </a:cubicBezTo>
                    <a:cubicBezTo>
                      <a:pt x="31" y="10"/>
                      <a:pt x="31" y="10"/>
                      <a:pt x="31" y="10"/>
                    </a:cubicBezTo>
                    <a:cubicBezTo>
                      <a:pt x="33" y="10"/>
                      <a:pt x="35" y="8"/>
                      <a:pt x="35" y="6"/>
                    </a:cubicBezTo>
                    <a:cubicBezTo>
                      <a:pt x="35" y="3"/>
                      <a:pt x="33" y="1"/>
                      <a:pt x="3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85" name="Freeform 41"/>
              <p:cNvSpPr>
                <a:spLocks noEditPoints="1"/>
              </p:cNvSpPr>
              <p:nvPr/>
            </p:nvSpPr>
            <p:spPr bwMode="auto">
              <a:xfrm>
                <a:off x="6066" y="2752"/>
                <a:ext cx="300" cy="264"/>
              </a:xfrm>
              <a:custGeom>
                <a:avLst/>
                <a:gdLst>
                  <a:gd name="T0" fmla="*/ 120 w 126"/>
                  <a:gd name="T1" fmla="*/ 99 h 110"/>
                  <a:gd name="T2" fmla="*/ 118 w 126"/>
                  <a:gd name="T3" fmla="*/ 82 h 110"/>
                  <a:gd name="T4" fmla="*/ 101 w 126"/>
                  <a:gd name="T5" fmla="*/ 28 h 110"/>
                  <a:gd name="T6" fmla="*/ 76 w 126"/>
                  <a:gd name="T7" fmla="*/ 2 h 110"/>
                  <a:gd name="T8" fmla="*/ 75 w 126"/>
                  <a:gd name="T9" fmla="*/ 0 h 110"/>
                  <a:gd name="T10" fmla="*/ 48 w 126"/>
                  <a:gd name="T11" fmla="*/ 0 h 110"/>
                  <a:gd name="T12" fmla="*/ 29 w 126"/>
                  <a:gd name="T13" fmla="*/ 22 h 110"/>
                  <a:gd name="T14" fmla="*/ 10 w 126"/>
                  <a:gd name="T15" fmla="*/ 91 h 110"/>
                  <a:gd name="T16" fmla="*/ 4 w 126"/>
                  <a:gd name="T17" fmla="*/ 102 h 110"/>
                  <a:gd name="T18" fmla="*/ 4 w 126"/>
                  <a:gd name="T19" fmla="*/ 105 h 110"/>
                  <a:gd name="T20" fmla="*/ 10 w 126"/>
                  <a:gd name="T21" fmla="*/ 106 h 110"/>
                  <a:gd name="T22" fmla="*/ 19 w 126"/>
                  <a:gd name="T23" fmla="*/ 105 h 110"/>
                  <a:gd name="T24" fmla="*/ 19 w 126"/>
                  <a:gd name="T25" fmla="*/ 105 h 110"/>
                  <a:gd name="T26" fmla="*/ 20 w 126"/>
                  <a:gd name="T27" fmla="*/ 105 h 110"/>
                  <a:gd name="T28" fmla="*/ 61 w 126"/>
                  <a:gd name="T29" fmla="*/ 110 h 110"/>
                  <a:gd name="T30" fmla="*/ 105 w 126"/>
                  <a:gd name="T31" fmla="*/ 104 h 110"/>
                  <a:gd name="T32" fmla="*/ 107 w 126"/>
                  <a:gd name="T33" fmla="*/ 104 h 110"/>
                  <a:gd name="T34" fmla="*/ 114 w 126"/>
                  <a:gd name="T35" fmla="*/ 106 h 110"/>
                  <a:gd name="T36" fmla="*/ 118 w 126"/>
                  <a:gd name="T37" fmla="*/ 107 h 110"/>
                  <a:gd name="T38" fmla="*/ 123 w 126"/>
                  <a:gd name="T39" fmla="*/ 104 h 110"/>
                  <a:gd name="T40" fmla="*/ 120 w 126"/>
                  <a:gd name="T41" fmla="*/ 99 h 110"/>
                  <a:gd name="T42" fmla="*/ 81 w 126"/>
                  <a:gd name="T43" fmla="*/ 55 h 110"/>
                  <a:gd name="T44" fmla="*/ 81 w 126"/>
                  <a:gd name="T45" fmla="*/ 58 h 110"/>
                  <a:gd name="T46" fmla="*/ 53 w 126"/>
                  <a:gd name="T47" fmla="*/ 57 h 110"/>
                  <a:gd name="T48" fmla="*/ 53 w 126"/>
                  <a:gd name="T49" fmla="*/ 62 h 110"/>
                  <a:gd name="T50" fmla="*/ 81 w 126"/>
                  <a:gd name="T51" fmla="*/ 62 h 110"/>
                  <a:gd name="T52" fmla="*/ 81 w 126"/>
                  <a:gd name="T53" fmla="*/ 66 h 110"/>
                  <a:gd name="T54" fmla="*/ 53 w 126"/>
                  <a:gd name="T55" fmla="*/ 65 h 110"/>
                  <a:gd name="T56" fmla="*/ 67 w 126"/>
                  <a:gd name="T57" fmla="*/ 80 h 110"/>
                  <a:gd name="T58" fmla="*/ 83 w 126"/>
                  <a:gd name="T59" fmla="*/ 78 h 110"/>
                  <a:gd name="T60" fmla="*/ 85 w 126"/>
                  <a:gd name="T61" fmla="*/ 83 h 110"/>
                  <a:gd name="T62" fmla="*/ 54 w 126"/>
                  <a:gd name="T63" fmla="*/ 81 h 110"/>
                  <a:gd name="T64" fmla="*/ 45 w 126"/>
                  <a:gd name="T65" fmla="*/ 65 h 110"/>
                  <a:gd name="T66" fmla="*/ 38 w 126"/>
                  <a:gd name="T67" fmla="*/ 65 h 110"/>
                  <a:gd name="T68" fmla="*/ 39 w 126"/>
                  <a:gd name="T69" fmla="*/ 61 h 110"/>
                  <a:gd name="T70" fmla="*/ 44 w 126"/>
                  <a:gd name="T71" fmla="*/ 61 h 110"/>
                  <a:gd name="T72" fmla="*/ 45 w 126"/>
                  <a:gd name="T73" fmla="*/ 58 h 110"/>
                  <a:gd name="T74" fmla="*/ 39 w 126"/>
                  <a:gd name="T75" fmla="*/ 57 h 110"/>
                  <a:gd name="T76" fmla="*/ 39 w 126"/>
                  <a:gd name="T77" fmla="*/ 53 h 110"/>
                  <a:gd name="T78" fmla="*/ 45 w 126"/>
                  <a:gd name="T79" fmla="*/ 53 h 110"/>
                  <a:gd name="T80" fmla="*/ 67 w 126"/>
                  <a:gd name="T81" fmla="*/ 35 h 110"/>
                  <a:gd name="T82" fmla="*/ 86 w 126"/>
                  <a:gd name="T83" fmla="*/ 38 h 110"/>
                  <a:gd name="T84" fmla="*/ 83 w 126"/>
                  <a:gd name="T85" fmla="*/ 43 h 110"/>
                  <a:gd name="T86" fmla="*/ 54 w 126"/>
                  <a:gd name="T87" fmla="*/ 54 h 110"/>
                  <a:gd name="T88" fmla="*/ 81 w 126"/>
                  <a:gd name="T89" fmla="*/ 5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6" h="110">
                    <a:moveTo>
                      <a:pt x="120" y="99"/>
                    </a:moveTo>
                    <a:cubicBezTo>
                      <a:pt x="120" y="99"/>
                      <a:pt x="114" y="94"/>
                      <a:pt x="118" y="82"/>
                    </a:cubicBezTo>
                    <a:cubicBezTo>
                      <a:pt x="118" y="82"/>
                      <a:pt x="126" y="48"/>
                      <a:pt x="101" y="28"/>
                    </a:cubicBezTo>
                    <a:cubicBezTo>
                      <a:pt x="99" y="26"/>
                      <a:pt x="76" y="7"/>
                      <a:pt x="76" y="2"/>
                    </a:cubicBezTo>
                    <a:cubicBezTo>
                      <a:pt x="76" y="1"/>
                      <a:pt x="75" y="1"/>
                      <a:pt x="75" y="0"/>
                    </a:cubicBezTo>
                    <a:cubicBezTo>
                      <a:pt x="48" y="0"/>
                      <a:pt x="48" y="0"/>
                      <a:pt x="48" y="0"/>
                    </a:cubicBezTo>
                    <a:cubicBezTo>
                      <a:pt x="45" y="6"/>
                      <a:pt x="38" y="13"/>
                      <a:pt x="29" y="22"/>
                    </a:cubicBezTo>
                    <a:cubicBezTo>
                      <a:pt x="29" y="22"/>
                      <a:pt x="0" y="49"/>
                      <a:pt x="10" y="91"/>
                    </a:cubicBezTo>
                    <a:cubicBezTo>
                      <a:pt x="10" y="92"/>
                      <a:pt x="10" y="94"/>
                      <a:pt x="4" y="102"/>
                    </a:cubicBezTo>
                    <a:cubicBezTo>
                      <a:pt x="4" y="102"/>
                      <a:pt x="3" y="104"/>
                      <a:pt x="4" y="105"/>
                    </a:cubicBezTo>
                    <a:cubicBezTo>
                      <a:pt x="5" y="106"/>
                      <a:pt x="7" y="107"/>
                      <a:pt x="10" y="106"/>
                    </a:cubicBezTo>
                    <a:cubicBezTo>
                      <a:pt x="10" y="106"/>
                      <a:pt x="14" y="105"/>
                      <a:pt x="19" y="105"/>
                    </a:cubicBezTo>
                    <a:cubicBezTo>
                      <a:pt x="19" y="105"/>
                      <a:pt x="19" y="105"/>
                      <a:pt x="19" y="105"/>
                    </a:cubicBezTo>
                    <a:cubicBezTo>
                      <a:pt x="20" y="105"/>
                      <a:pt x="20" y="105"/>
                      <a:pt x="20" y="105"/>
                    </a:cubicBezTo>
                    <a:cubicBezTo>
                      <a:pt x="20" y="105"/>
                      <a:pt x="36" y="110"/>
                      <a:pt x="61" y="110"/>
                    </a:cubicBezTo>
                    <a:cubicBezTo>
                      <a:pt x="76" y="110"/>
                      <a:pt x="91" y="108"/>
                      <a:pt x="105" y="104"/>
                    </a:cubicBezTo>
                    <a:cubicBezTo>
                      <a:pt x="105" y="104"/>
                      <a:pt x="106" y="104"/>
                      <a:pt x="107" y="104"/>
                    </a:cubicBezTo>
                    <a:cubicBezTo>
                      <a:pt x="109" y="104"/>
                      <a:pt x="112" y="105"/>
                      <a:pt x="114" y="106"/>
                    </a:cubicBezTo>
                    <a:cubicBezTo>
                      <a:pt x="114" y="106"/>
                      <a:pt x="116" y="107"/>
                      <a:pt x="118" y="107"/>
                    </a:cubicBezTo>
                    <a:cubicBezTo>
                      <a:pt x="119" y="107"/>
                      <a:pt x="121" y="106"/>
                      <a:pt x="123" y="104"/>
                    </a:cubicBezTo>
                    <a:cubicBezTo>
                      <a:pt x="123" y="104"/>
                      <a:pt x="125" y="102"/>
                      <a:pt x="120" y="99"/>
                    </a:cubicBezTo>
                    <a:close/>
                    <a:moveTo>
                      <a:pt x="81" y="55"/>
                    </a:moveTo>
                    <a:cubicBezTo>
                      <a:pt x="81" y="58"/>
                      <a:pt x="81" y="58"/>
                      <a:pt x="81" y="58"/>
                    </a:cubicBezTo>
                    <a:cubicBezTo>
                      <a:pt x="53" y="57"/>
                      <a:pt x="53" y="57"/>
                      <a:pt x="53" y="57"/>
                    </a:cubicBezTo>
                    <a:cubicBezTo>
                      <a:pt x="53" y="57"/>
                      <a:pt x="52" y="61"/>
                      <a:pt x="53" y="62"/>
                    </a:cubicBezTo>
                    <a:cubicBezTo>
                      <a:pt x="81" y="62"/>
                      <a:pt x="81" y="62"/>
                      <a:pt x="81" y="62"/>
                    </a:cubicBezTo>
                    <a:cubicBezTo>
                      <a:pt x="81" y="66"/>
                      <a:pt x="81" y="66"/>
                      <a:pt x="81" y="66"/>
                    </a:cubicBezTo>
                    <a:cubicBezTo>
                      <a:pt x="53" y="65"/>
                      <a:pt x="53" y="65"/>
                      <a:pt x="53" y="65"/>
                    </a:cubicBezTo>
                    <a:cubicBezTo>
                      <a:pt x="53" y="65"/>
                      <a:pt x="54" y="78"/>
                      <a:pt x="67" y="80"/>
                    </a:cubicBezTo>
                    <a:cubicBezTo>
                      <a:pt x="67" y="80"/>
                      <a:pt x="76" y="82"/>
                      <a:pt x="83" y="78"/>
                    </a:cubicBezTo>
                    <a:cubicBezTo>
                      <a:pt x="85" y="83"/>
                      <a:pt x="85" y="83"/>
                      <a:pt x="85" y="83"/>
                    </a:cubicBezTo>
                    <a:cubicBezTo>
                      <a:pt x="85" y="83"/>
                      <a:pt x="71" y="91"/>
                      <a:pt x="54" y="81"/>
                    </a:cubicBezTo>
                    <a:cubicBezTo>
                      <a:pt x="54" y="81"/>
                      <a:pt x="46" y="76"/>
                      <a:pt x="45" y="65"/>
                    </a:cubicBezTo>
                    <a:cubicBezTo>
                      <a:pt x="38" y="65"/>
                      <a:pt x="38" y="65"/>
                      <a:pt x="38" y="65"/>
                    </a:cubicBezTo>
                    <a:cubicBezTo>
                      <a:pt x="39" y="61"/>
                      <a:pt x="39" y="61"/>
                      <a:pt x="39" y="61"/>
                    </a:cubicBezTo>
                    <a:cubicBezTo>
                      <a:pt x="44" y="61"/>
                      <a:pt x="44" y="61"/>
                      <a:pt x="44" y="61"/>
                    </a:cubicBezTo>
                    <a:cubicBezTo>
                      <a:pt x="44" y="61"/>
                      <a:pt x="44" y="60"/>
                      <a:pt x="45" y="58"/>
                    </a:cubicBezTo>
                    <a:cubicBezTo>
                      <a:pt x="39" y="57"/>
                      <a:pt x="39" y="57"/>
                      <a:pt x="39" y="57"/>
                    </a:cubicBezTo>
                    <a:cubicBezTo>
                      <a:pt x="39" y="53"/>
                      <a:pt x="39" y="53"/>
                      <a:pt x="39" y="53"/>
                    </a:cubicBezTo>
                    <a:cubicBezTo>
                      <a:pt x="45" y="53"/>
                      <a:pt x="45" y="53"/>
                      <a:pt x="45" y="53"/>
                    </a:cubicBezTo>
                    <a:cubicBezTo>
                      <a:pt x="45" y="53"/>
                      <a:pt x="48" y="37"/>
                      <a:pt x="67" y="35"/>
                    </a:cubicBezTo>
                    <a:cubicBezTo>
                      <a:pt x="67" y="35"/>
                      <a:pt x="81" y="33"/>
                      <a:pt x="86" y="38"/>
                    </a:cubicBezTo>
                    <a:cubicBezTo>
                      <a:pt x="83" y="43"/>
                      <a:pt x="83" y="43"/>
                      <a:pt x="83" y="43"/>
                    </a:cubicBezTo>
                    <a:cubicBezTo>
                      <a:pt x="83" y="43"/>
                      <a:pt x="61" y="33"/>
                      <a:pt x="54" y="54"/>
                    </a:cubicBezTo>
                    <a:lnTo>
                      <a:pt x="81" y="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sp>
          <p:nvSpPr>
            <p:cNvPr id="69" name="Freeform 108"/>
            <p:cNvSpPr>
              <a:spLocks noEditPoints="1"/>
            </p:cNvSpPr>
            <p:nvPr/>
          </p:nvSpPr>
          <p:spPr bwMode="auto">
            <a:xfrm>
              <a:off x="9056149" y="4471948"/>
              <a:ext cx="404774" cy="406230"/>
            </a:xfrm>
            <a:custGeom>
              <a:avLst/>
              <a:gdLst>
                <a:gd name="T0" fmla="*/ 97 w 115"/>
                <a:gd name="T1" fmla="*/ 48 h 115"/>
                <a:gd name="T2" fmla="*/ 91 w 115"/>
                <a:gd name="T3" fmla="*/ 41 h 115"/>
                <a:gd name="T4" fmla="*/ 102 w 115"/>
                <a:gd name="T5" fmla="*/ 26 h 115"/>
                <a:gd name="T6" fmla="*/ 94 w 115"/>
                <a:gd name="T7" fmla="*/ 13 h 115"/>
                <a:gd name="T8" fmla="*/ 79 w 115"/>
                <a:gd name="T9" fmla="*/ 23 h 115"/>
                <a:gd name="T10" fmla="*/ 70 w 115"/>
                <a:gd name="T11" fmla="*/ 22 h 115"/>
                <a:gd name="T12" fmla="*/ 67 w 115"/>
                <a:gd name="T13" fmla="*/ 3 h 115"/>
                <a:gd name="T14" fmla="*/ 52 w 115"/>
                <a:gd name="T15" fmla="*/ 0 h 115"/>
                <a:gd name="T16" fmla="*/ 48 w 115"/>
                <a:gd name="T17" fmla="*/ 18 h 115"/>
                <a:gd name="T18" fmla="*/ 41 w 115"/>
                <a:gd name="T19" fmla="*/ 24 h 115"/>
                <a:gd name="T20" fmla="*/ 26 w 115"/>
                <a:gd name="T21" fmla="*/ 13 h 115"/>
                <a:gd name="T22" fmla="*/ 13 w 115"/>
                <a:gd name="T23" fmla="*/ 21 h 115"/>
                <a:gd name="T24" fmla="*/ 23 w 115"/>
                <a:gd name="T25" fmla="*/ 36 h 115"/>
                <a:gd name="T26" fmla="*/ 22 w 115"/>
                <a:gd name="T27" fmla="*/ 45 h 115"/>
                <a:gd name="T28" fmla="*/ 4 w 115"/>
                <a:gd name="T29" fmla="*/ 48 h 115"/>
                <a:gd name="T30" fmla="*/ 0 w 115"/>
                <a:gd name="T31" fmla="*/ 63 h 115"/>
                <a:gd name="T32" fmla="*/ 18 w 115"/>
                <a:gd name="T33" fmla="*/ 66 h 115"/>
                <a:gd name="T34" fmla="*/ 24 w 115"/>
                <a:gd name="T35" fmla="*/ 73 h 115"/>
                <a:gd name="T36" fmla="*/ 13 w 115"/>
                <a:gd name="T37" fmla="*/ 89 h 115"/>
                <a:gd name="T38" fmla="*/ 21 w 115"/>
                <a:gd name="T39" fmla="*/ 102 h 115"/>
                <a:gd name="T40" fmla="*/ 36 w 115"/>
                <a:gd name="T41" fmla="*/ 92 h 115"/>
                <a:gd name="T42" fmla="*/ 45 w 115"/>
                <a:gd name="T43" fmla="*/ 92 h 115"/>
                <a:gd name="T44" fmla="*/ 48 w 115"/>
                <a:gd name="T45" fmla="*/ 111 h 115"/>
                <a:gd name="T46" fmla="*/ 63 w 115"/>
                <a:gd name="T47" fmla="*/ 115 h 115"/>
                <a:gd name="T48" fmla="*/ 67 w 115"/>
                <a:gd name="T49" fmla="*/ 97 h 115"/>
                <a:gd name="T50" fmla="*/ 74 w 115"/>
                <a:gd name="T51" fmla="*/ 91 h 115"/>
                <a:gd name="T52" fmla="*/ 89 w 115"/>
                <a:gd name="T53" fmla="*/ 102 h 115"/>
                <a:gd name="T54" fmla="*/ 102 w 115"/>
                <a:gd name="T55" fmla="*/ 94 h 115"/>
                <a:gd name="T56" fmla="*/ 92 w 115"/>
                <a:gd name="T57" fmla="*/ 79 h 115"/>
                <a:gd name="T58" fmla="*/ 93 w 115"/>
                <a:gd name="T59" fmla="*/ 70 h 115"/>
                <a:gd name="T60" fmla="*/ 112 w 115"/>
                <a:gd name="T61" fmla="*/ 66 h 115"/>
                <a:gd name="T62" fmla="*/ 115 w 115"/>
                <a:gd name="T63" fmla="*/ 52 h 115"/>
                <a:gd name="T64" fmla="*/ 58 w 115"/>
                <a:gd name="T65" fmla="*/ 79 h 115"/>
                <a:gd name="T66" fmla="*/ 58 w 115"/>
                <a:gd name="T67" fmla="*/ 36 h 115"/>
                <a:gd name="T68" fmla="*/ 58 w 115"/>
                <a:gd name="T69" fmla="*/ 79 h 115"/>
                <a:gd name="T70" fmla="*/ 49 w 115"/>
                <a:gd name="T71" fmla="*/ 57 h 115"/>
                <a:gd name="T72" fmla="*/ 67 w 115"/>
                <a:gd name="T73"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5" h="115">
                  <a:moveTo>
                    <a:pt x="112" y="48"/>
                  </a:moveTo>
                  <a:cubicBezTo>
                    <a:pt x="97" y="48"/>
                    <a:pt x="97" y="48"/>
                    <a:pt x="97" y="48"/>
                  </a:cubicBezTo>
                  <a:cubicBezTo>
                    <a:pt x="95" y="48"/>
                    <a:pt x="93" y="47"/>
                    <a:pt x="93" y="45"/>
                  </a:cubicBezTo>
                  <a:cubicBezTo>
                    <a:pt x="91" y="41"/>
                    <a:pt x="91" y="41"/>
                    <a:pt x="91" y="41"/>
                  </a:cubicBezTo>
                  <a:cubicBezTo>
                    <a:pt x="90" y="40"/>
                    <a:pt x="91" y="37"/>
                    <a:pt x="92" y="36"/>
                  </a:cubicBezTo>
                  <a:cubicBezTo>
                    <a:pt x="102" y="26"/>
                    <a:pt x="102" y="26"/>
                    <a:pt x="102" y="26"/>
                  </a:cubicBezTo>
                  <a:cubicBezTo>
                    <a:pt x="104" y="24"/>
                    <a:pt x="104" y="22"/>
                    <a:pt x="102" y="21"/>
                  </a:cubicBezTo>
                  <a:cubicBezTo>
                    <a:pt x="94" y="13"/>
                    <a:pt x="94" y="13"/>
                    <a:pt x="94" y="13"/>
                  </a:cubicBezTo>
                  <a:cubicBezTo>
                    <a:pt x="93" y="11"/>
                    <a:pt x="91" y="11"/>
                    <a:pt x="89" y="13"/>
                  </a:cubicBezTo>
                  <a:cubicBezTo>
                    <a:pt x="79" y="23"/>
                    <a:pt x="79" y="23"/>
                    <a:pt x="79" y="23"/>
                  </a:cubicBezTo>
                  <a:cubicBezTo>
                    <a:pt x="78" y="24"/>
                    <a:pt x="75" y="25"/>
                    <a:pt x="74" y="24"/>
                  </a:cubicBezTo>
                  <a:cubicBezTo>
                    <a:pt x="70" y="22"/>
                    <a:pt x="70" y="22"/>
                    <a:pt x="70" y="22"/>
                  </a:cubicBezTo>
                  <a:cubicBezTo>
                    <a:pt x="68" y="22"/>
                    <a:pt x="67" y="20"/>
                    <a:pt x="67" y="18"/>
                  </a:cubicBezTo>
                  <a:cubicBezTo>
                    <a:pt x="67" y="3"/>
                    <a:pt x="67" y="3"/>
                    <a:pt x="67" y="3"/>
                  </a:cubicBezTo>
                  <a:cubicBezTo>
                    <a:pt x="67" y="1"/>
                    <a:pt x="65" y="0"/>
                    <a:pt x="63" y="0"/>
                  </a:cubicBezTo>
                  <a:cubicBezTo>
                    <a:pt x="52" y="0"/>
                    <a:pt x="52" y="0"/>
                    <a:pt x="52" y="0"/>
                  </a:cubicBezTo>
                  <a:cubicBezTo>
                    <a:pt x="50" y="0"/>
                    <a:pt x="48" y="1"/>
                    <a:pt x="48" y="3"/>
                  </a:cubicBezTo>
                  <a:cubicBezTo>
                    <a:pt x="48" y="18"/>
                    <a:pt x="48" y="18"/>
                    <a:pt x="48" y="18"/>
                  </a:cubicBezTo>
                  <a:cubicBezTo>
                    <a:pt x="48" y="20"/>
                    <a:pt x="47" y="22"/>
                    <a:pt x="45" y="22"/>
                  </a:cubicBezTo>
                  <a:cubicBezTo>
                    <a:pt x="41" y="24"/>
                    <a:pt x="41" y="24"/>
                    <a:pt x="41" y="24"/>
                  </a:cubicBezTo>
                  <a:cubicBezTo>
                    <a:pt x="40" y="25"/>
                    <a:pt x="37" y="24"/>
                    <a:pt x="36" y="23"/>
                  </a:cubicBezTo>
                  <a:cubicBezTo>
                    <a:pt x="26" y="13"/>
                    <a:pt x="26" y="13"/>
                    <a:pt x="26" y="13"/>
                  </a:cubicBezTo>
                  <a:cubicBezTo>
                    <a:pt x="25" y="11"/>
                    <a:pt x="22" y="11"/>
                    <a:pt x="21" y="13"/>
                  </a:cubicBezTo>
                  <a:cubicBezTo>
                    <a:pt x="13" y="21"/>
                    <a:pt x="13" y="21"/>
                    <a:pt x="13" y="21"/>
                  </a:cubicBezTo>
                  <a:cubicBezTo>
                    <a:pt x="12" y="22"/>
                    <a:pt x="12" y="24"/>
                    <a:pt x="13" y="26"/>
                  </a:cubicBezTo>
                  <a:cubicBezTo>
                    <a:pt x="23" y="36"/>
                    <a:pt x="23" y="36"/>
                    <a:pt x="23" y="36"/>
                  </a:cubicBezTo>
                  <a:cubicBezTo>
                    <a:pt x="24" y="37"/>
                    <a:pt x="25" y="40"/>
                    <a:pt x="24" y="41"/>
                  </a:cubicBezTo>
                  <a:cubicBezTo>
                    <a:pt x="22" y="45"/>
                    <a:pt x="22" y="45"/>
                    <a:pt x="22" y="45"/>
                  </a:cubicBezTo>
                  <a:cubicBezTo>
                    <a:pt x="22" y="47"/>
                    <a:pt x="20" y="48"/>
                    <a:pt x="18" y="48"/>
                  </a:cubicBezTo>
                  <a:cubicBezTo>
                    <a:pt x="4" y="48"/>
                    <a:pt x="4" y="48"/>
                    <a:pt x="4" y="48"/>
                  </a:cubicBezTo>
                  <a:cubicBezTo>
                    <a:pt x="2" y="48"/>
                    <a:pt x="0" y="50"/>
                    <a:pt x="0" y="52"/>
                  </a:cubicBezTo>
                  <a:cubicBezTo>
                    <a:pt x="0" y="63"/>
                    <a:pt x="0" y="63"/>
                    <a:pt x="0" y="63"/>
                  </a:cubicBezTo>
                  <a:cubicBezTo>
                    <a:pt x="0" y="65"/>
                    <a:pt x="2" y="66"/>
                    <a:pt x="4" y="66"/>
                  </a:cubicBezTo>
                  <a:cubicBezTo>
                    <a:pt x="18" y="66"/>
                    <a:pt x="18" y="66"/>
                    <a:pt x="18" y="66"/>
                  </a:cubicBezTo>
                  <a:cubicBezTo>
                    <a:pt x="20" y="66"/>
                    <a:pt x="22" y="68"/>
                    <a:pt x="22" y="70"/>
                  </a:cubicBezTo>
                  <a:cubicBezTo>
                    <a:pt x="24" y="73"/>
                    <a:pt x="24" y="73"/>
                    <a:pt x="24" y="73"/>
                  </a:cubicBezTo>
                  <a:cubicBezTo>
                    <a:pt x="25" y="75"/>
                    <a:pt x="24" y="78"/>
                    <a:pt x="23" y="79"/>
                  </a:cubicBezTo>
                  <a:cubicBezTo>
                    <a:pt x="13" y="89"/>
                    <a:pt x="13" y="89"/>
                    <a:pt x="13" y="89"/>
                  </a:cubicBezTo>
                  <a:cubicBezTo>
                    <a:pt x="12" y="90"/>
                    <a:pt x="12" y="93"/>
                    <a:pt x="13" y="94"/>
                  </a:cubicBezTo>
                  <a:cubicBezTo>
                    <a:pt x="21" y="102"/>
                    <a:pt x="21" y="102"/>
                    <a:pt x="21" y="102"/>
                  </a:cubicBezTo>
                  <a:cubicBezTo>
                    <a:pt x="22" y="103"/>
                    <a:pt x="25" y="103"/>
                    <a:pt x="26" y="102"/>
                  </a:cubicBezTo>
                  <a:cubicBezTo>
                    <a:pt x="36" y="92"/>
                    <a:pt x="36" y="92"/>
                    <a:pt x="36" y="92"/>
                  </a:cubicBezTo>
                  <a:cubicBezTo>
                    <a:pt x="37" y="90"/>
                    <a:pt x="40" y="90"/>
                    <a:pt x="41" y="91"/>
                  </a:cubicBezTo>
                  <a:cubicBezTo>
                    <a:pt x="45" y="92"/>
                    <a:pt x="45" y="92"/>
                    <a:pt x="45" y="92"/>
                  </a:cubicBezTo>
                  <a:cubicBezTo>
                    <a:pt x="47" y="93"/>
                    <a:pt x="48" y="95"/>
                    <a:pt x="48" y="97"/>
                  </a:cubicBezTo>
                  <a:cubicBezTo>
                    <a:pt x="48" y="111"/>
                    <a:pt x="48" y="111"/>
                    <a:pt x="48" y="111"/>
                  </a:cubicBezTo>
                  <a:cubicBezTo>
                    <a:pt x="48" y="113"/>
                    <a:pt x="50" y="115"/>
                    <a:pt x="52" y="115"/>
                  </a:cubicBezTo>
                  <a:cubicBezTo>
                    <a:pt x="63" y="115"/>
                    <a:pt x="63" y="115"/>
                    <a:pt x="63" y="115"/>
                  </a:cubicBezTo>
                  <a:cubicBezTo>
                    <a:pt x="65" y="115"/>
                    <a:pt x="67" y="113"/>
                    <a:pt x="67" y="111"/>
                  </a:cubicBezTo>
                  <a:cubicBezTo>
                    <a:pt x="67" y="97"/>
                    <a:pt x="67" y="97"/>
                    <a:pt x="67" y="97"/>
                  </a:cubicBezTo>
                  <a:cubicBezTo>
                    <a:pt x="67" y="95"/>
                    <a:pt x="68" y="93"/>
                    <a:pt x="70" y="92"/>
                  </a:cubicBezTo>
                  <a:cubicBezTo>
                    <a:pt x="74" y="91"/>
                    <a:pt x="74" y="91"/>
                    <a:pt x="74" y="91"/>
                  </a:cubicBezTo>
                  <a:cubicBezTo>
                    <a:pt x="75" y="90"/>
                    <a:pt x="78" y="90"/>
                    <a:pt x="79" y="92"/>
                  </a:cubicBezTo>
                  <a:cubicBezTo>
                    <a:pt x="89" y="102"/>
                    <a:pt x="89" y="102"/>
                    <a:pt x="89" y="102"/>
                  </a:cubicBezTo>
                  <a:cubicBezTo>
                    <a:pt x="91" y="103"/>
                    <a:pt x="93" y="103"/>
                    <a:pt x="94" y="102"/>
                  </a:cubicBezTo>
                  <a:cubicBezTo>
                    <a:pt x="102" y="94"/>
                    <a:pt x="102" y="94"/>
                    <a:pt x="102" y="94"/>
                  </a:cubicBezTo>
                  <a:cubicBezTo>
                    <a:pt x="104" y="93"/>
                    <a:pt x="104" y="90"/>
                    <a:pt x="102" y="89"/>
                  </a:cubicBezTo>
                  <a:cubicBezTo>
                    <a:pt x="92" y="79"/>
                    <a:pt x="92" y="79"/>
                    <a:pt x="92" y="79"/>
                  </a:cubicBezTo>
                  <a:cubicBezTo>
                    <a:pt x="91" y="78"/>
                    <a:pt x="90" y="75"/>
                    <a:pt x="91" y="73"/>
                  </a:cubicBezTo>
                  <a:cubicBezTo>
                    <a:pt x="93" y="70"/>
                    <a:pt x="93" y="70"/>
                    <a:pt x="93" y="70"/>
                  </a:cubicBezTo>
                  <a:cubicBezTo>
                    <a:pt x="93" y="68"/>
                    <a:pt x="95" y="66"/>
                    <a:pt x="97" y="66"/>
                  </a:cubicBezTo>
                  <a:cubicBezTo>
                    <a:pt x="112" y="66"/>
                    <a:pt x="112" y="66"/>
                    <a:pt x="112" y="66"/>
                  </a:cubicBezTo>
                  <a:cubicBezTo>
                    <a:pt x="113" y="66"/>
                    <a:pt x="115" y="65"/>
                    <a:pt x="115" y="63"/>
                  </a:cubicBezTo>
                  <a:cubicBezTo>
                    <a:pt x="115" y="52"/>
                    <a:pt x="115" y="52"/>
                    <a:pt x="115" y="52"/>
                  </a:cubicBezTo>
                  <a:cubicBezTo>
                    <a:pt x="115" y="50"/>
                    <a:pt x="113" y="48"/>
                    <a:pt x="112" y="48"/>
                  </a:cubicBezTo>
                  <a:close/>
                  <a:moveTo>
                    <a:pt x="58" y="79"/>
                  </a:moveTo>
                  <a:cubicBezTo>
                    <a:pt x="46" y="79"/>
                    <a:pt x="36" y="69"/>
                    <a:pt x="36" y="57"/>
                  </a:cubicBezTo>
                  <a:cubicBezTo>
                    <a:pt x="36" y="46"/>
                    <a:pt x="46" y="36"/>
                    <a:pt x="58" y="36"/>
                  </a:cubicBezTo>
                  <a:cubicBezTo>
                    <a:pt x="69" y="36"/>
                    <a:pt x="79" y="46"/>
                    <a:pt x="79" y="57"/>
                  </a:cubicBezTo>
                  <a:cubicBezTo>
                    <a:pt x="79" y="69"/>
                    <a:pt x="69" y="79"/>
                    <a:pt x="58" y="79"/>
                  </a:cubicBezTo>
                  <a:close/>
                  <a:moveTo>
                    <a:pt x="58" y="48"/>
                  </a:moveTo>
                  <a:cubicBezTo>
                    <a:pt x="53" y="48"/>
                    <a:pt x="49" y="52"/>
                    <a:pt x="49" y="57"/>
                  </a:cubicBezTo>
                  <a:cubicBezTo>
                    <a:pt x="49" y="62"/>
                    <a:pt x="53" y="66"/>
                    <a:pt x="58" y="66"/>
                  </a:cubicBezTo>
                  <a:cubicBezTo>
                    <a:pt x="63" y="66"/>
                    <a:pt x="67" y="62"/>
                    <a:pt x="67" y="57"/>
                  </a:cubicBezTo>
                  <a:cubicBezTo>
                    <a:pt x="67" y="52"/>
                    <a:pt x="63" y="48"/>
                    <a:pt x="58" y="4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70" name="Freeform 96"/>
            <p:cNvSpPr>
              <a:spLocks noEditPoints="1"/>
            </p:cNvSpPr>
            <p:nvPr/>
          </p:nvSpPr>
          <p:spPr bwMode="auto">
            <a:xfrm>
              <a:off x="7567074" y="4406743"/>
              <a:ext cx="394095" cy="428362"/>
            </a:xfrm>
            <a:custGeom>
              <a:avLst/>
              <a:gdLst>
                <a:gd name="T0" fmla="*/ 34 w 114"/>
                <a:gd name="T1" fmla="*/ 58 h 124"/>
                <a:gd name="T2" fmla="*/ 7 w 114"/>
                <a:gd name="T3" fmla="*/ 57 h 124"/>
                <a:gd name="T4" fmla="*/ 9 w 114"/>
                <a:gd name="T5" fmla="*/ 108 h 124"/>
                <a:gd name="T6" fmla="*/ 37 w 114"/>
                <a:gd name="T7" fmla="*/ 112 h 124"/>
                <a:gd name="T8" fmla="*/ 34 w 114"/>
                <a:gd name="T9" fmla="*/ 58 h 124"/>
                <a:gd name="T10" fmla="*/ 113 w 114"/>
                <a:gd name="T11" fmla="*/ 73 h 124"/>
                <a:gd name="T12" fmla="*/ 107 w 114"/>
                <a:gd name="T13" fmla="*/ 66 h 124"/>
                <a:gd name="T14" fmla="*/ 112 w 114"/>
                <a:gd name="T15" fmla="*/ 59 h 124"/>
                <a:gd name="T16" fmla="*/ 85 w 114"/>
                <a:gd name="T17" fmla="*/ 48 h 124"/>
                <a:gd name="T18" fmla="*/ 80 w 114"/>
                <a:gd name="T19" fmla="*/ 39 h 124"/>
                <a:gd name="T20" fmla="*/ 96 w 114"/>
                <a:gd name="T21" fmla="*/ 21 h 124"/>
                <a:gd name="T22" fmla="*/ 90 w 114"/>
                <a:gd name="T23" fmla="*/ 4 h 124"/>
                <a:gd name="T24" fmla="*/ 58 w 114"/>
                <a:gd name="T25" fmla="*/ 35 h 124"/>
                <a:gd name="T26" fmla="*/ 39 w 114"/>
                <a:gd name="T27" fmla="*/ 59 h 124"/>
                <a:gd name="T28" fmla="*/ 42 w 114"/>
                <a:gd name="T29" fmla="*/ 111 h 124"/>
                <a:gd name="T30" fmla="*/ 91 w 114"/>
                <a:gd name="T31" fmla="*/ 119 h 124"/>
                <a:gd name="T32" fmla="*/ 103 w 114"/>
                <a:gd name="T33" fmla="*/ 108 h 124"/>
                <a:gd name="T34" fmla="*/ 100 w 114"/>
                <a:gd name="T35" fmla="*/ 101 h 124"/>
                <a:gd name="T36" fmla="*/ 109 w 114"/>
                <a:gd name="T37" fmla="*/ 93 h 124"/>
                <a:gd name="T38" fmla="*/ 106 w 114"/>
                <a:gd name="T39" fmla="*/ 83 h 124"/>
                <a:gd name="T40" fmla="*/ 113 w 114"/>
                <a:gd name="T41" fmla="*/ 7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4">
                  <a:moveTo>
                    <a:pt x="34" y="58"/>
                  </a:moveTo>
                  <a:cubicBezTo>
                    <a:pt x="24" y="54"/>
                    <a:pt x="7" y="57"/>
                    <a:pt x="7" y="57"/>
                  </a:cubicBezTo>
                  <a:cubicBezTo>
                    <a:pt x="0" y="78"/>
                    <a:pt x="9" y="108"/>
                    <a:pt x="9" y="108"/>
                  </a:cubicBezTo>
                  <a:cubicBezTo>
                    <a:pt x="20" y="117"/>
                    <a:pt x="37" y="112"/>
                    <a:pt x="37" y="112"/>
                  </a:cubicBezTo>
                  <a:cubicBezTo>
                    <a:pt x="31" y="95"/>
                    <a:pt x="34" y="58"/>
                    <a:pt x="34" y="58"/>
                  </a:cubicBezTo>
                  <a:close/>
                  <a:moveTo>
                    <a:pt x="113" y="73"/>
                  </a:moveTo>
                  <a:cubicBezTo>
                    <a:pt x="114" y="66"/>
                    <a:pt x="107" y="66"/>
                    <a:pt x="107" y="66"/>
                  </a:cubicBezTo>
                  <a:cubicBezTo>
                    <a:pt x="113" y="66"/>
                    <a:pt x="112" y="59"/>
                    <a:pt x="112" y="59"/>
                  </a:cubicBezTo>
                  <a:cubicBezTo>
                    <a:pt x="110" y="43"/>
                    <a:pt x="95" y="50"/>
                    <a:pt x="85" y="48"/>
                  </a:cubicBezTo>
                  <a:cubicBezTo>
                    <a:pt x="76" y="46"/>
                    <a:pt x="80" y="39"/>
                    <a:pt x="80" y="39"/>
                  </a:cubicBezTo>
                  <a:cubicBezTo>
                    <a:pt x="92" y="31"/>
                    <a:pt x="96" y="21"/>
                    <a:pt x="96" y="21"/>
                  </a:cubicBezTo>
                  <a:cubicBezTo>
                    <a:pt x="101" y="0"/>
                    <a:pt x="90" y="4"/>
                    <a:pt x="90" y="4"/>
                  </a:cubicBezTo>
                  <a:cubicBezTo>
                    <a:pt x="87" y="10"/>
                    <a:pt x="66" y="30"/>
                    <a:pt x="58" y="35"/>
                  </a:cubicBezTo>
                  <a:cubicBezTo>
                    <a:pt x="48" y="42"/>
                    <a:pt x="39" y="59"/>
                    <a:pt x="39" y="59"/>
                  </a:cubicBezTo>
                  <a:cubicBezTo>
                    <a:pt x="35" y="78"/>
                    <a:pt x="42" y="111"/>
                    <a:pt x="42" y="111"/>
                  </a:cubicBezTo>
                  <a:cubicBezTo>
                    <a:pt x="63" y="124"/>
                    <a:pt x="91" y="119"/>
                    <a:pt x="91" y="119"/>
                  </a:cubicBezTo>
                  <a:cubicBezTo>
                    <a:pt x="102" y="117"/>
                    <a:pt x="103" y="108"/>
                    <a:pt x="103" y="108"/>
                  </a:cubicBezTo>
                  <a:cubicBezTo>
                    <a:pt x="105" y="102"/>
                    <a:pt x="100" y="101"/>
                    <a:pt x="100" y="101"/>
                  </a:cubicBezTo>
                  <a:cubicBezTo>
                    <a:pt x="108" y="102"/>
                    <a:pt x="109" y="93"/>
                    <a:pt x="109" y="93"/>
                  </a:cubicBezTo>
                  <a:cubicBezTo>
                    <a:pt x="112" y="84"/>
                    <a:pt x="106" y="83"/>
                    <a:pt x="106" y="83"/>
                  </a:cubicBezTo>
                  <a:cubicBezTo>
                    <a:pt x="112" y="84"/>
                    <a:pt x="113" y="73"/>
                    <a:pt x="113" y="73"/>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3"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圆角矩形 94"/>
          <p:cNvSpPr/>
          <p:nvPr/>
        </p:nvSpPr>
        <p:spPr>
          <a:xfrm>
            <a:off x="4119210" y="2215237"/>
            <a:ext cx="1740311" cy="1740311"/>
          </a:xfrm>
          <a:prstGeom prst="roundRect">
            <a:avLst>
              <a:gd name="adj" fmla="val 3969"/>
            </a:avLst>
          </a:prstGeom>
          <a:gradFill>
            <a:gsLst>
              <a:gs pos="100000">
                <a:schemeClr val="bg1">
                  <a:lumMod val="97000"/>
                </a:schemeClr>
              </a:gs>
              <a:gs pos="0">
                <a:schemeClr val="bg1">
                  <a:lumMod val="8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96" name="圆角矩形 95"/>
          <p:cNvSpPr/>
          <p:nvPr/>
        </p:nvSpPr>
        <p:spPr>
          <a:xfrm>
            <a:off x="5975540" y="4059967"/>
            <a:ext cx="1740311" cy="1740311"/>
          </a:xfrm>
          <a:prstGeom prst="roundRect">
            <a:avLst>
              <a:gd name="adj" fmla="val 3969"/>
            </a:avLst>
          </a:prstGeom>
          <a:gradFill flip="none" rotWithShape="1">
            <a:gsLst>
              <a:gs pos="100000">
                <a:schemeClr val="bg1">
                  <a:lumMod val="97000"/>
                </a:schemeClr>
              </a:gs>
              <a:gs pos="0">
                <a:schemeClr val="bg1">
                  <a:lumMod val="85000"/>
                </a:schemeClr>
              </a:gs>
            </a:gsLst>
            <a:lin ang="2700000" scaled="1"/>
            <a:tileRect/>
          </a:gradFill>
          <a:ln w="22225">
            <a:gradFill flip="none" rotWithShape="1">
              <a:gsLst>
                <a:gs pos="0">
                  <a:schemeClr val="bg1"/>
                </a:gs>
                <a:gs pos="100000">
                  <a:schemeClr val="bg1">
                    <a:lumMod val="75000"/>
                  </a:schemeClr>
                </a:gs>
              </a:gsLst>
              <a:lin ang="2700000" scaled="1"/>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97" name="圆角矩形 96"/>
          <p:cNvSpPr/>
          <p:nvPr/>
        </p:nvSpPr>
        <p:spPr>
          <a:xfrm>
            <a:off x="5975540" y="2786640"/>
            <a:ext cx="1168908" cy="1168908"/>
          </a:xfrm>
          <a:prstGeom prst="roundRect">
            <a:avLst>
              <a:gd name="adj" fmla="val 3969"/>
            </a:avLst>
          </a:prstGeom>
          <a:gradFill flip="none" rotWithShape="1">
            <a:gsLst>
              <a:gs pos="100000">
                <a:schemeClr val="bg1">
                  <a:lumMod val="97000"/>
                </a:schemeClr>
              </a:gs>
              <a:gs pos="0">
                <a:schemeClr val="bg1">
                  <a:lumMod val="85000"/>
                </a:schemeClr>
              </a:gs>
            </a:gsLst>
            <a:lin ang="2700000" scaled="1"/>
            <a:tileRect/>
          </a:gradFill>
          <a:ln w="22225">
            <a:gradFill flip="none" rotWithShape="1">
              <a:gsLst>
                <a:gs pos="0">
                  <a:schemeClr val="bg1"/>
                </a:gs>
                <a:gs pos="100000">
                  <a:schemeClr val="bg1">
                    <a:lumMod val="75000"/>
                  </a:schemeClr>
                </a:gs>
              </a:gsLst>
              <a:lin ang="2700000" scaled="1"/>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98" name="圆角矩形 97"/>
          <p:cNvSpPr/>
          <p:nvPr/>
        </p:nvSpPr>
        <p:spPr>
          <a:xfrm>
            <a:off x="4690612" y="4064317"/>
            <a:ext cx="1168908" cy="1168908"/>
          </a:xfrm>
          <a:prstGeom prst="roundRect">
            <a:avLst>
              <a:gd name="adj" fmla="val 3969"/>
            </a:avLst>
          </a:prstGeom>
          <a:gradFill flip="none" rotWithShape="1">
            <a:gsLst>
              <a:gs pos="100000">
                <a:schemeClr val="bg1">
                  <a:lumMod val="97000"/>
                </a:schemeClr>
              </a:gs>
              <a:gs pos="0">
                <a:schemeClr val="bg1">
                  <a:lumMod val="85000"/>
                </a:schemeClr>
              </a:gs>
            </a:gsLst>
            <a:lin ang="2700000" scaled="1"/>
            <a:tileRect/>
          </a:gradFill>
          <a:ln w="22225">
            <a:gradFill flip="none" rotWithShape="1">
              <a:gsLst>
                <a:gs pos="0">
                  <a:schemeClr val="bg1"/>
                </a:gs>
                <a:gs pos="100000">
                  <a:schemeClr val="bg1">
                    <a:lumMod val="75000"/>
                  </a:schemeClr>
                </a:gs>
              </a:gsLst>
              <a:lin ang="2700000" scaled="1"/>
              <a:tileRect/>
            </a:grad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grpSp>
        <p:nvGrpSpPr>
          <p:cNvPr id="99" name="Group 8"/>
          <p:cNvGrpSpPr>
            <a:grpSpLocks noChangeAspect="1"/>
          </p:cNvGrpSpPr>
          <p:nvPr/>
        </p:nvGrpSpPr>
        <p:grpSpPr bwMode="auto">
          <a:xfrm>
            <a:off x="4680667" y="2747145"/>
            <a:ext cx="617396" cy="676499"/>
            <a:chOff x="3437" y="2282"/>
            <a:chExt cx="679" cy="744"/>
          </a:xfrm>
          <a:solidFill>
            <a:schemeClr val="tx2"/>
          </a:solidFill>
        </p:grpSpPr>
        <p:sp>
          <p:nvSpPr>
            <p:cNvPr id="100" name="Freeform 9"/>
            <p:cNvSpPr/>
            <p:nvPr/>
          </p:nvSpPr>
          <p:spPr bwMode="auto">
            <a:xfrm>
              <a:off x="3595" y="2282"/>
              <a:ext cx="364" cy="379"/>
            </a:xfrm>
            <a:custGeom>
              <a:avLst/>
              <a:gdLst>
                <a:gd name="T0" fmla="*/ 50 w 152"/>
                <a:gd name="T1" fmla="*/ 147 h 159"/>
                <a:gd name="T2" fmla="*/ 39 w 152"/>
                <a:gd name="T3" fmla="*/ 147 h 159"/>
                <a:gd name="T4" fmla="*/ 76 w 152"/>
                <a:gd name="T5" fmla="*/ 159 h 159"/>
                <a:gd name="T6" fmla="*/ 114 w 152"/>
                <a:gd name="T7" fmla="*/ 147 h 159"/>
                <a:gd name="T8" fmla="*/ 103 w 152"/>
                <a:gd name="T9" fmla="*/ 147 h 159"/>
                <a:gd name="T10" fmla="*/ 152 w 152"/>
                <a:gd name="T11" fmla="*/ 76 h 159"/>
                <a:gd name="T12" fmla="*/ 76 w 152"/>
                <a:gd name="T13" fmla="*/ 0 h 159"/>
                <a:gd name="T14" fmla="*/ 0 w 152"/>
                <a:gd name="T15" fmla="*/ 76 h 159"/>
                <a:gd name="T16" fmla="*/ 50 w 152"/>
                <a:gd name="T17" fmla="*/ 147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159">
                  <a:moveTo>
                    <a:pt x="50" y="147"/>
                  </a:moveTo>
                  <a:cubicBezTo>
                    <a:pt x="39" y="147"/>
                    <a:pt x="39" y="147"/>
                    <a:pt x="39" y="147"/>
                  </a:cubicBezTo>
                  <a:cubicBezTo>
                    <a:pt x="39" y="152"/>
                    <a:pt x="53" y="159"/>
                    <a:pt x="76" y="159"/>
                  </a:cubicBezTo>
                  <a:cubicBezTo>
                    <a:pt x="99" y="159"/>
                    <a:pt x="113" y="152"/>
                    <a:pt x="114" y="147"/>
                  </a:cubicBezTo>
                  <a:cubicBezTo>
                    <a:pt x="103" y="147"/>
                    <a:pt x="103" y="147"/>
                    <a:pt x="103" y="147"/>
                  </a:cubicBezTo>
                  <a:cubicBezTo>
                    <a:pt x="131" y="136"/>
                    <a:pt x="152" y="108"/>
                    <a:pt x="152" y="76"/>
                  </a:cubicBezTo>
                  <a:cubicBezTo>
                    <a:pt x="152" y="34"/>
                    <a:pt x="118" y="0"/>
                    <a:pt x="76" y="0"/>
                  </a:cubicBezTo>
                  <a:cubicBezTo>
                    <a:pt x="34" y="0"/>
                    <a:pt x="0" y="34"/>
                    <a:pt x="0" y="76"/>
                  </a:cubicBezTo>
                  <a:cubicBezTo>
                    <a:pt x="0" y="108"/>
                    <a:pt x="21" y="136"/>
                    <a:pt x="50"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01" name="Freeform 10"/>
            <p:cNvSpPr/>
            <p:nvPr/>
          </p:nvSpPr>
          <p:spPr bwMode="auto">
            <a:xfrm>
              <a:off x="3437" y="2633"/>
              <a:ext cx="679" cy="393"/>
            </a:xfrm>
            <a:custGeom>
              <a:avLst/>
              <a:gdLst>
                <a:gd name="T0" fmla="*/ 222 w 284"/>
                <a:gd name="T1" fmla="*/ 0 h 165"/>
                <a:gd name="T2" fmla="*/ 188 w 284"/>
                <a:gd name="T3" fmla="*/ 0 h 165"/>
                <a:gd name="T4" fmla="*/ 154 w 284"/>
                <a:gd name="T5" fmla="*/ 19 h 165"/>
                <a:gd name="T6" fmla="*/ 154 w 284"/>
                <a:gd name="T7" fmla="*/ 134 h 165"/>
                <a:gd name="T8" fmla="*/ 143 w 284"/>
                <a:gd name="T9" fmla="*/ 146 h 165"/>
                <a:gd name="T10" fmla="*/ 131 w 284"/>
                <a:gd name="T11" fmla="*/ 134 h 165"/>
                <a:gd name="T12" fmla="*/ 131 w 284"/>
                <a:gd name="T13" fmla="*/ 19 h 165"/>
                <a:gd name="T14" fmla="*/ 97 w 284"/>
                <a:gd name="T15" fmla="*/ 0 h 165"/>
                <a:gd name="T16" fmla="*/ 63 w 284"/>
                <a:gd name="T17" fmla="*/ 0 h 165"/>
                <a:gd name="T18" fmla="*/ 0 w 284"/>
                <a:gd name="T19" fmla="*/ 86 h 165"/>
                <a:gd name="T20" fmla="*/ 0 w 284"/>
                <a:gd name="T21" fmla="*/ 165 h 165"/>
                <a:gd name="T22" fmla="*/ 284 w 284"/>
                <a:gd name="T23" fmla="*/ 165 h 165"/>
                <a:gd name="T24" fmla="*/ 284 w 284"/>
                <a:gd name="T25" fmla="*/ 86 h 165"/>
                <a:gd name="T26" fmla="*/ 222 w 284"/>
                <a:gd name="T27"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4" h="165">
                  <a:moveTo>
                    <a:pt x="222" y="0"/>
                  </a:moveTo>
                  <a:cubicBezTo>
                    <a:pt x="188" y="0"/>
                    <a:pt x="188" y="0"/>
                    <a:pt x="188" y="0"/>
                  </a:cubicBezTo>
                  <a:cubicBezTo>
                    <a:pt x="188" y="10"/>
                    <a:pt x="172" y="17"/>
                    <a:pt x="154" y="19"/>
                  </a:cubicBezTo>
                  <a:cubicBezTo>
                    <a:pt x="154" y="134"/>
                    <a:pt x="154" y="134"/>
                    <a:pt x="154" y="134"/>
                  </a:cubicBezTo>
                  <a:cubicBezTo>
                    <a:pt x="154" y="140"/>
                    <a:pt x="149" y="146"/>
                    <a:pt x="143" y="146"/>
                  </a:cubicBezTo>
                  <a:cubicBezTo>
                    <a:pt x="136" y="146"/>
                    <a:pt x="131" y="140"/>
                    <a:pt x="131" y="134"/>
                  </a:cubicBezTo>
                  <a:cubicBezTo>
                    <a:pt x="131" y="19"/>
                    <a:pt x="131" y="19"/>
                    <a:pt x="131" y="19"/>
                  </a:cubicBezTo>
                  <a:cubicBezTo>
                    <a:pt x="113" y="17"/>
                    <a:pt x="97" y="11"/>
                    <a:pt x="97" y="0"/>
                  </a:cubicBezTo>
                  <a:cubicBezTo>
                    <a:pt x="63" y="0"/>
                    <a:pt x="63" y="0"/>
                    <a:pt x="63" y="0"/>
                  </a:cubicBezTo>
                  <a:cubicBezTo>
                    <a:pt x="28" y="0"/>
                    <a:pt x="0" y="39"/>
                    <a:pt x="0" y="86"/>
                  </a:cubicBezTo>
                  <a:cubicBezTo>
                    <a:pt x="0" y="165"/>
                    <a:pt x="0" y="165"/>
                    <a:pt x="0" y="165"/>
                  </a:cubicBezTo>
                  <a:cubicBezTo>
                    <a:pt x="284" y="165"/>
                    <a:pt x="284" y="165"/>
                    <a:pt x="284" y="165"/>
                  </a:cubicBezTo>
                  <a:cubicBezTo>
                    <a:pt x="284" y="86"/>
                    <a:pt x="284" y="86"/>
                    <a:pt x="284" y="86"/>
                  </a:cubicBezTo>
                  <a:cubicBezTo>
                    <a:pt x="284" y="39"/>
                    <a:pt x="256" y="0"/>
                    <a:pt x="22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102" name="Group 13"/>
          <p:cNvGrpSpPr>
            <a:grpSpLocks noChangeAspect="1"/>
          </p:cNvGrpSpPr>
          <p:nvPr/>
        </p:nvGrpSpPr>
        <p:grpSpPr bwMode="auto">
          <a:xfrm>
            <a:off x="4961699" y="4380495"/>
            <a:ext cx="618016" cy="625312"/>
            <a:chOff x="2426" y="2781"/>
            <a:chExt cx="593" cy="600"/>
          </a:xfrm>
          <a:solidFill>
            <a:schemeClr val="bg2"/>
          </a:solidFill>
        </p:grpSpPr>
        <p:sp>
          <p:nvSpPr>
            <p:cNvPr id="103"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04"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105" name="Group 18"/>
          <p:cNvGrpSpPr>
            <a:grpSpLocks noChangeAspect="1"/>
          </p:cNvGrpSpPr>
          <p:nvPr/>
        </p:nvGrpSpPr>
        <p:grpSpPr bwMode="auto">
          <a:xfrm>
            <a:off x="6274471" y="3100297"/>
            <a:ext cx="581225" cy="541595"/>
            <a:chOff x="3802" y="2858"/>
            <a:chExt cx="616" cy="574"/>
          </a:xfrm>
          <a:solidFill>
            <a:schemeClr val="bg2"/>
          </a:solidFill>
        </p:grpSpPr>
        <p:sp>
          <p:nvSpPr>
            <p:cNvPr id="106"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107"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108"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109"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110"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111" name="Group 26"/>
          <p:cNvGrpSpPr>
            <a:grpSpLocks noChangeAspect="1"/>
          </p:cNvGrpSpPr>
          <p:nvPr/>
        </p:nvGrpSpPr>
        <p:grpSpPr bwMode="auto">
          <a:xfrm>
            <a:off x="6402331" y="4696147"/>
            <a:ext cx="910093" cy="451187"/>
            <a:chOff x="5676" y="2597"/>
            <a:chExt cx="1061" cy="526"/>
          </a:xfrm>
          <a:solidFill>
            <a:schemeClr val="bg2"/>
          </a:solidFill>
        </p:grpSpPr>
        <p:sp>
          <p:nvSpPr>
            <p:cNvPr id="112" name="Freeform 27"/>
            <p:cNvSpPr/>
            <p:nvPr/>
          </p:nvSpPr>
          <p:spPr bwMode="auto">
            <a:xfrm>
              <a:off x="5747" y="2597"/>
              <a:ext cx="181" cy="115"/>
            </a:xfrm>
            <a:custGeom>
              <a:avLst/>
              <a:gdLst>
                <a:gd name="T0" fmla="*/ 25 w 76"/>
                <a:gd name="T1" fmla="*/ 48 h 48"/>
                <a:gd name="T2" fmla="*/ 64 w 76"/>
                <a:gd name="T3" fmla="*/ 44 h 48"/>
                <a:gd name="T4" fmla="*/ 76 w 76"/>
                <a:gd name="T5" fmla="*/ 13 h 48"/>
                <a:gd name="T6" fmla="*/ 39 w 76"/>
                <a:gd name="T7" fmla="*/ 15 h 48"/>
                <a:gd name="T8" fmla="*/ 23 w 76"/>
                <a:gd name="T9" fmla="*/ 10 h 48"/>
                <a:gd name="T10" fmla="*/ 7 w 76"/>
                <a:gd name="T11" fmla="*/ 20 h 48"/>
                <a:gd name="T12" fmla="*/ 25 w 76"/>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76" h="48">
                  <a:moveTo>
                    <a:pt x="25" y="48"/>
                  </a:moveTo>
                  <a:cubicBezTo>
                    <a:pt x="64" y="44"/>
                    <a:pt x="64" y="44"/>
                    <a:pt x="64" y="44"/>
                  </a:cubicBezTo>
                  <a:cubicBezTo>
                    <a:pt x="66" y="36"/>
                    <a:pt x="69" y="26"/>
                    <a:pt x="76" y="13"/>
                  </a:cubicBezTo>
                  <a:cubicBezTo>
                    <a:pt x="76" y="13"/>
                    <a:pt x="70" y="0"/>
                    <a:pt x="39" y="15"/>
                  </a:cubicBezTo>
                  <a:cubicBezTo>
                    <a:pt x="39" y="15"/>
                    <a:pt x="32" y="14"/>
                    <a:pt x="23" y="10"/>
                  </a:cubicBezTo>
                  <a:cubicBezTo>
                    <a:pt x="23" y="10"/>
                    <a:pt x="0" y="4"/>
                    <a:pt x="7" y="20"/>
                  </a:cubicBezTo>
                  <a:lnTo>
                    <a:pt x="25"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13" name="Freeform 28"/>
            <p:cNvSpPr>
              <a:spLocks noEditPoints="1"/>
            </p:cNvSpPr>
            <p:nvPr/>
          </p:nvSpPr>
          <p:spPr bwMode="auto">
            <a:xfrm>
              <a:off x="5759" y="2613"/>
              <a:ext cx="169" cy="101"/>
            </a:xfrm>
            <a:custGeom>
              <a:avLst/>
              <a:gdLst>
                <a:gd name="T0" fmla="*/ 20 w 71"/>
                <a:gd name="T1" fmla="*/ 42 h 42"/>
                <a:gd name="T2" fmla="*/ 2 w 71"/>
                <a:gd name="T3" fmla="*/ 13 h 42"/>
                <a:gd name="T4" fmla="*/ 1 w 71"/>
                <a:gd name="T5" fmla="*/ 4 h 42"/>
                <a:gd name="T6" fmla="*/ 10 w 71"/>
                <a:gd name="T7" fmla="*/ 1 h 42"/>
                <a:gd name="T8" fmla="*/ 18 w 71"/>
                <a:gd name="T9" fmla="*/ 2 h 42"/>
                <a:gd name="T10" fmla="*/ 18 w 71"/>
                <a:gd name="T11" fmla="*/ 2 h 42"/>
                <a:gd name="T12" fmla="*/ 34 w 71"/>
                <a:gd name="T13" fmla="*/ 8 h 42"/>
                <a:gd name="T14" fmla="*/ 59 w 71"/>
                <a:gd name="T15" fmla="*/ 0 h 42"/>
                <a:gd name="T16" fmla="*/ 71 w 71"/>
                <a:gd name="T17" fmla="*/ 6 h 42"/>
                <a:gd name="T18" fmla="*/ 71 w 71"/>
                <a:gd name="T19" fmla="*/ 6 h 42"/>
                <a:gd name="T20" fmla="*/ 71 w 71"/>
                <a:gd name="T21" fmla="*/ 6 h 42"/>
                <a:gd name="T22" fmla="*/ 60 w 71"/>
                <a:gd name="T23" fmla="*/ 37 h 42"/>
                <a:gd name="T24" fmla="*/ 60 w 71"/>
                <a:gd name="T25" fmla="*/ 37 h 42"/>
                <a:gd name="T26" fmla="*/ 20 w 71"/>
                <a:gd name="T27" fmla="*/ 42 h 42"/>
                <a:gd name="T28" fmla="*/ 10 w 71"/>
                <a:gd name="T29" fmla="*/ 2 h 42"/>
                <a:gd name="T30" fmla="*/ 2 w 71"/>
                <a:gd name="T31" fmla="*/ 5 h 42"/>
                <a:gd name="T32" fmla="*/ 3 w 71"/>
                <a:gd name="T33" fmla="*/ 13 h 42"/>
                <a:gd name="T34" fmla="*/ 20 w 71"/>
                <a:gd name="T35" fmla="*/ 40 h 42"/>
                <a:gd name="T36" fmla="*/ 59 w 71"/>
                <a:gd name="T37" fmla="*/ 36 h 42"/>
                <a:gd name="T38" fmla="*/ 70 w 71"/>
                <a:gd name="T39" fmla="*/ 6 h 42"/>
                <a:gd name="T40" fmla="*/ 59 w 71"/>
                <a:gd name="T41" fmla="*/ 1 h 42"/>
                <a:gd name="T42" fmla="*/ 34 w 71"/>
                <a:gd name="T43" fmla="*/ 9 h 42"/>
                <a:gd name="T44" fmla="*/ 34 w 71"/>
                <a:gd name="T45" fmla="*/ 9 h 42"/>
                <a:gd name="T46" fmla="*/ 34 w 71"/>
                <a:gd name="T47" fmla="*/ 9 h 42"/>
                <a:gd name="T48" fmla="*/ 18 w 71"/>
                <a:gd name="T49" fmla="*/ 3 h 42"/>
                <a:gd name="T50" fmla="*/ 10 w 71"/>
                <a:gd name="T51" fmla="*/ 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1" h="42">
                  <a:moveTo>
                    <a:pt x="20" y="42"/>
                  </a:moveTo>
                  <a:cubicBezTo>
                    <a:pt x="2" y="13"/>
                    <a:pt x="2" y="13"/>
                    <a:pt x="2" y="13"/>
                  </a:cubicBezTo>
                  <a:cubicBezTo>
                    <a:pt x="0" y="9"/>
                    <a:pt x="0" y="6"/>
                    <a:pt x="1" y="4"/>
                  </a:cubicBezTo>
                  <a:cubicBezTo>
                    <a:pt x="3" y="2"/>
                    <a:pt x="6" y="1"/>
                    <a:pt x="10" y="1"/>
                  </a:cubicBezTo>
                  <a:cubicBezTo>
                    <a:pt x="14" y="1"/>
                    <a:pt x="18" y="2"/>
                    <a:pt x="18" y="2"/>
                  </a:cubicBezTo>
                  <a:cubicBezTo>
                    <a:pt x="18" y="2"/>
                    <a:pt x="18" y="2"/>
                    <a:pt x="18" y="2"/>
                  </a:cubicBezTo>
                  <a:cubicBezTo>
                    <a:pt x="26" y="6"/>
                    <a:pt x="33" y="7"/>
                    <a:pt x="34" y="8"/>
                  </a:cubicBezTo>
                  <a:cubicBezTo>
                    <a:pt x="44" y="3"/>
                    <a:pt x="52" y="0"/>
                    <a:pt x="59" y="0"/>
                  </a:cubicBezTo>
                  <a:cubicBezTo>
                    <a:pt x="69" y="0"/>
                    <a:pt x="71" y="6"/>
                    <a:pt x="71" y="6"/>
                  </a:cubicBezTo>
                  <a:cubicBezTo>
                    <a:pt x="71" y="6"/>
                    <a:pt x="71" y="6"/>
                    <a:pt x="71" y="6"/>
                  </a:cubicBezTo>
                  <a:cubicBezTo>
                    <a:pt x="71" y="6"/>
                    <a:pt x="71" y="6"/>
                    <a:pt x="71" y="6"/>
                  </a:cubicBezTo>
                  <a:cubicBezTo>
                    <a:pt x="66" y="17"/>
                    <a:pt x="62" y="28"/>
                    <a:pt x="60" y="37"/>
                  </a:cubicBezTo>
                  <a:cubicBezTo>
                    <a:pt x="60" y="37"/>
                    <a:pt x="60" y="37"/>
                    <a:pt x="60" y="37"/>
                  </a:cubicBezTo>
                  <a:lnTo>
                    <a:pt x="20" y="42"/>
                  </a:lnTo>
                  <a:close/>
                  <a:moveTo>
                    <a:pt x="10" y="2"/>
                  </a:moveTo>
                  <a:cubicBezTo>
                    <a:pt x="7" y="2"/>
                    <a:pt x="4" y="3"/>
                    <a:pt x="2" y="5"/>
                  </a:cubicBezTo>
                  <a:cubicBezTo>
                    <a:pt x="1" y="7"/>
                    <a:pt x="1" y="9"/>
                    <a:pt x="3" y="13"/>
                  </a:cubicBezTo>
                  <a:cubicBezTo>
                    <a:pt x="20" y="40"/>
                    <a:pt x="20" y="40"/>
                    <a:pt x="20" y="40"/>
                  </a:cubicBezTo>
                  <a:cubicBezTo>
                    <a:pt x="59" y="36"/>
                    <a:pt x="59" y="36"/>
                    <a:pt x="59" y="36"/>
                  </a:cubicBezTo>
                  <a:cubicBezTo>
                    <a:pt x="61" y="27"/>
                    <a:pt x="64" y="17"/>
                    <a:pt x="70" y="6"/>
                  </a:cubicBezTo>
                  <a:cubicBezTo>
                    <a:pt x="70" y="5"/>
                    <a:pt x="67" y="1"/>
                    <a:pt x="59" y="1"/>
                  </a:cubicBezTo>
                  <a:cubicBezTo>
                    <a:pt x="52" y="1"/>
                    <a:pt x="44" y="4"/>
                    <a:pt x="34" y="9"/>
                  </a:cubicBezTo>
                  <a:cubicBezTo>
                    <a:pt x="34" y="9"/>
                    <a:pt x="34" y="9"/>
                    <a:pt x="34" y="9"/>
                  </a:cubicBezTo>
                  <a:cubicBezTo>
                    <a:pt x="34" y="9"/>
                    <a:pt x="34" y="9"/>
                    <a:pt x="34" y="9"/>
                  </a:cubicBezTo>
                  <a:cubicBezTo>
                    <a:pt x="34" y="9"/>
                    <a:pt x="27" y="8"/>
                    <a:pt x="18" y="3"/>
                  </a:cubicBezTo>
                  <a:cubicBezTo>
                    <a:pt x="17" y="3"/>
                    <a:pt x="14" y="2"/>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14" name="Freeform 29"/>
            <p:cNvSpPr/>
            <p:nvPr/>
          </p:nvSpPr>
          <p:spPr bwMode="auto">
            <a:xfrm>
              <a:off x="5795" y="2709"/>
              <a:ext cx="119" cy="43"/>
            </a:xfrm>
            <a:custGeom>
              <a:avLst/>
              <a:gdLst>
                <a:gd name="T0" fmla="*/ 41 w 50"/>
                <a:gd name="T1" fmla="*/ 0 h 18"/>
                <a:gd name="T2" fmla="*/ 7 w 50"/>
                <a:gd name="T3" fmla="*/ 4 h 18"/>
                <a:gd name="T4" fmla="*/ 1 w 50"/>
                <a:gd name="T5" fmla="*/ 12 h 18"/>
                <a:gd name="T6" fmla="*/ 8 w 50"/>
                <a:gd name="T7" fmla="*/ 17 h 18"/>
                <a:gd name="T8" fmla="*/ 43 w 50"/>
                <a:gd name="T9" fmla="*/ 14 h 18"/>
                <a:gd name="T10" fmla="*/ 49 w 50"/>
                <a:gd name="T11" fmla="*/ 6 h 18"/>
                <a:gd name="T12" fmla="*/ 41 w 50"/>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50" h="18">
                  <a:moveTo>
                    <a:pt x="41" y="0"/>
                  </a:moveTo>
                  <a:cubicBezTo>
                    <a:pt x="7" y="4"/>
                    <a:pt x="7" y="4"/>
                    <a:pt x="7" y="4"/>
                  </a:cubicBezTo>
                  <a:cubicBezTo>
                    <a:pt x="3" y="5"/>
                    <a:pt x="0" y="8"/>
                    <a:pt x="1" y="12"/>
                  </a:cubicBezTo>
                  <a:cubicBezTo>
                    <a:pt x="1" y="15"/>
                    <a:pt x="5" y="18"/>
                    <a:pt x="8" y="17"/>
                  </a:cubicBezTo>
                  <a:cubicBezTo>
                    <a:pt x="43" y="14"/>
                    <a:pt x="43" y="14"/>
                    <a:pt x="43" y="14"/>
                  </a:cubicBezTo>
                  <a:cubicBezTo>
                    <a:pt x="47" y="13"/>
                    <a:pt x="50" y="10"/>
                    <a:pt x="49" y="6"/>
                  </a:cubicBezTo>
                  <a:cubicBezTo>
                    <a:pt x="49" y="3"/>
                    <a:pt x="45" y="0"/>
                    <a:pt x="4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15" name="Freeform 30"/>
            <p:cNvSpPr>
              <a:spLocks noEditPoints="1"/>
            </p:cNvSpPr>
            <p:nvPr/>
          </p:nvSpPr>
          <p:spPr bwMode="auto">
            <a:xfrm>
              <a:off x="5795" y="2707"/>
              <a:ext cx="119" cy="45"/>
            </a:xfrm>
            <a:custGeom>
              <a:avLst/>
              <a:gdLst>
                <a:gd name="T0" fmla="*/ 8 w 50"/>
                <a:gd name="T1" fmla="*/ 19 h 19"/>
                <a:gd name="T2" fmla="*/ 0 w 50"/>
                <a:gd name="T3" fmla="*/ 13 h 19"/>
                <a:gd name="T4" fmla="*/ 2 w 50"/>
                <a:gd name="T5" fmla="*/ 7 h 19"/>
                <a:gd name="T6" fmla="*/ 7 w 50"/>
                <a:gd name="T7" fmla="*/ 5 h 19"/>
                <a:gd name="T8" fmla="*/ 41 w 50"/>
                <a:gd name="T9" fmla="*/ 1 h 19"/>
                <a:gd name="T10" fmla="*/ 50 w 50"/>
                <a:gd name="T11" fmla="*/ 7 h 19"/>
                <a:gd name="T12" fmla="*/ 48 w 50"/>
                <a:gd name="T13" fmla="*/ 12 h 19"/>
                <a:gd name="T14" fmla="*/ 43 w 50"/>
                <a:gd name="T15" fmla="*/ 15 h 19"/>
                <a:gd name="T16" fmla="*/ 9 w 50"/>
                <a:gd name="T17" fmla="*/ 19 h 19"/>
                <a:gd name="T18" fmla="*/ 8 w 50"/>
                <a:gd name="T19" fmla="*/ 19 h 19"/>
                <a:gd name="T20" fmla="*/ 42 w 50"/>
                <a:gd name="T21" fmla="*/ 2 h 19"/>
                <a:gd name="T22" fmla="*/ 41 w 50"/>
                <a:gd name="T23" fmla="*/ 2 h 19"/>
                <a:gd name="T24" fmla="*/ 7 w 50"/>
                <a:gd name="T25" fmla="*/ 6 h 19"/>
                <a:gd name="T26" fmla="*/ 3 w 50"/>
                <a:gd name="T27" fmla="*/ 8 h 19"/>
                <a:gd name="T28" fmla="*/ 1 w 50"/>
                <a:gd name="T29" fmla="*/ 12 h 19"/>
                <a:gd name="T30" fmla="*/ 8 w 50"/>
                <a:gd name="T31" fmla="*/ 18 h 19"/>
                <a:gd name="T32" fmla="*/ 43 w 50"/>
                <a:gd name="T33" fmla="*/ 14 h 19"/>
                <a:gd name="T34" fmla="*/ 47 w 50"/>
                <a:gd name="T35" fmla="*/ 12 h 19"/>
                <a:gd name="T36" fmla="*/ 49 w 50"/>
                <a:gd name="T37" fmla="*/ 7 h 19"/>
                <a:gd name="T38" fmla="*/ 42 w 50"/>
                <a:gd name="T3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9">
                  <a:moveTo>
                    <a:pt x="8" y="19"/>
                  </a:moveTo>
                  <a:cubicBezTo>
                    <a:pt x="4" y="19"/>
                    <a:pt x="0" y="16"/>
                    <a:pt x="0" y="13"/>
                  </a:cubicBezTo>
                  <a:cubicBezTo>
                    <a:pt x="0" y="11"/>
                    <a:pt x="0" y="9"/>
                    <a:pt x="2" y="7"/>
                  </a:cubicBezTo>
                  <a:cubicBezTo>
                    <a:pt x="3" y="6"/>
                    <a:pt x="5" y="5"/>
                    <a:pt x="7" y="5"/>
                  </a:cubicBezTo>
                  <a:cubicBezTo>
                    <a:pt x="41" y="1"/>
                    <a:pt x="41" y="1"/>
                    <a:pt x="41" y="1"/>
                  </a:cubicBezTo>
                  <a:cubicBezTo>
                    <a:pt x="45" y="0"/>
                    <a:pt x="49" y="3"/>
                    <a:pt x="50" y="7"/>
                  </a:cubicBezTo>
                  <a:cubicBezTo>
                    <a:pt x="50" y="9"/>
                    <a:pt x="49" y="11"/>
                    <a:pt x="48" y="12"/>
                  </a:cubicBezTo>
                  <a:cubicBezTo>
                    <a:pt x="47" y="14"/>
                    <a:pt x="45" y="15"/>
                    <a:pt x="43" y="15"/>
                  </a:cubicBezTo>
                  <a:cubicBezTo>
                    <a:pt x="9" y="19"/>
                    <a:pt x="9" y="19"/>
                    <a:pt x="9" y="19"/>
                  </a:cubicBezTo>
                  <a:cubicBezTo>
                    <a:pt x="8" y="19"/>
                    <a:pt x="8" y="19"/>
                    <a:pt x="8" y="19"/>
                  </a:cubicBezTo>
                  <a:close/>
                  <a:moveTo>
                    <a:pt x="42" y="2"/>
                  </a:moveTo>
                  <a:cubicBezTo>
                    <a:pt x="42" y="2"/>
                    <a:pt x="42" y="2"/>
                    <a:pt x="41" y="2"/>
                  </a:cubicBezTo>
                  <a:cubicBezTo>
                    <a:pt x="7" y="6"/>
                    <a:pt x="7" y="6"/>
                    <a:pt x="7" y="6"/>
                  </a:cubicBezTo>
                  <a:cubicBezTo>
                    <a:pt x="5" y="6"/>
                    <a:pt x="4" y="7"/>
                    <a:pt x="3" y="8"/>
                  </a:cubicBezTo>
                  <a:cubicBezTo>
                    <a:pt x="1" y="9"/>
                    <a:pt x="1" y="11"/>
                    <a:pt x="1" y="12"/>
                  </a:cubicBezTo>
                  <a:cubicBezTo>
                    <a:pt x="2" y="16"/>
                    <a:pt x="5" y="18"/>
                    <a:pt x="8" y="18"/>
                  </a:cubicBezTo>
                  <a:cubicBezTo>
                    <a:pt x="43" y="14"/>
                    <a:pt x="43" y="14"/>
                    <a:pt x="43" y="14"/>
                  </a:cubicBezTo>
                  <a:cubicBezTo>
                    <a:pt x="45" y="14"/>
                    <a:pt x="46" y="13"/>
                    <a:pt x="47" y="12"/>
                  </a:cubicBezTo>
                  <a:cubicBezTo>
                    <a:pt x="48" y="10"/>
                    <a:pt x="49" y="9"/>
                    <a:pt x="49" y="7"/>
                  </a:cubicBezTo>
                  <a:cubicBezTo>
                    <a:pt x="48" y="4"/>
                    <a:pt x="45" y="2"/>
                    <a:pt x="4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16" name="Freeform 31"/>
            <p:cNvSpPr>
              <a:spLocks noEditPoints="1"/>
            </p:cNvSpPr>
            <p:nvPr/>
          </p:nvSpPr>
          <p:spPr bwMode="auto">
            <a:xfrm>
              <a:off x="5676" y="2752"/>
              <a:ext cx="424" cy="371"/>
            </a:xfrm>
            <a:custGeom>
              <a:avLst/>
              <a:gdLst>
                <a:gd name="T0" fmla="*/ 153 w 178"/>
                <a:gd name="T1" fmla="*/ 137 h 155"/>
                <a:gd name="T2" fmla="*/ 157 w 178"/>
                <a:gd name="T3" fmla="*/ 137 h 155"/>
                <a:gd name="T4" fmla="*/ 165 w 178"/>
                <a:gd name="T5" fmla="*/ 138 h 155"/>
                <a:gd name="T6" fmla="*/ 168 w 178"/>
                <a:gd name="T7" fmla="*/ 139 h 155"/>
                <a:gd name="T8" fmla="*/ 176 w 178"/>
                <a:gd name="T9" fmla="*/ 135 h 155"/>
                <a:gd name="T10" fmla="*/ 172 w 178"/>
                <a:gd name="T11" fmla="*/ 128 h 155"/>
                <a:gd name="T12" fmla="*/ 166 w 178"/>
                <a:gd name="T13" fmla="*/ 105 h 155"/>
                <a:gd name="T14" fmla="*/ 134 w 178"/>
                <a:gd name="T15" fmla="*/ 34 h 155"/>
                <a:gd name="T16" fmla="*/ 95 w 178"/>
                <a:gd name="T17" fmla="*/ 2 h 155"/>
                <a:gd name="T18" fmla="*/ 94 w 178"/>
                <a:gd name="T19" fmla="*/ 0 h 155"/>
                <a:gd name="T20" fmla="*/ 58 w 178"/>
                <a:gd name="T21" fmla="*/ 4 h 155"/>
                <a:gd name="T22" fmla="*/ 35 w 178"/>
                <a:gd name="T23" fmla="*/ 37 h 155"/>
                <a:gd name="T24" fmla="*/ 21 w 178"/>
                <a:gd name="T25" fmla="*/ 133 h 155"/>
                <a:gd name="T26" fmla="*/ 15 w 178"/>
                <a:gd name="T27" fmla="*/ 148 h 155"/>
                <a:gd name="T28" fmla="*/ 15 w 178"/>
                <a:gd name="T29" fmla="*/ 153 h 155"/>
                <a:gd name="T30" fmla="*/ 24 w 178"/>
                <a:gd name="T31" fmla="*/ 153 h 155"/>
                <a:gd name="T32" fmla="*/ 36 w 178"/>
                <a:gd name="T33" fmla="*/ 150 h 155"/>
                <a:gd name="T34" fmla="*/ 36 w 178"/>
                <a:gd name="T35" fmla="*/ 150 h 155"/>
                <a:gd name="T36" fmla="*/ 36 w 178"/>
                <a:gd name="T37" fmla="*/ 150 h 155"/>
                <a:gd name="T38" fmla="*/ 68 w 178"/>
                <a:gd name="T39" fmla="*/ 153 h 155"/>
                <a:gd name="T40" fmla="*/ 153 w 178"/>
                <a:gd name="T41" fmla="*/ 137 h 155"/>
                <a:gd name="T42" fmla="*/ 67 w 178"/>
                <a:gd name="T43" fmla="*/ 57 h 155"/>
                <a:gd name="T44" fmla="*/ 81 w 178"/>
                <a:gd name="T45" fmla="*/ 50 h 155"/>
                <a:gd name="T46" fmla="*/ 80 w 178"/>
                <a:gd name="T47" fmla="*/ 42 h 155"/>
                <a:gd name="T48" fmla="*/ 86 w 178"/>
                <a:gd name="T49" fmla="*/ 41 h 155"/>
                <a:gd name="T50" fmla="*/ 88 w 178"/>
                <a:gd name="T51" fmla="*/ 49 h 155"/>
                <a:gd name="T52" fmla="*/ 102 w 178"/>
                <a:gd name="T53" fmla="*/ 50 h 155"/>
                <a:gd name="T54" fmla="*/ 100 w 178"/>
                <a:gd name="T55" fmla="*/ 55 h 155"/>
                <a:gd name="T56" fmla="*/ 75 w 178"/>
                <a:gd name="T57" fmla="*/ 62 h 155"/>
                <a:gd name="T58" fmla="*/ 92 w 178"/>
                <a:gd name="T59" fmla="*/ 70 h 155"/>
                <a:gd name="T60" fmla="*/ 106 w 178"/>
                <a:gd name="T61" fmla="*/ 92 h 155"/>
                <a:gd name="T62" fmla="*/ 93 w 178"/>
                <a:gd name="T63" fmla="*/ 98 h 155"/>
                <a:gd name="T64" fmla="*/ 94 w 178"/>
                <a:gd name="T65" fmla="*/ 106 h 155"/>
                <a:gd name="T66" fmla="*/ 87 w 178"/>
                <a:gd name="T67" fmla="*/ 107 h 155"/>
                <a:gd name="T68" fmla="*/ 86 w 178"/>
                <a:gd name="T69" fmla="*/ 99 h 155"/>
                <a:gd name="T70" fmla="*/ 69 w 178"/>
                <a:gd name="T71" fmla="*/ 97 h 155"/>
                <a:gd name="T72" fmla="*/ 70 w 178"/>
                <a:gd name="T73" fmla="*/ 92 h 155"/>
                <a:gd name="T74" fmla="*/ 97 w 178"/>
                <a:gd name="T75" fmla="*/ 90 h 155"/>
                <a:gd name="T76" fmla="*/ 93 w 178"/>
                <a:gd name="T77" fmla="*/ 78 h 155"/>
                <a:gd name="T78" fmla="*/ 78 w 178"/>
                <a:gd name="T79" fmla="*/ 74 h 155"/>
                <a:gd name="T80" fmla="*/ 67 w 178"/>
                <a:gd name="T81" fmla="*/ 5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8" h="155">
                  <a:moveTo>
                    <a:pt x="153" y="137"/>
                  </a:moveTo>
                  <a:cubicBezTo>
                    <a:pt x="153" y="137"/>
                    <a:pt x="154" y="137"/>
                    <a:pt x="157" y="137"/>
                  </a:cubicBezTo>
                  <a:cubicBezTo>
                    <a:pt x="160" y="137"/>
                    <a:pt x="162" y="137"/>
                    <a:pt x="165" y="138"/>
                  </a:cubicBezTo>
                  <a:cubicBezTo>
                    <a:pt x="165" y="138"/>
                    <a:pt x="166" y="139"/>
                    <a:pt x="168" y="139"/>
                  </a:cubicBezTo>
                  <a:cubicBezTo>
                    <a:pt x="172" y="139"/>
                    <a:pt x="174" y="137"/>
                    <a:pt x="176" y="135"/>
                  </a:cubicBezTo>
                  <a:cubicBezTo>
                    <a:pt x="176" y="135"/>
                    <a:pt x="178" y="132"/>
                    <a:pt x="172" y="128"/>
                  </a:cubicBezTo>
                  <a:cubicBezTo>
                    <a:pt x="172" y="128"/>
                    <a:pt x="162" y="123"/>
                    <a:pt x="166" y="105"/>
                  </a:cubicBezTo>
                  <a:cubicBezTo>
                    <a:pt x="166" y="105"/>
                    <a:pt x="171" y="57"/>
                    <a:pt x="134" y="34"/>
                  </a:cubicBezTo>
                  <a:cubicBezTo>
                    <a:pt x="133" y="33"/>
                    <a:pt x="96" y="10"/>
                    <a:pt x="95" y="2"/>
                  </a:cubicBezTo>
                  <a:cubicBezTo>
                    <a:pt x="95" y="2"/>
                    <a:pt x="95" y="1"/>
                    <a:pt x="94" y="0"/>
                  </a:cubicBezTo>
                  <a:cubicBezTo>
                    <a:pt x="58" y="4"/>
                    <a:pt x="58" y="4"/>
                    <a:pt x="58" y="4"/>
                  </a:cubicBezTo>
                  <a:cubicBezTo>
                    <a:pt x="54" y="12"/>
                    <a:pt x="46" y="24"/>
                    <a:pt x="35" y="37"/>
                  </a:cubicBezTo>
                  <a:cubicBezTo>
                    <a:pt x="35" y="37"/>
                    <a:pt x="0" y="78"/>
                    <a:pt x="21" y="133"/>
                  </a:cubicBezTo>
                  <a:cubicBezTo>
                    <a:pt x="21" y="134"/>
                    <a:pt x="22" y="137"/>
                    <a:pt x="15" y="148"/>
                  </a:cubicBezTo>
                  <a:cubicBezTo>
                    <a:pt x="15" y="148"/>
                    <a:pt x="14" y="151"/>
                    <a:pt x="15" y="153"/>
                  </a:cubicBezTo>
                  <a:cubicBezTo>
                    <a:pt x="16" y="155"/>
                    <a:pt x="19" y="155"/>
                    <a:pt x="24" y="153"/>
                  </a:cubicBezTo>
                  <a:cubicBezTo>
                    <a:pt x="24" y="153"/>
                    <a:pt x="28" y="151"/>
                    <a:pt x="36" y="150"/>
                  </a:cubicBezTo>
                  <a:cubicBezTo>
                    <a:pt x="36" y="150"/>
                    <a:pt x="36" y="150"/>
                    <a:pt x="36" y="150"/>
                  </a:cubicBezTo>
                  <a:cubicBezTo>
                    <a:pt x="36" y="150"/>
                    <a:pt x="36" y="150"/>
                    <a:pt x="36" y="150"/>
                  </a:cubicBezTo>
                  <a:cubicBezTo>
                    <a:pt x="36" y="150"/>
                    <a:pt x="49" y="153"/>
                    <a:pt x="68" y="153"/>
                  </a:cubicBezTo>
                  <a:cubicBezTo>
                    <a:pt x="88" y="153"/>
                    <a:pt x="119" y="150"/>
                    <a:pt x="153" y="137"/>
                  </a:cubicBezTo>
                  <a:close/>
                  <a:moveTo>
                    <a:pt x="67" y="57"/>
                  </a:moveTo>
                  <a:cubicBezTo>
                    <a:pt x="67" y="57"/>
                    <a:pt x="69" y="52"/>
                    <a:pt x="81" y="50"/>
                  </a:cubicBezTo>
                  <a:cubicBezTo>
                    <a:pt x="80" y="42"/>
                    <a:pt x="80" y="42"/>
                    <a:pt x="80" y="42"/>
                  </a:cubicBezTo>
                  <a:cubicBezTo>
                    <a:pt x="86" y="41"/>
                    <a:pt x="86" y="41"/>
                    <a:pt x="86" y="41"/>
                  </a:cubicBezTo>
                  <a:cubicBezTo>
                    <a:pt x="88" y="49"/>
                    <a:pt x="88" y="49"/>
                    <a:pt x="88" y="49"/>
                  </a:cubicBezTo>
                  <a:cubicBezTo>
                    <a:pt x="88" y="49"/>
                    <a:pt x="96" y="48"/>
                    <a:pt x="102" y="50"/>
                  </a:cubicBezTo>
                  <a:cubicBezTo>
                    <a:pt x="100" y="55"/>
                    <a:pt x="100" y="55"/>
                    <a:pt x="100" y="55"/>
                  </a:cubicBezTo>
                  <a:cubicBezTo>
                    <a:pt x="100" y="55"/>
                    <a:pt x="78" y="52"/>
                    <a:pt x="75" y="62"/>
                  </a:cubicBezTo>
                  <a:cubicBezTo>
                    <a:pt x="75" y="62"/>
                    <a:pt x="73" y="69"/>
                    <a:pt x="92" y="70"/>
                  </a:cubicBezTo>
                  <a:cubicBezTo>
                    <a:pt x="92" y="70"/>
                    <a:pt x="119" y="73"/>
                    <a:pt x="106" y="92"/>
                  </a:cubicBezTo>
                  <a:cubicBezTo>
                    <a:pt x="106" y="92"/>
                    <a:pt x="102" y="97"/>
                    <a:pt x="93" y="98"/>
                  </a:cubicBezTo>
                  <a:cubicBezTo>
                    <a:pt x="94" y="106"/>
                    <a:pt x="94" y="106"/>
                    <a:pt x="94" y="106"/>
                  </a:cubicBezTo>
                  <a:cubicBezTo>
                    <a:pt x="87" y="107"/>
                    <a:pt x="87" y="107"/>
                    <a:pt x="87" y="107"/>
                  </a:cubicBezTo>
                  <a:cubicBezTo>
                    <a:pt x="86" y="99"/>
                    <a:pt x="86" y="99"/>
                    <a:pt x="86" y="99"/>
                  </a:cubicBezTo>
                  <a:cubicBezTo>
                    <a:pt x="86" y="99"/>
                    <a:pt x="75" y="100"/>
                    <a:pt x="69" y="97"/>
                  </a:cubicBezTo>
                  <a:cubicBezTo>
                    <a:pt x="70" y="92"/>
                    <a:pt x="70" y="92"/>
                    <a:pt x="70" y="92"/>
                  </a:cubicBezTo>
                  <a:cubicBezTo>
                    <a:pt x="70" y="92"/>
                    <a:pt x="84" y="98"/>
                    <a:pt x="97" y="90"/>
                  </a:cubicBezTo>
                  <a:cubicBezTo>
                    <a:pt x="97" y="90"/>
                    <a:pt x="108" y="82"/>
                    <a:pt x="93" y="78"/>
                  </a:cubicBezTo>
                  <a:cubicBezTo>
                    <a:pt x="93" y="78"/>
                    <a:pt x="85" y="76"/>
                    <a:pt x="78" y="74"/>
                  </a:cubicBezTo>
                  <a:cubicBezTo>
                    <a:pt x="78" y="74"/>
                    <a:pt x="60" y="70"/>
                    <a:pt x="67"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17" name="Freeform 32"/>
            <p:cNvSpPr/>
            <p:nvPr/>
          </p:nvSpPr>
          <p:spPr bwMode="auto">
            <a:xfrm>
              <a:off x="6433" y="2606"/>
              <a:ext cx="176" cy="108"/>
            </a:xfrm>
            <a:custGeom>
              <a:avLst/>
              <a:gdLst>
                <a:gd name="T0" fmla="*/ 21 w 74"/>
                <a:gd name="T1" fmla="*/ 45 h 45"/>
                <a:gd name="T2" fmla="*/ 60 w 74"/>
                <a:gd name="T3" fmla="*/ 44 h 45"/>
                <a:gd name="T4" fmla="*/ 74 w 74"/>
                <a:gd name="T5" fmla="*/ 15 h 45"/>
                <a:gd name="T6" fmla="*/ 38 w 74"/>
                <a:gd name="T7" fmla="*/ 14 h 45"/>
                <a:gd name="T8" fmla="*/ 23 w 74"/>
                <a:gd name="T9" fmla="*/ 8 h 45"/>
                <a:gd name="T10" fmla="*/ 6 w 74"/>
                <a:gd name="T11" fmla="*/ 17 h 45"/>
                <a:gd name="T12" fmla="*/ 21 w 74"/>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74" h="45">
                  <a:moveTo>
                    <a:pt x="21" y="45"/>
                  </a:moveTo>
                  <a:cubicBezTo>
                    <a:pt x="60" y="44"/>
                    <a:pt x="60" y="44"/>
                    <a:pt x="60" y="44"/>
                  </a:cubicBezTo>
                  <a:cubicBezTo>
                    <a:pt x="62" y="37"/>
                    <a:pt x="66" y="27"/>
                    <a:pt x="74" y="15"/>
                  </a:cubicBezTo>
                  <a:cubicBezTo>
                    <a:pt x="74" y="15"/>
                    <a:pt x="69" y="2"/>
                    <a:pt x="38" y="14"/>
                  </a:cubicBezTo>
                  <a:cubicBezTo>
                    <a:pt x="38" y="14"/>
                    <a:pt x="31" y="13"/>
                    <a:pt x="23" y="8"/>
                  </a:cubicBezTo>
                  <a:cubicBezTo>
                    <a:pt x="23" y="8"/>
                    <a:pt x="0" y="0"/>
                    <a:pt x="6" y="17"/>
                  </a:cubicBezTo>
                  <a:lnTo>
                    <a:pt x="21"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18" name="Freeform 33"/>
            <p:cNvSpPr>
              <a:spLocks noEditPoints="1"/>
            </p:cNvSpPr>
            <p:nvPr/>
          </p:nvSpPr>
          <p:spPr bwMode="auto">
            <a:xfrm>
              <a:off x="6442" y="2621"/>
              <a:ext cx="167" cy="95"/>
            </a:xfrm>
            <a:custGeom>
              <a:avLst/>
              <a:gdLst>
                <a:gd name="T0" fmla="*/ 17 w 70"/>
                <a:gd name="T1" fmla="*/ 40 h 40"/>
                <a:gd name="T2" fmla="*/ 2 w 70"/>
                <a:gd name="T3" fmla="*/ 11 h 40"/>
                <a:gd name="T4" fmla="*/ 2 w 70"/>
                <a:gd name="T5" fmla="*/ 2 h 40"/>
                <a:gd name="T6" fmla="*/ 9 w 70"/>
                <a:gd name="T7" fmla="*/ 0 h 40"/>
                <a:gd name="T8" fmla="*/ 19 w 70"/>
                <a:gd name="T9" fmla="*/ 1 h 40"/>
                <a:gd name="T10" fmla="*/ 19 w 70"/>
                <a:gd name="T11" fmla="*/ 1 h 40"/>
                <a:gd name="T12" fmla="*/ 34 w 70"/>
                <a:gd name="T13" fmla="*/ 8 h 40"/>
                <a:gd name="T14" fmla="*/ 56 w 70"/>
                <a:gd name="T15" fmla="*/ 2 h 40"/>
                <a:gd name="T16" fmla="*/ 70 w 70"/>
                <a:gd name="T17" fmla="*/ 9 h 40"/>
                <a:gd name="T18" fmla="*/ 70 w 70"/>
                <a:gd name="T19" fmla="*/ 9 h 40"/>
                <a:gd name="T20" fmla="*/ 70 w 70"/>
                <a:gd name="T21" fmla="*/ 10 h 40"/>
                <a:gd name="T22" fmla="*/ 56 w 70"/>
                <a:gd name="T23" fmla="*/ 39 h 40"/>
                <a:gd name="T24" fmla="*/ 56 w 70"/>
                <a:gd name="T25" fmla="*/ 39 h 40"/>
                <a:gd name="T26" fmla="*/ 17 w 70"/>
                <a:gd name="T27" fmla="*/ 40 h 40"/>
                <a:gd name="T28" fmla="*/ 9 w 70"/>
                <a:gd name="T29" fmla="*/ 1 h 40"/>
                <a:gd name="T30" fmla="*/ 3 w 70"/>
                <a:gd name="T31" fmla="*/ 3 h 40"/>
                <a:gd name="T32" fmla="*/ 3 w 70"/>
                <a:gd name="T33" fmla="*/ 11 h 40"/>
                <a:gd name="T34" fmla="*/ 17 w 70"/>
                <a:gd name="T35" fmla="*/ 39 h 40"/>
                <a:gd name="T36" fmla="*/ 55 w 70"/>
                <a:gd name="T37" fmla="*/ 38 h 40"/>
                <a:gd name="T38" fmla="*/ 69 w 70"/>
                <a:gd name="T39" fmla="*/ 9 h 40"/>
                <a:gd name="T40" fmla="*/ 56 w 70"/>
                <a:gd name="T41" fmla="*/ 4 h 40"/>
                <a:gd name="T42" fmla="*/ 34 w 70"/>
                <a:gd name="T43" fmla="*/ 9 h 40"/>
                <a:gd name="T44" fmla="*/ 34 w 70"/>
                <a:gd name="T45" fmla="*/ 9 h 40"/>
                <a:gd name="T46" fmla="*/ 34 w 70"/>
                <a:gd name="T47" fmla="*/ 9 h 40"/>
                <a:gd name="T48" fmla="*/ 18 w 70"/>
                <a:gd name="T49" fmla="*/ 2 h 40"/>
                <a:gd name="T50" fmla="*/ 9 w 70"/>
                <a:gd name="T51" fmla="*/ 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40">
                  <a:moveTo>
                    <a:pt x="17" y="40"/>
                  </a:moveTo>
                  <a:cubicBezTo>
                    <a:pt x="2" y="11"/>
                    <a:pt x="2" y="11"/>
                    <a:pt x="2" y="11"/>
                  </a:cubicBezTo>
                  <a:cubicBezTo>
                    <a:pt x="0" y="7"/>
                    <a:pt x="0" y="4"/>
                    <a:pt x="2" y="2"/>
                  </a:cubicBezTo>
                  <a:cubicBezTo>
                    <a:pt x="3" y="0"/>
                    <a:pt x="5" y="0"/>
                    <a:pt x="9" y="0"/>
                  </a:cubicBezTo>
                  <a:cubicBezTo>
                    <a:pt x="14" y="0"/>
                    <a:pt x="19" y="1"/>
                    <a:pt x="19" y="1"/>
                  </a:cubicBezTo>
                  <a:cubicBezTo>
                    <a:pt x="19" y="1"/>
                    <a:pt x="19" y="1"/>
                    <a:pt x="19" y="1"/>
                  </a:cubicBezTo>
                  <a:cubicBezTo>
                    <a:pt x="26" y="6"/>
                    <a:pt x="33" y="8"/>
                    <a:pt x="34" y="8"/>
                  </a:cubicBezTo>
                  <a:cubicBezTo>
                    <a:pt x="43" y="4"/>
                    <a:pt x="50" y="2"/>
                    <a:pt x="56" y="2"/>
                  </a:cubicBezTo>
                  <a:cubicBezTo>
                    <a:pt x="68" y="2"/>
                    <a:pt x="70" y="9"/>
                    <a:pt x="70" y="9"/>
                  </a:cubicBezTo>
                  <a:cubicBezTo>
                    <a:pt x="70" y="9"/>
                    <a:pt x="70" y="9"/>
                    <a:pt x="70" y="9"/>
                  </a:cubicBezTo>
                  <a:cubicBezTo>
                    <a:pt x="70" y="10"/>
                    <a:pt x="70" y="10"/>
                    <a:pt x="70" y="10"/>
                  </a:cubicBezTo>
                  <a:cubicBezTo>
                    <a:pt x="64" y="20"/>
                    <a:pt x="59" y="30"/>
                    <a:pt x="56" y="39"/>
                  </a:cubicBezTo>
                  <a:cubicBezTo>
                    <a:pt x="56" y="39"/>
                    <a:pt x="56" y="39"/>
                    <a:pt x="56" y="39"/>
                  </a:cubicBezTo>
                  <a:lnTo>
                    <a:pt x="17" y="40"/>
                  </a:lnTo>
                  <a:close/>
                  <a:moveTo>
                    <a:pt x="9" y="1"/>
                  </a:moveTo>
                  <a:cubicBezTo>
                    <a:pt x="6" y="1"/>
                    <a:pt x="4" y="1"/>
                    <a:pt x="3" y="3"/>
                  </a:cubicBezTo>
                  <a:cubicBezTo>
                    <a:pt x="1" y="4"/>
                    <a:pt x="1" y="7"/>
                    <a:pt x="3" y="11"/>
                  </a:cubicBezTo>
                  <a:cubicBezTo>
                    <a:pt x="17" y="39"/>
                    <a:pt x="17" y="39"/>
                    <a:pt x="17" y="39"/>
                  </a:cubicBezTo>
                  <a:cubicBezTo>
                    <a:pt x="55" y="38"/>
                    <a:pt x="55" y="38"/>
                    <a:pt x="55" y="38"/>
                  </a:cubicBezTo>
                  <a:cubicBezTo>
                    <a:pt x="58" y="29"/>
                    <a:pt x="63" y="19"/>
                    <a:pt x="69" y="9"/>
                  </a:cubicBezTo>
                  <a:cubicBezTo>
                    <a:pt x="69" y="8"/>
                    <a:pt x="66" y="4"/>
                    <a:pt x="56" y="4"/>
                  </a:cubicBezTo>
                  <a:cubicBezTo>
                    <a:pt x="50" y="4"/>
                    <a:pt x="43" y="5"/>
                    <a:pt x="34" y="9"/>
                  </a:cubicBezTo>
                  <a:cubicBezTo>
                    <a:pt x="34" y="9"/>
                    <a:pt x="34" y="9"/>
                    <a:pt x="34" y="9"/>
                  </a:cubicBezTo>
                  <a:cubicBezTo>
                    <a:pt x="34" y="9"/>
                    <a:pt x="34" y="9"/>
                    <a:pt x="34" y="9"/>
                  </a:cubicBezTo>
                  <a:cubicBezTo>
                    <a:pt x="33" y="9"/>
                    <a:pt x="27" y="8"/>
                    <a:pt x="18" y="2"/>
                  </a:cubicBezTo>
                  <a:cubicBezTo>
                    <a:pt x="18" y="2"/>
                    <a:pt x="13" y="1"/>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19" name="Freeform 34"/>
            <p:cNvSpPr/>
            <p:nvPr/>
          </p:nvSpPr>
          <p:spPr bwMode="auto">
            <a:xfrm>
              <a:off x="6471" y="2721"/>
              <a:ext cx="114" cy="34"/>
            </a:xfrm>
            <a:custGeom>
              <a:avLst/>
              <a:gdLst>
                <a:gd name="T0" fmla="*/ 40 w 48"/>
                <a:gd name="T1" fmla="*/ 0 h 14"/>
                <a:gd name="T2" fmla="*/ 6 w 48"/>
                <a:gd name="T3" fmla="*/ 1 h 14"/>
                <a:gd name="T4" fmla="*/ 0 w 48"/>
                <a:gd name="T5" fmla="*/ 7 h 14"/>
                <a:gd name="T6" fmla="*/ 7 w 48"/>
                <a:gd name="T7" fmla="*/ 14 h 14"/>
                <a:gd name="T8" fmla="*/ 41 w 48"/>
                <a:gd name="T9" fmla="*/ 13 h 14"/>
                <a:gd name="T10" fmla="*/ 48 w 48"/>
                <a:gd name="T11" fmla="*/ 6 h 14"/>
                <a:gd name="T12" fmla="*/ 40 w 48"/>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0" y="0"/>
                  </a:moveTo>
                  <a:cubicBezTo>
                    <a:pt x="6" y="1"/>
                    <a:pt x="6" y="1"/>
                    <a:pt x="6" y="1"/>
                  </a:cubicBezTo>
                  <a:cubicBezTo>
                    <a:pt x="3" y="1"/>
                    <a:pt x="0" y="4"/>
                    <a:pt x="0" y="7"/>
                  </a:cubicBezTo>
                  <a:cubicBezTo>
                    <a:pt x="0" y="11"/>
                    <a:pt x="3" y="14"/>
                    <a:pt x="7" y="14"/>
                  </a:cubicBezTo>
                  <a:cubicBezTo>
                    <a:pt x="41" y="13"/>
                    <a:pt x="41" y="13"/>
                    <a:pt x="41" y="13"/>
                  </a:cubicBezTo>
                  <a:cubicBezTo>
                    <a:pt x="45" y="12"/>
                    <a:pt x="48" y="10"/>
                    <a:pt x="48" y="6"/>
                  </a:cubicBezTo>
                  <a:cubicBezTo>
                    <a:pt x="47" y="2"/>
                    <a:pt x="44" y="0"/>
                    <a:pt x="4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20" name="Freeform 35"/>
            <p:cNvSpPr>
              <a:spLocks noEditPoints="1"/>
            </p:cNvSpPr>
            <p:nvPr/>
          </p:nvSpPr>
          <p:spPr bwMode="auto">
            <a:xfrm>
              <a:off x="6468" y="2719"/>
              <a:ext cx="117" cy="36"/>
            </a:xfrm>
            <a:custGeom>
              <a:avLst/>
              <a:gdLst>
                <a:gd name="T0" fmla="*/ 8 w 49"/>
                <a:gd name="T1" fmla="*/ 15 h 15"/>
                <a:gd name="T2" fmla="*/ 0 w 49"/>
                <a:gd name="T3" fmla="*/ 8 h 15"/>
                <a:gd name="T4" fmla="*/ 2 w 49"/>
                <a:gd name="T5" fmla="*/ 3 h 15"/>
                <a:gd name="T6" fmla="*/ 7 w 49"/>
                <a:gd name="T7" fmla="*/ 1 h 15"/>
                <a:gd name="T8" fmla="*/ 42 w 49"/>
                <a:gd name="T9" fmla="*/ 0 h 15"/>
                <a:gd name="T10" fmla="*/ 49 w 49"/>
                <a:gd name="T11" fmla="*/ 7 h 15"/>
                <a:gd name="T12" fmla="*/ 42 w 49"/>
                <a:gd name="T13" fmla="*/ 14 h 15"/>
                <a:gd name="T14" fmla="*/ 8 w 49"/>
                <a:gd name="T15" fmla="*/ 15 h 15"/>
                <a:gd name="T16" fmla="*/ 42 w 49"/>
                <a:gd name="T17" fmla="*/ 1 h 15"/>
                <a:gd name="T18" fmla="*/ 41 w 49"/>
                <a:gd name="T19" fmla="*/ 1 h 15"/>
                <a:gd name="T20" fmla="*/ 7 w 49"/>
                <a:gd name="T21" fmla="*/ 2 h 15"/>
                <a:gd name="T22" fmla="*/ 3 w 49"/>
                <a:gd name="T23" fmla="*/ 4 h 15"/>
                <a:gd name="T24" fmla="*/ 1 w 49"/>
                <a:gd name="T25" fmla="*/ 8 h 15"/>
                <a:gd name="T26" fmla="*/ 8 w 49"/>
                <a:gd name="T27" fmla="*/ 14 h 15"/>
                <a:gd name="T28" fmla="*/ 8 w 49"/>
                <a:gd name="T29" fmla="*/ 14 h 15"/>
                <a:gd name="T30" fmla="*/ 42 w 49"/>
                <a:gd name="T31" fmla="*/ 13 h 15"/>
                <a:gd name="T32" fmla="*/ 48 w 49"/>
                <a:gd name="T33" fmla="*/ 7 h 15"/>
                <a:gd name="T34" fmla="*/ 42 w 49"/>
                <a:gd name="T35"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15">
                  <a:moveTo>
                    <a:pt x="8" y="15"/>
                  </a:moveTo>
                  <a:cubicBezTo>
                    <a:pt x="4" y="15"/>
                    <a:pt x="0" y="12"/>
                    <a:pt x="0" y="8"/>
                  </a:cubicBezTo>
                  <a:cubicBezTo>
                    <a:pt x="0" y="6"/>
                    <a:pt x="1" y="5"/>
                    <a:pt x="2" y="3"/>
                  </a:cubicBezTo>
                  <a:cubicBezTo>
                    <a:pt x="4" y="2"/>
                    <a:pt x="5" y="1"/>
                    <a:pt x="7" y="1"/>
                  </a:cubicBezTo>
                  <a:cubicBezTo>
                    <a:pt x="42" y="0"/>
                    <a:pt x="42" y="0"/>
                    <a:pt x="42" y="0"/>
                  </a:cubicBezTo>
                  <a:cubicBezTo>
                    <a:pt x="46" y="0"/>
                    <a:pt x="49" y="3"/>
                    <a:pt x="49" y="7"/>
                  </a:cubicBezTo>
                  <a:cubicBezTo>
                    <a:pt x="49" y="11"/>
                    <a:pt x="46" y="14"/>
                    <a:pt x="42" y="14"/>
                  </a:cubicBezTo>
                  <a:lnTo>
                    <a:pt x="8" y="15"/>
                  </a:lnTo>
                  <a:close/>
                  <a:moveTo>
                    <a:pt x="42" y="1"/>
                  </a:moveTo>
                  <a:cubicBezTo>
                    <a:pt x="41" y="1"/>
                    <a:pt x="41" y="1"/>
                    <a:pt x="41" y="1"/>
                  </a:cubicBezTo>
                  <a:cubicBezTo>
                    <a:pt x="7" y="2"/>
                    <a:pt x="7" y="2"/>
                    <a:pt x="7" y="2"/>
                  </a:cubicBezTo>
                  <a:cubicBezTo>
                    <a:pt x="6" y="2"/>
                    <a:pt x="4" y="3"/>
                    <a:pt x="3" y="4"/>
                  </a:cubicBezTo>
                  <a:cubicBezTo>
                    <a:pt x="2" y="5"/>
                    <a:pt x="1" y="7"/>
                    <a:pt x="1" y="8"/>
                  </a:cubicBezTo>
                  <a:cubicBezTo>
                    <a:pt x="1" y="12"/>
                    <a:pt x="4" y="14"/>
                    <a:pt x="8" y="14"/>
                  </a:cubicBezTo>
                  <a:cubicBezTo>
                    <a:pt x="8" y="14"/>
                    <a:pt x="8" y="14"/>
                    <a:pt x="8" y="14"/>
                  </a:cubicBezTo>
                  <a:cubicBezTo>
                    <a:pt x="42" y="13"/>
                    <a:pt x="42" y="13"/>
                    <a:pt x="42" y="13"/>
                  </a:cubicBezTo>
                  <a:cubicBezTo>
                    <a:pt x="45" y="13"/>
                    <a:pt x="48" y="10"/>
                    <a:pt x="48" y="7"/>
                  </a:cubicBezTo>
                  <a:cubicBezTo>
                    <a:pt x="48" y="4"/>
                    <a:pt x="45" y="1"/>
                    <a:pt x="4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21" name="Freeform 36"/>
            <p:cNvSpPr>
              <a:spLocks noEditPoints="1"/>
            </p:cNvSpPr>
            <p:nvPr/>
          </p:nvSpPr>
          <p:spPr bwMode="auto">
            <a:xfrm>
              <a:off x="6335" y="2762"/>
              <a:ext cx="402" cy="354"/>
            </a:xfrm>
            <a:custGeom>
              <a:avLst/>
              <a:gdLst>
                <a:gd name="T0" fmla="*/ 163 w 169"/>
                <a:gd name="T1" fmla="*/ 131 h 148"/>
                <a:gd name="T2" fmla="*/ 159 w 169"/>
                <a:gd name="T3" fmla="*/ 108 h 148"/>
                <a:gd name="T4" fmla="*/ 135 w 169"/>
                <a:gd name="T5" fmla="*/ 36 h 148"/>
                <a:gd name="T6" fmla="*/ 99 w 169"/>
                <a:gd name="T7" fmla="*/ 2 h 148"/>
                <a:gd name="T8" fmla="*/ 99 w 169"/>
                <a:gd name="T9" fmla="*/ 0 h 148"/>
                <a:gd name="T10" fmla="*/ 63 w 169"/>
                <a:gd name="T11" fmla="*/ 1 h 148"/>
                <a:gd name="T12" fmla="*/ 38 w 169"/>
                <a:gd name="T13" fmla="*/ 31 h 148"/>
                <a:gd name="T14" fmla="*/ 15 w 169"/>
                <a:gd name="T15" fmla="*/ 124 h 148"/>
                <a:gd name="T16" fmla="*/ 8 w 169"/>
                <a:gd name="T17" fmla="*/ 139 h 148"/>
                <a:gd name="T18" fmla="*/ 8 w 169"/>
                <a:gd name="T19" fmla="*/ 139 h 148"/>
                <a:gd name="T20" fmla="*/ 7 w 169"/>
                <a:gd name="T21" fmla="*/ 143 h 148"/>
                <a:gd name="T22" fmla="*/ 16 w 169"/>
                <a:gd name="T23" fmla="*/ 144 h 148"/>
                <a:gd name="T24" fmla="*/ 28 w 169"/>
                <a:gd name="T25" fmla="*/ 142 h 148"/>
                <a:gd name="T26" fmla="*/ 28 w 169"/>
                <a:gd name="T27" fmla="*/ 142 h 148"/>
                <a:gd name="T28" fmla="*/ 29 w 169"/>
                <a:gd name="T29" fmla="*/ 142 h 148"/>
                <a:gd name="T30" fmla="*/ 78 w 169"/>
                <a:gd name="T31" fmla="*/ 148 h 148"/>
                <a:gd name="T32" fmla="*/ 143 w 169"/>
                <a:gd name="T33" fmla="*/ 139 h 148"/>
                <a:gd name="T34" fmla="*/ 155 w 169"/>
                <a:gd name="T35" fmla="*/ 141 h 148"/>
                <a:gd name="T36" fmla="*/ 159 w 169"/>
                <a:gd name="T37" fmla="*/ 142 h 148"/>
                <a:gd name="T38" fmla="*/ 167 w 169"/>
                <a:gd name="T39" fmla="*/ 138 h 148"/>
                <a:gd name="T40" fmla="*/ 163 w 169"/>
                <a:gd name="T41" fmla="*/ 131 h 148"/>
                <a:gd name="T42" fmla="*/ 107 w 169"/>
                <a:gd name="T43" fmla="*/ 101 h 148"/>
                <a:gd name="T44" fmla="*/ 56 w 169"/>
                <a:gd name="T45" fmla="*/ 100 h 148"/>
                <a:gd name="T46" fmla="*/ 56 w 169"/>
                <a:gd name="T47" fmla="*/ 96 h 148"/>
                <a:gd name="T48" fmla="*/ 70 w 169"/>
                <a:gd name="T49" fmla="*/ 79 h 148"/>
                <a:gd name="T50" fmla="*/ 70 w 169"/>
                <a:gd name="T51" fmla="*/ 73 h 148"/>
                <a:gd name="T52" fmla="*/ 57 w 169"/>
                <a:gd name="T53" fmla="*/ 73 h 148"/>
                <a:gd name="T54" fmla="*/ 57 w 169"/>
                <a:gd name="T55" fmla="*/ 67 h 148"/>
                <a:gd name="T56" fmla="*/ 68 w 169"/>
                <a:gd name="T57" fmla="*/ 67 h 148"/>
                <a:gd name="T58" fmla="*/ 67 w 169"/>
                <a:gd name="T59" fmla="*/ 57 h 148"/>
                <a:gd name="T60" fmla="*/ 91 w 169"/>
                <a:gd name="T61" fmla="*/ 39 h 148"/>
                <a:gd name="T62" fmla="*/ 104 w 169"/>
                <a:gd name="T63" fmla="*/ 41 h 148"/>
                <a:gd name="T64" fmla="*/ 102 w 169"/>
                <a:gd name="T65" fmla="*/ 47 h 148"/>
                <a:gd name="T66" fmla="*/ 91 w 169"/>
                <a:gd name="T67" fmla="*/ 45 h 148"/>
                <a:gd name="T68" fmla="*/ 77 w 169"/>
                <a:gd name="T69" fmla="*/ 57 h 148"/>
                <a:gd name="T70" fmla="*/ 79 w 169"/>
                <a:gd name="T71" fmla="*/ 67 h 148"/>
                <a:gd name="T72" fmla="*/ 97 w 169"/>
                <a:gd name="T73" fmla="*/ 67 h 148"/>
                <a:gd name="T74" fmla="*/ 96 w 169"/>
                <a:gd name="T75" fmla="*/ 73 h 148"/>
                <a:gd name="T76" fmla="*/ 80 w 169"/>
                <a:gd name="T77" fmla="*/ 73 h 148"/>
                <a:gd name="T78" fmla="*/ 79 w 169"/>
                <a:gd name="T79" fmla="*/ 83 h 148"/>
                <a:gd name="T80" fmla="*/ 71 w 169"/>
                <a:gd name="T81" fmla="*/ 93 h 148"/>
                <a:gd name="T82" fmla="*/ 71 w 169"/>
                <a:gd name="T83" fmla="*/ 94 h 148"/>
                <a:gd name="T84" fmla="*/ 107 w 169"/>
                <a:gd name="T85" fmla="*/ 94 h 148"/>
                <a:gd name="T86" fmla="*/ 107 w 169"/>
                <a:gd name="T87" fmla="*/ 10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9" h="148">
                  <a:moveTo>
                    <a:pt x="163" y="131"/>
                  </a:moveTo>
                  <a:cubicBezTo>
                    <a:pt x="163" y="131"/>
                    <a:pt x="154" y="125"/>
                    <a:pt x="159" y="108"/>
                  </a:cubicBezTo>
                  <a:cubicBezTo>
                    <a:pt x="159" y="108"/>
                    <a:pt x="168" y="62"/>
                    <a:pt x="135" y="36"/>
                  </a:cubicBezTo>
                  <a:cubicBezTo>
                    <a:pt x="133" y="35"/>
                    <a:pt x="100" y="10"/>
                    <a:pt x="99" y="2"/>
                  </a:cubicBezTo>
                  <a:cubicBezTo>
                    <a:pt x="99" y="2"/>
                    <a:pt x="99" y="1"/>
                    <a:pt x="99" y="0"/>
                  </a:cubicBezTo>
                  <a:cubicBezTo>
                    <a:pt x="63" y="1"/>
                    <a:pt x="63" y="1"/>
                    <a:pt x="63" y="1"/>
                  </a:cubicBezTo>
                  <a:cubicBezTo>
                    <a:pt x="58" y="9"/>
                    <a:pt x="50" y="19"/>
                    <a:pt x="38" y="31"/>
                  </a:cubicBezTo>
                  <a:cubicBezTo>
                    <a:pt x="37" y="32"/>
                    <a:pt x="0" y="69"/>
                    <a:pt x="15" y="124"/>
                  </a:cubicBezTo>
                  <a:cubicBezTo>
                    <a:pt x="15" y="125"/>
                    <a:pt x="16" y="128"/>
                    <a:pt x="8" y="139"/>
                  </a:cubicBezTo>
                  <a:cubicBezTo>
                    <a:pt x="8" y="139"/>
                    <a:pt x="8" y="139"/>
                    <a:pt x="8" y="139"/>
                  </a:cubicBezTo>
                  <a:cubicBezTo>
                    <a:pt x="8" y="139"/>
                    <a:pt x="6" y="142"/>
                    <a:pt x="7" y="143"/>
                  </a:cubicBezTo>
                  <a:cubicBezTo>
                    <a:pt x="9" y="145"/>
                    <a:pt x="12" y="145"/>
                    <a:pt x="16" y="144"/>
                  </a:cubicBezTo>
                  <a:cubicBezTo>
                    <a:pt x="16" y="144"/>
                    <a:pt x="21" y="143"/>
                    <a:pt x="28" y="142"/>
                  </a:cubicBezTo>
                  <a:cubicBezTo>
                    <a:pt x="28" y="142"/>
                    <a:pt x="28" y="142"/>
                    <a:pt x="28" y="142"/>
                  </a:cubicBezTo>
                  <a:cubicBezTo>
                    <a:pt x="29" y="142"/>
                    <a:pt x="29" y="142"/>
                    <a:pt x="29" y="142"/>
                  </a:cubicBezTo>
                  <a:cubicBezTo>
                    <a:pt x="29" y="142"/>
                    <a:pt x="48" y="148"/>
                    <a:pt x="78" y="148"/>
                  </a:cubicBezTo>
                  <a:cubicBezTo>
                    <a:pt x="100" y="148"/>
                    <a:pt x="122" y="145"/>
                    <a:pt x="143" y="139"/>
                  </a:cubicBezTo>
                  <a:cubicBezTo>
                    <a:pt x="143" y="139"/>
                    <a:pt x="149" y="138"/>
                    <a:pt x="155" y="141"/>
                  </a:cubicBezTo>
                  <a:cubicBezTo>
                    <a:pt x="155" y="141"/>
                    <a:pt x="157" y="142"/>
                    <a:pt x="159" y="142"/>
                  </a:cubicBezTo>
                  <a:cubicBezTo>
                    <a:pt x="162" y="142"/>
                    <a:pt x="165" y="140"/>
                    <a:pt x="167" y="138"/>
                  </a:cubicBezTo>
                  <a:cubicBezTo>
                    <a:pt x="167" y="138"/>
                    <a:pt x="169" y="135"/>
                    <a:pt x="163" y="131"/>
                  </a:cubicBezTo>
                  <a:close/>
                  <a:moveTo>
                    <a:pt x="107" y="101"/>
                  </a:moveTo>
                  <a:cubicBezTo>
                    <a:pt x="56" y="100"/>
                    <a:pt x="56" y="100"/>
                    <a:pt x="56" y="100"/>
                  </a:cubicBezTo>
                  <a:cubicBezTo>
                    <a:pt x="56" y="96"/>
                    <a:pt x="56" y="96"/>
                    <a:pt x="56" y="96"/>
                  </a:cubicBezTo>
                  <a:cubicBezTo>
                    <a:pt x="64" y="93"/>
                    <a:pt x="70" y="86"/>
                    <a:pt x="70" y="79"/>
                  </a:cubicBezTo>
                  <a:cubicBezTo>
                    <a:pt x="70" y="77"/>
                    <a:pt x="70" y="75"/>
                    <a:pt x="70" y="73"/>
                  </a:cubicBezTo>
                  <a:cubicBezTo>
                    <a:pt x="57" y="73"/>
                    <a:pt x="57" y="73"/>
                    <a:pt x="57" y="73"/>
                  </a:cubicBezTo>
                  <a:cubicBezTo>
                    <a:pt x="57" y="67"/>
                    <a:pt x="57" y="67"/>
                    <a:pt x="57" y="67"/>
                  </a:cubicBezTo>
                  <a:cubicBezTo>
                    <a:pt x="68" y="67"/>
                    <a:pt x="68" y="67"/>
                    <a:pt x="68" y="67"/>
                  </a:cubicBezTo>
                  <a:cubicBezTo>
                    <a:pt x="68" y="64"/>
                    <a:pt x="67" y="61"/>
                    <a:pt x="67" y="57"/>
                  </a:cubicBezTo>
                  <a:cubicBezTo>
                    <a:pt x="67" y="46"/>
                    <a:pt x="77" y="39"/>
                    <a:pt x="91" y="39"/>
                  </a:cubicBezTo>
                  <a:cubicBezTo>
                    <a:pt x="97" y="39"/>
                    <a:pt x="102" y="40"/>
                    <a:pt x="104" y="41"/>
                  </a:cubicBezTo>
                  <a:cubicBezTo>
                    <a:pt x="102" y="47"/>
                    <a:pt x="102" y="47"/>
                    <a:pt x="102" y="47"/>
                  </a:cubicBezTo>
                  <a:cubicBezTo>
                    <a:pt x="100" y="46"/>
                    <a:pt x="96" y="45"/>
                    <a:pt x="91" y="45"/>
                  </a:cubicBezTo>
                  <a:cubicBezTo>
                    <a:pt x="81" y="45"/>
                    <a:pt x="77" y="50"/>
                    <a:pt x="77" y="57"/>
                  </a:cubicBezTo>
                  <a:cubicBezTo>
                    <a:pt x="77" y="61"/>
                    <a:pt x="78" y="64"/>
                    <a:pt x="79" y="67"/>
                  </a:cubicBezTo>
                  <a:cubicBezTo>
                    <a:pt x="97" y="67"/>
                    <a:pt x="97" y="67"/>
                    <a:pt x="97" y="67"/>
                  </a:cubicBezTo>
                  <a:cubicBezTo>
                    <a:pt x="96" y="73"/>
                    <a:pt x="96" y="73"/>
                    <a:pt x="96" y="73"/>
                  </a:cubicBezTo>
                  <a:cubicBezTo>
                    <a:pt x="80" y="73"/>
                    <a:pt x="80" y="73"/>
                    <a:pt x="80" y="73"/>
                  </a:cubicBezTo>
                  <a:cubicBezTo>
                    <a:pt x="80" y="76"/>
                    <a:pt x="80" y="80"/>
                    <a:pt x="79" y="83"/>
                  </a:cubicBezTo>
                  <a:cubicBezTo>
                    <a:pt x="78" y="87"/>
                    <a:pt x="75" y="91"/>
                    <a:pt x="71" y="93"/>
                  </a:cubicBezTo>
                  <a:cubicBezTo>
                    <a:pt x="71" y="94"/>
                    <a:pt x="71" y="94"/>
                    <a:pt x="71" y="94"/>
                  </a:cubicBezTo>
                  <a:cubicBezTo>
                    <a:pt x="107" y="94"/>
                    <a:pt x="107" y="94"/>
                    <a:pt x="107" y="94"/>
                  </a:cubicBezTo>
                  <a:lnTo>
                    <a:pt x="107" y="1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22" name="Freeform 37"/>
            <p:cNvSpPr/>
            <p:nvPr/>
          </p:nvSpPr>
          <p:spPr bwMode="auto">
            <a:xfrm>
              <a:off x="6147" y="2633"/>
              <a:ext cx="129" cy="81"/>
            </a:xfrm>
            <a:custGeom>
              <a:avLst/>
              <a:gdLst>
                <a:gd name="T0" fmla="*/ 14 w 54"/>
                <a:gd name="T1" fmla="*/ 34 h 34"/>
                <a:gd name="T2" fmla="*/ 43 w 54"/>
                <a:gd name="T3" fmla="*/ 34 h 34"/>
                <a:gd name="T4" fmla="*/ 54 w 54"/>
                <a:gd name="T5" fmla="*/ 13 h 34"/>
                <a:gd name="T6" fmla="*/ 28 w 54"/>
                <a:gd name="T7" fmla="*/ 12 h 34"/>
                <a:gd name="T8" fmla="*/ 16 w 54"/>
                <a:gd name="T9" fmla="*/ 6 h 34"/>
                <a:gd name="T10" fmla="*/ 4 w 54"/>
                <a:gd name="T11" fmla="*/ 13 h 34"/>
                <a:gd name="T12" fmla="*/ 14 w 54"/>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4" h="34">
                  <a:moveTo>
                    <a:pt x="14" y="34"/>
                  </a:moveTo>
                  <a:cubicBezTo>
                    <a:pt x="43" y="34"/>
                    <a:pt x="43" y="34"/>
                    <a:pt x="43" y="34"/>
                  </a:cubicBezTo>
                  <a:cubicBezTo>
                    <a:pt x="45" y="29"/>
                    <a:pt x="48" y="22"/>
                    <a:pt x="54" y="13"/>
                  </a:cubicBezTo>
                  <a:cubicBezTo>
                    <a:pt x="54" y="13"/>
                    <a:pt x="51" y="3"/>
                    <a:pt x="28" y="12"/>
                  </a:cubicBezTo>
                  <a:cubicBezTo>
                    <a:pt x="28" y="12"/>
                    <a:pt x="22" y="11"/>
                    <a:pt x="16" y="6"/>
                  </a:cubicBezTo>
                  <a:cubicBezTo>
                    <a:pt x="16" y="6"/>
                    <a:pt x="0" y="0"/>
                    <a:pt x="4" y="13"/>
                  </a:cubicBezTo>
                  <a:lnTo>
                    <a:pt x="14" y="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23" name="Freeform 38"/>
            <p:cNvSpPr>
              <a:spLocks noEditPoints="1"/>
            </p:cNvSpPr>
            <p:nvPr/>
          </p:nvSpPr>
          <p:spPr bwMode="auto">
            <a:xfrm>
              <a:off x="6152" y="2642"/>
              <a:ext cx="126" cy="74"/>
            </a:xfrm>
            <a:custGeom>
              <a:avLst/>
              <a:gdLst>
                <a:gd name="T0" fmla="*/ 12 w 53"/>
                <a:gd name="T1" fmla="*/ 31 h 31"/>
                <a:gd name="T2" fmla="*/ 1 w 53"/>
                <a:gd name="T3" fmla="*/ 9 h 31"/>
                <a:gd name="T4" fmla="*/ 2 w 53"/>
                <a:gd name="T5" fmla="*/ 2 h 31"/>
                <a:gd name="T6" fmla="*/ 7 w 53"/>
                <a:gd name="T7" fmla="*/ 0 h 31"/>
                <a:gd name="T8" fmla="*/ 15 w 53"/>
                <a:gd name="T9" fmla="*/ 2 h 31"/>
                <a:gd name="T10" fmla="*/ 15 w 53"/>
                <a:gd name="T11" fmla="*/ 2 h 31"/>
                <a:gd name="T12" fmla="*/ 25 w 53"/>
                <a:gd name="T13" fmla="*/ 7 h 31"/>
                <a:gd name="T14" fmla="*/ 42 w 53"/>
                <a:gd name="T15" fmla="*/ 3 h 31"/>
                <a:gd name="T16" fmla="*/ 53 w 53"/>
                <a:gd name="T17" fmla="*/ 9 h 31"/>
                <a:gd name="T18" fmla="*/ 53 w 53"/>
                <a:gd name="T19" fmla="*/ 9 h 31"/>
                <a:gd name="T20" fmla="*/ 53 w 53"/>
                <a:gd name="T21" fmla="*/ 9 h 31"/>
                <a:gd name="T22" fmla="*/ 42 w 53"/>
                <a:gd name="T23" fmla="*/ 31 h 31"/>
                <a:gd name="T24" fmla="*/ 42 w 53"/>
                <a:gd name="T25" fmla="*/ 31 h 31"/>
                <a:gd name="T26" fmla="*/ 12 w 53"/>
                <a:gd name="T27" fmla="*/ 31 h 31"/>
                <a:gd name="T28" fmla="*/ 7 w 53"/>
                <a:gd name="T29" fmla="*/ 1 h 31"/>
                <a:gd name="T30" fmla="*/ 2 w 53"/>
                <a:gd name="T31" fmla="*/ 3 h 31"/>
                <a:gd name="T32" fmla="*/ 2 w 53"/>
                <a:gd name="T33" fmla="*/ 9 h 31"/>
                <a:gd name="T34" fmla="*/ 13 w 53"/>
                <a:gd name="T35" fmla="*/ 30 h 31"/>
                <a:gd name="T36" fmla="*/ 41 w 53"/>
                <a:gd name="T37" fmla="*/ 30 h 31"/>
                <a:gd name="T38" fmla="*/ 52 w 53"/>
                <a:gd name="T39" fmla="*/ 9 h 31"/>
                <a:gd name="T40" fmla="*/ 42 w 53"/>
                <a:gd name="T41" fmla="*/ 4 h 31"/>
                <a:gd name="T42" fmla="*/ 26 w 53"/>
                <a:gd name="T43" fmla="*/ 8 h 31"/>
                <a:gd name="T44" fmla="*/ 26 w 53"/>
                <a:gd name="T45" fmla="*/ 8 h 31"/>
                <a:gd name="T46" fmla="*/ 25 w 53"/>
                <a:gd name="T47" fmla="*/ 8 h 31"/>
                <a:gd name="T48" fmla="*/ 14 w 53"/>
                <a:gd name="T49" fmla="*/ 3 h 31"/>
                <a:gd name="T50" fmla="*/ 7 w 53"/>
                <a:gd name="T51"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3" h="31">
                  <a:moveTo>
                    <a:pt x="12" y="31"/>
                  </a:moveTo>
                  <a:cubicBezTo>
                    <a:pt x="1" y="9"/>
                    <a:pt x="1" y="9"/>
                    <a:pt x="1" y="9"/>
                  </a:cubicBezTo>
                  <a:cubicBezTo>
                    <a:pt x="0" y="6"/>
                    <a:pt x="0" y="4"/>
                    <a:pt x="2" y="2"/>
                  </a:cubicBezTo>
                  <a:cubicBezTo>
                    <a:pt x="3" y="1"/>
                    <a:pt x="4" y="0"/>
                    <a:pt x="7" y="0"/>
                  </a:cubicBezTo>
                  <a:cubicBezTo>
                    <a:pt x="10" y="0"/>
                    <a:pt x="14" y="2"/>
                    <a:pt x="15" y="2"/>
                  </a:cubicBezTo>
                  <a:cubicBezTo>
                    <a:pt x="15" y="2"/>
                    <a:pt x="15" y="2"/>
                    <a:pt x="15" y="2"/>
                  </a:cubicBezTo>
                  <a:cubicBezTo>
                    <a:pt x="20" y="6"/>
                    <a:pt x="25" y="7"/>
                    <a:pt x="25" y="7"/>
                  </a:cubicBezTo>
                  <a:cubicBezTo>
                    <a:pt x="32" y="5"/>
                    <a:pt x="37" y="3"/>
                    <a:pt x="42" y="3"/>
                  </a:cubicBezTo>
                  <a:cubicBezTo>
                    <a:pt x="51" y="3"/>
                    <a:pt x="53" y="9"/>
                    <a:pt x="53" y="9"/>
                  </a:cubicBezTo>
                  <a:cubicBezTo>
                    <a:pt x="53" y="9"/>
                    <a:pt x="53" y="9"/>
                    <a:pt x="53" y="9"/>
                  </a:cubicBezTo>
                  <a:cubicBezTo>
                    <a:pt x="53" y="9"/>
                    <a:pt x="53" y="9"/>
                    <a:pt x="53" y="9"/>
                  </a:cubicBezTo>
                  <a:cubicBezTo>
                    <a:pt x="48" y="17"/>
                    <a:pt x="44" y="24"/>
                    <a:pt x="42" y="31"/>
                  </a:cubicBezTo>
                  <a:cubicBezTo>
                    <a:pt x="42" y="31"/>
                    <a:pt x="42" y="31"/>
                    <a:pt x="42" y="31"/>
                  </a:cubicBezTo>
                  <a:lnTo>
                    <a:pt x="12" y="31"/>
                  </a:lnTo>
                  <a:close/>
                  <a:moveTo>
                    <a:pt x="7" y="1"/>
                  </a:moveTo>
                  <a:cubicBezTo>
                    <a:pt x="5" y="1"/>
                    <a:pt x="3" y="2"/>
                    <a:pt x="2" y="3"/>
                  </a:cubicBezTo>
                  <a:cubicBezTo>
                    <a:pt x="1" y="4"/>
                    <a:pt x="1" y="6"/>
                    <a:pt x="2" y="9"/>
                  </a:cubicBezTo>
                  <a:cubicBezTo>
                    <a:pt x="13" y="30"/>
                    <a:pt x="13" y="30"/>
                    <a:pt x="13" y="30"/>
                  </a:cubicBezTo>
                  <a:cubicBezTo>
                    <a:pt x="41" y="30"/>
                    <a:pt x="41" y="30"/>
                    <a:pt x="41" y="30"/>
                  </a:cubicBezTo>
                  <a:cubicBezTo>
                    <a:pt x="43" y="23"/>
                    <a:pt x="47" y="16"/>
                    <a:pt x="52" y="9"/>
                  </a:cubicBezTo>
                  <a:cubicBezTo>
                    <a:pt x="51" y="8"/>
                    <a:pt x="49" y="4"/>
                    <a:pt x="42" y="4"/>
                  </a:cubicBezTo>
                  <a:cubicBezTo>
                    <a:pt x="37" y="4"/>
                    <a:pt x="32" y="6"/>
                    <a:pt x="26" y="8"/>
                  </a:cubicBezTo>
                  <a:cubicBezTo>
                    <a:pt x="26" y="8"/>
                    <a:pt x="26" y="8"/>
                    <a:pt x="26" y="8"/>
                  </a:cubicBezTo>
                  <a:cubicBezTo>
                    <a:pt x="25" y="8"/>
                    <a:pt x="25" y="8"/>
                    <a:pt x="25" y="8"/>
                  </a:cubicBezTo>
                  <a:cubicBezTo>
                    <a:pt x="25" y="8"/>
                    <a:pt x="20" y="7"/>
                    <a:pt x="14" y="3"/>
                  </a:cubicBezTo>
                  <a:cubicBezTo>
                    <a:pt x="14" y="3"/>
                    <a:pt x="10" y="1"/>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24" name="Freeform 39"/>
            <p:cNvSpPr/>
            <p:nvPr/>
          </p:nvSpPr>
          <p:spPr bwMode="auto">
            <a:xfrm>
              <a:off x="6171" y="2721"/>
              <a:ext cx="86" cy="24"/>
            </a:xfrm>
            <a:custGeom>
              <a:avLst/>
              <a:gdLst>
                <a:gd name="T0" fmla="*/ 31 w 36"/>
                <a:gd name="T1" fmla="*/ 0 h 10"/>
                <a:gd name="T2" fmla="*/ 5 w 36"/>
                <a:gd name="T3" fmla="*/ 0 h 10"/>
                <a:gd name="T4" fmla="*/ 0 w 36"/>
                <a:gd name="T5" fmla="*/ 5 h 10"/>
                <a:gd name="T6" fmla="*/ 5 w 36"/>
                <a:gd name="T7" fmla="*/ 10 h 10"/>
                <a:gd name="T8" fmla="*/ 31 w 36"/>
                <a:gd name="T9" fmla="*/ 10 h 10"/>
                <a:gd name="T10" fmla="*/ 36 w 36"/>
                <a:gd name="T11" fmla="*/ 5 h 10"/>
                <a:gd name="T12" fmla="*/ 31 w 3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36" h="10">
                  <a:moveTo>
                    <a:pt x="31" y="0"/>
                  </a:moveTo>
                  <a:cubicBezTo>
                    <a:pt x="5" y="0"/>
                    <a:pt x="5" y="0"/>
                    <a:pt x="5" y="0"/>
                  </a:cubicBezTo>
                  <a:cubicBezTo>
                    <a:pt x="2" y="0"/>
                    <a:pt x="0" y="2"/>
                    <a:pt x="0" y="5"/>
                  </a:cubicBezTo>
                  <a:cubicBezTo>
                    <a:pt x="0" y="7"/>
                    <a:pt x="2" y="10"/>
                    <a:pt x="5" y="10"/>
                  </a:cubicBezTo>
                  <a:cubicBezTo>
                    <a:pt x="31" y="10"/>
                    <a:pt x="31" y="10"/>
                    <a:pt x="31" y="10"/>
                  </a:cubicBezTo>
                  <a:cubicBezTo>
                    <a:pt x="34" y="10"/>
                    <a:pt x="36" y="7"/>
                    <a:pt x="36" y="5"/>
                  </a:cubicBezTo>
                  <a:cubicBezTo>
                    <a:pt x="36" y="2"/>
                    <a:pt x="34" y="0"/>
                    <a:pt x="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25" name="Freeform 40"/>
            <p:cNvSpPr>
              <a:spLocks noEditPoints="1"/>
            </p:cNvSpPr>
            <p:nvPr/>
          </p:nvSpPr>
          <p:spPr bwMode="auto">
            <a:xfrm>
              <a:off x="6171" y="2719"/>
              <a:ext cx="86" cy="26"/>
            </a:xfrm>
            <a:custGeom>
              <a:avLst/>
              <a:gdLst>
                <a:gd name="T0" fmla="*/ 5 w 36"/>
                <a:gd name="T1" fmla="*/ 11 h 11"/>
                <a:gd name="T2" fmla="*/ 0 w 36"/>
                <a:gd name="T3" fmla="*/ 6 h 11"/>
                <a:gd name="T4" fmla="*/ 1 w 36"/>
                <a:gd name="T5" fmla="*/ 2 h 11"/>
                <a:gd name="T6" fmla="*/ 5 w 36"/>
                <a:gd name="T7" fmla="*/ 0 h 11"/>
                <a:gd name="T8" fmla="*/ 31 w 36"/>
                <a:gd name="T9" fmla="*/ 0 h 11"/>
                <a:gd name="T10" fmla="*/ 36 w 36"/>
                <a:gd name="T11" fmla="*/ 6 h 11"/>
                <a:gd name="T12" fmla="*/ 31 w 36"/>
                <a:gd name="T13" fmla="*/ 11 h 11"/>
                <a:gd name="T14" fmla="*/ 5 w 36"/>
                <a:gd name="T15" fmla="*/ 11 h 11"/>
                <a:gd name="T16" fmla="*/ 31 w 36"/>
                <a:gd name="T17" fmla="*/ 1 h 11"/>
                <a:gd name="T18" fmla="*/ 5 w 36"/>
                <a:gd name="T19" fmla="*/ 1 h 11"/>
                <a:gd name="T20" fmla="*/ 2 w 36"/>
                <a:gd name="T21" fmla="*/ 3 h 11"/>
                <a:gd name="T22" fmla="*/ 1 w 36"/>
                <a:gd name="T23" fmla="*/ 6 h 11"/>
                <a:gd name="T24" fmla="*/ 5 w 36"/>
                <a:gd name="T25" fmla="*/ 10 h 11"/>
                <a:gd name="T26" fmla="*/ 5 w 36"/>
                <a:gd name="T27" fmla="*/ 11 h 11"/>
                <a:gd name="T28" fmla="*/ 5 w 36"/>
                <a:gd name="T29" fmla="*/ 10 h 11"/>
                <a:gd name="T30" fmla="*/ 31 w 36"/>
                <a:gd name="T31" fmla="*/ 10 h 11"/>
                <a:gd name="T32" fmla="*/ 35 w 36"/>
                <a:gd name="T33" fmla="*/ 6 h 11"/>
                <a:gd name="T34" fmla="*/ 31 w 36"/>
                <a:gd name="T35"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11">
                  <a:moveTo>
                    <a:pt x="5" y="11"/>
                  </a:moveTo>
                  <a:cubicBezTo>
                    <a:pt x="2" y="11"/>
                    <a:pt x="0" y="9"/>
                    <a:pt x="0" y="6"/>
                  </a:cubicBezTo>
                  <a:cubicBezTo>
                    <a:pt x="0" y="4"/>
                    <a:pt x="0" y="3"/>
                    <a:pt x="1" y="2"/>
                  </a:cubicBezTo>
                  <a:cubicBezTo>
                    <a:pt x="2" y="1"/>
                    <a:pt x="4" y="0"/>
                    <a:pt x="5" y="0"/>
                  </a:cubicBezTo>
                  <a:cubicBezTo>
                    <a:pt x="31" y="0"/>
                    <a:pt x="31" y="0"/>
                    <a:pt x="31" y="0"/>
                  </a:cubicBezTo>
                  <a:cubicBezTo>
                    <a:pt x="34" y="0"/>
                    <a:pt x="36" y="3"/>
                    <a:pt x="36" y="6"/>
                  </a:cubicBezTo>
                  <a:cubicBezTo>
                    <a:pt x="36" y="9"/>
                    <a:pt x="34" y="11"/>
                    <a:pt x="31" y="11"/>
                  </a:cubicBezTo>
                  <a:lnTo>
                    <a:pt x="5" y="11"/>
                  </a:lnTo>
                  <a:close/>
                  <a:moveTo>
                    <a:pt x="31" y="1"/>
                  </a:moveTo>
                  <a:cubicBezTo>
                    <a:pt x="5" y="1"/>
                    <a:pt x="5" y="1"/>
                    <a:pt x="5" y="1"/>
                  </a:cubicBezTo>
                  <a:cubicBezTo>
                    <a:pt x="4" y="1"/>
                    <a:pt x="3" y="2"/>
                    <a:pt x="2" y="3"/>
                  </a:cubicBezTo>
                  <a:cubicBezTo>
                    <a:pt x="1" y="3"/>
                    <a:pt x="1" y="5"/>
                    <a:pt x="1" y="6"/>
                  </a:cubicBezTo>
                  <a:cubicBezTo>
                    <a:pt x="1" y="8"/>
                    <a:pt x="3" y="10"/>
                    <a:pt x="5" y="10"/>
                  </a:cubicBezTo>
                  <a:cubicBezTo>
                    <a:pt x="5" y="11"/>
                    <a:pt x="5" y="11"/>
                    <a:pt x="5" y="11"/>
                  </a:cubicBezTo>
                  <a:cubicBezTo>
                    <a:pt x="5" y="10"/>
                    <a:pt x="5" y="10"/>
                    <a:pt x="5" y="10"/>
                  </a:cubicBezTo>
                  <a:cubicBezTo>
                    <a:pt x="31" y="10"/>
                    <a:pt x="31" y="10"/>
                    <a:pt x="31" y="10"/>
                  </a:cubicBezTo>
                  <a:cubicBezTo>
                    <a:pt x="33" y="10"/>
                    <a:pt x="35" y="8"/>
                    <a:pt x="35" y="6"/>
                  </a:cubicBezTo>
                  <a:cubicBezTo>
                    <a:pt x="35" y="3"/>
                    <a:pt x="33" y="1"/>
                    <a:pt x="3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26" name="Freeform 41"/>
            <p:cNvSpPr>
              <a:spLocks noEditPoints="1"/>
            </p:cNvSpPr>
            <p:nvPr/>
          </p:nvSpPr>
          <p:spPr bwMode="auto">
            <a:xfrm>
              <a:off x="6066" y="2752"/>
              <a:ext cx="300" cy="264"/>
            </a:xfrm>
            <a:custGeom>
              <a:avLst/>
              <a:gdLst>
                <a:gd name="T0" fmla="*/ 120 w 126"/>
                <a:gd name="T1" fmla="*/ 99 h 110"/>
                <a:gd name="T2" fmla="*/ 118 w 126"/>
                <a:gd name="T3" fmla="*/ 82 h 110"/>
                <a:gd name="T4" fmla="*/ 101 w 126"/>
                <a:gd name="T5" fmla="*/ 28 h 110"/>
                <a:gd name="T6" fmla="*/ 76 w 126"/>
                <a:gd name="T7" fmla="*/ 2 h 110"/>
                <a:gd name="T8" fmla="*/ 75 w 126"/>
                <a:gd name="T9" fmla="*/ 0 h 110"/>
                <a:gd name="T10" fmla="*/ 48 w 126"/>
                <a:gd name="T11" fmla="*/ 0 h 110"/>
                <a:gd name="T12" fmla="*/ 29 w 126"/>
                <a:gd name="T13" fmla="*/ 22 h 110"/>
                <a:gd name="T14" fmla="*/ 10 w 126"/>
                <a:gd name="T15" fmla="*/ 91 h 110"/>
                <a:gd name="T16" fmla="*/ 4 w 126"/>
                <a:gd name="T17" fmla="*/ 102 h 110"/>
                <a:gd name="T18" fmla="*/ 4 w 126"/>
                <a:gd name="T19" fmla="*/ 105 h 110"/>
                <a:gd name="T20" fmla="*/ 10 w 126"/>
                <a:gd name="T21" fmla="*/ 106 h 110"/>
                <a:gd name="T22" fmla="*/ 19 w 126"/>
                <a:gd name="T23" fmla="*/ 105 h 110"/>
                <a:gd name="T24" fmla="*/ 19 w 126"/>
                <a:gd name="T25" fmla="*/ 105 h 110"/>
                <a:gd name="T26" fmla="*/ 20 w 126"/>
                <a:gd name="T27" fmla="*/ 105 h 110"/>
                <a:gd name="T28" fmla="*/ 61 w 126"/>
                <a:gd name="T29" fmla="*/ 110 h 110"/>
                <a:gd name="T30" fmla="*/ 105 w 126"/>
                <a:gd name="T31" fmla="*/ 104 h 110"/>
                <a:gd name="T32" fmla="*/ 107 w 126"/>
                <a:gd name="T33" fmla="*/ 104 h 110"/>
                <a:gd name="T34" fmla="*/ 114 w 126"/>
                <a:gd name="T35" fmla="*/ 106 h 110"/>
                <a:gd name="T36" fmla="*/ 118 w 126"/>
                <a:gd name="T37" fmla="*/ 107 h 110"/>
                <a:gd name="T38" fmla="*/ 123 w 126"/>
                <a:gd name="T39" fmla="*/ 104 h 110"/>
                <a:gd name="T40" fmla="*/ 120 w 126"/>
                <a:gd name="T41" fmla="*/ 99 h 110"/>
                <a:gd name="T42" fmla="*/ 81 w 126"/>
                <a:gd name="T43" fmla="*/ 55 h 110"/>
                <a:gd name="T44" fmla="*/ 81 w 126"/>
                <a:gd name="T45" fmla="*/ 58 h 110"/>
                <a:gd name="T46" fmla="*/ 53 w 126"/>
                <a:gd name="T47" fmla="*/ 57 h 110"/>
                <a:gd name="T48" fmla="*/ 53 w 126"/>
                <a:gd name="T49" fmla="*/ 62 h 110"/>
                <a:gd name="T50" fmla="*/ 81 w 126"/>
                <a:gd name="T51" fmla="*/ 62 h 110"/>
                <a:gd name="T52" fmla="*/ 81 w 126"/>
                <a:gd name="T53" fmla="*/ 66 h 110"/>
                <a:gd name="T54" fmla="*/ 53 w 126"/>
                <a:gd name="T55" fmla="*/ 65 h 110"/>
                <a:gd name="T56" fmla="*/ 67 w 126"/>
                <a:gd name="T57" fmla="*/ 80 h 110"/>
                <a:gd name="T58" fmla="*/ 83 w 126"/>
                <a:gd name="T59" fmla="*/ 78 h 110"/>
                <a:gd name="T60" fmla="*/ 85 w 126"/>
                <a:gd name="T61" fmla="*/ 83 h 110"/>
                <a:gd name="T62" fmla="*/ 54 w 126"/>
                <a:gd name="T63" fmla="*/ 81 h 110"/>
                <a:gd name="T64" fmla="*/ 45 w 126"/>
                <a:gd name="T65" fmla="*/ 65 h 110"/>
                <a:gd name="T66" fmla="*/ 38 w 126"/>
                <a:gd name="T67" fmla="*/ 65 h 110"/>
                <a:gd name="T68" fmla="*/ 39 w 126"/>
                <a:gd name="T69" fmla="*/ 61 h 110"/>
                <a:gd name="T70" fmla="*/ 44 w 126"/>
                <a:gd name="T71" fmla="*/ 61 h 110"/>
                <a:gd name="T72" fmla="*/ 45 w 126"/>
                <a:gd name="T73" fmla="*/ 58 h 110"/>
                <a:gd name="T74" fmla="*/ 39 w 126"/>
                <a:gd name="T75" fmla="*/ 57 h 110"/>
                <a:gd name="T76" fmla="*/ 39 w 126"/>
                <a:gd name="T77" fmla="*/ 53 h 110"/>
                <a:gd name="T78" fmla="*/ 45 w 126"/>
                <a:gd name="T79" fmla="*/ 53 h 110"/>
                <a:gd name="T80" fmla="*/ 67 w 126"/>
                <a:gd name="T81" fmla="*/ 35 h 110"/>
                <a:gd name="T82" fmla="*/ 86 w 126"/>
                <a:gd name="T83" fmla="*/ 38 h 110"/>
                <a:gd name="T84" fmla="*/ 83 w 126"/>
                <a:gd name="T85" fmla="*/ 43 h 110"/>
                <a:gd name="T86" fmla="*/ 54 w 126"/>
                <a:gd name="T87" fmla="*/ 54 h 110"/>
                <a:gd name="T88" fmla="*/ 81 w 126"/>
                <a:gd name="T89" fmla="*/ 5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6" h="110">
                  <a:moveTo>
                    <a:pt x="120" y="99"/>
                  </a:moveTo>
                  <a:cubicBezTo>
                    <a:pt x="120" y="99"/>
                    <a:pt x="114" y="94"/>
                    <a:pt x="118" y="82"/>
                  </a:cubicBezTo>
                  <a:cubicBezTo>
                    <a:pt x="118" y="82"/>
                    <a:pt x="126" y="48"/>
                    <a:pt x="101" y="28"/>
                  </a:cubicBezTo>
                  <a:cubicBezTo>
                    <a:pt x="99" y="26"/>
                    <a:pt x="76" y="7"/>
                    <a:pt x="76" y="2"/>
                  </a:cubicBezTo>
                  <a:cubicBezTo>
                    <a:pt x="76" y="1"/>
                    <a:pt x="75" y="1"/>
                    <a:pt x="75" y="0"/>
                  </a:cubicBezTo>
                  <a:cubicBezTo>
                    <a:pt x="48" y="0"/>
                    <a:pt x="48" y="0"/>
                    <a:pt x="48" y="0"/>
                  </a:cubicBezTo>
                  <a:cubicBezTo>
                    <a:pt x="45" y="6"/>
                    <a:pt x="38" y="13"/>
                    <a:pt x="29" y="22"/>
                  </a:cubicBezTo>
                  <a:cubicBezTo>
                    <a:pt x="29" y="22"/>
                    <a:pt x="0" y="49"/>
                    <a:pt x="10" y="91"/>
                  </a:cubicBezTo>
                  <a:cubicBezTo>
                    <a:pt x="10" y="92"/>
                    <a:pt x="10" y="94"/>
                    <a:pt x="4" y="102"/>
                  </a:cubicBezTo>
                  <a:cubicBezTo>
                    <a:pt x="4" y="102"/>
                    <a:pt x="3" y="104"/>
                    <a:pt x="4" y="105"/>
                  </a:cubicBezTo>
                  <a:cubicBezTo>
                    <a:pt x="5" y="106"/>
                    <a:pt x="7" y="107"/>
                    <a:pt x="10" y="106"/>
                  </a:cubicBezTo>
                  <a:cubicBezTo>
                    <a:pt x="10" y="106"/>
                    <a:pt x="14" y="105"/>
                    <a:pt x="19" y="105"/>
                  </a:cubicBezTo>
                  <a:cubicBezTo>
                    <a:pt x="19" y="105"/>
                    <a:pt x="19" y="105"/>
                    <a:pt x="19" y="105"/>
                  </a:cubicBezTo>
                  <a:cubicBezTo>
                    <a:pt x="20" y="105"/>
                    <a:pt x="20" y="105"/>
                    <a:pt x="20" y="105"/>
                  </a:cubicBezTo>
                  <a:cubicBezTo>
                    <a:pt x="20" y="105"/>
                    <a:pt x="36" y="110"/>
                    <a:pt x="61" y="110"/>
                  </a:cubicBezTo>
                  <a:cubicBezTo>
                    <a:pt x="76" y="110"/>
                    <a:pt x="91" y="108"/>
                    <a:pt x="105" y="104"/>
                  </a:cubicBezTo>
                  <a:cubicBezTo>
                    <a:pt x="105" y="104"/>
                    <a:pt x="106" y="104"/>
                    <a:pt x="107" y="104"/>
                  </a:cubicBezTo>
                  <a:cubicBezTo>
                    <a:pt x="109" y="104"/>
                    <a:pt x="112" y="105"/>
                    <a:pt x="114" y="106"/>
                  </a:cubicBezTo>
                  <a:cubicBezTo>
                    <a:pt x="114" y="106"/>
                    <a:pt x="116" y="107"/>
                    <a:pt x="118" y="107"/>
                  </a:cubicBezTo>
                  <a:cubicBezTo>
                    <a:pt x="119" y="107"/>
                    <a:pt x="121" y="106"/>
                    <a:pt x="123" y="104"/>
                  </a:cubicBezTo>
                  <a:cubicBezTo>
                    <a:pt x="123" y="104"/>
                    <a:pt x="125" y="102"/>
                    <a:pt x="120" y="99"/>
                  </a:cubicBezTo>
                  <a:close/>
                  <a:moveTo>
                    <a:pt x="81" y="55"/>
                  </a:moveTo>
                  <a:cubicBezTo>
                    <a:pt x="81" y="58"/>
                    <a:pt x="81" y="58"/>
                    <a:pt x="81" y="58"/>
                  </a:cubicBezTo>
                  <a:cubicBezTo>
                    <a:pt x="53" y="57"/>
                    <a:pt x="53" y="57"/>
                    <a:pt x="53" y="57"/>
                  </a:cubicBezTo>
                  <a:cubicBezTo>
                    <a:pt x="53" y="57"/>
                    <a:pt x="52" y="61"/>
                    <a:pt x="53" y="62"/>
                  </a:cubicBezTo>
                  <a:cubicBezTo>
                    <a:pt x="81" y="62"/>
                    <a:pt x="81" y="62"/>
                    <a:pt x="81" y="62"/>
                  </a:cubicBezTo>
                  <a:cubicBezTo>
                    <a:pt x="81" y="66"/>
                    <a:pt x="81" y="66"/>
                    <a:pt x="81" y="66"/>
                  </a:cubicBezTo>
                  <a:cubicBezTo>
                    <a:pt x="53" y="65"/>
                    <a:pt x="53" y="65"/>
                    <a:pt x="53" y="65"/>
                  </a:cubicBezTo>
                  <a:cubicBezTo>
                    <a:pt x="53" y="65"/>
                    <a:pt x="54" y="78"/>
                    <a:pt x="67" y="80"/>
                  </a:cubicBezTo>
                  <a:cubicBezTo>
                    <a:pt x="67" y="80"/>
                    <a:pt x="76" y="82"/>
                    <a:pt x="83" y="78"/>
                  </a:cubicBezTo>
                  <a:cubicBezTo>
                    <a:pt x="85" y="83"/>
                    <a:pt x="85" y="83"/>
                    <a:pt x="85" y="83"/>
                  </a:cubicBezTo>
                  <a:cubicBezTo>
                    <a:pt x="85" y="83"/>
                    <a:pt x="71" y="91"/>
                    <a:pt x="54" y="81"/>
                  </a:cubicBezTo>
                  <a:cubicBezTo>
                    <a:pt x="54" y="81"/>
                    <a:pt x="46" y="76"/>
                    <a:pt x="45" y="65"/>
                  </a:cubicBezTo>
                  <a:cubicBezTo>
                    <a:pt x="38" y="65"/>
                    <a:pt x="38" y="65"/>
                    <a:pt x="38" y="65"/>
                  </a:cubicBezTo>
                  <a:cubicBezTo>
                    <a:pt x="39" y="61"/>
                    <a:pt x="39" y="61"/>
                    <a:pt x="39" y="61"/>
                  </a:cubicBezTo>
                  <a:cubicBezTo>
                    <a:pt x="44" y="61"/>
                    <a:pt x="44" y="61"/>
                    <a:pt x="44" y="61"/>
                  </a:cubicBezTo>
                  <a:cubicBezTo>
                    <a:pt x="44" y="61"/>
                    <a:pt x="44" y="60"/>
                    <a:pt x="45" y="58"/>
                  </a:cubicBezTo>
                  <a:cubicBezTo>
                    <a:pt x="39" y="57"/>
                    <a:pt x="39" y="57"/>
                    <a:pt x="39" y="57"/>
                  </a:cubicBezTo>
                  <a:cubicBezTo>
                    <a:pt x="39" y="53"/>
                    <a:pt x="39" y="53"/>
                    <a:pt x="39" y="53"/>
                  </a:cubicBezTo>
                  <a:cubicBezTo>
                    <a:pt x="45" y="53"/>
                    <a:pt x="45" y="53"/>
                    <a:pt x="45" y="53"/>
                  </a:cubicBezTo>
                  <a:cubicBezTo>
                    <a:pt x="45" y="53"/>
                    <a:pt x="48" y="37"/>
                    <a:pt x="67" y="35"/>
                  </a:cubicBezTo>
                  <a:cubicBezTo>
                    <a:pt x="67" y="35"/>
                    <a:pt x="81" y="33"/>
                    <a:pt x="86" y="38"/>
                  </a:cubicBezTo>
                  <a:cubicBezTo>
                    <a:pt x="83" y="43"/>
                    <a:pt x="83" y="43"/>
                    <a:pt x="83" y="43"/>
                  </a:cubicBezTo>
                  <a:cubicBezTo>
                    <a:pt x="83" y="43"/>
                    <a:pt x="61" y="33"/>
                    <a:pt x="54" y="54"/>
                  </a:cubicBezTo>
                  <a:lnTo>
                    <a:pt x="81" y="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sp>
        <p:nvSpPr>
          <p:cNvPr id="127" name="圆角矩形 126"/>
          <p:cNvSpPr/>
          <p:nvPr/>
        </p:nvSpPr>
        <p:spPr>
          <a:xfrm>
            <a:off x="5565022" y="3692615"/>
            <a:ext cx="720575" cy="720575"/>
          </a:xfrm>
          <a:prstGeom prst="roundRect">
            <a:avLst>
              <a:gd name="adj" fmla="val 3969"/>
            </a:avLst>
          </a:prstGeom>
          <a:gradFill flip="none" rotWithShape="1">
            <a:gsLst>
              <a:gs pos="100000">
                <a:schemeClr val="bg1">
                  <a:lumMod val="97000"/>
                </a:schemeClr>
              </a:gs>
              <a:gs pos="0">
                <a:schemeClr val="bg1">
                  <a:lumMod val="85000"/>
                </a:schemeClr>
              </a:gs>
            </a:gsLst>
            <a:lin ang="2700000" scaled="1"/>
            <a:tileRect/>
          </a:gradFill>
          <a:ln w="22225">
            <a:gradFill flip="none" rotWithShape="1">
              <a:gsLst>
                <a:gs pos="0">
                  <a:schemeClr val="bg1"/>
                </a:gs>
                <a:gs pos="100000">
                  <a:schemeClr val="bg1">
                    <a:lumMod val="75000"/>
                  </a:schemeClr>
                </a:gs>
              </a:gsLst>
              <a:lin ang="2700000" scaled="1"/>
              <a:tileRect/>
            </a:gradFill>
          </a:ln>
          <a:effectLst>
            <a:outerShdw blurRad="635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dirty="0"/>
          </a:p>
        </p:txBody>
      </p:sp>
      <p:sp>
        <p:nvSpPr>
          <p:cNvPr id="128" name="Freeform 48"/>
          <p:cNvSpPr>
            <a:spLocks noEditPoints="1"/>
          </p:cNvSpPr>
          <p:nvPr/>
        </p:nvSpPr>
        <p:spPr bwMode="auto">
          <a:xfrm>
            <a:off x="5710019" y="3816525"/>
            <a:ext cx="434675" cy="472752"/>
          </a:xfrm>
          <a:custGeom>
            <a:avLst/>
            <a:gdLst>
              <a:gd name="T0" fmla="*/ 189 w 311"/>
              <a:gd name="T1" fmla="*/ 220 h 339"/>
              <a:gd name="T2" fmla="*/ 209 w 311"/>
              <a:gd name="T3" fmla="*/ 163 h 339"/>
              <a:gd name="T4" fmla="*/ 221 w 311"/>
              <a:gd name="T5" fmla="*/ 120 h 339"/>
              <a:gd name="T6" fmla="*/ 221 w 311"/>
              <a:gd name="T7" fmla="*/ 120 h 339"/>
              <a:gd name="T8" fmla="*/ 222 w 311"/>
              <a:gd name="T9" fmla="*/ 116 h 339"/>
              <a:gd name="T10" fmla="*/ 222 w 311"/>
              <a:gd name="T11" fmla="*/ 112 h 339"/>
              <a:gd name="T12" fmla="*/ 223 w 311"/>
              <a:gd name="T13" fmla="*/ 109 h 339"/>
              <a:gd name="T14" fmla="*/ 223 w 311"/>
              <a:gd name="T15" fmla="*/ 105 h 339"/>
              <a:gd name="T16" fmla="*/ 223 w 311"/>
              <a:gd name="T17" fmla="*/ 102 h 339"/>
              <a:gd name="T18" fmla="*/ 224 w 311"/>
              <a:gd name="T19" fmla="*/ 98 h 339"/>
              <a:gd name="T20" fmla="*/ 224 w 311"/>
              <a:gd name="T21" fmla="*/ 95 h 339"/>
              <a:gd name="T22" fmla="*/ 224 w 311"/>
              <a:gd name="T23" fmla="*/ 92 h 339"/>
              <a:gd name="T24" fmla="*/ 223 w 311"/>
              <a:gd name="T25" fmla="*/ 89 h 339"/>
              <a:gd name="T26" fmla="*/ 223 w 311"/>
              <a:gd name="T27" fmla="*/ 87 h 339"/>
              <a:gd name="T28" fmla="*/ 223 w 311"/>
              <a:gd name="T29" fmla="*/ 85 h 339"/>
              <a:gd name="T30" fmla="*/ 223 w 311"/>
              <a:gd name="T31" fmla="*/ 83 h 339"/>
              <a:gd name="T32" fmla="*/ 223 w 311"/>
              <a:gd name="T33" fmla="*/ 82 h 339"/>
              <a:gd name="T34" fmla="*/ 223 w 311"/>
              <a:gd name="T35" fmla="*/ 81 h 339"/>
              <a:gd name="T36" fmla="*/ 223 w 311"/>
              <a:gd name="T37" fmla="*/ 81 h 339"/>
              <a:gd name="T38" fmla="*/ 108 w 311"/>
              <a:gd name="T39" fmla="*/ 36 h 339"/>
              <a:gd name="T40" fmla="*/ 78 w 311"/>
              <a:gd name="T41" fmla="*/ 55 h 339"/>
              <a:gd name="T42" fmla="*/ 77 w 311"/>
              <a:gd name="T43" fmla="*/ 59 h 339"/>
              <a:gd name="T44" fmla="*/ 76 w 311"/>
              <a:gd name="T45" fmla="*/ 64 h 339"/>
              <a:gd name="T46" fmla="*/ 76 w 311"/>
              <a:gd name="T47" fmla="*/ 69 h 339"/>
              <a:gd name="T48" fmla="*/ 75 w 311"/>
              <a:gd name="T49" fmla="*/ 74 h 339"/>
              <a:gd name="T50" fmla="*/ 75 w 311"/>
              <a:gd name="T51" fmla="*/ 78 h 339"/>
              <a:gd name="T52" fmla="*/ 76 w 311"/>
              <a:gd name="T53" fmla="*/ 83 h 339"/>
              <a:gd name="T54" fmla="*/ 76 w 311"/>
              <a:gd name="T55" fmla="*/ 87 h 339"/>
              <a:gd name="T56" fmla="*/ 77 w 311"/>
              <a:gd name="T57" fmla="*/ 92 h 339"/>
              <a:gd name="T58" fmla="*/ 77 w 311"/>
              <a:gd name="T59" fmla="*/ 96 h 339"/>
              <a:gd name="T60" fmla="*/ 78 w 311"/>
              <a:gd name="T61" fmla="*/ 100 h 339"/>
              <a:gd name="T62" fmla="*/ 79 w 311"/>
              <a:gd name="T63" fmla="*/ 104 h 339"/>
              <a:gd name="T64" fmla="*/ 80 w 311"/>
              <a:gd name="T65" fmla="*/ 106 h 339"/>
              <a:gd name="T66" fmla="*/ 84 w 311"/>
              <a:gd name="T67" fmla="*/ 119 h 339"/>
              <a:gd name="T68" fmla="*/ 92 w 311"/>
              <a:gd name="T69" fmla="*/ 161 h 339"/>
              <a:gd name="T70" fmla="*/ 104 w 311"/>
              <a:gd name="T71" fmla="*/ 238 h 339"/>
              <a:gd name="T72" fmla="*/ 0 w 311"/>
              <a:gd name="T73" fmla="*/ 339 h 339"/>
              <a:gd name="T74" fmla="*/ 148 w 311"/>
              <a:gd name="T75" fmla="*/ 271 h 339"/>
              <a:gd name="T76" fmla="*/ 146 w 311"/>
              <a:gd name="T77" fmla="*/ 249 h 339"/>
              <a:gd name="T78" fmla="*/ 175 w 311"/>
              <a:gd name="T79" fmla="*/ 258 h 339"/>
              <a:gd name="T80" fmla="*/ 174 w 311"/>
              <a:gd name="T81" fmla="*/ 339 h 339"/>
              <a:gd name="T82" fmla="*/ 216 w 311"/>
              <a:gd name="T83" fmla="*/ 244 h 339"/>
              <a:gd name="T84" fmla="*/ 81 w 311"/>
              <a:gd name="T85" fmla="*/ 139 h 339"/>
              <a:gd name="T86" fmla="*/ 93 w 311"/>
              <a:gd name="T87" fmla="*/ 136 h 339"/>
              <a:gd name="T88" fmla="*/ 105 w 311"/>
              <a:gd name="T89" fmla="*/ 72 h 339"/>
              <a:gd name="T90" fmla="*/ 211 w 311"/>
              <a:gd name="T91" fmla="*/ 131 h 339"/>
              <a:gd name="T92" fmla="*/ 222 w 311"/>
              <a:gd name="T93" fmla="*/ 130 h 339"/>
              <a:gd name="T94" fmla="*/ 183 w 311"/>
              <a:gd name="T95" fmla="*/ 201 h 339"/>
              <a:gd name="T96" fmla="*/ 96 w 311"/>
              <a:gd name="T97" fmla="*/ 158 h 339"/>
              <a:gd name="T98" fmla="*/ 166 w 311"/>
              <a:gd name="T99" fmla="*/ 245 h 339"/>
              <a:gd name="T100" fmla="*/ 117 w 311"/>
              <a:gd name="T101" fmla="*/ 225 h 339"/>
              <a:gd name="T102" fmla="*/ 152 w 311"/>
              <a:gd name="T103" fmla="*/ 220 h 339"/>
              <a:gd name="T104" fmla="*/ 185 w 311"/>
              <a:gd name="T105" fmla="*/ 22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11" h="339">
                <a:moveTo>
                  <a:pt x="216" y="244"/>
                </a:moveTo>
                <a:cubicBezTo>
                  <a:pt x="194" y="236"/>
                  <a:pt x="189" y="220"/>
                  <a:pt x="189" y="220"/>
                </a:cubicBezTo>
                <a:cubicBezTo>
                  <a:pt x="189" y="202"/>
                  <a:pt x="189" y="202"/>
                  <a:pt x="189" y="202"/>
                </a:cubicBezTo>
                <a:cubicBezTo>
                  <a:pt x="205" y="182"/>
                  <a:pt x="209" y="163"/>
                  <a:pt x="209" y="163"/>
                </a:cubicBezTo>
                <a:cubicBezTo>
                  <a:pt x="212" y="160"/>
                  <a:pt x="218" y="154"/>
                  <a:pt x="218" y="154"/>
                </a:cubicBezTo>
                <a:cubicBezTo>
                  <a:pt x="229" y="137"/>
                  <a:pt x="225" y="116"/>
                  <a:pt x="221" y="120"/>
                </a:cubicBezTo>
                <a:cubicBezTo>
                  <a:pt x="221" y="120"/>
                  <a:pt x="221" y="121"/>
                  <a:pt x="220" y="122"/>
                </a:cubicBezTo>
                <a:cubicBezTo>
                  <a:pt x="220" y="121"/>
                  <a:pt x="221" y="121"/>
                  <a:pt x="221" y="120"/>
                </a:cubicBezTo>
                <a:cubicBezTo>
                  <a:pt x="221" y="120"/>
                  <a:pt x="221" y="119"/>
                  <a:pt x="221" y="119"/>
                </a:cubicBezTo>
                <a:cubicBezTo>
                  <a:pt x="221" y="118"/>
                  <a:pt x="221" y="117"/>
                  <a:pt x="222" y="116"/>
                </a:cubicBezTo>
                <a:cubicBezTo>
                  <a:pt x="222" y="116"/>
                  <a:pt x="222" y="116"/>
                  <a:pt x="222" y="115"/>
                </a:cubicBezTo>
                <a:cubicBezTo>
                  <a:pt x="222" y="114"/>
                  <a:pt x="222" y="113"/>
                  <a:pt x="222" y="112"/>
                </a:cubicBezTo>
                <a:cubicBezTo>
                  <a:pt x="222" y="112"/>
                  <a:pt x="222" y="112"/>
                  <a:pt x="222" y="111"/>
                </a:cubicBezTo>
                <a:cubicBezTo>
                  <a:pt x="223" y="110"/>
                  <a:pt x="223" y="110"/>
                  <a:pt x="223" y="109"/>
                </a:cubicBezTo>
                <a:cubicBezTo>
                  <a:pt x="223" y="108"/>
                  <a:pt x="223" y="108"/>
                  <a:pt x="223" y="108"/>
                </a:cubicBezTo>
                <a:cubicBezTo>
                  <a:pt x="223" y="107"/>
                  <a:pt x="223" y="106"/>
                  <a:pt x="223" y="105"/>
                </a:cubicBezTo>
                <a:cubicBezTo>
                  <a:pt x="223" y="105"/>
                  <a:pt x="223" y="105"/>
                  <a:pt x="223" y="104"/>
                </a:cubicBezTo>
                <a:cubicBezTo>
                  <a:pt x="223" y="103"/>
                  <a:pt x="223" y="103"/>
                  <a:pt x="223" y="102"/>
                </a:cubicBezTo>
                <a:cubicBezTo>
                  <a:pt x="223" y="101"/>
                  <a:pt x="223" y="101"/>
                  <a:pt x="224" y="101"/>
                </a:cubicBezTo>
                <a:cubicBezTo>
                  <a:pt x="224" y="100"/>
                  <a:pt x="224" y="99"/>
                  <a:pt x="224" y="98"/>
                </a:cubicBezTo>
                <a:cubicBezTo>
                  <a:pt x="224" y="98"/>
                  <a:pt x="224" y="98"/>
                  <a:pt x="224" y="98"/>
                </a:cubicBezTo>
                <a:cubicBezTo>
                  <a:pt x="224" y="97"/>
                  <a:pt x="224" y="96"/>
                  <a:pt x="224" y="95"/>
                </a:cubicBezTo>
                <a:cubicBezTo>
                  <a:pt x="224" y="95"/>
                  <a:pt x="224" y="95"/>
                  <a:pt x="224" y="94"/>
                </a:cubicBezTo>
                <a:cubicBezTo>
                  <a:pt x="224" y="94"/>
                  <a:pt x="224" y="93"/>
                  <a:pt x="224" y="92"/>
                </a:cubicBezTo>
                <a:cubicBezTo>
                  <a:pt x="224" y="92"/>
                  <a:pt x="224" y="92"/>
                  <a:pt x="224" y="91"/>
                </a:cubicBezTo>
                <a:cubicBezTo>
                  <a:pt x="224" y="91"/>
                  <a:pt x="224" y="90"/>
                  <a:pt x="223" y="89"/>
                </a:cubicBezTo>
                <a:cubicBezTo>
                  <a:pt x="223" y="89"/>
                  <a:pt x="223" y="89"/>
                  <a:pt x="223" y="89"/>
                </a:cubicBezTo>
                <a:cubicBezTo>
                  <a:pt x="223" y="88"/>
                  <a:pt x="223" y="88"/>
                  <a:pt x="223" y="87"/>
                </a:cubicBezTo>
                <a:cubicBezTo>
                  <a:pt x="223" y="87"/>
                  <a:pt x="223" y="87"/>
                  <a:pt x="223" y="87"/>
                </a:cubicBezTo>
                <a:cubicBezTo>
                  <a:pt x="223" y="86"/>
                  <a:pt x="223" y="86"/>
                  <a:pt x="223" y="85"/>
                </a:cubicBezTo>
                <a:cubicBezTo>
                  <a:pt x="223" y="85"/>
                  <a:pt x="223" y="85"/>
                  <a:pt x="223" y="85"/>
                </a:cubicBezTo>
                <a:cubicBezTo>
                  <a:pt x="223" y="84"/>
                  <a:pt x="223" y="84"/>
                  <a:pt x="223" y="83"/>
                </a:cubicBezTo>
                <a:cubicBezTo>
                  <a:pt x="223" y="83"/>
                  <a:pt x="223" y="83"/>
                  <a:pt x="223" y="83"/>
                </a:cubicBezTo>
                <a:cubicBezTo>
                  <a:pt x="223" y="83"/>
                  <a:pt x="223" y="82"/>
                  <a:pt x="223" y="82"/>
                </a:cubicBezTo>
                <a:cubicBezTo>
                  <a:pt x="223" y="82"/>
                  <a:pt x="223" y="82"/>
                  <a:pt x="223" y="82"/>
                </a:cubicBezTo>
                <a:cubicBezTo>
                  <a:pt x="223" y="82"/>
                  <a:pt x="223" y="81"/>
                  <a:pt x="223" y="81"/>
                </a:cubicBezTo>
                <a:cubicBezTo>
                  <a:pt x="223" y="81"/>
                  <a:pt x="223" y="81"/>
                  <a:pt x="223" y="81"/>
                </a:cubicBezTo>
                <a:cubicBezTo>
                  <a:pt x="223" y="81"/>
                  <a:pt x="223" y="81"/>
                  <a:pt x="223" y="81"/>
                </a:cubicBezTo>
                <a:cubicBezTo>
                  <a:pt x="221" y="33"/>
                  <a:pt x="182" y="21"/>
                  <a:pt x="182" y="21"/>
                </a:cubicBezTo>
                <a:cubicBezTo>
                  <a:pt x="134" y="0"/>
                  <a:pt x="108" y="36"/>
                  <a:pt x="108" y="36"/>
                </a:cubicBezTo>
                <a:cubicBezTo>
                  <a:pt x="89" y="27"/>
                  <a:pt x="79" y="51"/>
                  <a:pt x="79" y="51"/>
                </a:cubicBezTo>
                <a:cubicBezTo>
                  <a:pt x="79" y="52"/>
                  <a:pt x="78" y="54"/>
                  <a:pt x="78" y="55"/>
                </a:cubicBezTo>
                <a:cubicBezTo>
                  <a:pt x="78" y="55"/>
                  <a:pt x="78" y="56"/>
                  <a:pt x="78" y="56"/>
                </a:cubicBezTo>
                <a:cubicBezTo>
                  <a:pt x="78" y="57"/>
                  <a:pt x="77" y="58"/>
                  <a:pt x="77" y="59"/>
                </a:cubicBezTo>
                <a:cubicBezTo>
                  <a:pt x="77" y="60"/>
                  <a:pt x="77" y="60"/>
                  <a:pt x="77" y="61"/>
                </a:cubicBezTo>
                <a:cubicBezTo>
                  <a:pt x="77" y="62"/>
                  <a:pt x="76" y="63"/>
                  <a:pt x="76" y="64"/>
                </a:cubicBezTo>
                <a:cubicBezTo>
                  <a:pt x="76" y="65"/>
                  <a:pt x="76" y="65"/>
                  <a:pt x="76" y="65"/>
                </a:cubicBezTo>
                <a:cubicBezTo>
                  <a:pt x="76" y="66"/>
                  <a:pt x="76" y="68"/>
                  <a:pt x="76" y="69"/>
                </a:cubicBezTo>
                <a:cubicBezTo>
                  <a:pt x="76" y="70"/>
                  <a:pt x="76" y="70"/>
                  <a:pt x="76" y="71"/>
                </a:cubicBezTo>
                <a:cubicBezTo>
                  <a:pt x="76" y="72"/>
                  <a:pt x="75" y="73"/>
                  <a:pt x="75" y="74"/>
                </a:cubicBezTo>
                <a:cubicBezTo>
                  <a:pt x="75" y="74"/>
                  <a:pt x="75" y="75"/>
                  <a:pt x="75" y="75"/>
                </a:cubicBezTo>
                <a:cubicBezTo>
                  <a:pt x="75" y="76"/>
                  <a:pt x="75" y="77"/>
                  <a:pt x="75" y="78"/>
                </a:cubicBezTo>
                <a:cubicBezTo>
                  <a:pt x="75" y="79"/>
                  <a:pt x="75" y="79"/>
                  <a:pt x="75" y="79"/>
                </a:cubicBezTo>
                <a:cubicBezTo>
                  <a:pt x="75" y="81"/>
                  <a:pt x="76" y="82"/>
                  <a:pt x="76" y="83"/>
                </a:cubicBezTo>
                <a:cubicBezTo>
                  <a:pt x="76" y="84"/>
                  <a:pt x="76" y="84"/>
                  <a:pt x="76" y="84"/>
                </a:cubicBezTo>
                <a:cubicBezTo>
                  <a:pt x="76" y="85"/>
                  <a:pt x="76" y="86"/>
                  <a:pt x="76" y="87"/>
                </a:cubicBezTo>
                <a:cubicBezTo>
                  <a:pt x="76" y="88"/>
                  <a:pt x="76" y="88"/>
                  <a:pt x="76" y="89"/>
                </a:cubicBezTo>
                <a:cubicBezTo>
                  <a:pt x="76" y="90"/>
                  <a:pt x="76" y="91"/>
                  <a:pt x="77" y="92"/>
                </a:cubicBezTo>
                <a:cubicBezTo>
                  <a:pt x="77" y="92"/>
                  <a:pt x="77" y="92"/>
                  <a:pt x="77" y="93"/>
                </a:cubicBezTo>
                <a:cubicBezTo>
                  <a:pt x="77" y="94"/>
                  <a:pt x="77" y="95"/>
                  <a:pt x="77" y="96"/>
                </a:cubicBezTo>
                <a:cubicBezTo>
                  <a:pt x="77" y="97"/>
                  <a:pt x="77" y="97"/>
                  <a:pt x="77" y="97"/>
                </a:cubicBezTo>
                <a:cubicBezTo>
                  <a:pt x="78" y="98"/>
                  <a:pt x="78" y="99"/>
                  <a:pt x="78" y="100"/>
                </a:cubicBezTo>
                <a:cubicBezTo>
                  <a:pt x="78" y="101"/>
                  <a:pt x="78" y="101"/>
                  <a:pt x="78" y="101"/>
                </a:cubicBezTo>
                <a:cubicBezTo>
                  <a:pt x="79" y="102"/>
                  <a:pt x="79" y="103"/>
                  <a:pt x="79" y="104"/>
                </a:cubicBezTo>
                <a:cubicBezTo>
                  <a:pt x="79" y="104"/>
                  <a:pt x="79" y="105"/>
                  <a:pt x="79" y="105"/>
                </a:cubicBezTo>
                <a:cubicBezTo>
                  <a:pt x="79" y="105"/>
                  <a:pt x="80" y="105"/>
                  <a:pt x="80" y="106"/>
                </a:cubicBezTo>
                <a:cubicBezTo>
                  <a:pt x="80" y="106"/>
                  <a:pt x="80" y="106"/>
                  <a:pt x="80" y="106"/>
                </a:cubicBezTo>
                <a:cubicBezTo>
                  <a:pt x="81" y="111"/>
                  <a:pt x="83" y="115"/>
                  <a:pt x="84" y="119"/>
                </a:cubicBezTo>
                <a:cubicBezTo>
                  <a:pt x="77" y="115"/>
                  <a:pt x="76" y="123"/>
                  <a:pt x="76" y="123"/>
                </a:cubicBezTo>
                <a:cubicBezTo>
                  <a:pt x="76" y="152"/>
                  <a:pt x="92" y="161"/>
                  <a:pt x="92" y="161"/>
                </a:cubicBezTo>
                <a:cubicBezTo>
                  <a:pt x="95" y="180"/>
                  <a:pt x="114" y="200"/>
                  <a:pt x="114" y="200"/>
                </a:cubicBezTo>
                <a:cubicBezTo>
                  <a:pt x="121" y="227"/>
                  <a:pt x="104" y="238"/>
                  <a:pt x="104" y="238"/>
                </a:cubicBezTo>
                <a:cubicBezTo>
                  <a:pt x="75" y="249"/>
                  <a:pt x="75" y="249"/>
                  <a:pt x="75" y="249"/>
                </a:cubicBezTo>
                <a:cubicBezTo>
                  <a:pt x="0" y="273"/>
                  <a:pt x="0" y="339"/>
                  <a:pt x="0" y="339"/>
                </a:cubicBezTo>
                <a:cubicBezTo>
                  <a:pt x="137" y="339"/>
                  <a:pt x="137" y="339"/>
                  <a:pt x="137" y="339"/>
                </a:cubicBezTo>
                <a:cubicBezTo>
                  <a:pt x="148" y="271"/>
                  <a:pt x="148" y="271"/>
                  <a:pt x="148" y="271"/>
                </a:cubicBezTo>
                <a:cubicBezTo>
                  <a:pt x="136" y="258"/>
                  <a:pt x="136" y="258"/>
                  <a:pt x="136" y="258"/>
                </a:cubicBezTo>
                <a:cubicBezTo>
                  <a:pt x="146" y="249"/>
                  <a:pt x="146" y="249"/>
                  <a:pt x="146" y="249"/>
                </a:cubicBezTo>
                <a:cubicBezTo>
                  <a:pt x="166" y="249"/>
                  <a:pt x="166" y="249"/>
                  <a:pt x="166" y="249"/>
                </a:cubicBezTo>
                <a:cubicBezTo>
                  <a:pt x="175" y="258"/>
                  <a:pt x="175" y="258"/>
                  <a:pt x="175" y="258"/>
                </a:cubicBezTo>
                <a:cubicBezTo>
                  <a:pt x="164" y="271"/>
                  <a:pt x="164" y="271"/>
                  <a:pt x="164" y="271"/>
                </a:cubicBezTo>
                <a:cubicBezTo>
                  <a:pt x="174" y="339"/>
                  <a:pt x="174" y="339"/>
                  <a:pt x="174" y="339"/>
                </a:cubicBezTo>
                <a:cubicBezTo>
                  <a:pt x="311" y="339"/>
                  <a:pt x="311" y="339"/>
                  <a:pt x="311" y="339"/>
                </a:cubicBezTo>
                <a:cubicBezTo>
                  <a:pt x="307" y="274"/>
                  <a:pt x="238" y="252"/>
                  <a:pt x="216" y="244"/>
                </a:cubicBezTo>
                <a:close/>
                <a:moveTo>
                  <a:pt x="96" y="158"/>
                </a:moveTo>
                <a:cubicBezTo>
                  <a:pt x="94" y="157"/>
                  <a:pt x="86" y="153"/>
                  <a:pt x="81" y="139"/>
                </a:cubicBezTo>
                <a:cubicBezTo>
                  <a:pt x="81" y="139"/>
                  <a:pt x="77" y="124"/>
                  <a:pt x="81" y="123"/>
                </a:cubicBezTo>
                <a:cubicBezTo>
                  <a:pt x="81" y="123"/>
                  <a:pt x="86" y="119"/>
                  <a:pt x="93" y="136"/>
                </a:cubicBezTo>
                <a:cubicBezTo>
                  <a:pt x="94" y="139"/>
                  <a:pt x="96" y="142"/>
                  <a:pt x="97" y="143"/>
                </a:cubicBezTo>
                <a:cubicBezTo>
                  <a:pt x="97" y="143"/>
                  <a:pt x="82" y="98"/>
                  <a:pt x="105" y="72"/>
                </a:cubicBezTo>
                <a:cubicBezTo>
                  <a:pt x="105" y="72"/>
                  <a:pt x="155" y="137"/>
                  <a:pt x="211" y="104"/>
                </a:cubicBezTo>
                <a:cubicBezTo>
                  <a:pt x="211" y="131"/>
                  <a:pt x="211" y="131"/>
                  <a:pt x="211" y="131"/>
                </a:cubicBezTo>
                <a:cubicBezTo>
                  <a:pt x="211" y="138"/>
                  <a:pt x="211" y="143"/>
                  <a:pt x="215" y="136"/>
                </a:cubicBezTo>
                <a:cubicBezTo>
                  <a:pt x="222" y="120"/>
                  <a:pt x="222" y="130"/>
                  <a:pt x="222" y="130"/>
                </a:cubicBezTo>
                <a:cubicBezTo>
                  <a:pt x="220" y="148"/>
                  <a:pt x="212" y="156"/>
                  <a:pt x="206" y="161"/>
                </a:cubicBezTo>
                <a:cubicBezTo>
                  <a:pt x="201" y="176"/>
                  <a:pt x="193" y="190"/>
                  <a:pt x="183" y="201"/>
                </a:cubicBezTo>
                <a:cubicBezTo>
                  <a:pt x="152" y="236"/>
                  <a:pt x="121" y="201"/>
                  <a:pt x="121" y="201"/>
                </a:cubicBezTo>
                <a:cubicBezTo>
                  <a:pt x="109" y="191"/>
                  <a:pt x="101" y="175"/>
                  <a:pt x="96" y="158"/>
                </a:cubicBezTo>
                <a:close/>
                <a:moveTo>
                  <a:pt x="185" y="222"/>
                </a:moveTo>
                <a:cubicBezTo>
                  <a:pt x="166" y="245"/>
                  <a:pt x="166" y="245"/>
                  <a:pt x="166" y="245"/>
                </a:cubicBezTo>
                <a:cubicBezTo>
                  <a:pt x="147" y="245"/>
                  <a:pt x="147" y="245"/>
                  <a:pt x="147" y="245"/>
                </a:cubicBezTo>
                <a:cubicBezTo>
                  <a:pt x="117" y="225"/>
                  <a:pt x="117" y="225"/>
                  <a:pt x="117" y="225"/>
                </a:cubicBezTo>
                <a:cubicBezTo>
                  <a:pt x="117" y="225"/>
                  <a:pt x="119" y="216"/>
                  <a:pt x="119" y="204"/>
                </a:cubicBezTo>
                <a:cubicBezTo>
                  <a:pt x="119" y="204"/>
                  <a:pt x="132" y="221"/>
                  <a:pt x="152" y="220"/>
                </a:cubicBezTo>
                <a:cubicBezTo>
                  <a:pt x="152" y="220"/>
                  <a:pt x="171" y="222"/>
                  <a:pt x="185" y="204"/>
                </a:cubicBezTo>
                <a:lnTo>
                  <a:pt x="185" y="222"/>
                </a:lnTo>
                <a:close/>
              </a:path>
            </a:pathLst>
          </a:custGeom>
          <a:solidFill>
            <a:srgbClr val="A7A9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65"/>
          </a:p>
        </p:txBody>
      </p:sp>
      <p:sp>
        <p:nvSpPr>
          <p:cNvPr id="129" name="圆角矩形 128"/>
          <p:cNvSpPr/>
          <p:nvPr/>
        </p:nvSpPr>
        <p:spPr>
          <a:xfrm>
            <a:off x="5455146" y="3585348"/>
            <a:ext cx="947808" cy="947808"/>
          </a:xfrm>
          <a:prstGeom prst="roundRect">
            <a:avLst>
              <a:gd name="adj" fmla="val 3969"/>
            </a:avLst>
          </a:prstGeom>
          <a:solidFill>
            <a:schemeClr val="bg1">
              <a:alpha val="25000"/>
            </a:schemeClr>
          </a:soli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dirty="0"/>
          </a:p>
        </p:txBody>
      </p:sp>
      <p:grpSp>
        <p:nvGrpSpPr>
          <p:cNvPr id="130" name="组合 129"/>
          <p:cNvGrpSpPr/>
          <p:nvPr/>
        </p:nvGrpSpPr>
        <p:grpSpPr>
          <a:xfrm>
            <a:off x="1108974" y="2568104"/>
            <a:ext cx="2357633" cy="1033620"/>
            <a:chOff x="1256119" y="1638320"/>
            <a:chExt cx="1923767" cy="775215"/>
          </a:xfrm>
        </p:grpSpPr>
        <p:sp>
          <p:nvSpPr>
            <p:cNvPr id="131"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32"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33" name="组合 132"/>
          <p:cNvGrpSpPr/>
          <p:nvPr/>
        </p:nvGrpSpPr>
        <p:grpSpPr>
          <a:xfrm>
            <a:off x="1149199" y="3877305"/>
            <a:ext cx="2357633" cy="1033620"/>
            <a:chOff x="1256119" y="1638320"/>
            <a:chExt cx="1923767" cy="775215"/>
          </a:xfrm>
        </p:grpSpPr>
        <p:sp>
          <p:nvSpPr>
            <p:cNvPr id="134" name="TextBox 213"/>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35" name="TextBox 214"/>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nvGrpSpPr>
          <p:cNvPr id="136" name="组合 135"/>
          <p:cNvGrpSpPr/>
          <p:nvPr/>
        </p:nvGrpSpPr>
        <p:grpSpPr>
          <a:xfrm>
            <a:off x="8337088" y="2568104"/>
            <a:ext cx="2357633" cy="1033620"/>
            <a:chOff x="1256119" y="1638320"/>
            <a:chExt cx="1923767" cy="775215"/>
          </a:xfrm>
        </p:grpSpPr>
        <p:sp>
          <p:nvSpPr>
            <p:cNvPr id="137"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38"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39" name="组合 138"/>
          <p:cNvGrpSpPr/>
          <p:nvPr/>
        </p:nvGrpSpPr>
        <p:grpSpPr>
          <a:xfrm>
            <a:off x="8377314" y="3877305"/>
            <a:ext cx="2357633" cy="1033620"/>
            <a:chOff x="1256119" y="1638320"/>
            <a:chExt cx="1923767" cy="775215"/>
          </a:xfrm>
        </p:grpSpPr>
        <p:sp>
          <p:nvSpPr>
            <p:cNvPr id="140" name="TextBox 213"/>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141" name="TextBox 214"/>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 calcmode="lin" valueType="num">
                                      <p:cBhvr>
                                        <p:cTn id="7" dur="500" fill="hold"/>
                                        <p:tgtEl>
                                          <p:spTgt spid="95"/>
                                        </p:tgtEl>
                                        <p:attrNameLst>
                                          <p:attrName>ppt_w</p:attrName>
                                        </p:attrNameLst>
                                      </p:cBhvr>
                                      <p:tavLst>
                                        <p:tav tm="0">
                                          <p:val>
                                            <p:fltVal val="0"/>
                                          </p:val>
                                        </p:tav>
                                        <p:tav tm="100000">
                                          <p:val>
                                            <p:strVal val="#ppt_w"/>
                                          </p:val>
                                        </p:tav>
                                      </p:tavLst>
                                    </p:anim>
                                    <p:anim calcmode="lin" valueType="num">
                                      <p:cBhvr>
                                        <p:cTn id="8" dur="500" fill="hold"/>
                                        <p:tgtEl>
                                          <p:spTgt spid="95"/>
                                        </p:tgtEl>
                                        <p:attrNameLst>
                                          <p:attrName>ppt_h</p:attrName>
                                        </p:attrNameLst>
                                      </p:cBhvr>
                                      <p:tavLst>
                                        <p:tav tm="0">
                                          <p:val>
                                            <p:fltVal val="0"/>
                                          </p:val>
                                        </p:tav>
                                        <p:tav tm="100000">
                                          <p:val>
                                            <p:strVal val="#ppt_h"/>
                                          </p:val>
                                        </p:tav>
                                      </p:tavLst>
                                    </p:anim>
                                    <p:animEffect transition="in" filter="fade">
                                      <p:cBhvr>
                                        <p:cTn id="9" dur="500"/>
                                        <p:tgtEl>
                                          <p:spTgt spid="9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6"/>
                                        </p:tgtEl>
                                        <p:attrNameLst>
                                          <p:attrName>style.visibility</p:attrName>
                                        </p:attrNameLst>
                                      </p:cBhvr>
                                      <p:to>
                                        <p:strVal val="visible"/>
                                      </p:to>
                                    </p:set>
                                    <p:anim calcmode="lin" valueType="num">
                                      <p:cBhvr>
                                        <p:cTn id="12" dur="500" fill="hold"/>
                                        <p:tgtEl>
                                          <p:spTgt spid="96"/>
                                        </p:tgtEl>
                                        <p:attrNameLst>
                                          <p:attrName>ppt_w</p:attrName>
                                        </p:attrNameLst>
                                      </p:cBhvr>
                                      <p:tavLst>
                                        <p:tav tm="0">
                                          <p:val>
                                            <p:fltVal val="0"/>
                                          </p:val>
                                        </p:tav>
                                        <p:tav tm="100000">
                                          <p:val>
                                            <p:strVal val="#ppt_w"/>
                                          </p:val>
                                        </p:tav>
                                      </p:tavLst>
                                    </p:anim>
                                    <p:anim calcmode="lin" valueType="num">
                                      <p:cBhvr>
                                        <p:cTn id="13" dur="500" fill="hold"/>
                                        <p:tgtEl>
                                          <p:spTgt spid="96"/>
                                        </p:tgtEl>
                                        <p:attrNameLst>
                                          <p:attrName>ppt_h</p:attrName>
                                        </p:attrNameLst>
                                      </p:cBhvr>
                                      <p:tavLst>
                                        <p:tav tm="0">
                                          <p:val>
                                            <p:fltVal val="0"/>
                                          </p:val>
                                        </p:tav>
                                        <p:tav tm="100000">
                                          <p:val>
                                            <p:strVal val="#ppt_h"/>
                                          </p:val>
                                        </p:tav>
                                      </p:tavLst>
                                    </p:anim>
                                    <p:animEffect transition="in" filter="fade">
                                      <p:cBhvr>
                                        <p:cTn id="14" dur="500"/>
                                        <p:tgtEl>
                                          <p:spTgt spid="9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7"/>
                                        </p:tgtEl>
                                        <p:attrNameLst>
                                          <p:attrName>style.visibility</p:attrName>
                                        </p:attrNameLst>
                                      </p:cBhvr>
                                      <p:to>
                                        <p:strVal val="visible"/>
                                      </p:to>
                                    </p:set>
                                    <p:anim calcmode="lin" valueType="num">
                                      <p:cBhvr>
                                        <p:cTn id="17" dur="500" fill="hold"/>
                                        <p:tgtEl>
                                          <p:spTgt spid="97"/>
                                        </p:tgtEl>
                                        <p:attrNameLst>
                                          <p:attrName>ppt_w</p:attrName>
                                        </p:attrNameLst>
                                      </p:cBhvr>
                                      <p:tavLst>
                                        <p:tav tm="0">
                                          <p:val>
                                            <p:fltVal val="0"/>
                                          </p:val>
                                        </p:tav>
                                        <p:tav tm="100000">
                                          <p:val>
                                            <p:strVal val="#ppt_w"/>
                                          </p:val>
                                        </p:tav>
                                      </p:tavLst>
                                    </p:anim>
                                    <p:anim calcmode="lin" valueType="num">
                                      <p:cBhvr>
                                        <p:cTn id="18" dur="500" fill="hold"/>
                                        <p:tgtEl>
                                          <p:spTgt spid="97"/>
                                        </p:tgtEl>
                                        <p:attrNameLst>
                                          <p:attrName>ppt_h</p:attrName>
                                        </p:attrNameLst>
                                      </p:cBhvr>
                                      <p:tavLst>
                                        <p:tav tm="0">
                                          <p:val>
                                            <p:fltVal val="0"/>
                                          </p:val>
                                        </p:tav>
                                        <p:tav tm="100000">
                                          <p:val>
                                            <p:strVal val="#ppt_h"/>
                                          </p:val>
                                        </p:tav>
                                      </p:tavLst>
                                    </p:anim>
                                    <p:animEffect transition="in" filter="fade">
                                      <p:cBhvr>
                                        <p:cTn id="19" dur="500"/>
                                        <p:tgtEl>
                                          <p:spTgt spid="9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98"/>
                                        </p:tgtEl>
                                        <p:attrNameLst>
                                          <p:attrName>style.visibility</p:attrName>
                                        </p:attrNameLst>
                                      </p:cBhvr>
                                      <p:to>
                                        <p:strVal val="visible"/>
                                      </p:to>
                                    </p:set>
                                    <p:anim calcmode="lin" valueType="num">
                                      <p:cBhvr>
                                        <p:cTn id="22" dur="500" fill="hold"/>
                                        <p:tgtEl>
                                          <p:spTgt spid="98"/>
                                        </p:tgtEl>
                                        <p:attrNameLst>
                                          <p:attrName>ppt_w</p:attrName>
                                        </p:attrNameLst>
                                      </p:cBhvr>
                                      <p:tavLst>
                                        <p:tav tm="0">
                                          <p:val>
                                            <p:fltVal val="0"/>
                                          </p:val>
                                        </p:tav>
                                        <p:tav tm="100000">
                                          <p:val>
                                            <p:strVal val="#ppt_w"/>
                                          </p:val>
                                        </p:tav>
                                      </p:tavLst>
                                    </p:anim>
                                    <p:anim calcmode="lin" valueType="num">
                                      <p:cBhvr>
                                        <p:cTn id="23" dur="500" fill="hold"/>
                                        <p:tgtEl>
                                          <p:spTgt spid="98"/>
                                        </p:tgtEl>
                                        <p:attrNameLst>
                                          <p:attrName>ppt_h</p:attrName>
                                        </p:attrNameLst>
                                      </p:cBhvr>
                                      <p:tavLst>
                                        <p:tav tm="0">
                                          <p:val>
                                            <p:fltVal val="0"/>
                                          </p:val>
                                        </p:tav>
                                        <p:tav tm="100000">
                                          <p:val>
                                            <p:strVal val="#ppt_h"/>
                                          </p:val>
                                        </p:tav>
                                      </p:tavLst>
                                    </p:anim>
                                    <p:animEffect transition="in" filter="fade">
                                      <p:cBhvr>
                                        <p:cTn id="24" dur="500"/>
                                        <p:tgtEl>
                                          <p:spTgt spid="98"/>
                                        </p:tgtEl>
                                      </p:cBhvr>
                                    </p:animEffect>
                                  </p:childTnLst>
                                </p:cTn>
                              </p:par>
                              <p:par>
                                <p:cTn id="25" presetID="53" presetClass="entr" presetSubtype="16" fill="hold" nodeType="withEffect">
                                  <p:stCondLst>
                                    <p:cond delay="0"/>
                                  </p:stCondLst>
                                  <p:childTnLst>
                                    <p:set>
                                      <p:cBhvr>
                                        <p:cTn id="26" dur="1" fill="hold">
                                          <p:stCondLst>
                                            <p:cond delay="0"/>
                                          </p:stCondLst>
                                        </p:cTn>
                                        <p:tgtEl>
                                          <p:spTgt spid="99"/>
                                        </p:tgtEl>
                                        <p:attrNameLst>
                                          <p:attrName>style.visibility</p:attrName>
                                        </p:attrNameLst>
                                      </p:cBhvr>
                                      <p:to>
                                        <p:strVal val="visible"/>
                                      </p:to>
                                    </p:set>
                                    <p:anim calcmode="lin" valueType="num">
                                      <p:cBhvr>
                                        <p:cTn id="27" dur="500" fill="hold"/>
                                        <p:tgtEl>
                                          <p:spTgt spid="99"/>
                                        </p:tgtEl>
                                        <p:attrNameLst>
                                          <p:attrName>ppt_w</p:attrName>
                                        </p:attrNameLst>
                                      </p:cBhvr>
                                      <p:tavLst>
                                        <p:tav tm="0">
                                          <p:val>
                                            <p:fltVal val="0"/>
                                          </p:val>
                                        </p:tav>
                                        <p:tav tm="100000">
                                          <p:val>
                                            <p:strVal val="#ppt_w"/>
                                          </p:val>
                                        </p:tav>
                                      </p:tavLst>
                                    </p:anim>
                                    <p:anim calcmode="lin" valueType="num">
                                      <p:cBhvr>
                                        <p:cTn id="28" dur="500" fill="hold"/>
                                        <p:tgtEl>
                                          <p:spTgt spid="99"/>
                                        </p:tgtEl>
                                        <p:attrNameLst>
                                          <p:attrName>ppt_h</p:attrName>
                                        </p:attrNameLst>
                                      </p:cBhvr>
                                      <p:tavLst>
                                        <p:tav tm="0">
                                          <p:val>
                                            <p:fltVal val="0"/>
                                          </p:val>
                                        </p:tav>
                                        <p:tav tm="100000">
                                          <p:val>
                                            <p:strVal val="#ppt_h"/>
                                          </p:val>
                                        </p:tav>
                                      </p:tavLst>
                                    </p:anim>
                                    <p:animEffect transition="in" filter="fade">
                                      <p:cBhvr>
                                        <p:cTn id="29" dur="500"/>
                                        <p:tgtEl>
                                          <p:spTgt spid="99"/>
                                        </p:tgtEl>
                                      </p:cBhvr>
                                    </p:animEffect>
                                  </p:childTnLst>
                                </p:cTn>
                              </p:par>
                              <p:par>
                                <p:cTn id="30" presetID="53" presetClass="entr" presetSubtype="16" fill="hold" nodeType="withEffect">
                                  <p:stCondLst>
                                    <p:cond delay="0"/>
                                  </p:stCondLst>
                                  <p:childTnLst>
                                    <p:set>
                                      <p:cBhvr>
                                        <p:cTn id="31" dur="1" fill="hold">
                                          <p:stCondLst>
                                            <p:cond delay="0"/>
                                          </p:stCondLst>
                                        </p:cTn>
                                        <p:tgtEl>
                                          <p:spTgt spid="102"/>
                                        </p:tgtEl>
                                        <p:attrNameLst>
                                          <p:attrName>style.visibility</p:attrName>
                                        </p:attrNameLst>
                                      </p:cBhvr>
                                      <p:to>
                                        <p:strVal val="visible"/>
                                      </p:to>
                                    </p:set>
                                    <p:anim calcmode="lin" valueType="num">
                                      <p:cBhvr>
                                        <p:cTn id="32" dur="500" fill="hold"/>
                                        <p:tgtEl>
                                          <p:spTgt spid="102"/>
                                        </p:tgtEl>
                                        <p:attrNameLst>
                                          <p:attrName>ppt_w</p:attrName>
                                        </p:attrNameLst>
                                      </p:cBhvr>
                                      <p:tavLst>
                                        <p:tav tm="0">
                                          <p:val>
                                            <p:fltVal val="0"/>
                                          </p:val>
                                        </p:tav>
                                        <p:tav tm="100000">
                                          <p:val>
                                            <p:strVal val="#ppt_w"/>
                                          </p:val>
                                        </p:tav>
                                      </p:tavLst>
                                    </p:anim>
                                    <p:anim calcmode="lin" valueType="num">
                                      <p:cBhvr>
                                        <p:cTn id="33" dur="500" fill="hold"/>
                                        <p:tgtEl>
                                          <p:spTgt spid="102"/>
                                        </p:tgtEl>
                                        <p:attrNameLst>
                                          <p:attrName>ppt_h</p:attrName>
                                        </p:attrNameLst>
                                      </p:cBhvr>
                                      <p:tavLst>
                                        <p:tav tm="0">
                                          <p:val>
                                            <p:fltVal val="0"/>
                                          </p:val>
                                        </p:tav>
                                        <p:tav tm="100000">
                                          <p:val>
                                            <p:strVal val="#ppt_h"/>
                                          </p:val>
                                        </p:tav>
                                      </p:tavLst>
                                    </p:anim>
                                    <p:animEffect transition="in" filter="fade">
                                      <p:cBhvr>
                                        <p:cTn id="34" dur="500"/>
                                        <p:tgtEl>
                                          <p:spTgt spid="102"/>
                                        </p:tgtEl>
                                      </p:cBhvr>
                                    </p:animEffect>
                                  </p:childTnLst>
                                </p:cTn>
                              </p:par>
                              <p:par>
                                <p:cTn id="35" presetID="53" presetClass="entr" presetSubtype="16" fill="hold" nodeType="withEffect">
                                  <p:stCondLst>
                                    <p:cond delay="0"/>
                                  </p:stCondLst>
                                  <p:childTnLst>
                                    <p:set>
                                      <p:cBhvr>
                                        <p:cTn id="36" dur="1" fill="hold">
                                          <p:stCondLst>
                                            <p:cond delay="0"/>
                                          </p:stCondLst>
                                        </p:cTn>
                                        <p:tgtEl>
                                          <p:spTgt spid="105"/>
                                        </p:tgtEl>
                                        <p:attrNameLst>
                                          <p:attrName>style.visibility</p:attrName>
                                        </p:attrNameLst>
                                      </p:cBhvr>
                                      <p:to>
                                        <p:strVal val="visible"/>
                                      </p:to>
                                    </p:set>
                                    <p:anim calcmode="lin" valueType="num">
                                      <p:cBhvr>
                                        <p:cTn id="37" dur="500" fill="hold"/>
                                        <p:tgtEl>
                                          <p:spTgt spid="105"/>
                                        </p:tgtEl>
                                        <p:attrNameLst>
                                          <p:attrName>ppt_w</p:attrName>
                                        </p:attrNameLst>
                                      </p:cBhvr>
                                      <p:tavLst>
                                        <p:tav tm="0">
                                          <p:val>
                                            <p:fltVal val="0"/>
                                          </p:val>
                                        </p:tav>
                                        <p:tav tm="100000">
                                          <p:val>
                                            <p:strVal val="#ppt_w"/>
                                          </p:val>
                                        </p:tav>
                                      </p:tavLst>
                                    </p:anim>
                                    <p:anim calcmode="lin" valueType="num">
                                      <p:cBhvr>
                                        <p:cTn id="38" dur="500" fill="hold"/>
                                        <p:tgtEl>
                                          <p:spTgt spid="105"/>
                                        </p:tgtEl>
                                        <p:attrNameLst>
                                          <p:attrName>ppt_h</p:attrName>
                                        </p:attrNameLst>
                                      </p:cBhvr>
                                      <p:tavLst>
                                        <p:tav tm="0">
                                          <p:val>
                                            <p:fltVal val="0"/>
                                          </p:val>
                                        </p:tav>
                                        <p:tav tm="100000">
                                          <p:val>
                                            <p:strVal val="#ppt_h"/>
                                          </p:val>
                                        </p:tav>
                                      </p:tavLst>
                                    </p:anim>
                                    <p:animEffect transition="in" filter="fade">
                                      <p:cBhvr>
                                        <p:cTn id="39" dur="500"/>
                                        <p:tgtEl>
                                          <p:spTgt spid="105"/>
                                        </p:tgtEl>
                                      </p:cBhvr>
                                    </p:animEffect>
                                  </p:childTnLst>
                                </p:cTn>
                              </p:par>
                              <p:par>
                                <p:cTn id="40" presetID="53" presetClass="entr" presetSubtype="16" fill="hold" nodeType="withEffect">
                                  <p:stCondLst>
                                    <p:cond delay="0"/>
                                  </p:stCondLst>
                                  <p:childTnLst>
                                    <p:set>
                                      <p:cBhvr>
                                        <p:cTn id="41" dur="1" fill="hold">
                                          <p:stCondLst>
                                            <p:cond delay="0"/>
                                          </p:stCondLst>
                                        </p:cTn>
                                        <p:tgtEl>
                                          <p:spTgt spid="111"/>
                                        </p:tgtEl>
                                        <p:attrNameLst>
                                          <p:attrName>style.visibility</p:attrName>
                                        </p:attrNameLst>
                                      </p:cBhvr>
                                      <p:to>
                                        <p:strVal val="visible"/>
                                      </p:to>
                                    </p:set>
                                    <p:anim calcmode="lin" valueType="num">
                                      <p:cBhvr>
                                        <p:cTn id="42" dur="500" fill="hold"/>
                                        <p:tgtEl>
                                          <p:spTgt spid="111"/>
                                        </p:tgtEl>
                                        <p:attrNameLst>
                                          <p:attrName>ppt_w</p:attrName>
                                        </p:attrNameLst>
                                      </p:cBhvr>
                                      <p:tavLst>
                                        <p:tav tm="0">
                                          <p:val>
                                            <p:fltVal val="0"/>
                                          </p:val>
                                        </p:tav>
                                        <p:tav tm="100000">
                                          <p:val>
                                            <p:strVal val="#ppt_w"/>
                                          </p:val>
                                        </p:tav>
                                      </p:tavLst>
                                    </p:anim>
                                    <p:anim calcmode="lin" valueType="num">
                                      <p:cBhvr>
                                        <p:cTn id="43" dur="500" fill="hold"/>
                                        <p:tgtEl>
                                          <p:spTgt spid="111"/>
                                        </p:tgtEl>
                                        <p:attrNameLst>
                                          <p:attrName>ppt_h</p:attrName>
                                        </p:attrNameLst>
                                      </p:cBhvr>
                                      <p:tavLst>
                                        <p:tav tm="0">
                                          <p:val>
                                            <p:fltVal val="0"/>
                                          </p:val>
                                        </p:tav>
                                        <p:tav tm="100000">
                                          <p:val>
                                            <p:strVal val="#ppt_h"/>
                                          </p:val>
                                        </p:tav>
                                      </p:tavLst>
                                    </p:anim>
                                    <p:animEffect transition="in" filter="fade">
                                      <p:cBhvr>
                                        <p:cTn id="44" dur="500"/>
                                        <p:tgtEl>
                                          <p:spTgt spid="1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27"/>
                                        </p:tgtEl>
                                        <p:attrNameLst>
                                          <p:attrName>style.visibility</p:attrName>
                                        </p:attrNameLst>
                                      </p:cBhvr>
                                      <p:to>
                                        <p:strVal val="visible"/>
                                      </p:to>
                                    </p:set>
                                    <p:anim calcmode="lin" valueType="num">
                                      <p:cBhvr>
                                        <p:cTn id="47" dur="500" fill="hold"/>
                                        <p:tgtEl>
                                          <p:spTgt spid="127"/>
                                        </p:tgtEl>
                                        <p:attrNameLst>
                                          <p:attrName>ppt_w</p:attrName>
                                        </p:attrNameLst>
                                      </p:cBhvr>
                                      <p:tavLst>
                                        <p:tav tm="0">
                                          <p:val>
                                            <p:fltVal val="0"/>
                                          </p:val>
                                        </p:tav>
                                        <p:tav tm="100000">
                                          <p:val>
                                            <p:strVal val="#ppt_w"/>
                                          </p:val>
                                        </p:tav>
                                      </p:tavLst>
                                    </p:anim>
                                    <p:anim calcmode="lin" valueType="num">
                                      <p:cBhvr>
                                        <p:cTn id="48" dur="500" fill="hold"/>
                                        <p:tgtEl>
                                          <p:spTgt spid="127"/>
                                        </p:tgtEl>
                                        <p:attrNameLst>
                                          <p:attrName>ppt_h</p:attrName>
                                        </p:attrNameLst>
                                      </p:cBhvr>
                                      <p:tavLst>
                                        <p:tav tm="0">
                                          <p:val>
                                            <p:fltVal val="0"/>
                                          </p:val>
                                        </p:tav>
                                        <p:tav tm="100000">
                                          <p:val>
                                            <p:strVal val="#ppt_h"/>
                                          </p:val>
                                        </p:tav>
                                      </p:tavLst>
                                    </p:anim>
                                    <p:animEffect transition="in" filter="fade">
                                      <p:cBhvr>
                                        <p:cTn id="49" dur="500"/>
                                        <p:tgtEl>
                                          <p:spTgt spid="127"/>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28"/>
                                        </p:tgtEl>
                                        <p:attrNameLst>
                                          <p:attrName>style.visibility</p:attrName>
                                        </p:attrNameLst>
                                      </p:cBhvr>
                                      <p:to>
                                        <p:strVal val="visible"/>
                                      </p:to>
                                    </p:set>
                                    <p:anim calcmode="lin" valueType="num">
                                      <p:cBhvr>
                                        <p:cTn id="52" dur="500" fill="hold"/>
                                        <p:tgtEl>
                                          <p:spTgt spid="128"/>
                                        </p:tgtEl>
                                        <p:attrNameLst>
                                          <p:attrName>ppt_w</p:attrName>
                                        </p:attrNameLst>
                                      </p:cBhvr>
                                      <p:tavLst>
                                        <p:tav tm="0">
                                          <p:val>
                                            <p:fltVal val="0"/>
                                          </p:val>
                                        </p:tav>
                                        <p:tav tm="100000">
                                          <p:val>
                                            <p:strVal val="#ppt_w"/>
                                          </p:val>
                                        </p:tav>
                                      </p:tavLst>
                                    </p:anim>
                                    <p:anim calcmode="lin" valueType="num">
                                      <p:cBhvr>
                                        <p:cTn id="53" dur="500" fill="hold"/>
                                        <p:tgtEl>
                                          <p:spTgt spid="128"/>
                                        </p:tgtEl>
                                        <p:attrNameLst>
                                          <p:attrName>ppt_h</p:attrName>
                                        </p:attrNameLst>
                                      </p:cBhvr>
                                      <p:tavLst>
                                        <p:tav tm="0">
                                          <p:val>
                                            <p:fltVal val="0"/>
                                          </p:val>
                                        </p:tav>
                                        <p:tav tm="100000">
                                          <p:val>
                                            <p:strVal val="#ppt_h"/>
                                          </p:val>
                                        </p:tav>
                                      </p:tavLst>
                                    </p:anim>
                                    <p:animEffect transition="in" filter="fade">
                                      <p:cBhvr>
                                        <p:cTn id="54" dur="500"/>
                                        <p:tgtEl>
                                          <p:spTgt spid="128"/>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29"/>
                                        </p:tgtEl>
                                        <p:attrNameLst>
                                          <p:attrName>style.visibility</p:attrName>
                                        </p:attrNameLst>
                                      </p:cBhvr>
                                      <p:to>
                                        <p:strVal val="visible"/>
                                      </p:to>
                                    </p:set>
                                    <p:anim calcmode="lin" valueType="num">
                                      <p:cBhvr>
                                        <p:cTn id="57" dur="500" fill="hold"/>
                                        <p:tgtEl>
                                          <p:spTgt spid="129"/>
                                        </p:tgtEl>
                                        <p:attrNameLst>
                                          <p:attrName>ppt_w</p:attrName>
                                        </p:attrNameLst>
                                      </p:cBhvr>
                                      <p:tavLst>
                                        <p:tav tm="0">
                                          <p:val>
                                            <p:fltVal val="0"/>
                                          </p:val>
                                        </p:tav>
                                        <p:tav tm="100000">
                                          <p:val>
                                            <p:strVal val="#ppt_w"/>
                                          </p:val>
                                        </p:tav>
                                      </p:tavLst>
                                    </p:anim>
                                    <p:anim calcmode="lin" valueType="num">
                                      <p:cBhvr>
                                        <p:cTn id="58" dur="500" fill="hold"/>
                                        <p:tgtEl>
                                          <p:spTgt spid="129"/>
                                        </p:tgtEl>
                                        <p:attrNameLst>
                                          <p:attrName>ppt_h</p:attrName>
                                        </p:attrNameLst>
                                      </p:cBhvr>
                                      <p:tavLst>
                                        <p:tav tm="0">
                                          <p:val>
                                            <p:fltVal val="0"/>
                                          </p:val>
                                        </p:tav>
                                        <p:tav tm="100000">
                                          <p:val>
                                            <p:strVal val="#ppt_h"/>
                                          </p:val>
                                        </p:tav>
                                      </p:tavLst>
                                    </p:anim>
                                    <p:animEffect transition="in" filter="fade">
                                      <p:cBhvr>
                                        <p:cTn id="59" dur="500"/>
                                        <p:tgtEl>
                                          <p:spTgt spid="129"/>
                                        </p:tgtEl>
                                      </p:cBhvr>
                                    </p:animEffect>
                                  </p:childTnLst>
                                </p:cTn>
                              </p:par>
                              <p:par>
                                <p:cTn id="60" presetID="2" presetClass="entr" presetSubtype="4" fill="hold" nodeType="withEffect">
                                  <p:stCondLst>
                                    <p:cond delay="0"/>
                                  </p:stCondLst>
                                  <p:childTnLst>
                                    <p:set>
                                      <p:cBhvr>
                                        <p:cTn id="61" dur="1" fill="hold">
                                          <p:stCondLst>
                                            <p:cond delay="0"/>
                                          </p:stCondLst>
                                        </p:cTn>
                                        <p:tgtEl>
                                          <p:spTgt spid="130"/>
                                        </p:tgtEl>
                                        <p:attrNameLst>
                                          <p:attrName>style.visibility</p:attrName>
                                        </p:attrNameLst>
                                      </p:cBhvr>
                                      <p:to>
                                        <p:strVal val="visible"/>
                                      </p:to>
                                    </p:set>
                                    <p:anim calcmode="lin" valueType="num">
                                      <p:cBhvr additive="base">
                                        <p:cTn id="62" dur="500" fill="hold"/>
                                        <p:tgtEl>
                                          <p:spTgt spid="130"/>
                                        </p:tgtEl>
                                        <p:attrNameLst>
                                          <p:attrName>ppt_x</p:attrName>
                                        </p:attrNameLst>
                                      </p:cBhvr>
                                      <p:tavLst>
                                        <p:tav tm="0">
                                          <p:val>
                                            <p:strVal val="#ppt_x"/>
                                          </p:val>
                                        </p:tav>
                                        <p:tav tm="100000">
                                          <p:val>
                                            <p:strVal val="#ppt_x"/>
                                          </p:val>
                                        </p:tav>
                                      </p:tavLst>
                                    </p:anim>
                                    <p:anim calcmode="lin" valueType="num">
                                      <p:cBhvr additive="base">
                                        <p:cTn id="63" dur="500" fill="hold"/>
                                        <p:tgtEl>
                                          <p:spTgt spid="130"/>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133"/>
                                        </p:tgtEl>
                                        <p:attrNameLst>
                                          <p:attrName>style.visibility</p:attrName>
                                        </p:attrNameLst>
                                      </p:cBhvr>
                                      <p:to>
                                        <p:strVal val="visible"/>
                                      </p:to>
                                    </p:set>
                                    <p:anim calcmode="lin" valueType="num">
                                      <p:cBhvr additive="base">
                                        <p:cTn id="66" dur="500" fill="hold"/>
                                        <p:tgtEl>
                                          <p:spTgt spid="133"/>
                                        </p:tgtEl>
                                        <p:attrNameLst>
                                          <p:attrName>ppt_x</p:attrName>
                                        </p:attrNameLst>
                                      </p:cBhvr>
                                      <p:tavLst>
                                        <p:tav tm="0">
                                          <p:val>
                                            <p:strVal val="#ppt_x"/>
                                          </p:val>
                                        </p:tav>
                                        <p:tav tm="100000">
                                          <p:val>
                                            <p:strVal val="#ppt_x"/>
                                          </p:val>
                                        </p:tav>
                                      </p:tavLst>
                                    </p:anim>
                                    <p:anim calcmode="lin" valueType="num">
                                      <p:cBhvr additive="base">
                                        <p:cTn id="67" dur="500" fill="hold"/>
                                        <p:tgtEl>
                                          <p:spTgt spid="133"/>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136"/>
                                        </p:tgtEl>
                                        <p:attrNameLst>
                                          <p:attrName>style.visibility</p:attrName>
                                        </p:attrNameLst>
                                      </p:cBhvr>
                                      <p:to>
                                        <p:strVal val="visible"/>
                                      </p:to>
                                    </p:set>
                                    <p:anim calcmode="lin" valueType="num">
                                      <p:cBhvr additive="base">
                                        <p:cTn id="70" dur="500" fill="hold"/>
                                        <p:tgtEl>
                                          <p:spTgt spid="136"/>
                                        </p:tgtEl>
                                        <p:attrNameLst>
                                          <p:attrName>ppt_x</p:attrName>
                                        </p:attrNameLst>
                                      </p:cBhvr>
                                      <p:tavLst>
                                        <p:tav tm="0">
                                          <p:val>
                                            <p:strVal val="#ppt_x"/>
                                          </p:val>
                                        </p:tav>
                                        <p:tav tm="100000">
                                          <p:val>
                                            <p:strVal val="#ppt_x"/>
                                          </p:val>
                                        </p:tav>
                                      </p:tavLst>
                                    </p:anim>
                                    <p:anim calcmode="lin" valueType="num">
                                      <p:cBhvr additive="base">
                                        <p:cTn id="71" dur="500" fill="hold"/>
                                        <p:tgtEl>
                                          <p:spTgt spid="136"/>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139"/>
                                        </p:tgtEl>
                                        <p:attrNameLst>
                                          <p:attrName>style.visibility</p:attrName>
                                        </p:attrNameLst>
                                      </p:cBhvr>
                                      <p:to>
                                        <p:strVal val="visible"/>
                                      </p:to>
                                    </p:set>
                                    <p:anim calcmode="lin" valueType="num">
                                      <p:cBhvr additive="base">
                                        <p:cTn id="74" dur="500" fill="hold"/>
                                        <p:tgtEl>
                                          <p:spTgt spid="139"/>
                                        </p:tgtEl>
                                        <p:attrNameLst>
                                          <p:attrName>ppt_x</p:attrName>
                                        </p:attrNameLst>
                                      </p:cBhvr>
                                      <p:tavLst>
                                        <p:tav tm="0">
                                          <p:val>
                                            <p:strVal val="#ppt_x"/>
                                          </p:val>
                                        </p:tav>
                                        <p:tav tm="100000">
                                          <p:val>
                                            <p:strVal val="#ppt_x"/>
                                          </p:val>
                                        </p:tav>
                                      </p:tavLst>
                                    </p:anim>
                                    <p:anim calcmode="lin" valueType="num">
                                      <p:cBhvr additive="base">
                                        <p:cTn id="75"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bldLvl="0" animBg="1"/>
      <p:bldP spid="96" grpId="0" bldLvl="0" animBg="1"/>
      <p:bldP spid="97" grpId="0" bldLvl="0" animBg="1"/>
      <p:bldP spid="98" grpId="0" bldLvl="0" animBg="1"/>
      <p:bldP spid="127" grpId="0" bldLvl="0" animBg="1"/>
      <p:bldP spid="128" grpId="0" bldLvl="0" animBg="1"/>
      <p:bldP spid="129"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4568170" y="1337644"/>
            <a:ext cx="2881205" cy="2368645"/>
            <a:chOff x="1729502" y="1220490"/>
            <a:chExt cx="1283815" cy="1055428"/>
          </a:xfrm>
        </p:grpSpPr>
        <p:sp>
          <p:nvSpPr>
            <p:cNvPr id="53" name="六边形 52"/>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54" name="六边形 53"/>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55" name="TextBox 88"/>
            <p:cNvSpPr txBox="1"/>
            <p:nvPr/>
          </p:nvSpPr>
          <p:spPr>
            <a:xfrm>
              <a:off x="2126937" y="1519637"/>
              <a:ext cx="886380" cy="484685"/>
            </a:xfrm>
            <a:prstGeom prst="rect">
              <a:avLst/>
            </a:prstGeom>
            <a:noFill/>
          </p:spPr>
          <p:txBody>
            <a:bodyPr wrap="square" lIns="0" tIns="0" rIns="0" bIns="0" rtlCol="0">
              <a:spAutoFit/>
            </a:bodyPr>
            <a:lstStyle/>
            <a:p>
              <a:r>
                <a:rPr lang="en-US" altLang="zh-CN" sz="6665" b="1" dirty="0">
                  <a:solidFill>
                    <a:schemeClr val="tx2"/>
                  </a:solidFill>
                  <a:latin typeface="微软雅黑" panose="020B0503020204020204" pitchFamily="34" charset="-122"/>
                  <a:ea typeface="微软雅黑" panose="020B0503020204020204" pitchFamily="34" charset="-122"/>
                </a:rPr>
                <a:t>03</a:t>
              </a:r>
            </a:p>
          </p:txBody>
        </p:sp>
      </p:grpSp>
      <p:sp>
        <p:nvSpPr>
          <p:cNvPr id="56" name="TextBox 1"/>
          <p:cNvSpPr txBox="1"/>
          <p:nvPr/>
        </p:nvSpPr>
        <p:spPr>
          <a:xfrm>
            <a:off x="4229059" y="3937860"/>
            <a:ext cx="3459480" cy="743585"/>
          </a:xfrm>
          <a:prstGeom prst="rect">
            <a:avLst/>
          </a:prstGeom>
          <a:noFill/>
        </p:spPr>
        <p:txBody>
          <a:bodyPr wrap="none" rtlCol="0">
            <a:spAutoFit/>
          </a:bodyPr>
          <a:lstStyle/>
          <a:p>
            <a:pPr marL="0" lvl="1" algn="l"/>
            <a:r>
              <a:rPr lang="zh-CN" altLang="en-US" sz="4000" b="1" spc="300" dirty="0">
                <a:solidFill>
                  <a:schemeClr val="tx2"/>
                </a:solidFill>
                <a:latin typeface="微软雅黑" panose="020B0503020204020204" pitchFamily="34" charset="-122"/>
                <a:ea typeface="微软雅黑" panose="020B0503020204020204" pitchFamily="34" charset="-122"/>
              </a:rPr>
              <a:t>此处添加标题</a:t>
            </a:r>
          </a:p>
        </p:txBody>
      </p:sp>
      <p:sp>
        <p:nvSpPr>
          <p:cNvPr id="57" name="文本框 9"/>
          <p:cNvSpPr txBox="1"/>
          <p:nvPr/>
        </p:nvSpPr>
        <p:spPr>
          <a:xfrm>
            <a:off x="4021071" y="4775809"/>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58" name="文本框 9"/>
          <p:cNvSpPr txBox="1"/>
          <p:nvPr/>
        </p:nvSpPr>
        <p:spPr>
          <a:xfrm>
            <a:off x="4021070" y="5144417"/>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59" name="文本框 9"/>
          <p:cNvSpPr txBox="1"/>
          <p:nvPr/>
        </p:nvSpPr>
        <p:spPr>
          <a:xfrm>
            <a:off x="5617112"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0" name="文本框 9"/>
          <p:cNvSpPr txBox="1"/>
          <p:nvPr/>
        </p:nvSpPr>
        <p:spPr>
          <a:xfrm>
            <a:off x="5617114"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1" name="文本框 9"/>
          <p:cNvSpPr txBox="1"/>
          <p:nvPr/>
        </p:nvSpPr>
        <p:spPr>
          <a:xfrm>
            <a:off x="7213152"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62" name="文本框 9"/>
          <p:cNvSpPr txBox="1"/>
          <p:nvPr/>
        </p:nvSpPr>
        <p:spPr>
          <a:xfrm>
            <a:off x="7213154"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500" fill="hold"/>
                                        <p:tgtEl>
                                          <p:spTgt spid="52"/>
                                        </p:tgtEl>
                                        <p:attrNameLst>
                                          <p:attrName>ppt_w</p:attrName>
                                        </p:attrNameLst>
                                      </p:cBhvr>
                                      <p:tavLst>
                                        <p:tav tm="0">
                                          <p:val>
                                            <p:fltVal val="0"/>
                                          </p:val>
                                        </p:tav>
                                        <p:tav tm="100000">
                                          <p:val>
                                            <p:strVal val="#ppt_w"/>
                                          </p:val>
                                        </p:tav>
                                      </p:tavLst>
                                    </p:anim>
                                    <p:anim calcmode="lin" valueType="num">
                                      <p:cBhvr>
                                        <p:cTn id="8" dur="500" fill="hold"/>
                                        <p:tgtEl>
                                          <p:spTgt spid="52"/>
                                        </p:tgtEl>
                                        <p:attrNameLst>
                                          <p:attrName>ppt_h</p:attrName>
                                        </p:attrNameLst>
                                      </p:cBhvr>
                                      <p:tavLst>
                                        <p:tav tm="0">
                                          <p:val>
                                            <p:fltVal val="0"/>
                                          </p:val>
                                        </p:tav>
                                        <p:tav tm="100000">
                                          <p:val>
                                            <p:strVal val="#ppt_h"/>
                                          </p:val>
                                        </p:tav>
                                      </p:tavLst>
                                    </p:anim>
                                    <p:animEffect transition="in" filter="fade">
                                      <p:cBhvr>
                                        <p:cTn id="9" dur="500"/>
                                        <p:tgtEl>
                                          <p:spTgt spid="52"/>
                                        </p:tgtEl>
                                      </p:cBhvr>
                                    </p:animEffect>
                                  </p:childTnLst>
                                </p:cTn>
                              </p:par>
                              <p:par>
                                <p:cTn id="10" presetID="12" presetClass="entr" presetSubtype="8" fill="hold" grpId="0" nodeType="with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additive="base">
                                        <p:cTn id="12" dur="500"/>
                                        <p:tgtEl>
                                          <p:spTgt spid="56"/>
                                        </p:tgtEl>
                                        <p:attrNameLst>
                                          <p:attrName>ppt_x</p:attrName>
                                        </p:attrNameLst>
                                      </p:cBhvr>
                                      <p:tavLst>
                                        <p:tav tm="0">
                                          <p:val>
                                            <p:strVal val="#ppt_x-#ppt_w*1.125000"/>
                                          </p:val>
                                        </p:tav>
                                        <p:tav tm="100000">
                                          <p:val>
                                            <p:strVal val="#ppt_x"/>
                                          </p:val>
                                        </p:tav>
                                      </p:tavLst>
                                    </p:anim>
                                    <p:animEffect transition="in" filter="wipe(right)">
                                      <p:cBhvr>
                                        <p:cTn id="13" dur="500"/>
                                        <p:tgtEl>
                                          <p:spTgt spid="56"/>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ppt_x"/>
                                          </p:val>
                                        </p:tav>
                                        <p:tav tm="100000">
                                          <p:val>
                                            <p:strVal val="#ppt_x"/>
                                          </p:val>
                                        </p:tav>
                                      </p:tavLst>
                                    </p:anim>
                                    <p:anim calcmode="lin" valueType="num">
                                      <p:cBhvr additive="base">
                                        <p:cTn id="18" dur="500" fill="hold"/>
                                        <p:tgtEl>
                                          <p:spTgt spid="5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200"/>
                                  </p:stCondLst>
                                  <p:childTnLst>
                                    <p:set>
                                      <p:cBhvr>
                                        <p:cTn id="20" dur="1" fill="hold">
                                          <p:stCondLst>
                                            <p:cond delay="0"/>
                                          </p:stCondLst>
                                        </p:cTn>
                                        <p:tgtEl>
                                          <p:spTgt spid="58"/>
                                        </p:tgtEl>
                                        <p:attrNameLst>
                                          <p:attrName>style.visibility</p:attrName>
                                        </p:attrNameLst>
                                      </p:cBhvr>
                                      <p:to>
                                        <p:strVal val="visible"/>
                                      </p:to>
                                    </p:set>
                                    <p:anim calcmode="lin" valueType="num">
                                      <p:cBhvr additive="base">
                                        <p:cTn id="21" dur="500" fill="hold"/>
                                        <p:tgtEl>
                                          <p:spTgt spid="58"/>
                                        </p:tgtEl>
                                        <p:attrNameLst>
                                          <p:attrName>ppt_x</p:attrName>
                                        </p:attrNameLst>
                                      </p:cBhvr>
                                      <p:tavLst>
                                        <p:tav tm="0">
                                          <p:val>
                                            <p:strVal val="#ppt_x"/>
                                          </p:val>
                                        </p:tav>
                                        <p:tav tm="100000">
                                          <p:val>
                                            <p:strVal val="#ppt_x"/>
                                          </p:val>
                                        </p:tav>
                                      </p:tavLst>
                                    </p:anim>
                                    <p:anim calcmode="lin" valueType="num">
                                      <p:cBhvr additive="base">
                                        <p:cTn id="22" dur="500" fill="hold"/>
                                        <p:tgtEl>
                                          <p:spTgt spid="5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200"/>
                                  </p:stCondLst>
                                  <p:childTnLst>
                                    <p:set>
                                      <p:cBhvr>
                                        <p:cTn id="24" dur="1" fill="hold">
                                          <p:stCondLst>
                                            <p:cond delay="0"/>
                                          </p:stCondLst>
                                        </p:cTn>
                                        <p:tgtEl>
                                          <p:spTgt spid="59"/>
                                        </p:tgtEl>
                                        <p:attrNameLst>
                                          <p:attrName>style.visibility</p:attrName>
                                        </p:attrNameLst>
                                      </p:cBhvr>
                                      <p:to>
                                        <p:strVal val="visible"/>
                                      </p:to>
                                    </p:set>
                                    <p:anim calcmode="lin" valueType="num">
                                      <p:cBhvr additive="base">
                                        <p:cTn id="25" dur="500" fill="hold"/>
                                        <p:tgtEl>
                                          <p:spTgt spid="59"/>
                                        </p:tgtEl>
                                        <p:attrNameLst>
                                          <p:attrName>ppt_x</p:attrName>
                                        </p:attrNameLst>
                                      </p:cBhvr>
                                      <p:tavLst>
                                        <p:tav tm="0">
                                          <p:val>
                                            <p:strVal val="#ppt_x"/>
                                          </p:val>
                                        </p:tav>
                                        <p:tav tm="100000">
                                          <p:val>
                                            <p:strVal val="#ppt_x"/>
                                          </p:val>
                                        </p:tav>
                                      </p:tavLst>
                                    </p:anim>
                                    <p:anim calcmode="lin" valueType="num">
                                      <p:cBhvr additive="base">
                                        <p:cTn id="26" dur="500" fill="hold"/>
                                        <p:tgtEl>
                                          <p:spTgt spid="5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400"/>
                                  </p:stCondLst>
                                  <p:childTnLst>
                                    <p:set>
                                      <p:cBhvr>
                                        <p:cTn id="28" dur="1" fill="hold">
                                          <p:stCondLst>
                                            <p:cond delay="0"/>
                                          </p:stCondLst>
                                        </p:cTn>
                                        <p:tgtEl>
                                          <p:spTgt spid="60"/>
                                        </p:tgtEl>
                                        <p:attrNameLst>
                                          <p:attrName>style.visibility</p:attrName>
                                        </p:attrNameLst>
                                      </p:cBhvr>
                                      <p:to>
                                        <p:strVal val="visible"/>
                                      </p:to>
                                    </p:set>
                                    <p:anim calcmode="lin" valueType="num">
                                      <p:cBhvr additive="base">
                                        <p:cTn id="29" dur="500" fill="hold"/>
                                        <p:tgtEl>
                                          <p:spTgt spid="60"/>
                                        </p:tgtEl>
                                        <p:attrNameLst>
                                          <p:attrName>ppt_x</p:attrName>
                                        </p:attrNameLst>
                                      </p:cBhvr>
                                      <p:tavLst>
                                        <p:tav tm="0">
                                          <p:val>
                                            <p:strVal val="#ppt_x"/>
                                          </p:val>
                                        </p:tav>
                                        <p:tav tm="100000">
                                          <p:val>
                                            <p:strVal val="#ppt_x"/>
                                          </p:val>
                                        </p:tav>
                                      </p:tavLst>
                                    </p:anim>
                                    <p:anim calcmode="lin" valueType="num">
                                      <p:cBhvr additive="base">
                                        <p:cTn id="30" dur="500" fill="hold"/>
                                        <p:tgtEl>
                                          <p:spTgt spid="6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200"/>
                                  </p:stCondLst>
                                  <p:childTnLst>
                                    <p:set>
                                      <p:cBhvr>
                                        <p:cTn id="32" dur="1" fill="hold">
                                          <p:stCondLst>
                                            <p:cond delay="0"/>
                                          </p:stCondLst>
                                        </p:cTn>
                                        <p:tgtEl>
                                          <p:spTgt spid="61"/>
                                        </p:tgtEl>
                                        <p:attrNameLst>
                                          <p:attrName>style.visibility</p:attrName>
                                        </p:attrNameLst>
                                      </p:cBhvr>
                                      <p:to>
                                        <p:strVal val="visible"/>
                                      </p:to>
                                    </p:set>
                                    <p:anim calcmode="lin" valueType="num">
                                      <p:cBhvr additive="base">
                                        <p:cTn id="33" dur="500" fill="hold"/>
                                        <p:tgtEl>
                                          <p:spTgt spid="61"/>
                                        </p:tgtEl>
                                        <p:attrNameLst>
                                          <p:attrName>ppt_x</p:attrName>
                                        </p:attrNameLst>
                                      </p:cBhvr>
                                      <p:tavLst>
                                        <p:tav tm="0">
                                          <p:val>
                                            <p:strVal val="#ppt_x"/>
                                          </p:val>
                                        </p:tav>
                                        <p:tav tm="100000">
                                          <p:val>
                                            <p:strVal val="#ppt_x"/>
                                          </p:val>
                                        </p:tav>
                                      </p:tavLst>
                                    </p:anim>
                                    <p:anim calcmode="lin" valueType="num">
                                      <p:cBhvr additive="base">
                                        <p:cTn id="34" dur="500" fill="hold"/>
                                        <p:tgtEl>
                                          <p:spTgt spid="6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400"/>
                                  </p:stCondLst>
                                  <p:childTnLst>
                                    <p:set>
                                      <p:cBhvr>
                                        <p:cTn id="36" dur="1" fill="hold">
                                          <p:stCondLst>
                                            <p:cond delay="0"/>
                                          </p:stCondLst>
                                        </p:cTn>
                                        <p:tgtEl>
                                          <p:spTgt spid="62"/>
                                        </p:tgtEl>
                                        <p:attrNameLst>
                                          <p:attrName>style.visibility</p:attrName>
                                        </p:attrNameLst>
                                      </p:cBhvr>
                                      <p:to>
                                        <p:strVal val="visible"/>
                                      </p:to>
                                    </p:set>
                                    <p:anim calcmode="lin" valueType="num">
                                      <p:cBhvr additive="base">
                                        <p:cTn id="37" dur="500" fill="hold"/>
                                        <p:tgtEl>
                                          <p:spTgt spid="62"/>
                                        </p:tgtEl>
                                        <p:attrNameLst>
                                          <p:attrName>ppt_x</p:attrName>
                                        </p:attrNameLst>
                                      </p:cBhvr>
                                      <p:tavLst>
                                        <p:tav tm="0">
                                          <p:val>
                                            <p:strVal val="#ppt_x"/>
                                          </p:val>
                                        </p:tav>
                                        <p:tav tm="100000">
                                          <p:val>
                                            <p:strVal val="#ppt_x"/>
                                          </p:val>
                                        </p:tav>
                                      </p:tavLst>
                                    </p:anim>
                                    <p:anim calcmode="lin" valueType="num">
                                      <p:cBhvr additive="base">
                                        <p:cTn id="3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58" grpId="0"/>
      <p:bldP spid="59" grpId="0"/>
      <p:bldP spid="60" grpId="0"/>
      <p:bldP spid="61" grpId="0"/>
      <p:bldP spid="6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组合 99"/>
          <p:cNvGrpSpPr/>
          <p:nvPr/>
        </p:nvGrpSpPr>
        <p:grpSpPr>
          <a:xfrm>
            <a:off x="666610" y="1606204"/>
            <a:ext cx="6926665" cy="4217555"/>
            <a:chOff x="499507" y="1204653"/>
            <a:chExt cx="5194999" cy="3163166"/>
          </a:xfrm>
        </p:grpSpPr>
        <p:sp>
          <p:nvSpPr>
            <p:cNvPr id="101" name="五角星 100"/>
            <p:cNvSpPr/>
            <p:nvPr/>
          </p:nvSpPr>
          <p:spPr>
            <a:xfrm>
              <a:off x="2051581" y="1738257"/>
              <a:ext cx="2165350" cy="2165350"/>
            </a:xfrm>
            <a:prstGeom prst="star5">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微软雅黑" panose="020B0503020204020204" pitchFamily="34" charset="-122"/>
              </a:endParaRPr>
            </a:p>
          </p:txBody>
        </p:sp>
        <p:grpSp>
          <p:nvGrpSpPr>
            <p:cNvPr id="102" name="组合 101"/>
            <p:cNvGrpSpPr/>
            <p:nvPr/>
          </p:nvGrpSpPr>
          <p:grpSpPr>
            <a:xfrm>
              <a:off x="2519618" y="2327468"/>
              <a:ext cx="1193616" cy="1196029"/>
              <a:chOff x="2845016" y="2727979"/>
              <a:chExt cx="1072726" cy="1074895"/>
            </a:xfrm>
          </p:grpSpPr>
          <p:grpSp>
            <p:nvGrpSpPr>
              <p:cNvPr id="195" name="Group 10"/>
              <p:cNvGrpSpPr/>
              <p:nvPr/>
            </p:nvGrpSpPr>
            <p:grpSpPr>
              <a:xfrm>
                <a:off x="2845016" y="2727979"/>
                <a:ext cx="1072726" cy="1074895"/>
                <a:chOff x="3692576" y="1742634"/>
                <a:chExt cx="2790379" cy="2796023"/>
              </a:xfrm>
            </p:grpSpPr>
            <p:grpSp>
              <p:nvGrpSpPr>
                <p:cNvPr id="197" name="组合 79"/>
                <p:cNvGrpSpPr/>
                <p:nvPr/>
              </p:nvGrpSpPr>
              <p:grpSpPr bwMode="auto">
                <a:xfrm>
                  <a:off x="3692576" y="1742634"/>
                  <a:ext cx="2790379" cy="2796023"/>
                  <a:chOff x="6379729" y="2488774"/>
                  <a:chExt cx="2513016" cy="2513016"/>
                </a:xfrm>
              </p:grpSpPr>
              <p:sp>
                <p:nvSpPr>
                  <p:cNvPr id="199"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4400" kern="0">
                      <a:solidFill>
                        <a:srgbClr val="FFFFFF"/>
                      </a:solidFill>
                      <a:latin typeface="微软雅黑" panose="020B0503020204020204" pitchFamily="34" charset="-122"/>
                    </a:endParaRPr>
                  </a:p>
                </p:txBody>
              </p:sp>
              <p:sp>
                <p:nvSpPr>
                  <p:cNvPr id="200"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a:solidFill>
                        <a:srgbClr val="FFFFFF"/>
                      </a:solidFill>
                      <a:latin typeface="微软雅黑" panose="020B0503020204020204" pitchFamily="34" charset="-122"/>
                      <a:ea typeface="微软雅黑" panose="020B0503020204020204" pitchFamily="34" charset="-122"/>
                    </a:endParaRPr>
                  </a:p>
                </p:txBody>
              </p:sp>
            </p:grpSp>
            <p:sp>
              <p:nvSpPr>
                <p:cNvPr id="198" name="椭圆 80"/>
                <p:cNvSpPr/>
                <p:nvPr/>
              </p:nvSpPr>
              <p:spPr bwMode="auto">
                <a:xfrm>
                  <a:off x="4101618" y="2137562"/>
                  <a:ext cx="2016471" cy="2020558"/>
                </a:xfrm>
                <a:prstGeom prst="ellipse">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dirty="0">
                    <a:solidFill>
                      <a:srgbClr val="FFFFFF"/>
                    </a:solidFill>
                    <a:latin typeface="微软雅黑" panose="020B0503020204020204" pitchFamily="34" charset="-122"/>
                    <a:ea typeface="微软雅黑" panose="020B0503020204020204" pitchFamily="34" charset="-122"/>
                  </a:endParaRPr>
                </a:p>
              </p:txBody>
            </p:sp>
          </p:grpSp>
          <p:sp>
            <p:nvSpPr>
              <p:cNvPr id="196" name="TextBox 65"/>
              <p:cNvSpPr txBox="1"/>
              <p:nvPr/>
            </p:nvSpPr>
            <p:spPr>
              <a:xfrm>
                <a:off x="3008157" y="3020617"/>
                <a:ext cx="739230" cy="516186"/>
              </a:xfrm>
              <a:prstGeom prst="rect">
                <a:avLst/>
              </a:prstGeom>
              <a:noFill/>
              <a:ln>
                <a:noFill/>
              </a:ln>
            </p:spPr>
            <p:txBody>
              <a:bodyPr wrap="square" rtlCol="0">
                <a:spAutoFit/>
              </a:bodyPr>
              <a:lstStyle/>
              <a:p>
                <a:pPr algn="ctr"/>
                <a:r>
                  <a:rPr lang="zh-CN" altLang="en-US" sz="2135" dirty="0">
                    <a:solidFill>
                      <a:prstClr val="white"/>
                    </a:solidFill>
                    <a:latin typeface="微软雅黑" panose="020B0503020204020204" pitchFamily="34" charset="-122"/>
                  </a:rPr>
                  <a:t>标题</a:t>
                </a:r>
                <a:endParaRPr lang="en-US" altLang="zh-CN" sz="2135" dirty="0">
                  <a:solidFill>
                    <a:prstClr val="white"/>
                  </a:solidFill>
                  <a:latin typeface="微软雅黑" panose="020B0503020204020204" pitchFamily="34" charset="-122"/>
                </a:endParaRPr>
              </a:p>
              <a:p>
                <a:pPr algn="ctr"/>
                <a:r>
                  <a:rPr lang="zh-CN" altLang="en-US" sz="2135" dirty="0">
                    <a:solidFill>
                      <a:prstClr val="white"/>
                    </a:solidFill>
                    <a:latin typeface="微软雅黑" panose="020B0503020204020204" pitchFamily="34" charset="-122"/>
                  </a:rPr>
                  <a:t>文字</a:t>
                </a:r>
              </a:p>
            </p:txBody>
          </p:sp>
        </p:grpSp>
        <p:grpSp>
          <p:nvGrpSpPr>
            <p:cNvPr id="103" name="组合 102"/>
            <p:cNvGrpSpPr/>
            <p:nvPr/>
          </p:nvGrpSpPr>
          <p:grpSpPr>
            <a:xfrm>
              <a:off x="2767905" y="1204653"/>
              <a:ext cx="725812" cy="727279"/>
              <a:chOff x="2845016" y="2727979"/>
              <a:chExt cx="1072726" cy="1074895"/>
            </a:xfrm>
          </p:grpSpPr>
          <p:grpSp>
            <p:nvGrpSpPr>
              <p:cNvPr id="137" name="Group 10"/>
              <p:cNvGrpSpPr/>
              <p:nvPr/>
            </p:nvGrpSpPr>
            <p:grpSpPr>
              <a:xfrm>
                <a:off x="2845016" y="2727979"/>
                <a:ext cx="1072726" cy="1074895"/>
                <a:chOff x="3692576" y="1742634"/>
                <a:chExt cx="2790379" cy="2796023"/>
              </a:xfrm>
            </p:grpSpPr>
            <p:grpSp>
              <p:nvGrpSpPr>
                <p:cNvPr id="139" name="组合 79"/>
                <p:cNvGrpSpPr/>
                <p:nvPr/>
              </p:nvGrpSpPr>
              <p:grpSpPr bwMode="auto">
                <a:xfrm>
                  <a:off x="3692576" y="1742634"/>
                  <a:ext cx="2790379" cy="2796023"/>
                  <a:chOff x="6379729" y="2488774"/>
                  <a:chExt cx="2513016" cy="2513016"/>
                </a:xfrm>
              </p:grpSpPr>
              <p:sp>
                <p:nvSpPr>
                  <p:cNvPr id="141"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4400" kern="0">
                      <a:solidFill>
                        <a:srgbClr val="FFFFFF"/>
                      </a:solidFill>
                      <a:latin typeface="微软雅黑" panose="020B0503020204020204" pitchFamily="34" charset="-122"/>
                    </a:endParaRPr>
                  </a:p>
                </p:txBody>
              </p:sp>
              <p:sp>
                <p:nvSpPr>
                  <p:cNvPr id="194"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a:solidFill>
                        <a:srgbClr val="FFFFFF"/>
                      </a:solidFill>
                      <a:latin typeface="微软雅黑" panose="020B0503020204020204" pitchFamily="34" charset="-122"/>
                      <a:ea typeface="微软雅黑" panose="020B0503020204020204" pitchFamily="34" charset="-122"/>
                    </a:endParaRPr>
                  </a:p>
                </p:txBody>
              </p:sp>
            </p:grpSp>
            <p:sp>
              <p:nvSpPr>
                <p:cNvPr id="140" name="椭圆 80"/>
                <p:cNvSpPr/>
                <p:nvPr/>
              </p:nvSpPr>
              <p:spPr bwMode="auto">
                <a:xfrm>
                  <a:off x="4101618" y="2137562"/>
                  <a:ext cx="2016471" cy="2020558"/>
                </a:xfrm>
                <a:prstGeom prst="ellipse">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dirty="0">
                    <a:solidFill>
                      <a:srgbClr val="FFFFFF"/>
                    </a:solidFill>
                    <a:latin typeface="微软雅黑" panose="020B0503020204020204" pitchFamily="34" charset="-122"/>
                    <a:ea typeface="微软雅黑" panose="020B0503020204020204" pitchFamily="34" charset="-122"/>
                  </a:endParaRPr>
                </a:p>
              </p:txBody>
            </p:sp>
          </p:grpSp>
          <p:sp>
            <p:nvSpPr>
              <p:cNvPr id="138" name="TextBox 59"/>
              <p:cNvSpPr txBox="1"/>
              <p:nvPr/>
            </p:nvSpPr>
            <p:spPr>
              <a:xfrm>
                <a:off x="3021853" y="3001038"/>
                <a:ext cx="739230" cy="583518"/>
              </a:xfrm>
              <a:prstGeom prst="rect">
                <a:avLst/>
              </a:prstGeom>
              <a:noFill/>
              <a:ln>
                <a:noFill/>
              </a:ln>
            </p:spPr>
            <p:txBody>
              <a:bodyPr wrap="square" rtlCol="0">
                <a:spAutoFit/>
              </a:bodyPr>
              <a:lstStyle/>
              <a:p>
                <a:pPr algn="ctr"/>
                <a:r>
                  <a:rPr lang="en-US" altLang="zh-CN" sz="2665" dirty="0">
                    <a:solidFill>
                      <a:prstClr val="white"/>
                    </a:solidFill>
                    <a:latin typeface="微软雅黑" panose="020B0503020204020204" pitchFamily="34" charset="-122"/>
                  </a:rPr>
                  <a:t>01</a:t>
                </a:r>
                <a:endParaRPr lang="zh-CN" altLang="en-US" sz="2665" dirty="0">
                  <a:solidFill>
                    <a:prstClr val="white"/>
                  </a:solidFill>
                  <a:latin typeface="微软雅黑" panose="020B0503020204020204" pitchFamily="34" charset="-122"/>
                </a:endParaRPr>
              </a:p>
            </p:txBody>
          </p:sp>
        </p:grpSp>
        <p:grpSp>
          <p:nvGrpSpPr>
            <p:cNvPr id="104" name="组合 103"/>
            <p:cNvGrpSpPr/>
            <p:nvPr/>
          </p:nvGrpSpPr>
          <p:grpSpPr>
            <a:xfrm>
              <a:off x="4023786" y="2191480"/>
              <a:ext cx="725812" cy="727279"/>
              <a:chOff x="2845016" y="2727979"/>
              <a:chExt cx="1072726" cy="1074895"/>
            </a:xfrm>
          </p:grpSpPr>
          <p:grpSp>
            <p:nvGrpSpPr>
              <p:cNvPr id="131" name="Group 10"/>
              <p:cNvGrpSpPr/>
              <p:nvPr/>
            </p:nvGrpSpPr>
            <p:grpSpPr>
              <a:xfrm>
                <a:off x="2845016" y="2727979"/>
                <a:ext cx="1072726" cy="1074895"/>
                <a:chOff x="3692576" y="1742634"/>
                <a:chExt cx="2790379" cy="2796023"/>
              </a:xfrm>
            </p:grpSpPr>
            <p:grpSp>
              <p:nvGrpSpPr>
                <p:cNvPr id="133" name="组合 79"/>
                <p:cNvGrpSpPr/>
                <p:nvPr/>
              </p:nvGrpSpPr>
              <p:grpSpPr bwMode="auto">
                <a:xfrm>
                  <a:off x="3692576" y="1742634"/>
                  <a:ext cx="2790379" cy="2796023"/>
                  <a:chOff x="6379729" y="2488774"/>
                  <a:chExt cx="2513016" cy="2513016"/>
                </a:xfrm>
              </p:grpSpPr>
              <p:sp>
                <p:nvSpPr>
                  <p:cNvPr id="135"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4400" kern="0">
                      <a:solidFill>
                        <a:srgbClr val="FFFFFF"/>
                      </a:solidFill>
                      <a:latin typeface="微软雅黑" panose="020B0503020204020204" pitchFamily="34" charset="-122"/>
                    </a:endParaRPr>
                  </a:p>
                </p:txBody>
              </p:sp>
              <p:sp>
                <p:nvSpPr>
                  <p:cNvPr id="136"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a:solidFill>
                        <a:srgbClr val="FFFFFF"/>
                      </a:solidFill>
                      <a:latin typeface="微软雅黑" panose="020B0503020204020204" pitchFamily="34" charset="-122"/>
                      <a:ea typeface="微软雅黑" panose="020B0503020204020204" pitchFamily="34" charset="-122"/>
                    </a:endParaRPr>
                  </a:p>
                </p:txBody>
              </p:sp>
            </p:grpSp>
            <p:sp>
              <p:nvSpPr>
                <p:cNvPr id="134" name="椭圆 80"/>
                <p:cNvSpPr/>
                <p:nvPr/>
              </p:nvSpPr>
              <p:spPr bwMode="auto">
                <a:xfrm>
                  <a:off x="4101618" y="2137562"/>
                  <a:ext cx="2016471" cy="2020558"/>
                </a:xfrm>
                <a:prstGeom prst="ellipse">
                  <a:avLst/>
                </a:prstGeom>
                <a:solidFill>
                  <a:schemeClr val="bg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dirty="0">
                    <a:solidFill>
                      <a:srgbClr val="FFFFFF"/>
                    </a:solidFill>
                    <a:latin typeface="微软雅黑" panose="020B0503020204020204" pitchFamily="34" charset="-122"/>
                    <a:ea typeface="微软雅黑" panose="020B0503020204020204" pitchFamily="34" charset="-122"/>
                  </a:endParaRPr>
                </a:p>
              </p:txBody>
            </p:sp>
          </p:grpSp>
          <p:sp>
            <p:nvSpPr>
              <p:cNvPr id="132" name="TextBox 53"/>
              <p:cNvSpPr txBox="1"/>
              <p:nvPr/>
            </p:nvSpPr>
            <p:spPr>
              <a:xfrm>
                <a:off x="3021853" y="2989776"/>
                <a:ext cx="739230" cy="583518"/>
              </a:xfrm>
              <a:prstGeom prst="rect">
                <a:avLst/>
              </a:prstGeom>
              <a:noFill/>
              <a:ln>
                <a:noFill/>
              </a:ln>
            </p:spPr>
            <p:txBody>
              <a:bodyPr wrap="square" rtlCol="0">
                <a:spAutoFit/>
              </a:bodyPr>
              <a:lstStyle/>
              <a:p>
                <a:pPr algn="ctr"/>
                <a:r>
                  <a:rPr lang="en-US" altLang="zh-CN" sz="2665" dirty="0">
                    <a:solidFill>
                      <a:prstClr val="white"/>
                    </a:solidFill>
                    <a:latin typeface="微软雅黑" panose="020B0503020204020204" pitchFamily="34" charset="-122"/>
                  </a:rPr>
                  <a:t>02</a:t>
                </a:r>
                <a:endParaRPr lang="zh-CN" altLang="en-US" sz="2665" dirty="0">
                  <a:solidFill>
                    <a:prstClr val="white"/>
                  </a:solidFill>
                  <a:latin typeface="微软雅黑" panose="020B0503020204020204" pitchFamily="34" charset="-122"/>
                </a:endParaRPr>
              </a:p>
            </p:txBody>
          </p:sp>
        </p:grpSp>
        <p:grpSp>
          <p:nvGrpSpPr>
            <p:cNvPr id="105" name="组合 104"/>
            <p:cNvGrpSpPr/>
            <p:nvPr/>
          </p:nvGrpSpPr>
          <p:grpSpPr>
            <a:xfrm>
              <a:off x="1547568" y="2178763"/>
              <a:ext cx="725812" cy="727279"/>
              <a:chOff x="2845016" y="2727979"/>
              <a:chExt cx="1072726" cy="1074895"/>
            </a:xfrm>
          </p:grpSpPr>
          <p:grpSp>
            <p:nvGrpSpPr>
              <p:cNvPr id="125" name="Group 10"/>
              <p:cNvGrpSpPr/>
              <p:nvPr/>
            </p:nvGrpSpPr>
            <p:grpSpPr>
              <a:xfrm>
                <a:off x="2845016" y="2727979"/>
                <a:ext cx="1072726" cy="1074895"/>
                <a:chOff x="3692576" y="1742634"/>
                <a:chExt cx="2790379" cy="2796023"/>
              </a:xfrm>
            </p:grpSpPr>
            <p:grpSp>
              <p:nvGrpSpPr>
                <p:cNvPr id="127" name="组合 79"/>
                <p:cNvGrpSpPr/>
                <p:nvPr/>
              </p:nvGrpSpPr>
              <p:grpSpPr bwMode="auto">
                <a:xfrm>
                  <a:off x="3692576" y="1742634"/>
                  <a:ext cx="2790379" cy="2796023"/>
                  <a:chOff x="6379729" y="2488774"/>
                  <a:chExt cx="2513016" cy="2513016"/>
                </a:xfrm>
              </p:grpSpPr>
              <p:sp>
                <p:nvSpPr>
                  <p:cNvPr id="129"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4400" kern="0">
                      <a:solidFill>
                        <a:srgbClr val="FFFFFF"/>
                      </a:solidFill>
                      <a:latin typeface="微软雅黑" panose="020B0503020204020204" pitchFamily="34" charset="-122"/>
                    </a:endParaRPr>
                  </a:p>
                </p:txBody>
              </p:sp>
              <p:sp>
                <p:nvSpPr>
                  <p:cNvPr id="130"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a:solidFill>
                        <a:srgbClr val="FFFFFF"/>
                      </a:solidFill>
                      <a:latin typeface="微软雅黑" panose="020B0503020204020204" pitchFamily="34" charset="-122"/>
                      <a:ea typeface="微软雅黑" panose="020B0503020204020204" pitchFamily="34" charset="-122"/>
                    </a:endParaRPr>
                  </a:p>
                </p:txBody>
              </p:sp>
            </p:grpSp>
            <p:sp>
              <p:nvSpPr>
                <p:cNvPr id="128" name="椭圆 80"/>
                <p:cNvSpPr/>
                <p:nvPr/>
              </p:nvSpPr>
              <p:spPr bwMode="auto">
                <a:xfrm>
                  <a:off x="4101618" y="2137562"/>
                  <a:ext cx="2016471" cy="2020558"/>
                </a:xfrm>
                <a:prstGeom prst="ellipse">
                  <a:avLst/>
                </a:prstGeom>
                <a:solidFill>
                  <a:schemeClr val="bg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dirty="0">
                    <a:solidFill>
                      <a:srgbClr val="FFFFFF"/>
                    </a:solidFill>
                    <a:latin typeface="微软雅黑" panose="020B0503020204020204" pitchFamily="34" charset="-122"/>
                    <a:ea typeface="微软雅黑" panose="020B0503020204020204" pitchFamily="34" charset="-122"/>
                  </a:endParaRPr>
                </a:p>
              </p:txBody>
            </p:sp>
          </p:grpSp>
          <p:sp>
            <p:nvSpPr>
              <p:cNvPr id="126" name="TextBox 47"/>
              <p:cNvSpPr txBox="1"/>
              <p:nvPr/>
            </p:nvSpPr>
            <p:spPr>
              <a:xfrm>
                <a:off x="3021853" y="2989776"/>
                <a:ext cx="739230" cy="583518"/>
              </a:xfrm>
              <a:prstGeom prst="rect">
                <a:avLst/>
              </a:prstGeom>
              <a:noFill/>
              <a:ln>
                <a:noFill/>
              </a:ln>
            </p:spPr>
            <p:txBody>
              <a:bodyPr wrap="square" rtlCol="0">
                <a:spAutoFit/>
              </a:bodyPr>
              <a:lstStyle/>
              <a:p>
                <a:pPr algn="ctr"/>
                <a:r>
                  <a:rPr lang="en-US" altLang="zh-CN" sz="2665" dirty="0">
                    <a:solidFill>
                      <a:prstClr val="white"/>
                    </a:solidFill>
                    <a:latin typeface="微软雅黑" panose="020B0503020204020204" pitchFamily="34" charset="-122"/>
                  </a:rPr>
                  <a:t>03</a:t>
                </a:r>
                <a:endParaRPr lang="zh-CN" altLang="en-US" sz="2665" dirty="0">
                  <a:solidFill>
                    <a:prstClr val="white"/>
                  </a:solidFill>
                  <a:latin typeface="微软雅黑" panose="020B0503020204020204" pitchFamily="34" charset="-122"/>
                </a:endParaRPr>
              </a:p>
            </p:txBody>
          </p:sp>
        </p:grpSp>
        <p:grpSp>
          <p:nvGrpSpPr>
            <p:cNvPr id="106" name="组合 105"/>
            <p:cNvGrpSpPr/>
            <p:nvPr/>
          </p:nvGrpSpPr>
          <p:grpSpPr>
            <a:xfrm>
              <a:off x="2032703" y="3640540"/>
              <a:ext cx="725812" cy="727279"/>
              <a:chOff x="2845016" y="2727979"/>
              <a:chExt cx="1072726" cy="1074895"/>
            </a:xfrm>
          </p:grpSpPr>
          <p:grpSp>
            <p:nvGrpSpPr>
              <p:cNvPr id="119" name="Group 10"/>
              <p:cNvGrpSpPr/>
              <p:nvPr/>
            </p:nvGrpSpPr>
            <p:grpSpPr>
              <a:xfrm>
                <a:off x="2845016" y="2727979"/>
                <a:ext cx="1072726" cy="1074895"/>
                <a:chOff x="3692576" y="1742634"/>
                <a:chExt cx="2790379" cy="2796023"/>
              </a:xfrm>
            </p:grpSpPr>
            <p:grpSp>
              <p:nvGrpSpPr>
                <p:cNvPr id="121" name="组合 79"/>
                <p:cNvGrpSpPr/>
                <p:nvPr/>
              </p:nvGrpSpPr>
              <p:grpSpPr bwMode="auto">
                <a:xfrm>
                  <a:off x="3692576" y="1742634"/>
                  <a:ext cx="2790379" cy="2796023"/>
                  <a:chOff x="6379729" y="2488774"/>
                  <a:chExt cx="2513016" cy="2513016"/>
                </a:xfrm>
              </p:grpSpPr>
              <p:sp>
                <p:nvSpPr>
                  <p:cNvPr id="123"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4400" kern="0">
                      <a:solidFill>
                        <a:srgbClr val="FFFFFF"/>
                      </a:solidFill>
                      <a:latin typeface="微软雅黑" panose="020B0503020204020204" pitchFamily="34" charset="-122"/>
                    </a:endParaRPr>
                  </a:p>
                </p:txBody>
              </p:sp>
              <p:sp>
                <p:nvSpPr>
                  <p:cNvPr id="124"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a:solidFill>
                        <a:srgbClr val="FFFFFF"/>
                      </a:solidFill>
                      <a:latin typeface="微软雅黑" panose="020B0503020204020204" pitchFamily="34" charset="-122"/>
                      <a:ea typeface="微软雅黑" panose="020B0503020204020204" pitchFamily="34" charset="-122"/>
                    </a:endParaRPr>
                  </a:p>
                </p:txBody>
              </p:sp>
            </p:grpSp>
            <p:sp>
              <p:nvSpPr>
                <p:cNvPr id="122" name="椭圆 80"/>
                <p:cNvSpPr/>
                <p:nvPr/>
              </p:nvSpPr>
              <p:spPr bwMode="auto">
                <a:xfrm>
                  <a:off x="4101618" y="2137562"/>
                  <a:ext cx="2016471" cy="2020558"/>
                </a:xfrm>
                <a:prstGeom prst="ellipse">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dirty="0">
                    <a:solidFill>
                      <a:srgbClr val="FFFFFF"/>
                    </a:solidFill>
                    <a:latin typeface="微软雅黑" panose="020B0503020204020204" pitchFamily="34" charset="-122"/>
                    <a:ea typeface="微软雅黑" panose="020B0503020204020204" pitchFamily="34" charset="-122"/>
                  </a:endParaRPr>
                </a:p>
              </p:txBody>
            </p:sp>
          </p:grpSp>
          <p:sp>
            <p:nvSpPr>
              <p:cNvPr id="120" name="TextBox 41"/>
              <p:cNvSpPr txBox="1"/>
              <p:nvPr/>
            </p:nvSpPr>
            <p:spPr>
              <a:xfrm>
                <a:off x="3021853" y="2989776"/>
                <a:ext cx="739230" cy="583518"/>
              </a:xfrm>
              <a:prstGeom prst="rect">
                <a:avLst/>
              </a:prstGeom>
              <a:noFill/>
              <a:ln>
                <a:noFill/>
              </a:ln>
            </p:spPr>
            <p:txBody>
              <a:bodyPr wrap="square" rtlCol="0">
                <a:spAutoFit/>
              </a:bodyPr>
              <a:lstStyle/>
              <a:p>
                <a:pPr algn="ctr"/>
                <a:r>
                  <a:rPr lang="en-US" altLang="zh-CN" sz="2665" dirty="0">
                    <a:solidFill>
                      <a:prstClr val="white"/>
                    </a:solidFill>
                    <a:latin typeface="微软雅黑" panose="020B0503020204020204" pitchFamily="34" charset="-122"/>
                  </a:rPr>
                  <a:t>04</a:t>
                </a:r>
                <a:endParaRPr lang="zh-CN" altLang="en-US" sz="2665" dirty="0">
                  <a:solidFill>
                    <a:prstClr val="white"/>
                  </a:solidFill>
                  <a:latin typeface="微软雅黑" panose="020B0503020204020204" pitchFamily="34" charset="-122"/>
                </a:endParaRPr>
              </a:p>
            </p:txBody>
          </p:sp>
        </p:grpSp>
        <p:grpSp>
          <p:nvGrpSpPr>
            <p:cNvPr id="107" name="组合 106"/>
            <p:cNvGrpSpPr/>
            <p:nvPr/>
          </p:nvGrpSpPr>
          <p:grpSpPr>
            <a:xfrm>
              <a:off x="3538921" y="3640540"/>
              <a:ext cx="725812" cy="727279"/>
              <a:chOff x="2845016" y="2727979"/>
              <a:chExt cx="1072726" cy="1074895"/>
            </a:xfrm>
          </p:grpSpPr>
          <p:grpSp>
            <p:nvGrpSpPr>
              <p:cNvPr id="113" name="Group 10"/>
              <p:cNvGrpSpPr/>
              <p:nvPr/>
            </p:nvGrpSpPr>
            <p:grpSpPr>
              <a:xfrm>
                <a:off x="2845016" y="2727979"/>
                <a:ext cx="1072726" cy="1074895"/>
                <a:chOff x="3692576" y="1742634"/>
                <a:chExt cx="2790379" cy="2796023"/>
              </a:xfrm>
            </p:grpSpPr>
            <p:grpSp>
              <p:nvGrpSpPr>
                <p:cNvPr id="115" name="组合 79"/>
                <p:cNvGrpSpPr/>
                <p:nvPr/>
              </p:nvGrpSpPr>
              <p:grpSpPr bwMode="auto">
                <a:xfrm>
                  <a:off x="3692576" y="1742634"/>
                  <a:ext cx="2790379" cy="2796023"/>
                  <a:chOff x="6379729" y="2488774"/>
                  <a:chExt cx="2513016" cy="2513016"/>
                </a:xfrm>
              </p:grpSpPr>
              <p:sp>
                <p:nvSpPr>
                  <p:cNvPr id="117"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4400" kern="0">
                      <a:solidFill>
                        <a:srgbClr val="FFFFFF"/>
                      </a:solidFill>
                      <a:latin typeface="微软雅黑" panose="020B0503020204020204" pitchFamily="34" charset="-122"/>
                    </a:endParaRPr>
                  </a:p>
                </p:txBody>
              </p:sp>
              <p:sp>
                <p:nvSpPr>
                  <p:cNvPr id="118"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a:solidFill>
                        <a:srgbClr val="FFFFFF"/>
                      </a:solidFill>
                      <a:latin typeface="微软雅黑" panose="020B0503020204020204" pitchFamily="34" charset="-122"/>
                      <a:ea typeface="微软雅黑" panose="020B0503020204020204" pitchFamily="34" charset="-122"/>
                    </a:endParaRPr>
                  </a:p>
                </p:txBody>
              </p:sp>
            </p:grpSp>
            <p:sp>
              <p:nvSpPr>
                <p:cNvPr id="116" name="椭圆 80"/>
                <p:cNvSpPr/>
                <p:nvPr/>
              </p:nvSpPr>
              <p:spPr bwMode="auto">
                <a:xfrm>
                  <a:off x="4101618" y="2137562"/>
                  <a:ext cx="2016471" cy="2020558"/>
                </a:xfrm>
                <a:prstGeom prst="ellipse">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400" kern="0" dirty="0">
                    <a:solidFill>
                      <a:srgbClr val="FFFFFF"/>
                    </a:solidFill>
                    <a:latin typeface="微软雅黑" panose="020B0503020204020204" pitchFamily="34" charset="-122"/>
                    <a:ea typeface="微软雅黑" panose="020B0503020204020204" pitchFamily="34" charset="-122"/>
                  </a:endParaRPr>
                </a:p>
              </p:txBody>
            </p:sp>
          </p:grpSp>
          <p:sp>
            <p:nvSpPr>
              <p:cNvPr id="114" name="TextBox 35"/>
              <p:cNvSpPr txBox="1"/>
              <p:nvPr/>
            </p:nvSpPr>
            <p:spPr>
              <a:xfrm>
                <a:off x="3021853" y="2989776"/>
                <a:ext cx="739230" cy="583518"/>
              </a:xfrm>
              <a:prstGeom prst="rect">
                <a:avLst/>
              </a:prstGeom>
              <a:noFill/>
              <a:ln>
                <a:noFill/>
              </a:ln>
            </p:spPr>
            <p:txBody>
              <a:bodyPr wrap="square" rtlCol="0">
                <a:spAutoFit/>
              </a:bodyPr>
              <a:lstStyle/>
              <a:p>
                <a:pPr algn="ctr"/>
                <a:r>
                  <a:rPr lang="en-US" altLang="zh-CN" sz="2665" dirty="0">
                    <a:solidFill>
                      <a:prstClr val="white"/>
                    </a:solidFill>
                    <a:latin typeface="微软雅黑" panose="020B0503020204020204" pitchFamily="34" charset="-122"/>
                  </a:rPr>
                  <a:t>05</a:t>
                </a:r>
                <a:endParaRPr lang="zh-CN" altLang="en-US" sz="2665" dirty="0">
                  <a:solidFill>
                    <a:prstClr val="white"/>
                  </a:solidFill>
                  <a:latin typeface="微软雅黑" panose="020B0503020204020204" pitchFamily="34" charset="-122"/>
                </a:endParaRPr>
              </a:p>
            </p:txBody>
          </p:sp>
        </p:grpSp>
        <p:sp>
          <p:nvSpPr>
            <p:cNvPr id="108" name="TextBox 29"/>
            <p:cNvSpPr txBox="1"/>
            <p:nvPr/>
          </p:nvSpPr>
          <p:spPr>
            <a:xfrm>
              <a:off x="1808756" y="1401616"/>
              <a:ext cx="849630" cy="297180"/>
            </a:xfrm>
            <a:prstGeom prst="rect">
              <a:avLst/>
            </a:prstGeom>
            <a:noFill/>
          </p:spPr>
          <p:txBody>
            <a:bodyPr wrap="none" rtlCol="0">
              <a:spAutoFit/>
            </a:bodyPr>
            <a:lstStyle/>
            <a:p>
              <a:pPr algn="ctr"/>
              <a:r>
                <a:rPr lang="zh-CN" altLang="en-US" sz="1865" dirty="0">
                  <a:solidFill>
                    <a:schemeClr val="tx1"/>
                  </a:solidFill>
                  <a:latin typeface="微软雅黑" panose="020B0503020204020204" pitchFamily="34" charset="-122"/>
                </a:rPr>
                <a:t>标题文字</a:t>
              </a:r>
            </a:p>
          </p:txBody>
        </p:sp>
        <p:sp>
          <p:nvSpPr>
            <p:cNvPr id="109" name="TextBox 30"/>
            <p:cNvSpPr txBox="1"/>
            <p:nvPr/>
          </p:nvSpPr>
          <p:spPr>
            <a:xfrm>
              <a:off x="4844876" y="2418122"/>
              <a:ext cx="849630" cy="297180"/>
            </a:xfrm>
            <a:prstGeom prst="rect">
              <a:avLst/>
            </a:prstGeom>
            <a:noFill/>
          </p:spPr>
          <p:txBody>
            <a:bodyPr wrap="none" rtlCol="0">
              <a:spAutoFit/>
            </a:bodyPr>
            <a:lstStyle/>
            <a:p>
              <a:r>
                <a:rPr lang="zh-CN" altLang="en-US" sz="1865" dirty="0">
                  <a:solidFill>
                    <a:schemeClr val="tx1"/>
                  </a:solidFill>
                  <a:latin typeface="微软雅黑" panose="020B0503020204020204" pitchFamily="34" charset="-122"/>
                </a:rPr>
                <a:t>标题文字</a:t>
              </a:r>
            </a:p>
          </p:txBody>
        </p:sp>
        <p:sp>
          <p:nvSpPr>
            <p:cNvPr id="110" name="TextBox 31"/>
            <p:cNvSpPr txBox="1"/>
            <p:nvPr/>
          </p:nvSpPr>
          <p:spPr>
            <a:xfrm>
              <a:off x="4338218" y="3920157"/>
              <a:ext cx="849630" cy="297180"/>
            </a:xfrm>
            <a:prstGeom prst="rect">
              <a:avLst/>
            </a:prstGeom>
            <a:noFill/>
          </p:spPr>
          <p:txBody>
            <a:bodyPr wrap="none" rtlCol="0">
              <a:spAutoFit/>
            </a:bodyPr>
            <a:lstStyle/>
            <a:p>
              <a:r>
                <a:rPr lang="zh-CN" altLang="en-US" sz="1865" dirty="0">
                  <a:solidFill>
                    <a:schemeClr val="tx1"/>
                  </a:solidFill>
                  <a:latin typeface="微软雅黑" panose="020B0503020204020204" pitchFamily="34" charset="-122"/>
                </a:rPr>
                <a:t>标题文字</a:t>
              </a:r>
            </a:p>
          </p:txBody>
        </p:sp>
        <p:sp>
          <p:nvSpPr>
            <p:cNvPr id="111" name="TextBox 32"/>
            <p:cNvSpPr txBox="1"/>
            <p:nvPr/>
          </p:nvSpPr>
          <p:spPr>
            <a:xfrm>
              <a:off x="499507" y="2451600"/>
              <a:ext cx="902494" cy="297180"/>
            </a:xfrm>
            <a:prstGeom prst="rect">
              <a:avLst/>
            </a:prstGeom>
            <a:noFill/>
          </p:spPr>
          <p:txBody>
            <a:bodyPr wrap="none" rtlCol="0">
              <a:spAutoFit/>
            </a:bodyPr>
            <a:lstStyle/>
            <a:p>
              <a:pPr algn="ctr"/>
              <a:r>
                <a:rPr lang="zh-CN" altLang="en-US" sz="1865" dirty="0">
                  <a:solidFill>
                    <a:schemeClr val="tx1"/>
                  </a:solidFill>
                  <a:latin typeface="微软雅黑" panose="020B0503020204020204" pitchFamily="34" charset="-122"/>
                </a:rPr>
                <a:t>标题文字 </a:t>
              </a:r>
            </a:p>
          </p:txBody>
        </p:sp>
        <p:sp>
          <p:nvSpPr>
            <p:cNvPr id="112" name="TextBox 33"/>
            <p:cNvSpPr txBox="1"/>
            <p:nvPr/>
          </p:nvSpPr>
          <p:spPr>
            <a:xfrm>
              <a:off x="1036469" y="3870314"/>
              <a:ext cx="849630" cy="297180"/>
            </a:xfrm>
            <a:prstGeom prst="rect">
              <a:avLst/>
            </a:prstGeom>
            <a:noFill/>
          </p:spPr>
          <p:txBody>
            <a:bodyPr wrap="none" rtlCol="0">
              <a:spAutoFit/>
            </a:bodyPr>
            <a:lstStyle/>
            <a:p>
              <a:pPr algn="ctr"/>
              <a:r>
                <a:rPr lang="zh-CN" altLang="en-US" sz="1865" dirty="0">
                  <a:solidFill>
                    <a:schemeClr val="tx1"/>
                  </a:solidFill>
                  <a:latin typeface="微软雅黑" panose="020B0503020204020204" pitchFamily="34" charset="-122"/>
                </a:rPr>
                <a:t>标题文字</a:t>
              </a:r>
            </a:p>
          </p:txBody>
        </p:sp>
      </p:grpSp>
      <p:grpSp>
        <p:nvGrpSpPr>
          <p:cNvPr id="201" name="组合 200"/>
          <p:cNvGrpSpPr/>
          <p:nvPr/>
        </p:nvGrpSpPr>
        <p:grpSpPr>
          <a:xfrm>
            <a:off x="8161403" y="2274025"/>
            <a:ext cx="3370797" cy="3093855"/>
            <a:chOff x="763742" y="1605380"/>
            <a:chExt cx="2528098" cy="2320391"/>
          </a:xfrm>
        </p:grpSpPr>
        <p:sp>
          <p:nvSpPr>
            <p:cNvPr id="202" name="TextBox 71"/>
            <p:cNvSpPr txBox="1"/>
            <p:nvPr/>
          </p:nvSpPr>
          <p:spPr>
            <a:xfrm>
              <a:off x="763742" y="2164598"/>
              <a:ext cx="2528098" cy="1761173"/>
            </a:xfrm>
            <a:prstGeom prst="rect">
              <a:avLst/>
            </a:prstGeom>
            <a:noFill/>
          </p:spPr>
          <p:txBody>
            <a:bodyPr wrap="square" rtlCol="0">
              <a:spAutoFit/>
            </a:bodyPr>
            <a:lstStyle/>
            <a:p>
              <a:pPr>
                <a:defRPr/>
              </a:pP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在此添加文字添加</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在此添加文字介绍</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在此添加文字介绍</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在此添加文字添加在此添加文字添加</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在此添加文字介绍</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在此添加文字添加</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在此添加文字添加</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在此添加文字介绍</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在此添加文字介绍</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在此添加文字添加在此添加文字添加</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在此添加文字介绍</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在此添加文字介绍</a:t>
              </a:r>
              <a:r>
                <a:rPr lang="en-US" altLang="zh-CN" sz="1335" kern="0" dirty="0">
                  <a:solidFill>
                    <a:schemeClr val="tx1"/>
                  </a:solidFill>
                  <a:effectLst/>
                  <a:latin typeface="微软雅黑" panose="020B0503020204020204" pitchFamily="34" charset="-122"/>
                </a:rPr>
                <a:t>· </a:t>
              </a:r>
              <a:r>
                <a:rPr lang="zh-CN" altLang="en-US" sz="1335" kern="0" dirty="0">
                  <a:solidFill>
                    <a:schemeClr val="tx1"/>
                  </a:solidFill>
                  <a:effectLst/>
                  <a:latin typeface="微软雅黑" panose="020B0503020204020204" pitchFamily="34" charset="-122"/>
                </a:rPr>
                <a:t>在此添加文字添加</a:t>
              </a:r>
            </a:p>
            <a:p>
              <a:pPr>
                <a:defRPr/>
              </a:pPr>
              <a:endParaRPr lang="zh-CN" altLang="en-US" sz="1335" kern="0" dirty="0">
                <a:solidFill>
                  <a:schemeClr val="tx1"/>
                </a:solidFill>
                <a:effectLst/>
                <a:latin typeface="微软雅黑" panose="020B0503020204020204" pitchFamily="34" charset="-122"/>
              </a:endParaRPr>
            </a:p>
            <a:p>
              <a:pPr defTabSz="914400">
                <a:defRPr/>
              </a:pPr>
              <a:endParaRPr lang="zh-CN" altLang="en-US" sz="1335" kern="0" dirty="0">
                <a:solidFill>
                  <a:schemeClr val="tx1"/>
                </a:solidFill>
                <a:effectLst/>
                <a:latin typeface="微软雅黑" panose="020B0503020204020204" pitchFamily="34" charset="-122"/>
              </a:endParaRPr>
            </a:p>
            <a:p>
              <a:pPr defTabSz="914400">
                <a:defRPr/>
              </a:pPr>
              <a:endParaRPr lang="zh-CN" altLang="en-US" sz="1335" kern="0" dirty="0">
                <a:solidFill>
                  <a:schemeClr val="tx1"/>
                </a:solidFill>
                <a:effectLst/>
                <a:latin typeface="微软雅黑" panose="020B0503020204020204" pitchFamily="34" charset="-122"/>
              </a:endParaRPr>
            </a:p>
          </p:txBody>
        </p:sp>
        <p:grpSp>
          <p:nvGrpSpPr>
            <p:cNvPr id="203" name="组合 202"/>
            <p:cNvGrpSpPr/>
            <p:nvPr/>
          </p:nvGrpSpPr>
          <p:grpSpPr>
            <a:xfrm>
              <a:off x="866278" y="1605380"/>
              <a:ext cx="1134214" cy="385763"/>
              <a:chOff x="4452173" y="720606"/>
              <a:chExt cx="1134214" cy="385763"/>
            </a:xfrm>
          </p:grpSpPr>
          <p:grpSp>
            <p:nvGrpSpPr>
              <p:cNvPr id="204" name="组合 203"/>
              <p:cNvGrpSpPr/>
              <p:nvPr/>
            </p:nvGrpSpPr>
            <p:grpSpPr>
              <a:xfrm>
                <a:off x="4452173" y="720606"/>
                <a:ext cx="1134214" cy="385763"/>
                <a:chOff x="2099498" y="1186788"/>
                <a:chExt cx="1134214" cy="385763"/>
              </a:xfrm>
            </p:grpSpPr>
            <p:sp>
              <p:nvSpPr>
                <p:cNvPr id="206" name="圆角矩形 205"/>
                <p:cNvSpPr/>
                <p:nvPr/>
              </p:nvSpPr>
              <p:spPr>
                <a:xfrm>
                  <a:off x="2099498" y="1186788"/>
                  <a:ext cx="1134214" cy="385763"/>
                </a:xfrm>
                <a:prstGeom prst="round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solidFill>
                      <a:prstClr val="white"/>
                    </a:solidFill>
                  </a:endParaRPr>
                </a:p>
              </p:txBody>
            </p:sp>
            <p:sp>
              <p:nvSpPr>
                <p:cNvPr id="207" name="圆角矩形 206"/>
                <p:cNvSpPr/>
                <p:nvPr/>
              </p:nvSpPr>
              <p:spPr>
                <a:xfrm>
                  <a:off x="2163904" y="1212584"/>
                  <a:ext cx="1052212" cy="319506"/>
                </a:xfrm>
                <a:prstGeom prst="roundRect">
                  <a:avLst/>
                </a:prstGeom>
                <a:solidFill>
                  <a:schemeClr val="tx2"/>
                </a:solidFill>
                <a:ln w="25400" cap="flat" cmpd="sng" algn="ctr">
                  <a:noFill/>
                  <a:prstDash val="solid"/>
                </a:ln>
                <a:effectLst>
                  <a:innerShdw blurRad="63500" dist="25400" dir="18660000">
                    <a:prstClr val="black">
                      <a:alpha val="35000"/>
                    </a:prstClr>
                  </a:innerShdw>
                </a:effectLst>
              </p:spPr>
              <p:txBody>
                <a:bodyPr anchor="ctr"/>
                <a:lstStyle/>
                <a:p>
                  <a:pPr algn="ctr" fontAlgn="base">
                    <a:spcBef>
                      <a:spcPct val="0"/>
                    </a:spcBef>
                    <a:spcAft>
                      <a:spcPct val="0"/>
                    </a:spcAft>
                  </a:pPr>
                  <a:endParaRPr lang="zh-CN" altLang="en-US" sz="1865" kern="0" dirty="0">
                    <a:solidFill>
                      <a:srgbClr val="FFFFFF"/>
                    </a:solidFill>
                    <a:ea typeface="宋体" panose="02010600030101010101" pitchFamily="2" charset="-122"/>
                  </a:endParaRPr>
                </a:p>
              </p:txBody>
            </p:sp>
          </p:grpSp>
          <p:sp>
            <p:nvSpPr>
              <p:cNvPr id="205" name="矩形 204"/>
              <p:cNvSpPr/>
              <p:nvPr/>
            </p:nvSpPr>
            <p:spPr>
              <a:xfrm>
                <a:off x="4543031" y="759599"/>
                <a:ext cx="952500" cy="330041"/>
              </a:xfrm>
              <a:prstGeom prst="rect">
                <a:avLst/>
              </a:prstGeom>
            </p:spPr>
            <p:txBody>
              <a:bodyPr wrap="none">
                <a:spAutoFit/>
              </a:bodyPr>
              <a:lstStyle/>
              <a:p>
                <a:pPr algn="ctr"/>
                <a:r>
                  <a:rPr lang="zh-CN" altLang="en-US" sz="2135" dirty="0">
                    <a:solidFill>
                      <a:prstClr val="white"/>
                    </a:solidFill>
                    <a:latin typeface="微软雅黑" panose="020B0503020204020204" pitchFamily="34" charset="-122"/>
                  </a:rPr>
                  <a:t>添加标题</a:t>
                </a:r>
              </a:p>
            </p:txBody>
          </p:sp>
        </p:grpSp>
      </p:grpSp>
      <p:sp>
        <p:nvSpPr>
          <p:cNvPr id="3" name="同侧圆角矩形 2"/>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6"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500" fill="hold"/>
                                        <p:tgtEl>
                                          <p:spTgt spid="100"/>
                                        </p:tgtEl>
                                        <p:attrNameLst>
                                          <p:attrName>ppt_w</p:attrName>
                                        </p:attrNameLst>
                                      </p:cBhvr>
                                      <p:tavLst>
                                        <p:tav tm="0">
                                          <p:val>
                                            <p:fltVal val="0"/>
                                          </p:val>
                                        </p:tav>
                                        <p:tav tm="100000">
                                          <p:val>
                                            <p:strVal val="#ppt_w"/>
                                          </p:val>
                                        </p:tav>
                                      </p:tavLst>
                                    </p:anim>
                                    <p:anim calcmode="lin" valueType="num">
                                      <p:cBhvr>
                                        <p:cTn id="8" dur="500" fill="hold"/>
                                        <p:tgtEl>
                                          <p:spTgt spid="100"/>
                                        </p:tgtEl>
                                        <p:attrNameLst>
                                          <p:attrName>ppt_h</p:attrName>
                                        </p:attrNameLst>
                                      </p:cBhvr>
                                      <p:tavLst>
                                        <p:tav tm="0">
                                          <p:val>
                                            <p:fltVal val="0"/>
                                          </p:val>
                                        </p:tav>
                                        <p:tav tm="100000">
                                          <p:val>
                                            <p:strVal val="#ppt_h"/>
                                          </p:val>
                                        </p:tav>
                                      </p:tavLst>
                                    </p:anim>
                                    <p:animEffect transition="in" filter="fade">
                                      <p:cBhvr>
                                        <p:cTn id="9" dur="500"/>
                                        <p:tgtEl>
                                          <p:spTgt spid="100"/>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01"/>
                                        </p:tgtEl>
                                        <p:attrNameLst>
                                          <p:attrName>style.visibility</p:attrName>
                                        </p:attrNameLst>
                                      </p:cBhvr>
                                      <p:to>
                                        <p:strVal val="visible"/>
                                      </p:to>
                                    </p:set>
                                    <p:anim calcmode="lin" valueType="num">
                                      <p:cBhvr additive="base">
                                        <p:cTn id="14" dur="500" fill="hold"/>
                                        <p:tgtEl>
                                          <p:spTgt spid="201"/>
                                        </p:tgtEl>
                                        <p:attrNameLst>
                                          <p:attrName>ppt_x</p:attrName>
                                        </p:attrNameLst>
                                      </p:cBhvr>
                                      <p:tavLst>
                                        <p:tav tm="0">
                                          <p:val>
                                            <p:strVal val="#ppt_x"/>
                                          </p:val>
                                        </p:tav>
                                        <p:tav tm="100000">
                                          <p:val>
                                            <p:strVal val="#ppt_x"/>
                                          </p:val>
                                        </p:tav>
                                      </p:tavLst>
                                    </p:anim>
                                    <p:anim calcmode="lin" valueType="num">
                                      <p:cBhvr additive="base">
                                        <p:cTn id="15" dur="500" fill="hold"/>
                                        <p:tgtEl>
                                          <p:spTgt spid="2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任意多边形 96"/>
          <p:cNvSpPr/>
          <p:nvPr/>
        </p:nvSpPr>
        <p:spPr>
          <a:xfrm>
            <a:off x="3487770" y="2333563"/>
            <a:ext cx="5177711" cy="2789873"/>
          </a:xfrm>
          <a:custGeom>
            <a:avLst/>
            <a:gdLst>
              <a:gd name="connsiteX0" fmla="*/ 200025 w 6072187"/>
              <a:gd name="connsiteY0" fmla="*/ 700088 h 3271838"/>
              <a:gd name="connsiteX1" fmla="*/ 3000375 w 6072187"/>
              <a:gd name="connsiteY1" fmla="*/ 2286000 h 3271838"/>
              <a:gd name="connsiteX2" fmla="*/ 4914900 w 6072187"/>
              <a:gd name="connsiteY2" fmla="*/ 0 h 3271838"/>
              <a:gd name="connsiteX3" fmla="*/ 6072187 w 6072187"/>
              <a:gd name="connsiteY3" fmla="*/ 3171825 h 3271838"/>
              <a:gd name="connsiteX4" fmla="*/ 3000375 w 6072187"/>
              <a:gd name="connsiteY4" fmla="*/ 2343150 h 3271838"/>
              <a:gd name="connsiteX5" fmla="*/ 0 w 6072187"/>
              <a:gd name="connsiteY5" fmla="*/ 3271838 h 3271838"/>
              <a:gd name="connsiteX6" fmla="*/ 200025 w 6072187"/>
              <a:gd name="connsiteY6" fmla="*/ 700088 h 327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2187" h="3271838">
                <a:moveTo>
                  <a:pt x="200025" y="700088"/>
                </a:moveTo>
                <a:lnTo>
                  <a:pt x="3000375" y="2286000"/>
                </a:lnTo>
                <a:lnTo>
                  <a:pt x="4914900" y="0"/>
                </a:lnTo>
                <a:lnTo>
                  <a:pt x="6072187" y="3171825"/>
                </a:lnTo>
                <a:lnTo>
                  <a:pt x="3000375" y="2343150"/>
                </a:lnTo>
                <a:lnTo>
                  <a:pt x="0" y="3271838"/>
                </a:lnTo>
                <a:lnTo>
                  <a:pt x="200025" y="700088"/>
                </a:lnTo>
                <a:close/>
              </a:path>
            </a:pathLst>
          </a:custGeom>
          <a:noFill/>
          <a:ln w="19050">
            <a:solidFill>
              <a:schemeClr val="tx1">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35">
              <a:solidFill>
                <a:prstClr val="white"/>
              </a:solidFill>
            </a:endParaRPr>
          </a:p>
        </p:txBody>
      </p:sp>
      <p:sp>
        <p:nvSpPr>
          <p:cNvPr id="100" name="椭圆 99"/>
          <p:cNvSpPr/>
          <p:nvPr/>
        </p:nvSpPr>
        <p:spPr>
          <a:xfrm>
            <a:off x="4947004" y="3235095"/>
            <a:ext cx="2119816" cy="2119816"/>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04" name="文本框 15"/>
          <p:cNvSpPr txBox="1">
            <a:spLocks noChangeArrowheads="1"/>
          </p:cNvSpPr>
          <p:nvPr/>
        </p:nvSpPr>
        <p:spPr bwMode="auto">
          <a:xfrm>
            <a:off x="5214554" y="4046251"/>
            <a:ext cx="1539240" cy="526415"/>
          </a:xfrm>
          <a:prstGeom prst="rect">
            <a:avLst/>
          </a:prstGeom>
          <a:noFill/>
          <a:ln w="9525">
            <a:noFill/>
            <a:miter lim="800000"/>
          </a:ln>
        </p:spPr>
        <p:txBody>
          <a:bodyPr wrap="none">
            <a:spAutoFit/>
          </a:bodyPr>
          <a:lstStyle/>
          <a:p>
            <a:r>
              <a:rPr lang="zh-CN" altLang="en-US" sz="2665" dirty="0">
                <a:solidFill>
                  <a:schemeClr val="tx2"/>
                </a:solidFill>
                <a:latin typeface="微软雅黑" panose="020B0503020204020204" pitchFamily="34" charset="-122"/>
              </a:rPr>
              <a:t>标题文字</a:t>
            </a:r>
          </a:p>
        </p:txBody>
      </p:sp>
      <p:sp>
        <p:nvSpPr>
          <p:cNvPr id="107" name="椭圆 106"/>
          <p:cNvSpPr/>
          <p:nvPr/>
        </p:nvSpPr>
        <p:spPr>
          <a:xfrm>
            <a:off x="6764955" y="1742019"/>
            <a:ext cx="1644685" cy="164468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09" name="文本框 16"/>
          <p:cNvSpPr txBox="1">
            <a:spLocks noChangeArrowheads="1"/>
          </p:cNvSpPr>
          <p:nvPr/>
        </p:nvSpPr>
        <p:spPr bwMode="auto">
          <a:xfrm>
            <a:off x="6978979" y="2362369"/>
            <a:ext cx="1198880" cy="417830"/>
          </a:xfrm>
          <a:prstGeom prst="rect">
            <a:avLst/>
          </a:prstGeom>
          <a:noFill/>
          <a:ln w="9525">
            <a:noFill/>
            <a:miter lim="800000"/>
          </a:ln>
        </p:spPr>
        <p:txBody>
          <a:bodyPr wrap="none">
            <a:spAutoFit/>
          </a:bodyPr>
          <a:lstStyle/>
          <a:p>
            <a:r>
              <a:rPr lang="zh-CN" altLang="en-US" sz="2000" dirty="0">
                <a:solidFill>
                  <a:schemeClr val="tx2"/>
                </a:solidFill>
                <a:latin typeface="微软雅黑" panose="020B0503020204020204" pitchFamily="34" charset="-122"/>
              </a:rPr>
              <a:t>标题文字</a:t>
            </a:r>
          </a:p>
        </p:txBody>
      </p:sp>
      <p:sp>
        <p:nvSpPr>
          <p:cNvPr id="112" name="椭圆 111"/>
          <p:cNvSpPr/>
          <p:nvPr/>
        </p:nvSpPr>
        <p:spPr>
          <a:xfrm>
            <a:off x="2930066" y="2112919"/>
            <a:ext cx="1353651" cy="1353651"/>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30" name="椭圆 129"/>
          <p:cNvSpPr/>
          <p:nvPr/>
        </p:nvSpPr>
        <p:spPr>
          <a:xfrm>
            <a:off x="2812298" y="4295003"/>
            <a:ext cx="1471419" cy="1471417"/>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33" name="椭圆 132"/>
          <p:cNvSpPr/>
          <p:nvPr/>
        </p:nvSpPr>
        <p:spPr>
          <a:xfrm>
            <a:off x="7728754" y="4175881"/>
            <a:ext cx="1610844" cy="1610844"/>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34" name="文本框 19"/>
          <p:cNvSpPr txBox="1">
            <a:spLocks noChangeArrowheads="1"/>
          </p:cNvSpPr>
          <p:nvPr/>
        </p:nvSpPr>
        <p:spPr bwMode="auto">
          <a:xfrm>
            <a:off x="7901375" y="4769881"/>
            <a:ext cx="1198880" cy="417830"/>
          </a:xfrm>
          <a:prstGeom prst="rect">
            <a:avLst/>
          </a:prstGeom>
          <a:noFill/>
          <a:ln w="9525">
            <a:noFill/>
            <a:miter lim="800000"/>
          </a:ln>
        </p:spPr>
        <p:txBody>
          <a:bodyPr wrap="none">
            <a:spAutoFit/>
          </a:bodyPr>
          <a:lstStyle/>
          <a:p>
            <a:r>
              <a:rPr lang="zh-CN" altLang="en-US" sz="2000" dirty="0">
                <a:solidFill>
                  <a:schemeClr val="tx2"/>
                </a:solidFill>
                <a:latin typeface="微软雅黑" panose="020B0503020204020204" pitchFamily="34" charset="-122"/>
              </a:rPr>
              <a:t>标题文字</a:t>
            </a:r>
          </a:p>
        </p:txBody>
      </p:sp>
      <p:sp>
        <p:nvSpPr>
          <p:cNvPr id="135" name="椭圆 134"/>
          <p:cNvSpPr/>
          <p:nvPr/>
        </p:nvSpPr>
        <p:spPr>
          <a:xfrm>
            <a:off x="6881370" y="5407703"/>
            <a:ext cx="506265" cy="506265"/>
          </a:xfrm>
          <a:prstGeom prst="ellipse">
            <a:avLst/>
          </a:pr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36" name="椭圆 135"/>
          <p:cNvSpPr/>
          <p:nvPr/>
        </p:nvSpPr>
        <p:spPr>
          <a:xfrm>
            <a:off x="1799767" y="3734592"/>
            <a:ext cx="675472" cy="675471"/>
          </a:xfrm>
          <a:prstGeom prst="ellipse">
            <a:avLst/>
          </a:pr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37" name="椭圆 136"/>
          <p:cNvSpPr/>
          <p:nvPr/>
        </p:nvSpPr>
        <p:spPr>
          <a:xfrm>
            <a:off x="8947039" y="2297015"/>
            <a:ext cx="675472" cy="674117"/>
          </a:xfrm>
          <a:prstGeom prst="ellipse">
            <a:avLst/>
          </a:pr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38" name="椭圆 137"/>
          <p:cNvSpPr/>
          <p:nvPr/>
        </p:nvSpPr>
        <p:spPr>
          <a:xfrm>
            <a:off x="9778180" y="4477745"/>
            <a:ext cx="448059" cy="448059"/>
          </a:xfrm>
          <a:prstGeom prst="ellipse">
            <a:avLst/>
          </a:pr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39" name="椭圆 138"/>
          <p:cNvSpPr/>
          <p:nvPr/>
        </p:nvSpPr>
        <p:spPr>
          <a:xfrm>
            <a:off x="5086430" y="1928823"/>
            <a:ext cx="621325" cy="621325"/>
          </a:xfrm>
          <a:prstGeom prst="ellipse">
            <a:avLst/>
          </a:pr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40" name="文本框 19"/>
          <p:cNvSpPr txBox="1">
            <a:spLocks noChangeArrowheads="1"/>
          </p:cNvSpPr>
          <p:nvPr/>
        </p:nvSpPr>
        <p:spPr bwMode="auto">
          <a:xfrm>
            <a:off x="2973474" y="2595973"/>
            <a:ext cx="1198880" cy="417830"/>
          </a:xfrm>
          <a:prstGeom prst="rect">
            <a:avLst/>
          </a:prstGeom>
          <a:noFill/>
          <a:ln w="9525">
            <a:noFill/>
            <a:miter lim="800000"/>
          </a:ln>
        </p:spPr>
        <p:txBody>
          <a:bodyPr wrap="none">
            <a:spAutoFit/>
          </a:bodyPr>
          <a:lstStyle/>
          <a:p>
            <a:r>
              <a:rPr lang="zh-CN" altLang="en-US" sz="2000" dirty="0">
                <a:solidFill>
                  <a:schemeClr val="tx2"/>
                </a:solidFill>
                <a:latin typeface="微软雅黑" panose="020B0503020204020204" pitchFamily="34" charset="-122"/>
              </a:rPr>
              <a:t>标题文字</a:t>
            </a:r>
          </a:p>
        </p:txBody>
      </p:sp>
      <p:sp>
        <p:nvSpPr>
          <p:cNvPr id="141" name="文本框 16"/>
          <p:cNvSpPr txBox="1">
            <a:spLocks noChangeArrowheads="1"/>
          </p:cNvSpPr>
          <p:nvPr/>
        </p:nvSpPr>
        <p:spPr bwMode="auto">
          <a:xfrm>
            <a:off x="2911935" y="4782751"/>
            <a:ext cx="1198880" cy="417830"/>
          </a:xfrm>
          <a:prstGeom prst="rect">
            <a:avLst/>
          </a:prstGeom>
          <a:noFill/>
          <a:ln w="9525">
            <a:noFill/>
            <a:miter lim="800000"/>
          </a:ln>
        </p:spPr>
        <p:txBody>
          <a:bodyPr wrap="none">
            <a:spAutoFit/>
          </a:bodyPr>
          <a:lstStyle/>
          <a:p>
            <a:r>
              <a:rPr lang="zh-CN" altLang="en-US" sz="2000" dirty="0">
                <a:solidFill>
                  <a:schemeClr val="tx2"/>
                </a:solidFill>
                <a:latin typeface="微软雅黑" panose="020B0503020204020204" pitchFamily="34" charset="-122"/>
              </a:rPr>
              <a:t>标题文字</a:t>
            </a: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 calcmode="lin" valueType="num">
                                      <p:cBhvr>
                                        <p:cTn id="7" dur="500" fill="hold"/>
                                        <p:tgtEl>
                                          <p:spTgt spid="97"/>
                                        </p:tgtEl>
                                        <p:attrNameLst>
                                          <p:attrName>ppt_w</p:attrName>
                                        </p:attrNameLst>
                                      </p:cBhvr>
                                      <p:tavLst>
                                        <p:tav tm="0">
                                          <p:val>
                                            <p:fltVal val="0"/>
                                          </p:val>
                                        </p:tav>
                                        <p:tav tm="100000">
                                          <p:val>
                                            <p:strVal val="#ppt_w"/>
                                          </p:val>
                                        </p:tav>
                                      </p:tavLst>
                                    </p:anim>
                                    <p:anim calcmode="lin" valueType="num">
                                      <p:cBhvr>
                                        <p:cTn id="8" dur="500" fill="hold"/>
                                        <p:tgtEl>
                                          <p:spTgt spid="97"/>
                                        </p:tgtEl>
                                        <p:attrNameLst>
                                          <p:attrName>ppt_h</p:attrName>
                                        </p:attrNameLst>
                                      </p:cBhvr>
                                      <p:tavLst>
                                        <p:tav tm="0">
                                          <p:val>
                                            <p:fltVal val="0"/>
                                          </p:val>
                                        </p:tav>
                                        <p:tav tm="100000">
                                          <p:val>
                                            <p:strVal val="#ppt_h"/>
                                          </p:val>
                                        </p:tav>
                                      </p:tavLst>
                                    </p:anim>
                                    <p:animEffect transition="in" filter="fade">
                                      <p:cBhvr>
                                        <p:cTn id="9" dur="500"/>
                                        <p:tgtEl>
                                          <p:spTgt spid="9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0"/>
                                        </p:tgtEl>
                                        <p:attrNameLst>
                                          <p:attrName>style.visibility</p:attrName>
                                        </p:attrNameLst>
                                      </p:cBhvr>
                                      <p:to>
                                        <p:strVal val="visible"/>
                                      </p:to>
                                    </p:set>
                                    <p:anim calcmode="lin" valueType="num">
                                      <p:cBhvr>
                                        <p:cTn id="12" dur="500" fill="hold"/>
                                        <p:tgtEl>
                                          <p:spTgt spid="100"/>
                                        </p:tgtEl>
                                        <p:attrNameLst>
                                          <p:attrName>ppt_w</p:attrName>
                                        </p:attrNameLst>
                                      </p:cBhvr>
                                      <p:tavLst>
                                        <p:tav tm="0">
                                          <p:val>
                                            <p:fltVal val="0"/>
                                          </p:val>
                                        </p:tav>
                                        <p:tav tm="100000">
                                          <p:val>
                                            <p:strVal val="#ppt_w"/>
                                          </p:val>
                                        </p:tav>
                                      </p:tavLst>
                                    </p:anim>
                                    <p:anim calcmode="lin" valueType="num">
                                      <p:cBhvr>
                                        <p:cTn id="13" dur="500" fill="hold"/>
                                        <p:tgtEl>
                                          <p:spTgt spid="100"/>
                                        </p:tgtEl>
                                        <p:attrNameLst>
                                          <p:attrName>ppt_h</p:attrName>
                                        </p:attrNameLst>
                                      </p:cBhvr>
                                      <p:tavLst>
                                        <p:tav tm="0">
                                          <p:val>
                                            <p:fltVal val="0"/>
                                          </p:val>
                                        </p:tav>
                                        <p:tav tm="100000">
                                          <p:val>
                                            <p:strVal val="#ppt_h"/>
                                          </p:val>
                                        </p:tav>
                                      </p:tavLst>
                                    </p:anim>
                                    <p:animEffect transition="in" filter="fade">
                                      <p:cBhvr>
                                        <p:cTn id="14" dur="500"/>
                                        <p:tgtEl>
                                          <p:spTgt spid="10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4"/>
                                        </p:tgtEl>
                                        <p:attrNameLst>
                                          <p:attrName>style.visibility</p:attrName>
                                        </p:attrNameLst>
                                      </p:cBhvr>
                                      <p:to>
                                        <p:strVal val="visible"/>
                                      </p:to>
                                    </p:set>
                                    <p:anim calcmode="lin" valueType="num">
                                      <p:cBhvr>
                                        <p:cTn id="17" dur="500" fill="hold"/>
                                        <p:tgtEl>
                                          <p:spTgt spid="104"/>
                                        </p:tgtEl>
                                        <p:attrNameLst>
                                          <p:attrName>ppt_w</p:attrName>
                                        </p:attrNameLst>
                                      </p:cBhvr>
                                      <p:tavLst>
                                        <p:tav tm="0">
                                          <p:val>
                                            <p:fltVal val="0"/>
                                          </p:val>
                                        </p:tav>
                                        <p:tav tm="100000">
                                          <p:val>
                                            <p:strVal val="#ppt_w"/>
                                          </p:val>
                                        </p:tav>
                                      </p:tavLst>
                                    </p:anim>
                                    <p:anim calcmode="lin" valueType="num">
                                      <p:cBhvr>
                                        <p:cTn id="18" dur="500" fill="hold"/>
                                        <p:tgtEl>
                                          <p:spTgt spid="104"/>
                                        </p:tgtEl>
                                        <p:attrNameLst>
                                          <p:attrName>ppt_h</p:attrName>
                                        </p:attrNameLst>
                                      </p:cBhvr>
                                      <p:tavLst>
                                        <p:tav tm="0">
                                          <p:val>
                                            <p:fltVal val="0"/>
                                          </p:val>
                                        </p:tav>
                                        <p:tav tm="100000">
                                          <p:val>
                                            <p:strVal val="#ppt_h"/>
                                          </p:val>
                                        </p:tav>
                                      </p:tavLst>
                                    </p:anim>
                                    <p:animEffect transition="in" filter="fade">
                                      <p:cBhvr>
                                        <p:cTn id="19" dur="500"/>
                                        <p:tgtEl>
                                          <p:spTgt spid="10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7"/>
                                        </p:tgtEl>
                                        <p:attrNameLst>
                                          <p:attrName>style.visibility</p:attrName>
                                        </p:attrNameLst>
                                      </p:cBhvr>
                                      <p:to>
                                        <p:strVal val="visible"/>
                                      </p:to>
                                    </p:set>
                                    <p:anim calcmode="lin" valueType="num">
                                      <p:cBhvr>
                                        <p:cTn id="22" dur="500" fill="hold"/>
                                        <p:tgtEl>
                                          <p:spTgt spid="107"/>
                                        </p:tgtEl>
                                        <p:attrNameLst>
                                          <p:attrName>ppt_w</p:attrName>
                                        </p:attrNameLst>
                                      </p:cBhvr>
                                      <p:tavLst>
                                        <p:tav tm="0">
                                          <p:val>
                                            <p:fltVal val="0"/>
                                          </p:val>
                                        </p:tav>
                                        <p:tav tm="100000">
                                          <p:val>
                                            <p:strVal val="#ppt_w"/>
                                          </p:val>
                                        </p:tav>
                                      </p:tavLst>
                                    </p:anim>
                                    <p:anim calcmode="lin" valueType="num">
                                      <p:cBhvr>
                                        <p:cTn id="23" dur="500" fill="hold"/>
                                        <p:tgtEl>
                                          <p:spTgt spid="107"/>
                                        </p:tgtEl>
                                        <p:attrNameLst>
                                          <p:attrName>ppt_h</p:attrName>
                                        </p:attrNameLst>
                                      </p:cBhvr>
                                      <p:tavLst>
                                        <p:tav tm="0">
                                          <p:val>
                                            <p:fltVal val="0"/>
                                          </p:val>
                                        </p:tav>
                                        <p:tav tm="100000">
                                          <p:val>
                                            <p:strVal val="#ppt_h"/>
                                          </p:val>
                                        </p:tav>
                                      </p:tavLst>
                                    </p:anim>
                                    <p:animEffect transition="in" filter="fade">
                                      <p:cBhvr>
                                        <p:cTn id="24" dur="500"/>
                                        <p:tgtEl>
                                          <p:spTgt spid="10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9"/>
                                        </p:tgtEl>
                                        <p:attrNameLst>
                                          <p:attrName>style.visibility</p:attrName>
                                        </p:attrNameLst>
                                      </p:cBhvr>
                                      <p:to>
                                        <p:strVal val="visible"/>
                                      </p:to>
                                    </p:set>
                                    <p:anim calcmode="lin" valueType="num">
                                      <p:cBhvr>
                                        <p:cTn id="27" dur="500" fill="hold"/>
                                        <p:tgtEl>
                                          <p:spTgt spid="109"/>
                                        </p:tgtEl>
                                        <p:attrNameLst>
                                          <p:attrName>ppt_w</p:attrName>
                                        </p:attrNameLst>
                                      </p:cBhvr>
                                      <p:tavLst>
                                        <p:tav tm="0">
                                          <p:val>
                                            <p:fltVal val="0"/>
                                          </p:val>
                                        </p:tav>
                                        <p:tav tm="100000">
                                          <p:val>
                                            <p:strVal val="#ppt_w"/>
                                          </p:val>
                                        </p:tav>
                                      </p:tavLst>
                                    </p:anim>
                                    <p:anim calcmode="lin" valueType="num">
                                      <p:cBhvr>
                                        <p:cTn id="28" dur="500" fill="hold"/>
                                        <p:tgtEl>
                                          <p:spTgt spid="109"/>
                                        </p:tgtEl>
                                        <p:attrNameLst>
                                          <p:attrName>ppt_h</p:attrName>
                                        </p:attrNameLst>
                                      </p:cBhvr>
                                      <p:tavLst>
                                        <p:tav tm="0">
                                          <p:val>
                                            <p:fltVal val="0"/>
                                          </p:val>
                                        </p:tav>
                                        <p:tav tm="100000">
                                          <p:val>
                                            <p:strVal val="#ppt_h"/>
                                          </p:val>
                                        </p:tav>
                                      </p:tavLst>
                                    </p:anim>
                                    <p:animEffect transition="in" filter="fade">
                                      <p:cBhvr>
                                        <p:cTn id="29" dur="500"/>
                                        <p:tgtEl>
                                          <p:spTgt spid="10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2"/>
                                        </p:tgtEl>
                                        <p:attrNameLst>
                                          <p:attrName>style.visibility</p:attrName>
                                        </p:attrNameLst>
                                      </p:cBhvr>
                                      <p:to>
                                        <p:strVal val="visible"/>
                                      </p:to>
                                    </p:set>
                                    <p:anim calcmode="lin" valueType="num">
                                      <p:cBhvr>
                                        <p:cTn id="32" dur="500" fill="hold"/>
                                        <p:tgtEl>
                                          <p:spTgt spid="112"/>
                                        </p:tgtEl>
                                        <p:attrNameLst>
                                          <p:attrName>ppt_w</p:attrName>
                                        </p:attrNameLst>
                                      </p:cBhvr>
                                      <p:tavLst>
                                        <p:tav tm="0">
                                          <p:val>
                                            <p:fltVal val="0"/>
                                          </p:val>
                                        </p:tav>
                                        <p:tav tm="100000">
                                          <p:val>
                                            <p:strVal val="#ppt_w"/>
                                          </p:val>
                                        </p:tav>
                                      </p:tavLst>
                                    </p:anim>
                                    <p:anim calcmode="lin" valueType="num">
                                      <p:cBhvr>
                                        <p:cTn id="33" dur="500" fill="hold"/>
                                        <p:tgtEl>
                                          <p:spTgt spid="112"/>
                                        </p:tgtEl>
                                        <p:attrNameLst>
                                          <p:attrName>ppt_h</p:attrName>
                                        </p:attrNameLst>
                                      </p:cBhvr>
                                      <p:tavLst>
                                        <p:tav tm="0">
                                          <p:val>
                                            <p:fltVal val="0"/>
                                          </p:val>
                                        </p:tav>
                                        <p:tav tm="100000">
                                          <p:val>
                                            <p:strVal val="#ppt_h"/>
                                          </p:val>
                                        </p:tav>
                                      </p:tavLst>
                                    </p:anim>
                                    <p:animEffect transition="in" filter="fade">
                                      <p:cBhvr>
                                        <p:cTn id="34" dur="500"/>
                                        <p:tgtEl>
                                          <p:spTgt spid="112"/>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30"/>
                                        </p:tgtEl>
                                        <p:attrNameLst>
                                          <p:attrName>style.visibility</p:attrName>
                                        </p:attrNameLst>
                                      </p:cBhvr>
                                      <p:to>
                                        <p:strVal val="visible"/>
                                      </p:to>
                                    </p:set>
                                    <p:anim calcmode="lin" valueType="num">
                                      <p:cBhvr>
                                        <p:cTn id="37" dur="500" fill="hold"/>
                                        <p:tgtEl>
                                          <p:spTgt spid="130"/>
                                        </p:tgtEl>
                                        <p:attrNameLst>
                                          <p:attrName>ppt_w</p:attrName>
                                        </p:attrNameLst>
                                      </p:cBhvr>
                                      <p:tavLst>
                                        <p:tav tm="0">
                                          <p:val>
                                            <p:fltVal val="0"/>
                                          </p:val>
                                        </p:tav>
                                        <p:tav tm="100000">
                                          <p:val>
                                            <p:strVal val="#ppt_w"/>
                                          </p:val>
                                        </p:tav>
                                      </p:tavLst>
                                    </p:anim>
                                    <p:anim calcmode="lin" valueType="num">
                                      <p:cBhvr>
                                        <p:cTn id="38" dur="500" fill="hold"/>
                                        <p:tgtEl>
                                          <p:spTgt spid="130"/>
                                        </p:tgtEl>
                                        <p:attrNameLst>
                                          <p:attrName>ppt_h</p:attrName>
                                        </p:attrNameLst>
                                      </p:cBhvr>
                                      <p:tavLst>
                                        <p:tav tm="0">
                                          <p:val>
                                            <p:fltVal val="0"/>
                                          </p:val>
                                        </p:tav>
                                        <p:tav tm="100000">
                                          <p:val>
                                            <p:strVal val="#ppt_h"/>
                                          </p:val>
                                        </p:tav>
                                      </p:tavLst>
                                    </p:anim>
                                    <p:animEffect transition="in" filter="fade">
                                      <p:cBhvr>
                                        <p:cTn id="39" dur="500"/>
                                        <p:tgtEl>
                                          <p:spTgt spid="13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33"/>
                                        </p:tgtEl>
                                        <p:attrNameLst>
                                          <p:attrName>style.visibility</p:attrName>
                                        </p:attrNameLst>
                                      </p:cBhvr>
                                      <p:to>
                                        <p:strVal val="visible"/>
                                      </p:to>
                                    </p:set>
                                    <p:anim calcmode="lin" valueType="num">
                                      <p:cBhvr>
                                        <p:cTn id="42" dur="500" fill="hold"/>
                                        <p:tgtEl>
                                          <p:spTgt spid="133"/>
                                        </p:tgtEl>
                                        <p:attrNameLst>
                                          <p:attrName>ppt_w</p:attrName>
                                        </p:attrNameLst>
                                      </p:cBhvr>
                                      <p:tavLst>
                                        <p:tav tm="0">
                                          <p:val>
                                            <p:fltVal val="0"/>
                                          </p:val>
                                        </p:tav>
                                        <p:tav tm="100000">
                                          <p:val>
                                            <p:strVal val="#ppt_w"/>
                                          </p:val>
                                        </p:tav>
                                      </p:tavLst>
                                    </p:anim>
                                    <p:anim calcmode="lin" valueType="num">
                                      <p:cBhvr>
                                        <p:cTn id="43" dur="500" fill="hold"/>
                                        <p:tgtEl>
                                          <p:spTgt spid="133"/>
                                        </p:tgtEl>
                                        <p:attrNameLst>
                                          <p:attrName>ppt_h</p:attrName>
                                        </p:attrNameLst>
                                      </p:cBhvr>
                                      <p:tavLst>
                                        <p:tav tm="0">
                                          <p:val>
                                            <p:fltVal val="0"/>
                                          </p:val>
                                        </p:tav>
                                        <p:tav tm="100000">
                                          <p:val>
                                            <p:strVal val="#ppt_h"/>
                                          </p:val>
                                        </p:tav>
                                      </p:tavLst>
                                    </p:anim>
                                    <p:animEffect transition="in" filter="fade">
                                      <p:cBhvr>
                                        <p:cTn id="44" dur="500"/>
                                        <p:tgtEl>
                                          <p:spTgt spid="13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4"/>
                                        </p:tgtEl>
                                        <p:attrNameLst>
                                          <p:attrName>style.visibility</p:attrName>
                                        </p:attrNameLst>
                                      </p:cBhvr>
                                      <p:to>
                                        <p:strVal val="visible"/>
                                      </p:to>
                                    </p:set>
                                    <p:anim calcmode="lin" valueType="num">
                                      <p:cBhvr>
                                        <p:cTn id="47" dur="500" fill="hold"/>
                                        <p:tgtEl>
                                          <p:spTgt spid="134"/>
                                        </p:tgtEl>
                                        <p:attrNameLst>
                                          <p:attrName>ppt_w</p:attrName>
                                        </p:attrNameLst>
                                      </p:cBhvr>
                                      <p:tavLst>
                                        <p:tav tm="0">
                                          <p:val>
                                            <p:fltVal val="0"/>
                                          </p:val>
                                        </p:tav>
                                        <p:tav tm="100000">
                                          <p:val>
                                            <p:strVal val="#ppt_w"/>
                                          </p:val>
                                        </p:tav>
                                      </p:tavLst>
                                    </p:anim>
                                    <p:anim calcmode="lin" valueType="num">
                                      <p:cBhvr>
                                        <p:cTn id="48" dur="500" fill="hold"/>
                                        <p:tgtEl>
                                          <p:spTgt spid="134"/>
                                        </p:tgtEl>
                                        <p:attrNameLst>
                                          <p:attrName>ppt_h</p:attrName>
                                        </p:attrNameLst>
                                      </p:cBhvr>
                                      <p:tavLst>
                                        <p:tav tm="0">
                                          <p:val>
                                            <p:fltVal val="0"/>
                                          </p:val>
                                        </p:tav>
                                        <p:tav tm="100000">
                                          <p:val>
                                            <p:strVal val="#ppt_h"/>
                                          </p:val>
                                        </p:tav>
                                      </p:tavLst>
                                    </p:anim>
                                    <p:animEffect transition="in" filter="fade">
                                      <p:cBhvr>
                                        <p:cTn id="49" dur="500"/>
                                        <p:tgtEl>
                                          <p:spTgt spid="13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35"/>
                                        </p:tgtEl>
                                        <p:attrNameLst>
                                          <p:attrName>style.visibility</p:attrName>
                                        </p:attrNameLst>
                                      </p:cBhvr>
                                      <p:to>
                                        <p:strVal val="visible"/>
                                      </p:to>
                                    </p:set>
                                    <p:anim calcmode="lin" valueType="num">
                                      <p:cBhvr>
                                        <p:cTn id="52" dur="500" fill="hold"/>
                                        <p:tgtEl>
                                          <p:spTgt spid="135"/>
                                        </p:tgtEl>
                                        <p:attrNameLst>
                                          <p:attrName>ppt_w</p:attrName>
                                        </p:attrNameLst>
                                      </p:cBhvr>
                                      <p:tavLst>
                                        <p:tav tm="0">
                                          <p:val>
                                            <p:fltVal val="0"/>
                                          </p:val>
                                        </p:tav>
                                        <p:tav tm="100000">
                                          <p:val>
                                            <p:strVal val="#ppt_w"/>
                                          </p:val>
                                        </p:tav>
                                      </p:tavLst>
                                    </p:anim>
                                    <p:anim calcmode="lin" valueType="num">
                                      <p:cBhvr>
                                        <p:cTn id="53" dur="500" fill="hold"/>
                                        <p:tgtEl>
                                          <p:spTgt spid="135"/>
                                        </p:tgtEl>
                                        <p:attrNameLst>
                                          <p:attrName>ppt_h</p:attrName>
                                        </p:attrNameLst>
                                      </p:cBhvr>
                                      <p:tavLst>
                                        <p:tav tm="0">
                                          <p:val>
                                            <p:fltVal val="0"/>
                                          </p:val>
                                        </p:tav>
                                        <p:tav tm="100000">
                                          <p:val>
                                            <p:strVal val="#ppt_h"/>
                                          </p:val>
                                        </p:tav>
                                      </p:tavLst>
                                    </p:anim>
                                    <p:animEffect transition="in" filter="fade">
                                      <p:cBhvr>
                                        <p:cTn id="54" dur="500"/>
                                        <p:tgtEl>
                                          <p:spTgt spid="13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36"/>
                                        </p:tgtEl>
                                        <p:attrNameLst>
                                          <p:attrName>style.visibility</p:attrName>
                                        </p:attrNameLst>
                                      </p:cBhvr>
                                      <p:to>
                                        <p:strVal val="visible"/>
                                      </p:to>
                                    </p:set>
                                    <p:anim calcmode="lin" valueType="num">
                                      <p:cBhvr>
                                        <p:cTn id="57" dur="500" fill="hold"/>
                                        <p:tgtEl>
                                          <p:spTgt spid="136"/>
                                        </p:tgtEl>
                                        <p:attrNameLst>
                                          <p:attrName>ppt_w</p:attrName>
                                        </p:attrNameLst>
                                      </p:cBhvr>
                                      <p:tavLst>
                                        <p:tav tm="0">
                                          <p:val>
                                            <p:fltVal val="0"/>
                                          </p:val>
                                        </p:tav>
                                        <p:tav tm="100000">
                                          <p:val>
                                            <p:strVal val="#ppt_w"/>
                                          </p:val>
                                        </p:tav>
                                      </p:tavLst>
                                    </p:anim>
                                    <p:anim calcmode="lin" valueType="num">
                                      <p:cBhvr>
                                        <p:cTn id="58" dur="500" fill="hold"/>
                                        <p:tgtEl>
                                          <p:spTgt spid="136"/>
                                        </p:tgtEl>
                                        <p:attrNameLst>
                                          <p:attrName>ppt_h</p:attrName>
                                        </p:attrNameLst>
                                      </p:cBhvr>
                                      <p:tavLst>
                                        <p:tav tm="0">
                                          <p:val>
                                            <p:fltVal val="0"/>
                                          </p:val>
                                        </p:tav>
                                        <p:tav tm="100000">
                                          <p:val>
                                            <p:strVal val="#ppt_h"/>
                                          </p:val>
                                        </p:tav>
                                      </p:tavLst>
                                    </p:anim>
                                    <p:animEffect transition="in" filter="fade">
                                      <p:cBhvr>
                                        <p:cTn id="59" dur="500"/>
                                        <p:tgtEl>
                                          <p:spTgt spid="13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37"/>
                                        </p:tgtEl>
                                        <p:attrNameLst>
                                          <p:attrName>style.visibility</p:attrName>
                                        </p:attrNameLst>
                                      </p:cBhvr>
                                      <p:to>
                                        <p:strVal val="visible"/>
                                      </p:to>
                                    </p:set>
                                    <p:anim calcmode="lin" valueType="num">
                                      <p:cBhvr>
                                        <p:cTn id="62" dur="500" fill="hold"/>
                                        <p:tgtEl>
                                          <p:spTgt spid="137"/>
                                        </p:tgtEl>
                                        <p:attrNameLst>
                                          <p:attrName>ppt_w</p:attrName>
                                        </p:attrNameLst>
                                      </p:cBhvr>
                                      <p:tavLst>
                                        <p:tav tm="0">
                                          <p:val>
                                            <p:fltVal val="0"/>
                                          </p:val>
                                        </p:tav>
                                        <p:tav tm="100000">
                                          <p:val>
                                            <p:strVal val="#ppt_w"/>
                                          </p:val>
                                        </p:tav>
                                      </p:tavLst>
                                    </p:anim>
                                    <p:anim calcmode="lin" valueType="num">
                                      <p:cBhvr>
                                        <p:cTn id="63" dur="500" fill="hold"/>
                                        <p:tgtEl>
                                          <p:spTgt spid="137"/>
                                        </p:tgtEl>
                                        <p:attrNameLst>
                                          <p:attrName>ppt_h</p:attrName>
                                        </p:attrNameLst>
                                      </p:cBhvr>
                                      <p:tavLst>
                                        <p:tav tm="0">
                                          <p:val>
                                            <p:fltVal val="0"/>
                                          </p:val>
                                        </p:tav>
                                        <p:tav tm="100000">
                                          <p:val>
                                            <p:strVal val="#ppt_h"/>
                                          </p:val>
                                        </p:tav>
                                      </p:tavLst>
                                    </p:anim>
                                    <p:animEffect transition="in" filter="fade">
                                      <p:cBhvr>
                                        <p:cTn id="64" dur="500"/>
                                        <p:tgtEl>
                                          <p:spTgt spid="13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38"/>
                                        </p:tgtEl>
                                        <p:attrNameLst>
                                          <p:attrName>style.visibility</p:attrName>
                                        </p:attrNameLst>
                                      </p:cBhvr>
                                      <p:to>
                                        <p:strVal val="visible"/>
                                      </p:to>
                                    </p:set>
                                    <p:anim calcmode="lin" valueType="num">
                                      <p:cBhvr>
                                        <p:cTn id="67" dur="500" fill="hold"/>
                                        <p:tgtEl>
                                          <p:spTgt spid="138"/>
                                        </p:tgtEl>
                                        <p:attrNameLst>
                                          <p:attrName>ppt_w</p:attrName>
                                        </p:attrNameLst>
                                      </p:cBhvr>
                                      <p:tavLst>
                                        <p:tav tm="0">
                                          <p:val>
                                            <p:fltVal val="0"/>
                                          </p:val>
                                        </p:tav>
                                        <p:tav tm="100000">
                                          <p:val>
                                            <p:strVal val="#ppt_w"/>
                                          </p:val>
                                        </p:tav>
                                      </p:tavLst>
                                    </p:anim>
                                    <p:anim calcmode="lin" valueType="num">
                                      <p:cBhvr>
                                        <p:cTn id="68" dur="500" fill="hold"/>
                                        <p:tgtEl>
                                          <p:spTgt spid="138"/>
                                        </p:tgtEl>
                                        <p:attrNameLst>
                                          <p:attrName>ppt_h</p:attrName>
                                        </p:attrNameLst>
                                      </p:cBhvr>
                                      <p:tavLst>
                                        <p:tav tm="0">
                                          <p:val>
                                            <p:fltVal val="0"/>
                                          </p:val>
                                        </p:tav>
                                        <p:tav tm="100000">
                                          <p:val>
                                            <p:strVal val="#ppt_h"/>
                                          </p:val>
                                        </p:tav>
                                      </p:tavLst>
                                    </p:anim>
                                    <p:animEffect transition="in" filter="fade">
                                      <p:cBhvr>
                                        <p:cTn id="69" dur="500"/>
                                        <p:tgtEl>
                                          <p:spTgt spid="13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39"/>
                                        </p:tgtEl>
                                        <p:attrNameLst>
                                          <p:attrName>style.visibility</p:attrName>
                                        </p:attrNameLst>
                                      </p:cBhvr>
                                      <p:to>
                                        <p:strVal val="visible"/>
                                      </p:to>
                                    </p:set>
                                    <p:anim calcmode="lin" valueType="num">
                                      <p:cBhvr>
                                        <p:cTn id="72" dur="500" fill="hold"/>
                                        <p:tgtEl>
                                          <p:spTgt spid="139"/>
                                        </p:tgtEl>
                                        <p:attrNameLst>
                                          <p:attrName>ppt_w</p:attrName>
                                        </p:attrNameLst>
                                      </p:cBhvr>
                                      <p:tavLst>
                                        <p:tav tm="0">
                                          <p:val>
                                            <p:fltVal val="0"/>
                                          </p:val>
                                        </p:tav>
                                        <p:tav tm="100000">
                                          <p:val>
                                            <p:strVal val="#ppt_w"/>
                                          </p:val>
                                        </p:tav>
                                      </p:tavLst>
                                    </p:anim>
                                    <p:anim calcmode="lin" valueType="num">
                                      <p:cBhvr>
                                        <p:cTn id="73" dur="500" fill="hold"/>
                                        <p:tgtEl>
                                          <p:spTgt spid="139"/>
                                        </p:tgtEl>
                                        <p:attrNameLst>
                                          <p:attrName>ppt_h</p:attrName>
                                        </p:attrNameLst>
                                      </p:cBhvr>
                                      <p:tavLst>
                                        <p:tav tm="0">
                                          <p:val>
                                            <p:fltVal val="0"/>
                                          </p:val>
                                        </p:tav>
                                        <p:tav tm="100000">
                                          <p:val>
                                            <p:strVal val="#ppt_h"/>
                                          </p:val>
                                        </p:tav>
                                      </p:tavLst>
                                    </p:anim>
                                    <p:animEffect transition="in" filter="fade">
                                      <p:cBhvr>
                                        <p:cTn id="74" dur="500"/>
                                        <p:tgtEl>
                                          <p:spTgt spid="139"/>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40"/>
                                        </p:tgtEl>
                                        <p:attrNameLst>
                                          <p:attrName>style.visibility</p:attrName>
                                        </p:attrNameLst>
                                      </p:cBhvr>
                                      <p:to>
                                        <p:strVal val="visible"/>
                                      </p:to>
                                    </p:set>
                                    <p:anim calcmode="lin" valueType="num">
                                      <p:cBhvr>
                                        <p:cTn id="77" dur="500" fill="hold"/>
                                        <p:tgtEl>
                                          <p:spTgt spid="140"/>
                                        </p:tgtEl>
                                        <p:attrNameLst>
                                          <p:attrName>ppt_w</p:attrName>
                                        </p:attrNameLst>
                                      </p:cBhvr>
                                      <p:tavLst>
                                        <p:tav tm="0">
                                          <p:val>
                                            <p:fltVal val="0"/>
                                          </p:val>
                                        </p:tav>
                                        <p:tav tm="100000">
                                          <p:val>
                                            <p:strVal val="#ppt_w"/>
                                          </p:val>
                                        </p:tav>
                                      </p:tavLst>
                                    </p:anim>
                                    <p:anim calcmode="lin" valueType="num">
                                      <p:cBhvr>
                                        <p:cTn id="78" dur="500" fill="hold"/>
                                        <p:tgtEl>
                                          <p:spTgt spid="140"/>
                                        </p:tgtEl>
                                        <p:attrNameLst>
                                          <p:attrName>ppt_h</p:attrName>
                                        </p:attrNameLst>
                                      </p:cBhvr>
                                      <p:tavLst>
                                        <p:tav tm="0">
                                          <p:val>
                                            <p:fltVal val="0"/>
                                          </p:val>
                                        </p:tav>
                                        <p:tav tm="100000">
                                          <p:val>
                                            <p:strVal val="#ppt_h"/>
                                          </p:val>
                                        </p:tav>
                                      </p:tavLst>
                                    </p:anim>
                                    <p:animEffect transition="in" filter="fade">
                                      <p:cBhvr>
                                        <p:cTn id="79" dur="500"/>
                                        <p:tgtEl>
                                          <p:spTgt spid="140"/>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41"/>
                                        </p:tgtEl>
                                        <p:attrNameLst>
                                          <p:attrName>style.visibility</p:attrName>
                                        </p:attrNameLst>
                                      </p:cBhvr>
                                      <p:to>
                                        <p:strVal val="visible"/>
                                      </p:to>
                                    </p:set>
                                    <p:anim calcmode="lin" valueType="num">
                                      <p:cBhvr>
                                        <p:cTn id="82" dur="500" fill="hold"/>
                                        <p:tgtEl>
                                          <p:spTgt spid="141"/>
                                        </p:tgtEl>
                                        <p:attrNameLst>
                                          <p:attrName>ppt_w</p:attrName>
                                        </p:attrNameLst>
                                      </p:cBhvr>
                                      <p:tavLst>
                                        <p:tav tm="0">
                                          <p:val>
                                            <p:fltVal val="0"/>
                                          </p:val>
                                        </p:tav>
                                        <p:tav tm="100000">
                                          <p:val>
                                            <p:strVal val="#ppt_w"/>
                                          </p:val>
                                        </p:tav>
                                      </p:tavLst>
                                    </p:anim>
                                    <p:anim calcmode="lin" valueType="num">
                                      <p:cBhvr>
                                        <p:cTn id="83" dur="500" fill="hold"/>
                                        <p:tgtEl>
                                          <p:spTgt spid="141"/>
                                        </p:tgtEl>
                                        <p:attrNameLst>
                                          <p:attrName>ppt_h</p:attrName>
                                        </p:attrNameLst>
                                      </p:cBhvr>
                                      <p:tavLst>
                                        <p:tav tm="0">
                                          <p:val>
                                            <p:fltVal val="0"/>
                                          </p:val>
                                        </p:tav>
                                        <p:tav tm="100000">
                                          <p:val>
                                            <p:strVal val="#ppt_h"/>
                                          </p:val>
                                        </p:tav>
                                      </p:tavLst>
                                    </p:anim>
                                    <p:animEffect transition="in" filter="fade">
                                      <p:cBhvr>
                                        <p:cTn id="84"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bldLvl="0" animBg="1"/>
      <p:bldP spid="100" grpId="0" bldLvl="0" animBg="1"/>
      <p:bldP spid="104" grpId="0"/>
      <p:bldP spid="107" grpId="0" bldLvl="0" animBg="1"/>
      <p:bldP spid="109" grpId="0"/>
      <p:bldP spid="112" grpId="0" bldLvl="0" animBg="1"/>
      <p:bldP spid="130" grpId="0" bldLvl="0" animBg="1"/>
      <p:bldP spid="133" grpId="0" bldLvl="0" animBg="1"/>
      <p:bldP spid="134" grpId="0"/>
      <p:bldP spid="135" grpId="0" bldLvl="0" animBg="1"/>
      <p:bldP spid="136" grpId="0" bldLvl="0" animBg="1"/>
      <p:bldP spid="137" grpId="0" bldLvl="0" animBg="1"/>
      <p:bldP spid="138" grpId="0" bldLvl="0" animBg="1"/>
      <p:bldP spid="139" grpId="0" bldLvl="0" animBg="1"/>
      <p:bldP spid="140" grpId="0"/>
      <p:bldP spid="14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082807" y="1920659"/>
            <a:ext cx="5592389" cy="4093884"/>
            <a:chOff x="811655" y="1440494"/>
            <a:chExt cx="4194292" cy="3070413"/>
          </a:xfrm>
        </p:grpSpPr>
        <p:sp>
          <p:nvSpPr>
            <p:cNvPr id="45" name="Line 6"/>
            <p:cNvSpPr>
              <a:spLocks noChangeShapeType="1"/>
            </p:cNvSpPr>
            <p:nvPr/>
          </p:nvSpPr>
          <p:spPr bwMode="auto">
            <a:xfrm>
              <a:off x="1212586" y="1590152"/>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46" name="Line 7"/>
            <p:cNvSpPr>
              <a:spLocks noChangeShapeType="1"/>
            </p:cNvSpPr>
            <p:nvPr/>
          </p:nvSpPr>
          <p:spPr bwMode="auto">
            <a:xfrm>
              <a:off x="1212586" y="1952289"/>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47" name="Line 8"/>
            <p:cNvSpPr>
              <a:spLocks noChangeShapeType="1"/>
            </p:cNvSpPr>
            <p:nvPr/>
          </p:nvSpPr>
          <p:spPr bwMode="auto">
            <a:xfrm>
              <a:off x="1212586" y="2305906"/>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48" name="Line 9"/>
            <p:cNvSpPr>
              <a:spLocks noChangeShapeType="1"/>
            </p:cNvSpPr>
            <p:nvPr/>
          </p:nvSpPr>
          <p:spPr bwMode="auto">
            <a:xfrm>
              <a:off x="1212586" y="2668043"/>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49" name="Line 10"/>
            <p:cNvSpPr>
              <a:spLocks noChangeShapeType="1"/>
            </p:cNvSpPr>
            <p:nvPr/>
          </p:nvSpPr>
          <p:spPr bwMode="auto">
            <a:xfrm>
              <a:off x="1212586" y="3030180"/>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50" name="Line 11"/>
            <p:cNvSpPr>
              <a:spLocks noChangeShapeType="1"/>
            </p:cNvSpPr>
            <p:nvPr/>
          </p:nvSpPr>
          <p:spPr bwMode="auto">
            <a:xfrm>
              <a:off x="1212586" y="3392316"/>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51" name="Line 12"/>
            <p:cNvSpPr>
              <a:spLocks noChangeShapeType="1"/>
            </p:cNvSpPr>
            <p:nvPr/>
          </p:nvSpPr>
          <p:spPr bwMode="auto">
            <a:xfrm>
              <a:off x="1212586" y="3745933"/>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52" name="Line 13"/>
            <p:cNvSpPr>
              <a:spLocks noChangeShapeType="1"/>
            </p:cNvSpPr>
            <p:nvPr/>
          </p:nvSpPr>
          <p:spPr bwMode="auto">
            <a:xfrm>
              <a:off x="1212586" y="4108071"/>
              <a:ext cx="3793361" cy="0"/>
            </a:xfrm>
            <a:prstGeom prst="line">
              <a:avLst/>
            </a:prstGeom>
            <a:noFill/>
            <a:ln w="5" cap="flat">
              <a:solidFill>
                <a:schemeClr val="tx1"/>
              </a:solidFill>
              <a:prstDash val="solid"/>
              <a:miter lim="800000"/>
            </a:ln>
            <a:extLst>
              <a:ext uri="{909E8E84-426E-40DD-AFC4-6F175D3DCCD1}">
                <a14:hiddenFill xmlns:a14="http://schemas.microsoft.com/office/drawing/2010/main">
                  <a:noFill/>
                </a14:hiddenFill>
              </a:ext>
            </a:extLst>
          </p:spPr>
          <p:txBody>
            <a:bodyPr vert="horz" wrap="square" lIns="102993" tIns="51497" rIns="102993" bIns="51497" numCol="1" anchor="t" anchorCtr="0" compatLnSpc="1"/>
            <a:lstStyle/>
            <a:p>
              <a:endParaRPr lang="zh-CN" altLang="en-US" sz="1865">
                <a:solidFill>
                  <a:srgbClr val="7F7F7F"/>
                </a:solidFill>
              </a:endParaRPr>
            </a:p>
          </p:txBody>
        </p:sp>
        <p:sp>
          <p:nvSpPr>
            <p:cNvPr id="53" name="Rectangle 14"/>
            <p:cNvSpPr>
              <a:spLocks noChangeArrowheads="1"/>
            </p:cNvSpPr>
            <p:nvPr/>
          </p:nvSpPr>
          <p:spPr bwMode="auto">
            <a:xfrm>
              <a:off x="4363074" y="1884123"/>
              <a:ext cx="370397" cy="2223949"/>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55" name="Rectangle 16"/>
            <p:cNvSpPr>
              <a:spLocks noChangeArrowheads="1"/>
            </p:cNvSpPr>
            <p:nvPr/>
          </p:nvSpPr>
          <p:spPr bwMode="auto">
            <a:xfrm>
              <a:off x="3426444" y="2629701"/>
              <a:ext cx="374653" cy="1478372"/>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64" name="Rectangle 19"/>
            <p:cNvSpPr>
              <a:spLocks noChangeArrowheads="1"/>
            </p:cNvSpPr>
            <p:nvPr/>
          </p:nvSpPr>
          <p:spPr bwMode="auto">
            <a:xfrm>
              <a:off x="2460011" y="2506147"/>
              <a:ext cx="361881" cy="1601925"/>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66" name="Rectangle 21"/>
            <p:cNvSpPr>
              <a:spLocks noChangeArrowheads="1"/>
            </p:cNvSpPr>
            <p:nvPr/>
          </p:nvSpPr>
          <p:spPr bwMode="auto">
            <a:xfrm>
              <a:off x="1514863" y="2535968"/>
              <a:ext cx="374653" cy="1572102"/>
            </a:xfrm>
            <a:prstGeom prst="rect">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71" name="TextBox 70"/>
            <p:cNvSpPr txBox="1"/>
            <p:nvPr/>
          </p:nvSpPr>
          <p:spPr>
            <a:xfrm>
              <a:off x="1001195" y="3958412"/>
              <a:ext cx="239078" cy="260033"/>
            </a:xfrm>
            <a:prstGeom prst="rect">
              <a:avLst/>
            </a:prstGeom>
            <a:noFill/>
          </p:spPr>
          <p:txBody>
            <a:bodyPr wrap="none" lIns="102993" tIns="51497" rIns="102993" bIns="51497" rtlCol="0">
              <a:spAutoFit/>
            </a:bodyPr>
            <a:lstStyle/>
            <a:p>
              <a:r>
                <a:rPr lang="en-US" altLang="zh-CN" sz="1600">
                  <a:solidFill>
                    <a:srgbClr val="7F7F7F"/>
                  </a:solidFill>
                </a:rPr>
                <a:t>0</a:t>
              </a:r>
              <a:endParaRPr lang="zh-CN" altLang="en-US" sz="1600">
                <a:solidFill>
                  <a:srgbClr val="7F7F7F"/>
                </a:solidFill>
              </a:endParaRPr>
            </a:p>
          </p:txBody>
        </p:sp>
        <p:sp>
          <p:nvSpPr>
            <p:cNvPr id="72" name="TextBox 71"/>
            <p:cNvSpPr txBox="1"/>
            <p:nvPr/>
          </p:nvSpPr>
          <p:spPr>
            <a:xfrm>
              <a:off x="811655" y="3598712"/>
              <a:ext cx="408623" cy="260033"/>
            </a:xfrm>
            <a:prstGeom prst="rect">
              <a:avLst/>
            </a:prstGeom>
            <a:noFill/>
          </p:spPr>
          <p:txBody>
            <a:bodyPr wrap="none" lIns="102993" tIns="51497" rIns="102993" bIns="51497" rtlCol="0">
              <a:spAutoFit/>
            </a:bodyPr>
            <a:lstStyle/>
            <a:p>
              <a:r>
                <a:rPr lang="en-US" altLang="zh-CN" sz="1600">
                  <a:solidFill>
                    <a:srgbClr val="7F7F7F"/>
                  </a:solidFill>
                </a:rPr>
                <a:t>100</a:t>
              </a:r>
              <a:endParaRPr lang="zh-CN" altLang="en-US" sz="1600">
                <a:solidFill>
                  <a:srgbClr val="7F7F7F"/>
                </a:solidFill>
              </a:endParaRPr>
            </a:p>
          </p:txBody>
        </p:sp>
        <p:sp>
          <p:nvSpPr>
            <p:cNvPr id="87" name="TextBox 86"/>
            <p:cNvSpPr txBox="1"/>
            <p:nvPr/>
          </p:nvSpPr>
          <p:spPr>
            <a:xfrm>
              <a:off x="811655" y="3239008"/>
              <a:ext cx="408623" cy="260033"/>
            </a:xfrm>
            <a:prstGeom prst="rect">
              <a:avLst/>
            </a:prstGeom>
            <a:noFill/>
          </p:spPr>
          <p:txBody>
            <a:bodyPr wrap="none" lIns="102993" tIns="51497" rIns="102993" bIns="51497" rtlCol="0">
              <a:spAutoFit/>
            </a:bodyPr>
            <a:lstStyle/>
            <a:p>
              <a:r>
                <a:rPr lang="en-US" altLang="zh-CN" sz="1600">
                  <a:solidFill>
                    <a:srgbClr val="7F7F7F"/>
                  </a:solidFill>
                </a:rPr>
                <a:t>200</a:t>
              </a:r>
              <a:endParaRPr lang="zh-CN" altLang="en-US" sz="1600">
                <a:solidFill>
                  <a:srgbClr val="7F7F7F"/>
                </a:solidFill>
              </a:endParaRPr>
            </a:p>
          </p:txBody>
        </p:sp>
        <p:sp>
          <p:nvSpPr>
            <p:cNvPr id="88" name="TextBox 87"/>
            <p:cNvSpPr txBox="1"/>
            <p:nvPr/>
          </p:nvSpPr>
          <p:spPr>
            <a:xfrm>
              <a:off x="811655" y="2879306"/>
              <a:ext cx="408623" cy="260033"/>
            </a:xfrm>
            <a:prstGeom prst="rect">
              <a:avLst/>
            </a:prstGeom>
            <a:noFill/>
          </p:spPr>
          <p:txBody>
            <a:bodyPr wrap="none" lIns="102993" tIns="51497" rIns="102993" bIns="51497" rtlCol="0">
              <a:spAutoFit/>
            </a:bodyPr>
            <a:lstStyle/>
            <a:p>
              <a:r>
                <a:rPr lang="en-US" altLang="zh-CN" sz="1600">
                  <a:solidFill>
                    <a:srgbClr val="7F7F7F"/>
                  </a:solidFill>
                </a:rPr>
                <a:t>300</a:t>
              </a:r>
              <a:endParaRPr lang="zh-CN" altLang="en-US" sz="1600">
                <a:solidFill>
                  <a:srgbClr val="7F7F7F"/>
                </a:solidFill>
              </a:endParaRPr>
            </a:p>
          </p:txBody>
        </p:sp>
        <p:sp>
          <p:nvSpPr>
            <p:cNvPr id="89" name="TextBox 88"/>
            <p:cNvSpPr txBox="1"/>
            <p:nvPr/>
          </p:nvSpPr>
          <p:spPr>
            <a:xfrm>
              <a:off x="811655" y="2519603"/>
              <a:ext cx="408623" cy="260033"/>
            </a:xfrm>
            <a:prstGeom prst="rect">
              <a:avLst/>
            </a:prstGeom>
            <a:noFill/>
          </p:spPr>
          <p:txBody>
            <a:bodyPr wrap="none" lIns="102993" tIns="51497" rIns="102993" bIns="51497" rtlCol="0">
              <a:spAutoFit/>
            </a:bodyPr>
            <a:lstStyle/>
            <a:p>
              <a:r>
                <a:rPr lang="en-US" altLang="zh-CN" sz="1600">
                  <a:solidFill>
                    <a:srgbClr val="7F7F7F"/>
                  </a:solidFill>
                </a:rPr>
                <a:t>400</a:t>
              </a:r>
              <a:endParaRPr lang="zh-CN" altLang="en-US" sz="1600">
                <a:solidFill>
                  <a:srgbClr val="7F7F7F"/>
                </a:solidFill>
              </a:endParaRPr>
            </a:p>
          </p:txBody>
        </p:sp>
        <p:sp>
          <p:nvSpPr>
            <p:cNvPr id="90" name="TextBox 89"/>
            <p:cNvSpPr txBox="1"/>
            <p:nvPr/>
          </p:nvSpPr>
          <p:spPr>
            <a:xfrm>
              <a:off x="811655" y="2159900"/>
              <a:ext cx="408623" cy="260033"/>
            </a:xfrm>
            <a:prstGeom prst="rect">
              <a:avLst/>
            </a:prstGeom>
            <a:noFill/>
          </p:spPr>
          <p:txBody>
            <a:bodyPr wrap="none" lIns="102993" tIns="51497" rIns="102993" bIns="51497" rtlCol="0">
              <a:spAutoFit/>
            </a:bodyPr>
            <a:lstStyle/>
            <a:p>
              <a:r>
                <a:rPr lang="en-US" altLang="zh-CN" sz="1600">
                  <a:solidFill>
                    <a:srgbClr val="7F7F7F"/>
                  </a:solidFill>
                </a:rPr>
                <a:t>500</a:t>
              </a:r>
              <a:endParaRPr lang="zh-CN" altLang="en-US" sz="1600">
                <a:solidFill>
                  <a:srgbClr val="7F7F7F"/>
                </a:solidFill>
              </a:endParaRPr>
            </a:p>
          </p:txBody>
        </p:sp>
        <p:sp>
          <p:nvSpPr>
            <p:cNvPr id="91" name="TextBox 90"/>
            <p:cNvSpPr txBox="1"/>
            <p:nvPr/>
          </p:nvSpPr>
          <p:spPr>
            <a:xfrm>
              <a:off x="811655" y="1800197"/>
              <a:ext cx="408623" cy="260033"/>
            </a:xfrm>
            <a:prstGeom prst="rect">
              <a:avLst/>
            </a:prstGeom>
            <a:noFill/>
          </p:spPr>
          <p:txBody>
            <a:bodyPr wrap="none" lIns="102993" tIns="51497" rIns="102993" bIns="51497" rtlCol="0">
              <a:spAutoFit/>
            </a:bodyPr>
            <a:lstStyle/>
            <a:p>
              <a:r>
                <a:rPr lang="en-US" altLang="zh-CN" sz="1600">
                  <a:solidFill>
                    <a:srgbClr val="7F7F7F"/>
                  </a:solidFill>
                </a:rPr>
                <a:t>600</a:t>
              </a:r>
              <a:endParaRPr lang="zh-CN" altLang="en-US" sz="1600">
                <a:solidFill>
                  <a:srgbClr val="7F7F7F"/>
                </a:solidFill>
              </a:endParaRPr>
            </a:p>
          </p:txBody>
        </p:sp>
        <p:sp>
          <p:nvSpPr>
            <p:cNvPr id="92" name="TextBox 91"/>
            <p:cNvSpPr txBox="1"/>
            <p:nvPr/>
          </p:nvSpPr>
          <p:spPr>
            <a:xfrm>
              <a:off x="811655" y="1440494"/>
              <a:ext cx="408623" cy="260033"/>
            </a:xfrm>
            <a:prstGeom prst="rect">
              <a:avLst/>
            </a:prstGeom>
            <a:noFill/>
          </p:spPr>
          <p:txBody>
            <a:bodyPr wrap="none" lIns="102993" tIns="51497" rIns="102993" bIns="51497" rtlCol="0">
              <a:spAutoFit/>
            </a:bodyPr>
            <a:lstStyle/>
            <a:p>
              <a:r>
                <a:rPr lang="en-US" altLang="zh-CN" sz="1600">
                  <a:solidFill>
                    <a:srgbClr val="7F7F7F"/>
                  </a:solidFill>
                </a:rPr>
                <a:t>700</a:t>
              </a:r>
              <a:endParaRPr lang="zh-CN" altLang="en-US" sz="1600">
                <a:solidFill>
                  <a:srgbClr val="7F7F7F"/>
                </a:solidFill>
              </a:endParaRPr>
            </a:p>
          </p:txBody>
        </p:sp>
        <p:sp>
          <p:nvSpPr>
            <p:cNvPr id="93" name="TextBox 92"/>
            <p:cNvSpPr txBox="1"/>
            <p:nvPr/>
          </p:nvSpPr>
          <p:spPr>
            <a:xfrm>
              <a:off x="1482010" y="4238016"/>
              <a:ext cx="459105" cy="272891"/>
            </a:xfrm>
            <a:prstGeom prst="rect">
              <a:avLst/>
            </a:prstGeom>
            <a:noFill/>
          </p:spPr>
          <p:txBody>
            <a:bodyPr wrap="none" lIns="102993" tIns="51497" rIns="102993" bIns="51497" rtlCol="0">
              <a:spAutoFit/>
            </a:bodyPr>
            <a:lstStyle/>
            <a:p>
              <a:r>
                <a:rPr lang="zh-CN" altLang="en-US" sz="1600">
                  <a:solidFill>
                    <a:schemeClr val="tx1"/>
                  </a:solidFill>
                  <a:latin typeface="微软雅黑" panose="020B0503020204020204" pitchFamily="34" charset="-122"/>
                </a:rPr>
                <a:t>标题</a:t>
              </a:r>
            </a:p>
          </p:txBody>
        </p:sp>
        <p:sp>
          <p:nvSpPr>
            <p:cNvPr id="94" name="TextBox 93"/>
            <p:cNvSpPr txBox="1"/>
            <p:nvPr/>
          </p:nvSpPr>
          <p:spPr>
            <a:xfrm>
              <a:off x="2420772" y="4238016"/>
              <a:ext cx="459105" cy="272891"/>
            </a:xfrm>
            <a:prstGeom prst="rect">
              <a:avLst/>
            </a:prstGeom>
            <a:noFill/>
          </p:spPr>
          <p:txBody>
            <a:bodyPr wrap="none" lIns="102993" tIns="51497" rIns="102993" bIns="51497" rtlCol="0">
              <a:spAutoFit/>
            </a:bodyPr>
            <a:lstStyle/>
            <a:p>
              <a:r>
                <a:rPr lang="zh-CN" altLang="en-US" sz="1600">
                  <a:solidFill>
                    <a:schemeClr val="tx1"/>
                  </a:solidFill>
                  <a:latin typeface="微软雅黑" panose="020B0503020204020204" pitchFamily="34" charset="-122"/>
                </a:rPr>
                <a:t>标题</a:t>
              </a:r>
            </a:p>
          </p:txBody>
        </p:sp>
        <p:sp>
          <p:nvSpPr>
            <p:cNvPr id="95" name="TextBox 94"/>
            <p:cNvSpPr txBox="1"/>
            <p:nvPr/>
          </p:nvSpPr>
          <p:spPr>
            <a:xfrm>
              <a:off x="3393593" y="4238016"/>
              <a:ext cx="459105" cy="272891"/>
            </a:xfrm>
            <a:prstGeom prst="rect">
              <a:avLst/>
            </a:prstGeom>
            <a:noFill/>
          </p:spPr>
          <p:txBody>
            <a:bodyPr wrap="none" lIns="102993" tIns="51497" rIns="102993" bIns="51497" rtlCol="0">
              <a:spAutoFit/>
            </a:bodyPr>
            <a:lstStyle/>
            <a:p>
              <a:r>
                <a:rPr lang="zh-CN" altLang="en-US" sz="1600">
                  <a:solidFill>
                    <a:schemeClr val="tx1"/>
                  </a:solidFill>
                  <a:latin typeface="微软雅黑" panose="020B0503020204020204" pitchFamily="34" charset="-122"/>
                </a:rPr>
                <a:t>标题</a:t>
              </a:r>
            </a:p>
          </p:txBody>
        </p:sp>
        <p:sp>
          <p:nvSpPr>
            <p:cNvPr id="96" name="TextBox 95"/>
            <p:cNvSpPr txBox="1"/>
            <p:nvPr/>
          </p:nvSpPr>
          <p:spPr>
            <a:xfrm>
              <a:off x="4328096" y="4238016"/>
              <a:ext cx="459105" cy="272891"/>
            </a:xfrm>
            <a:prstGeom prst="rect">
              <a:avLst/>
            </a:prstGeom>
            <a:noFill/>
          </p:spPr>
          <p:txBody>
            <a:bodyPr wrap="none" lIns="102993" tIns="51497" rIns="102993" bIns="51497" rtlCol="0">
              <a:spAutoFit/>
            </a:bodyPr>
            <a:lstStyle/>
            <a:p>
              <a:r>
                <a:rPr lang="zh-CN" altLang="en-US" sz="1600">
                  <a:solidFill>
                    <a:schemeClr val="tx1"/>
                  </a:solidFill>
                  <a:latin typeface="微软雅黑" panose="020B0503020204020204" pitchFamily="34" charset="-122"/>
                </a:rPr>
                <a:t>标题</a:t>
              </a:r>
            </a:p>
          </p:txBody>
        </p:sp>
      </p:grpSp>
      <p:grpSp>
        <p:nvGrpSpPr>
          <p:cNvPr id="11" name="组合 10"/>
          <p:cNvGrpSpPr/>
          <p:nvPr/>
        </p:nvGrpSpPr>
        <p:grpSpPr>
          <a:xfrm>
            <a:off x="7204575" y="1861552"/>
            <a:ext cx="4419027" cy="3952331"/>
            <a:chOff x="5402981" y="1396164"/>
            <a:chExt cx="3314270" cy="2964248"/>
          </a:xfrm>
        </p:grpSpPr>
        <p:sp>
          <p:nvSpPr>
            <p:cNvPr id="97" name="TextBox 96"/>
            <p:cNvSpPr txBox="1"/>
            <p:nvPr/>
          </p:nvSpPr>
          <p:spPr>
            <a:xfrm>
              <a:off x="5409444" y="1751262"/>
              <a:ext cx="3307807" cy="674370"/>
            </a:xfrm>
            <a:prstGeom prst="rect">
              <a:avLst/>
            </a:prstGeom>
            <a:noFill/>
          </p:spPr>
          <p:txBody>
            <a:bodyPr wrap="square" lIns="102993" tIns="51497" rIns="102993" bIns="51497" rtlCol="0">
              <a:spAutoFit/>
            </a:bodyPr>
            <a:lstStyle/>
            <a:p>
              <a:pPr algn="just">
                <a:lnSpc>
                  <a:spcPct val="130000"/>
                </a:lnSpc>
              </a:pPr>
              <a:r>
                <a:rPr lang="zh-CN" altLang="en-US" sz="1335" dirty="0">
                  <a:solidFill>
                    <a:schemeClr val="tx1"/>
                  </a:solidFill>
                  <a:effectLst/>
                  <a:latin typeface="微软雅黑" panose="020B0503020204020204" pitchFamily="34" charset="-122"/>
                </a:rPr>
                <a:t>您的内容打在这里，或者通过复制您的文本后，在此框中选择粘贴，并选择只保留文字。您的内容打在</a:t>
              </a:r>
              <a:r>
                <a:rPr lang="zh-CN" altLang="en-US" sz="1335">
                  <a:solidFill>
                    <a:schemeClr val="tx1"/>
                  </a:solidFill>
                  <a:effectLst/>
                  <a:latin typeface="微软雅黑" panose="020B0503020204020204" pitchFamily="34" charset="-122"/>
                </a:rPr>
                <a:t>这里，或者通过通过复制您的文本。</a:t>
              </a:r>
            </a:p>
          </p:txBody>
        </p:sp>
        <p:sp>
          <p:nvSpPr>
            <p:cNvPr id="98" name="TextBox 97"/>
            <p:cNvSpPr txBox="1"/>
            <p:nvPr/>
          </p:nvSpPr>
          <p:spPr>
            <a:xfrm>
              <a:off x="5409444" y="1396164"/>
              <a:ext cx="1867656" cy="366713"/>
            </a:xfrm>
            <a:prstGeom prst="rect">
              <a:avLst/>
            </a:prstGeom>
            <a:noFill/>
          </p:spPr>
          <p:txBody>
            <a:bodyPr wrap="square" lIns="102993" tIns="0" rIns="102993" bIns="0" rtlCol="0" anchor="t">
              <a:spAutoFit/>
            </a:bodyPr>
            <a:lstStyle/>
            <a:p>
              <a:pPr>
                <a:lnSpc>
                  <a:spcPct val="150000"/>
                </a:lnSpc>
              </a:pPr>
              <a:r>
                <a:rPr lang="zh-CN" altLang="en-US" sz="2135" dirty="0">
                  <a:solidFill>
                    <a:schemeClr val="tx2"/>
                  </a:solidFill>
                  <a:latin typeface="微软雅黑" panose="020B0503020204020204" pitchFamily="34" charset="-122"/>
                  <a:cs typeface="华文黑体" pitchFamily="2" charset="-122"/>
                </a:rPr>
                <a:t>点击添加标题</a:t>
              </a:r>
            </a:p>
          </p:txBody>
        </p:sp>
        <p:sp>
          <p:nvSpPr>
            <p:cNvPr id="99" name="TextBox 98"/>
            <p:cNvSpPr txBox="1"/>
            <p:nvPr/>
          </p:nvSpPr>
          <p:spPr>
            <a:xfrm>
              <a:off x="5402981" y="2550534"/>
              <a:ext cx="2249805" cy="534353"/>
            </a:xfrm>
            <a:prstGeom prst="rect">
              <a:avLst/>
            </a:prstGeom>
            <a:noFill/>
          </p:spPr>
          <p:txBody>
            <a:bodyPr wrap="none" lIns="102993" tIns="51497" rIns="102993" bIns="51497" rtlCol="0">
              <a:spAutoFit/>
            </a:bodyPr>
            <a:lstStyle/>
            <a:p>
              <a:r>
                <a:rPr lang="en-US" altLang="zh-CN" sz="4000" dirty="0">
                  <a:solidFill>
                    <a:schemeClr val="tx2"/>
                  </a:solidFill>
                  <a:latin typeface="黑体" panose="02010600030101010101" charset="-122"/>
                  <a:ea typeface="黑体" panose="02010600030101010101" charset="-122"/>
                </a:rPr>
                <a:t>192,058,166</a:t>
              </a:r>
              <a:endParaRPr lang="zh-CN" altLang="en-US" sz="4000" dirty="0">
                <a:solidFill>
                  <a:schemeClr val="tx2"/>
                </a:solidFill>
                <a:latin typeface="黑体" panose="02010600030101010101" charset="-122"/>
                <a:ea typeface="黑体" panose="02010600030101010101" charset="-122"/>
              </a:endParaRPr>
            </a:p>
          </p:txBody>
        </p:sp>
        <p:sp>
          <p:nvSpPr>
            <p:cNvPr id="100" name="TextBox 99"/>
            <p:cNvSpPr txBox="1"/>
            <p:nvPr/>
          </p:nvSpPr>
          <p:spPr>
            <a:xfrm>
              <a:off x="5859736" y="3275411"/>
              <a:ext cx="1223010" cy="305753"/>
            </a:xfrm>
            <a:prstGeom prst="rect">
              <a:avLst/>
            </a:prstGeom>
            <a:noFill/>
          </p:spPr>
          <p:txBody>
            <a:bodyPr wrap="none" lIns="102993" tIns="51497" rIns="102993" bIns="51497" rtlCol="0">
              <a:spAutoFit/>
            </a:bodyPr>
            <a:lstStyle/>
            <a:p>
              <a:r>
                <a:rPr lang="zh-CN" altLang="en-US" sz="1865">
                  <a:solidFill>
                    <a:schemeClr val="tx1"/>
                  </a:solidFill>
                  <a:latin typeface="微软雅黑" panose="020B0503020204020204" pitchFamily="34" charset="-122"/>
                </a:rPr>
                <a:t>此处输入标题</a:t>
              </a:r>
            </a:p>
          </p:txBody>
        </p:sp>
        <p:sp>
          <p:nvSpPr>
            <p:cNvPr id="102" name="TextBox 101"/>
            <p:cNvSpPr txBox="1"/>
            <p:nvPr/>
          </p:nvSpPr>
          <p:spPr>
            <a:xfrm>
              <a:off x="5859735" y="3647837"/>
              <a:ext cx="866775" cy="305753"/>
            </a:xfrm>
            <a:prstGeom prst="rect">
              <a:avLst/>
            </a:prstGeom>
            <a:noFill/>
          </p:spPr>
          <p:txBody>
            <a:bodyPr wrap="none" lIns="102993" tIns="51497" rIns="102993" bIns="51497" rtlCol="0">
              <a:spAutoFit/>
            </a:bodyPr>
            <a:lstStyle/>
            <a:p>
              <a:r>
                <a:rPr lang="zh-CN" altLang="en-US" sz="1865">
                  <a:solidFill>
                    <a:schemeClr val="tx1"/>
                  </a:solidFill>
                  <a:latin typeface="微软雅黑" panose="020B0503020204020204" pitchFamily="34" charset="-122"/>
                </a:rPr>
                <a:t>添加标题</a:t>
              </a:r>
            </a:p>
          </p:txBody>
        </p:sp>
        <p:sp>
          <p:nvSpPr>
            <p:cNvPr id="104" name="TextBox 103"/>
            <p:cNvSpPr txBox="1"/>
            <p:nvPr/>
          </p:nvSpPr>
          <p:spPr>
            <a:xfrm>
              <a:off x="5859738" y="4054659"/>
              <a:ext cx="1579245" cy="305753"/>
            </a:xfrm>
            <a:prstGeom prst="rect">
              <a:avLst/>
            </a:prstGeom>
            <a:noFill/>
          </p:spPr>
          <p:txBody>
            <a:bodyPr wrap="none" lIns="102993" tIns="51497" rIns="102993" bIns="51497" rtlCol="0">
              <a:spAutoFit/>
            </a:bodyPr>
            <a:lstStyle/>
            <a:p>
              <a:r>
                <a:rPr lang="zh-CN" altLang="en-US" sz="1865" dirty="0">
                  <a:solidFill>
                    <a:schemeClr val="tx1"/>
                  </a:solidFill>
                  <a:latin typeface="微软雅黑" panose="020B0503020204020204" pitchFamily="34" charset="-122"/>
                </a:rPr>
                <a:t>点击此处添加标题</a:t>
              </a:r>
            </a:p>
          </p:txBody>
        </p:sp>
        <p:sp>
          <p:nvSpPr>
            <p:cNvPr id="107" name="Freeform 37"/>
            <p:cNvSpPr>
              <a:spLocks noEditPoints="1"/>
            </p:cNvSpPr>
            <p:nvPr/>
          </p:nvSpPr>
          <p:spPr bwMode="auto">
            <a:xfrm>
              <a:off x="5527400" y="3276453"/>
              <a:ext cx="274021" cy="272294"/>
            </a:xfrm>
            <a:custGeom>
              <a:avLst/>
              <a:gdLst>
                <a:gd name="T0" fmla="*/ 91 w 181"/>
                <a:gd name="T1" fmla="*/ 0 h 180"/>
                <a:gd name="T2" fmla="*/ 154 w 181"/>
                <a:gd name="T3" fmla="*/ 26 h 180"/>
                <a:gd name="T4" fmla="*/ 154 w 181"/>
                <a:gd name="T5" fmla="*/ 26 h 180"/>
                <a:gd name="T6" fmla="*/ 181 w 181"/>
                <a:gd name="T7" fmla="*/ 90 h 180"/>
                <a:gd name="T8" fmla="*/ 154 w 181"/>
                <a:gd name="T9" fmla="*/ 154 h 180"/>
                <a:gd name="T10" fmla="*/ 91 w 181"/>
                <a:gd name="T11" fmla="*/ 180 h 180"/>
                <a:gd name="T12" fmla="*/ 27 w 181"/>
                <a:gd name="T13" fmla="*/ 154 h 180"/>
                <a:gd name="T14" fmla="*/ 27 w 181"/>
                <a:gd name="T15" fmla="*/ 154 h 180"/>
                <a:gd name="T16" fmla="*/ 0 w 181"/>
                <a:gd name="T17" fmla="*/ 90 h 180"/>
                <a:gd name="T18" fmla="*/ 27 w 181"/>
                <a:gd name="T19" fmla="*/ 26 h 180"/>
                <a:gd name="T20" fmla="*/ 27 w 181"/>
                <a:gd name="T21" fmla="*/ 26 h 180"/>
                <a:gd name="T22" fmla="*/ 91 w 181"/>
                <a:gd name="T23" fmla="*/ 0 h 180"/>
                <a:gd name="T24" fmla="*/ 129 w 181"/>
                <a:gd name="T25" fmla="*/ 52 h 180"/>
                <a:gd name="T26" fmla="*/ 91 w 181"/>
                <a:gd name="T27" fmla="*/ 36 h 180"/>
                <a:gd name="T28" fmla="*/ 52 w 181"/>
                <a:gd name="T29" fmla="*/ 52 h 180"/>
                <a:gd name="T30" fmla="*/ 52 w 181"/>
                <a:gd name="T31" fmla="*/ 52 h 180"/>
                <a:gd name="T32" fmla="*/ 37 w 181"/>
                <a:gd name="T33" fmla="*/ 90 h 180"/>
                <a:gd name="T34" fmla="*/ 52 w 181"/>
                <a:gd name="T35" fmla="*/ 128 h 180"/>
                <a:gd name="T36" fmla="*/ 52 w 181"/>
                <a:gd name="T37" fmla="*/ 128 h 180"/>
                <a:gd name="T38" fmla="*/ 91 w 181"/>
                <a:gd name="T39" fmla="*/ 144 h 180"/>
                <a:gd name="T40" fmla="*/ 129 w 181"/>
                <a:gd name="T41" fmla="*/ 128 h 180"/>
                <a:gd name="T42" fmla="*/ 145 w 181"/>
                <a:gd name="T43" fmla="*/ 90 h 180"/>
                <a:gd name="T44" fmla="*/ 129 w 181"/>
                <a:gd name="T45" fmla="*/ 5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1" h="180">
                  <a:moveTo>
                    <a:pt x="91" y="0"/>
                  </a:moveTo>
                  <a:cubicBezTo>
                    <a:pt x="116" y="0"/>
                    <a:pt x="138" y="10"/>
                    <a:pt x="154" y="26"/>
                  </a:cubicBezTo>
                  <a:cubicBezTo>
                    <a:pt x="154" y="26"/>
                    <a:pt x="154" y="26"/>
                    <a:pt x="154" y="26"/>
                  </a:cubicBezTo>
                  <a:cubicBezTo>
                    <a:pt x="171" y="43"/>
                    <a:pt x="181" y="65"/>
                    <a:pt x="181" y="90"/>
                  </a:cubicBezTo>
                  <a:cubicBezTo>
                    <a:pt x="181" y="115"/>
                    <a:pt x="171" y="138"/>
                    <a:pt x="154" y="154"/>
                  </a:cubicBezTo>
                  <a:cubicBezTo>
                    <a:pt x="138" y="170"/>
                    <a:pt x="116" y="180"/>
                    <a:pt x="91" y="180"/>
                  </a:cubicBezTo>
                  <a:cubicBezTo>
                    <a:pt x="66" y="180"/>
                    <a:pt x="43" y="170"/>
                    <a:pt x="27" y="154"/>
                  </a:cubicBezTo>
                  <a:cubicBezTo>
                    <a:pt x="27" y="154"/>
                    <a:pt x="27" y="154"/>
                    <a:pt x="27" y="154"/>
                  </a:cubicBezTo>
                  <a:cubicBezTo>
                    <a:pt x="10" y="138"/>
                    <a:pt x="0" y="115"/>
                    <a:pt x="0" y="90"/>
                  </a:cubicBezTo>
                  <a:cubicBezTo>
                    <a:pt x="0" y="65"/>
                    <a:pt x="10" y="43"/>
                    <a:pt x="27" y="26"/>
                  </a:cubicBezTo>
                  <a:cubicBezTo>
                    <a:pt x="27" y="26"/>
                    <a:pt x="27" y="26"/>
                    <a:pt x="27" y="26"/>
                  </a:cubicBezTo>
                  <a:cubicBezTo>
                    <a:pt x="43" y="10"/>
                    <a:pt x="66" y="0"/>
                    <a:pt x="91" y="0"/>
                  </a:cubicBezTo>
                  <a:close/>
                  <a:moveTo>
                    <a:pt x="129" y="52"/>
                  </a:moveTo>
                  <a:cubicBezTo>
                    <a:pt x="119" y="42"/>
                    <a:pt x="105" y="36"/>
                    <a:pt x="91" y="36"/>
                  </a:cubicBezTo>
                  <a:cubicBezTo>
                    <a:pt x="76" y="36"/>
                    <a:pt x="62" y="42"/>
                    <a:pt x="52" y="52"/>
                  </a:cubicBezTo>
                  <a:cubicBezTo>
                    <a:pt x="52" y="52"/>
                    <a:pt x="52" y="52"/>
                    <a:pt x="52" y="52"/>
                  </a:cubicBezTo>
                  <a:cubicBezTo>
                    <a:pt x="43" y="62"/>
                    <a:pt x="37" y="75"/>
                    <a:pt x="37" y="90"/>
                  </a:cubicBezTo>
                  <a:cubicBezTo>
                    <a:pt x="37" y="105"/>
                    <a:pt x="43" y="118"/>
                    <a:pt x="52" y="128"/>
                  </a:cubicBezTo>
                  <a:cubicBezTo>
                    <a:pt x="52" y="128"/>
                    <a:pt x="52" y="128"/>
                    <a:pt x="52" y="128"/>
                  </a:cubicBezTo>
                  <a:cubicBezTo>
                    <a:pt x="62" y="138"/>
                    <a:pt x="76" y="144"/>
                    <a:pt x="91" y="144"/>
                  </a:cubicBezTo>
                  <a:cubicBezTo>
                    <a:pt x="105" y="144"/>
                    <a:pt x="119" y="138"/>
                    <a:pt x="129" y="128"/>
                  </a:cubicBezTo>
                  <a:cubicBezTo>
                    <a:pt x="138" y="118"/>
                    <a:pt x="145" y="105"/>
                    <a:pt x="145" y="90"/>
                  </a:cubicBezTo>
                  <a:cubicBezTo>
                    <a:pt x="145" y="75"/>
                    <a:pt x="139" y="62"/>
                    <a:pt x="129" y="52"/>
                  </a:cubicBezTo>
                  <a:close/>
                </a:path>
              </a:pathLst>
            </a:cu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08" name="Freeform 38"/>
            <p:cNvSpPr>
              <a:spLocks noEditPoints="1"/>
            </p:cNvSpPr>
            <p:nvPr/>
          </p:nvSpPr>
          <p:spPr bwMode="auto">
            <a:xfrm>
              <a:off x="5527400" y="3647837"/>
              <a:ext cx="274021" cy="274215"/>
            </a:xfrm>
            <a:custGeom>
              <a:avLst/>
              <a:gdLst>
                <a:gd name="T0" fmla="*/ 91 w 181"/>
                <a:gd name="T1" fmla="*/ 0 h 181"/>
                <a:gd name="T2" fmla="*/ 154 w 181"/>
                <a:gd name="T3" fmla="*/ 26 h 181"/>
                <a:gd name="T4" fmla="*/ 154 w 181"/>
                <a:gd name="T5" fmla="*/ 26 h 181"/>
                <a:gd name="T6" fmla="*/ 181 w 181"/>
                <a:gd name="T7" fmla="*/ 90 h 181"/>
                <a:gd name="T8" fmla="*/ 154 w 181"/>
                <a:gd name="T9" fmla="*/ 154 h 181"/>
                <a:gd name="T10" fmla="*/ 91 w 181"/>
                <a:gd name="T11" fmla="*/ 181 h 181"/>
                <a:gd name="T12" fmla="*/ 27 w 181"/>
                <a:gd name="T13" fmla="*/ 154 h 181"/>
                <a:gd name="T14" fmla="*/ 27 w 181"/>
                <a:gd name="T15" fmla="*/ 154 h 181"/>
                <a:gd name="T16" fmla="*/ 0 w 181"/>
                <a:gd name="T17" fmla="*/ 90 h 181"/>
                <a:gd name="T18" fmla="*/ 27 w 181"/>
                <a:gd name="T19" fmla="*/ 26 h 181"/>
                <a:gd name="T20" fmla="*/ 27 w 181"/>
                <a:gd name="T21" fmla="*/ 26 h 181"/>
                <a:gd name="T22" fmla="*/ 91 w 181"/>
                <a:gd name="T23" fmla="*/ 0 h 181"/>
                <a:gd name="T24" fmla="*/ 129 w 181"/>
                <a:gd name="T25" fmla="*/ 52 h 181"/>
                <a:gd name="T26" fmla="*/ 91 w 181"/>
                <a:gd name="T27" fmla="*/ 36 h 181"/>
                <a:gd name="T28" fmla="*/ 52 w 181"/>
                <a:gd name="T29" fmla="*/ 52 h 181"/>
                <a:gd name="T30" fmla="*/ 52 w 181"/>
                <a:gd name="T31" fmla="*/ 52 h 181"/>
                <a:gd name="T32" fmla="*/ 37 w 181"/>
                <a:gd name="T33" fmla="*/ 90 h 181"/>
                <a:gd name="T34" fmla="*/ 52 w 181"/>
                <a:gd name="T35" fmla="*/ 128 h 181"/>
                <a:gd name="T36" fmla="*/ 52 w 181"/>
                <a:gd name="T37" fmla="*/ 128 h 181"/>
                <a:gd name="T38" fmla="*/ 91 w 181"/>
                <a:gd name="T39" fmla="*/ 144 h 181"/>
                <a:gd name="T40" fmla="*/ 129 w 181"/>
                <a:gd name="T41" fmla="*/ 128 h 181"/>
                <a:gd name="T42" fmla="*/ 145 w 181"/>
                <a:gd name="T43" fmla="*/ 90 h 181"/>
                <a:gd name="T44" fmla="*/ 129 w 181"/>
                <a:gd name="T45" fmla="*/ 52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1" h="181">
                  <a:moveTo>
                    <a:pt x="91" y="0"/>
                  </a:moveTo>
                  <a:cubicBezTo>
                    <a:pt x="116" y="0"/>
                    <a:pt x="138" y="10"/>
                    <a:pt x="154" y="26"/>
                  </a:cubicBezTo>
                  <a:cubicBezTo>
                    <a:pt x="154" y="26"/>
                    <a:pt x="154" y="26"/>
                    <a:pt x="154" y="26"/>
                  </a:cubicBezTo>
                  <a:cubicBezTo>
                    <a:pt x="171" y="43"/>
                    <a:pt x="181" y="65"/>
                    <a:pt x="181" y="90"/>
                  </a:cubicBezTo>
                  <a:cubicBezTo>
                    <a:pt x="181" y="115"/>
                    <a:pt x="171" y="138"/>
                    <a:pt x="154" y="154"/>
                  </a:cubicBezTo>
                  <a:cubicBezTo>
                    <a:pt x="138" y="170"/>
                    <a:pt x="116" y="181"/>
                    <a:pt x="91" y="181"/>
                  </a:cubicBezTo>
                  <a:cubicBezTo>
                    <a:pt x="66" y="181"/>
                    <a:pt x="43" y="170"/>
                    <a:pt x="27" y="154"/>
                  </a:cubicBezTo>
                  <a:cubicBezTo>
                    <a:pt x="27" y="154"/>
                    <a:pt x="27" y="154"/>
                    <a:pt x="27" y="154"/>
                  </a:cubicBezTo>
                  <a:cubicBezTo>
                    <a:pt x="10" y="138"/>
                    <a:pt x="0" y="115"/>
                    <a:pt x="0" y="90"/>
                  </a:cubicBezTo>
                  <a:cubicBezTo>
                    <a:pt x="0" y="65"/>
                    <a:pt x="10" y="43"/>
                    <a:pt x="27" y="26"/>
                  </a:cubicBezTo>
                  <a:cubicBezTo>
                    <a:pt x="27" y="26"/>
                    <a:pt x="27" y="26"/>
                    <a:pt x="27" y="26"/>
                  </a:cubicBezTo>
                  <a:cubicBezTo>
                    <a:pt x="43" y="10"/>
                    <a:pt x="66" y="0"/>
                    <a:pt x="91" y="0"/>
                  </a:cubicBezTo>
                  <a:close/>
                  <a:moveTo>
                    <a:pt x="129" y="52"/>
                  </a:moveTo>
                  <a:cubicBezTo>
                    <a:pt x="119" y="42"/>
                    <a:pt x="105" y="36"/>
                    <a:pt x="91" y="36"/>
                  </a:cubicBezTo>
                  <a:cubicBezTo>
                    <a:pt x="76" y="36"/>
                    <a:pt x="62" y="42"/>
                    <a:pt x="52" y="52"/>
                  </a:cubicBezTo>
                  <a:cubicBezTo>
                    <a:pt x="52" y="52"/>
                    <a:pt x="52" y="52"/>
                    <a:pt x="52" y="52"/>
                  </a:cubicBezTo>
                  <a:cubicBezTo>
                    <a:pt x="43" y="62"/>
                    <a:pt x="37" y="75"/>
                    <a:pt x="37" y="90"/>
                  </a:cubicBezTo>
                  <a:cubicBezTo>
                    <a:pt x="37" y="105"/>
                    <a:pt x="43" y="119"/>
                    <a:pt x="52" y="128"/>
                  </a:cubicBezTo>
                  <a:cubicBezTo>
                    <a:pt x="52" y="128"/>
                    <a:pt x="52" y="128"/>
                    <a:pt x="52" y="128"/>
                  </a:cubicBezTo>
                  <a:cubicBezTo>
                    <a:pt x="62" y="138"/>
                    <a:pt x="76" y="144"/>
                    <a:pt x="91" y="144"/>
                  </a:cubicBezTo>
                  <a:cubicBezTo>
                    <a:pt x="105" y="144"/>
                    <a:pt x="119" y="138"/>
                    <a:pt x="129" y="128"/>
                  </a:cubicBezTo>
                  <a:cubicBezTo>
                    <a:pt x="138" y="119"/>
                    <a:pt x="145" y="105"/>
                    <a:pt x="145" y="90"/>
                  </a:cubicBezTo>
                  <a:cubicBezTo>
                    <a:pt x="145" y="75"/>
                    <a:pt x="139" y="62"/>
                    <a:pt x="129" y="52"/>
                  </a:cubicBezTo>
                  <a:close/>
                </a:path>
              </a:pathLst>
            </a:custGeom>
            <a:solidFill>
              <a:schemeClr val="bg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109" name="Freeform 39"/>
            <p:cNvSpPr>
              <a:spLocks noEditPoints="1"/>
            </p:cNvSpPr>
            <p:nvPr/>
          </p:nvSpPr>
          <p:spPr bwMode="auto">
            <a:xfrm>
              <a:off x="5527400" y="4054821"/>
              <a:ext cx="274021" cy="274215"/>
            </a:xfrm>
            <a:custGeom>
              <a:avLst/>
              <a:gdLst>
                <a:gd name="T0" fmla="*/ 91 w 181"/>
                <a:gd name="T1" fmla="*/ 0 h 181"/>
                <a:gd name="T2" fmla="*/ 154 w 181"/>
                <a:gd name="T3" fmla="*/ 26 h 181"/>
                <a:gd name="T4" fmla="*/ 154 w 181"/>
                <a:gd name="T5" fmla="*/ 26 h 181"/>
                <a:gd name="T6" fmla="*/ 181 w 181"/>
                <a:gd name="T7" fmla="*/ 90 h 181"/>
                <a:gd name="T8" fmla="*/ 154 w 181"/>
                <a:gd name="T9" fmla="*/ 154 h 181"/>
                <a:gd name="T10" fmla="*/ 91 w 181"/>
                <a:gd name="T11" fmla="*/ 181 h 181"/>
                <a:gd name="T12" fmla="*/ 27 w 181"/>
                <a:gd name="T13" fmla="*/ 154 h 181"/>
                <a:gd name="T14" fmla="*/ 27 w 181"/>
                <a:gd name="T15" fmla="*/ 154 h 181"/>
                <a:gd name="T16" fmla="*/ 0 w 181"/>
                <a:gd name="T17" fmla="*/ 90 h 181"/>
                <a:gd name="T18" fmla="*/ 27 w 181"/>
                <a:gd name="T19" fmla="*/ 26 h 181"/>
                <a:gd name="T20" fmla="*/ 27 w 181"/>
                <a:gd name="T21" fmla="*/ 26 h 181"/>
                <a:gd name="T22" fmla="*/ 91 w 181"/>
                <a:gd name="T23" fmla="*/ 0 h 181"/>
                <a:gd name="T24" fmla="*/ 129 w 181"/>
                <a:gd name="T25" fmla="*/ 52 h 181"/>
                <a:gd name="T26" fmla="*/ 91 w 181"/>
                <a:gd name="T27" fmla="*/ 36 h 181"/>
                <a:gd name="T28" fmla="*/ 52 w 181"/>
                <a:gd name="T29" fmla="*/ 52 h 181"/>
                <a:gd name="T30" fmla="*/ 52 w 181"/>
                <a:gd name="T31" fmla="*/ 52 h 181"/>
                <a:gd name="T32" fmla="*/ 37 w 181"/>
                <a:gd name="T33" fmla="*/ 90 h 181"/>
                <a:gd name="T34" fmla="*/ 52 w 181"/>
                <a:gd name="T35" fmla="*/ 129 h 181"/>
                <a:gd name="T36" fmla="*/ 52 w 181"/>
                <a:gd name="T37" fmla="*/ 129 h 181"/>
                <a:gd name="T38" fmla="*/ 91 w 181"/>
                <a:gd name="T39" fmla="*/ 144 h 181"/>
                <a:gd name="T40" fmla="*/ 129 w 181"/>
                <a:gd name="T41" fmla="*/ 129 h 181"/>
                <a:gd name="T42" fmla="*/ 145 w 181"/>
                <a:gd name="T43" fmla="*/ 90 h 181"/>
                <a:gd name="T44" fmla="*/ 129 w 181"/>
                <a:gd name="T45" fmla="*/ 52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1" h="181">
                  <a:moveTo>
                    <a:pt x="91" y="0"/>
                  </a:moveTo>
                  <a:cubicBezTo>
                    <a:pt x="116" y="0"/>
                    <a:pt x="138" y="10"/>
                    <a:pt x="154" y="26"/>
                  </a:cubicBezTo>
                  <a:cubicBezTo>
                    <a:pt x="154" y="26"/>
                    <a:pt x="154" y="26"/>
                    <a:pt x="154" y="26"/>
                  </a:cubicBezTo>
                  <a:cubicBezTo>
                    <a:pt x="171" y="43"/>
                    <a:pt x="181" y="65"/>
                    <a:pt x="181" y="90"/>
                  </a:cubicBezTo>
                  <a:cubicBezTo>
                    <a:pt x="181" y="115"/>
                    <a:pt x="171" y="138"/>
                    <a:pt x="154" y="154"/>
                  </a:cubicBezTo>
                  <a:cubicBezTo>
                    <a:pt x="138" y="171"/>
                    <a:pt x="116" y="181"/>
                    <a:pt x="91" y="181"/>
                  </a:cubicBezTo>
                  <a:cubicBezTo>
                    <a:pt x="66" y="181"/>
                    <a:pt x="43" y="171"/>
                    <a:pt x="27" y="154"/>
                  </a:cubicBezTo>
                  <a:cubicBezTo>
                    <a:pt x="27" y="154"/>
                    <a:pt x="27" y="154"/>
                    <a:pt x="27" y="154"/>
                  </a:cubicBezTo>
                  <a:cubicBezTo>
                    <a:pt x="10" y="138"/>
                    <a:pt x="0" y="115"/>
                    <a:pt x="0" y="90"/>
                  </a:cubicBezTo>
                  <a:cubicBezTo>
                    <a:pt x="0" y="65"/>
                    <a:pt x="10" y="43"/>
                    <a:pt x="27" y="26"/>
                  </a:cubicBezTo>
                  <a:cubicBezTo>
                    <a:pt x="27" y="26"/>
                    <a:pt x="27" y="26"/>
                    <a:pt x="27" y="26"/>
                  </a:cubicBezTo>
                  <a:cubicBezTo>
                    <a:pt x="43" y="10"/>
                    <a:pt x="66" y="0"/>
                    <a:pt x="91" y="0"/>
                  </a:cubicBezTo>
                  <a:close/>
                  <a:moveTo>
                    <a:pt x="129" y="52"/>
                  </a:moveTo>
                  <a:cubicBezTo>
                    <a:pt x="119" y="42"/>
                    <a:pt x="105" y="36"/>
                    <a:pt x="91" y="36"/>
                  </a:cubicBezTo>
                  <a:cubicBezTo>
                    <a:pt x="76" y="36"/>
                    <a:pt x="62" y="42"/>
                    <a:pt x="52" y="52"/>
                  </a:cubicBezTo>
                  <a:cubicBezTo>
                    <a:pt x="52" y="52"/>
                    <a:pt x="52" y="52"/>
                    <a:pt x="52" y="52"/>
                  </a:cubicBezTo>
                  <a:cubicBezTo>
                    <a:pt x="43" y="62"/>
                    <a:pt x="37" y="75"/>
                    <a:pt x="37" y="90"/>
                  </a:cubicBezTo>
                  <a:cubicBezTo>
                    <a:pt x="37" y="105"/>
                    <a:pt x="43" y="119"/>
                    <a:pt x="52" y="129"/>
                  </a:cubicBezTo>
                  <a:cubicBezTo>
                    <a:pt x="52" y="129"/>
                    <a:pt x="52" y="129"/>
                    <a:pt x="52" y="129"/>
                  </a:cubicBezTo>
                  <a:cubicBezTo>
                    <a:pt x="62" y="138"/>
                    <a:pt x="76" y="144"/>
                    <a:pt x="91" y="144"/>
                  </a:cubicBezTo>
                  <a:cubicBezTo>
                    <a:pt x="105" y="144"/>
                    <a:pt x="119" y="138"/>
                    <a:pt x="129" y="129"/>
                  </a:cubicBezTo>
                  <a:cubicBezTo>
                    <a:pt x="138" y="119"/>
                    <a:pt x="145" y="105"/>
                    <a:pt x="145" y="90"/>
                  </a:cubicBezTo>
                  <a:cubicBezTo>
                    <a:pt x="145" y="75"/>
                    <a:pt x="139" y="62"/>
                    <a:pt x="129" y="52"/>
                  </a:cubicBezTo>
                  <a:close/>
                </a:path>
              </a:pathLst>
            </a:custGeom>
            <a:solidFill>
              <a:schemeClr val="tx2"/>
            </a:soli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3"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9"/>
          <p:cNvSpPr/>
          <p:nvPr/>
        </p:nvSpPr>
        <p:spPr>
          <a:xfrm>
            <a:off x="7458048" y="2878487"/>
            <a:ext cx="1974593" cy="1974593"/>
          </a:xfrm>
          <a:prstGeom prst="ellipse">
            <a:avLst/>
          </a:prstGeom>
          <a:blipFill rotWithShape="1">
            <a:blip r:embed="rId3"/>
            <a:stretch>
              <a:fillRect l="-12000" r="-18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65">
              <a:solidFill>
                <a:prstClr val="white"/>
              </a:solidFill>
            </a:endParaRPr>
          </a:p>
        </p:txBody>
      </p:sp>
      <p:sp>
        <p:nvSpPr>
          <p:cNvPr id="17" name="Oval 10"/>
          <p:cNvSpPr/>
          <p:nvPr/>
        </p:nvSpPr>
        <p:spPr>
          <a:xfrm>
            <a:off x="2451406" y="3302112"/>
            <a:ext cx="1974593" cy="1974593"/>
          </a:xfrm>
          <a:prstGeom prst="ellipse">
            <a:avLst/>
          </a:prstGeom>
          <a:blipFill dpi="0" rotWithShape="1">
            <a:blip r:embed="rId4"/>
            <a:srcRect/>
            <a:stretch>
              <a:fillRect l="-12000" r="-18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65">
              <a:solidFill>
                <a:prstClr val="white"/>
              </a:solidFill>
            </a:endParaRPr>
          </a:p>
        </p:txBody>
      </p:sp>
      <p:grpSp>
        <p:nvGrpSpPr>
          <p:cNvPr id="18" name="组合 17"/>
          <p:cNvGrpSpPr/>
          <p:nvPr/>
        </p:nvGrpSpPr>
        <p:grpSpPr>
          <a:xfrm>
            <a:off x="6358598" y="2063916"/>
            <a:ext cx="1631895" cy="1631895"/>
            <a:chOff x="4768498" y="1674937"/>
            <a:chExt cx="1223921" cy="1223921"/>
          </a:xfrm>
        </p:grpSpPr>
        <p:sp>
          <p:nvSpPr>
            <p:cNvPr id="19" name="Oval 5"/>
            <p:cNvSpPr/>
            <p:nvPr/>
          </p:nvSpPr>
          <p:spPr>
            <a:xfrm>
              <a:off x="4768498" y="1674937"/>
              <a:ext cx="1223921" cy="1223921"/>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65">
                <a:solidFill>
                  <a:prstClr val="white"/>
                </a:solidFill>
                <a:latin typeface="微软雅黑" panose="020B0503020204020204" pitchFamily="34" charset="-122"/>
              </a:endParaRPr>
            </a:p>
          </p:txBody>
        </p:sp>
        <p:grpSp>
          <p:nvGrpSpPr>
            <p:cNvPr id="20" name="Group 11"/>
            <p:cNvGrpSpPr/>
            <p:nvPr/>
          </p:nvGrpSpPr>
          <p:grpSpPr>
            <a:xfrm>
              <a:off x="5187500" y="2073772"/>
              <a:ext cx="385917" cy="386577"/>
              <a:chOff x="9145588" y="4435475"/>
              <a:chExt cx="464344" cy="465138"/>
            </a:xfrm>
            <a:solidFill>
              <a:schemeClr val="bg2"/>
            </a:solidFill>
          </p:grpSpPr>
          <p:sp>
            <p:nvSpPr>
              <p:cNvPr id="21"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2"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3"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4"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5"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6"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7"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8"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29"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grpSp>
      </p:grpSp>
      <p:grpSp>
        <p:nvGrpSpPr>
          <p:cNvPr id="30" name="组合 29"/>
          <p:cNvGrpSpPr/>
          <p:nvPr/>
        </p:nvGrpSpPr>
        <p:grpSpPr>
          <a:xfrm>
            <a:off x="1377386" y="2536497"/>
            <a:ext cx="1631895" cy="1631895"/>
            <a:chOff x="1032589" y="2029373"/>
            <a:chExt cx="1223921" cy="1223921"/>
          </a:xfrm>
        </p:grpSpPr>
        <p:sp>
          <p:nvSpPr>
            <p:cNvPr id="31" name="Oval 4"/>
            <p:cNvSpPr/>
            <p:nvPr/>
          </p:nvSpPr>
          <p:spPr>
            <a:xfrm>
              <a:off x="1032589" y="2029373"/>
              <a:ext cx="1223921" cy="1223921"/>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65">
                <a:solidFill>
                  <a:prstClr val="white"/>
                </a:solidFill>
                <a:latin typeface="微软雅黑" panose="020B0503020204020204" pitchFamily="34" charset="-122"/>
              </a:endParaRPr>
            </a:p>
          </p:txBody>
        </p:sp>
        <p:grpSp>
          <p:nvGrpSpPr>
            <p:cNvPr id="32" name="Group 22"/>
            <p:cNvGrpSpPr/>
            <p:nvPr/>
          </p:nvGrpSpPr>
          <p:grpSpPr>
            <a:xfrm>
              <a:off x="1495165" y="2481864"/>
              <a:ext cx="298767" cy="318939"/>
              <a:chOff x="9159875" y="1647825"/>
              <a:chExt cx="434975" cy="464344"/>
            </a:xfrm>
            <a:solidFill>
              <a:schemeClr val="tx2"/>
            </a:solidFill>
          </p:grpSpPr>
          <p:sp>
            <p:nvSpPr>
              <p:cNvPr id="33" name="AutoShape 78"/>
              <p:cNvSpPr/>
              <p:nvPr/>
            </p:nvSpPr>
            <p:spPr bwMode="auto">
              <a:xfrm>
                <a:off x="9159875" y="1647825"/>
                <a:ext cx="434975"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01AB95"/>
                  </a:solidFill>
                  <a:effectLst>
                    <a:outerShdw blurRad="38100" dist="38100" dir="2700000" algn="tl">
                      <a:srgbClr val="000000"/>
                    </a:outerShdw>
                  </a:effectLst>
                  <a:latin typeface="Gill Sans" charset="0"/>
                  <a:sym typeface="Gill Sans" charset="0"/>
                </a:endParaRPr>
              </a:p>
            </p:txBody>
          </p:sp>
          <p:sp>
            <p:nvSpPr>
              <p:cNvPr id="34" name="AutoShape 79"/>
              <p:cNvSpPr/>
              <p:nvPr/>
            </p:nvSpPr>
            <p:spPr bwMode="auto">
              <a:xfrm>
                <a:off x="9217819" y="1705769"/>
                <a:ext cx="319088" cy="2905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01AB95"/>
                  </a:solidFill>
                  <a:effectLst>
                    <a:outerShdw blurRad="38100" dist="38100" dir="2700000" algn="tl">
                      <a:srgbClr val="000000"/>
                    </a:outerShdw>
                  </a:effectLst>
                  <a:latin typeface="Gill Sans" charset="0"/>
                  <a:sym typeface="Gill Sans" charset="0"/>
                </a:endParaRPr>
              </a:p>
            </p:txBody>
          </p:sp>
          <p:sp>
            <p:nvSpPr>
              <p:cNvPr id="35" name="AutoShape 80"/>
              <p:cNvSpPr/>
              <p:nvPr/>
            </p:nvSpPr>
            <p:spPr bwMode="auto">
              <a:xfrm>
                <a:off x="9391650" y="1749425"/>
                <a:ext cx="87313"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01AB95"/>
                  </a:solidFill>
                  <a:effectLst>
                    <a:outerShdw blurRad="38100" dist="38100" dir="2700000" algn="tl">
                      <a:srgbClr val="000000"/>
                    </a:outerShdw>
                  </a:effectLst>
                  <a:latin typeface="Gill Sans" charset="0"/>
                  <a:sym typeface="Gill Sans" charset="0"/>
                </a:endParaRPr>
              </a:p>
            </p:txBody>
          </p:sp>
        </p:grpSp>
      </p:grpSp>
      <p:grpSp>
        <p:nvGrpSpPr>
          <p:cNvPr id="36" name="组合 35"/>
          <p:cNvGrpSpPr/>
          <p:nvPr/>
        </p:nvGrpSpPr>
        <p:grpSpPr>
          <a:xfrm>
            <a:off x="5105312" y="3181096"/>
            <a:ext cx="1974593" cy="1974593"/>
            <a:chOff x="3828534" y="2512822"/>
            <a:chExt cx="1480945" cy="1480945"/>
          </a:xfrm>
        </p:grpSpPr>
        <p:sp>
          <p:nvSpPr>
            <p:cNvPr id="37" name="Oval 7"/>
            <p:cNvSpPr/>
            <p:nvPr/>
          </p:nvSpPr>
          <p:spPr>
            <a:xfrm>
              <a:off x="3828534" y="2512822"/>
              <a:ext cx="1480945" cy="1480945"/>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65">
                <a:solidFill>
                  <a:prstClr val="white"/>
                </a:solidFill>
                <a:latin typeface="微软雅黑" panose="020B0503020204020204" pitchFamily="34" charset="-122"/>
              </a:endParaRPr>
            </a:p>
          </p:txBody>
        </p:sp>
        <p:grpSp>
          <p:nvGrpSpPr>
            <p:cNvPr id="38" name="Group 26"/>
            <p:cNvGrpSpPr/>
            <p:nvPr/>
          </p:nvGrpSpPr>
          <p:grpSpPr>
            <a:xfrm>
              <a:off x="4375718" y="3072210"/>
              <a:ext cx="386577" cy="362168"/>
              <a:chOff x="5368132" y="3540125"/>
              <a:chExt cx="465138" cy="435769"/>
            </a:xfrm>
            <a:solidFill>
              <a:schemeClr val="tx2"/>
            </a:solidFill>
          </p:grpSpPr>
          <p:sp>
            <p:nvSpPr>
              <p:cNvPr id="39"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40"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41" name="组合 40"/>
          <p:cNvGrpSpPr/>
          <p:nvPr/>
        </p:nvGrpSpPr>
        <p:grpSpPr>
          <a:xfrm>
            <a:off x="9019772" y="2330363"/>
            <a:ext cx="1631895" cy="1631895"/>
            <a:chOff x="6764379" y="1874772"/>
            <a:chExt cx="1223921" cy="1223921"/>
          </a:xfrm>
        </p:grpSpPr>
        <p:sp>
          <p:nvSpPr>
            <p:cNvPr id="42" name="Oval 6"/>
            <p:cNvSpPr/>
            <p:nvPr/>
          </p:nvSpPr>
          <p:spPr>
            <a:xfrm>
              <a:off x="6764379" y="1874772"/>
              <a:ext cx="1223921" cy="1223921"/>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65">
                <a:solidFill>
                  <a:prstClr val="white"/>
                </a:solidFill>
                <a:latin typeface="微软雅黑" panose="020B0503020204020204" pitchFamily="34" charset="-122"/>
              </a:endParaRPr>
            </a:p>
          </p:txBody>
        </p:sp>
        <p:grpSp>
          <p:nvGrpSpPr>
            <p:cNvPr id="45" name="Group 29"/>
            <p:cNvGrpSpPr/>
            <p:nvPr/>
          </p:nvGrpSpPr>
          <p:grpSpPr>
            <a:xfrm>
              <a:off x="7243741" y="2293444"/>
              <a:ext cx="265195" cy="386577"/>
              <a:chOff x="3582988" y="3510757"/>
              <a:chExt cx="319088" cy="465138"/>
            </a:xfrm>
            <a:solidFill>
              <a:schemeClr val="tx2"/>
            </a:solidFill>
          </p:grpSpPr>
          <p:sp>
            <p:nvSpPr>
              <p:cNvPr id="46" name="AutoShape 113"/>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sp>
            <p:nvSpPr>
              <p:cNvPr id="47" name="AutoShape 114"/>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7F7F7F"/>
                  </a:solidFill>
                  <a:sym typeface="Gill Sans" charset="0"/>
                </a:endParaRPr>
              </a:p>
            </p:txBody>
          </p:sp>
        </p:grpSp>
      </p:grpSp>
      <p:grpSp>
        <p:nvGrpSpPr>
          <p:cNvPr id="48" name="组合 47"/>
          <p:cNvGrpSpPr/>
          <p:nvPr/>
        </p:nvGrpSpPr>
        <p:grpSpPr>
          <a:xfrm>
            <a:off x="3919382" y="2248768"/>
            <a:ext cx="1795084" cy="1795084"/>
            <a:chOff x="2939086" y="1813576"/>
            <a:chExt cx="1346313" cy="1346313"/>
          </a:xfrm>
        </p:grpSpPr>
        <p:sp>
          <p:nvSpPr>
            <p:cNvPr id="49" name="Oval 8"/>
            <p:cNvSpPr/>
            <p:nvPr/>
          </p:nvSpPr>
          <p:spPr>
            <a:xfrm>
              <a:off x="2939086" y="1813576"/>
              <a:ext cx="1346313" cy="1346313"/>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65">
                <a:solidFill>
                  <a:prstClr val="white"/>
                </a:solidFill>
                <a:latin typeface="微软雅黑" panose="020B0503020204020204" pitchFamily="34" charset="-122"/>
              </a:endParaRPr>
            </a:p>
          </p:txBody>
        </p:sp>
        <p:grpSp>
          <p:nvGrpSpPr>
            <p:cNvPr id="50" name="Group 32"/>
            <p:cNvGrpSpPr/>
            <p:nvPr/>
          </p:nvGrpSpPr>
          <p:grpSpPr>
            <a:xfrm>
              <a:off x="3422288" y="2324119"/>
              <a:ext cx="386577" cy="325226"/>
              <a:chOff x="5368132" y="2625725"/>
              <a:chExt cx="465138" cy="391319"/>
            </a:xfrm>
            <a:solidFill>
              <a:schemeClr val="bg2"/>
            </a:solidFill>
          </p:grpSpPr>
          <p:sp>
            <p:nvSpPr>
              <p:cNvPr id="51"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52"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53"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grpSp>
      </p:grpSp>
      <p:sp>
        <p:nvSpPr>
          <p:cNvPr id="55" name="TextBox 140"/>
          <p:cNvSpPr txBox="1"/>
          <p:nvPr/>
        </p:nvSpPr>
        <p:spPr>
          <a:xfrm>
            <a:off x="6372695" y="5137727"/>
            <a:ext cx="5594564" cy="866140"/>
          </a:xfrm>
          <a:prstGeom prst="rect">
            <a:avLst/>
          </a:prstGeom>
          <a:noFill/>
        </p:spPr>
        <p:txBody>
          <a:bodyPr wrap="square" lIns="121962" tIns="60981" rIns="121962" bIns="60981" rtlCol="0">
            <a:spAutoFit/>
          </a:bodyPr>
          <a:lstStyle/>
          <a:p>
            <a:r>
              <a:rPr lang="zh-CN" altLang="en-US" sz="1200" dirty="0">
                <a:solidFill>
                  <a:schemeClr val="tx1"/>
                </a:solidFill>
                <a:latin typeface="微软雅黑" panose="020B0503020204020204" pitchFamily="34" charset="-122"/>
              </a:rPr>
              <a:t>单击此处添加文本单击此处添加文本单击此处添加文本单击此处添加文本</a:t>
            </a:r>
          </a:p>
          <a:p>
            <a:r>
              <a:rPr lang="zh-CN" altLang="en-US" sz="1200" dirty="0">
                <a:solidFill>
                  <a:schemeClr val="tx1"/>
                </a:solidFill>
                <a:latin typeface="微软雅黑" panose="020B0503020204020204" pitchFamily="34" charset="-122"/>
              </a:rPr>
              <a:t>单击此处添加文本单击此处添加文本单击此处添加文本单击此处添加文本</a:t>
            </a:r>
          </a:p>
          <a:p>
            <a:r>
              <a:rPr lang="zh-CN" altLang="en-US" sz="1200" dirty="0">
                <a:solidFill>
                  <a:schemeClr val="tx1"/>
                </a:solidFill>
                <a:latin typeface="微软雅黑" panose="020B0503020204020204" pitchFamily="34" charset="-122"/>
              </a:rPr>
              <a:t>单击此处添加文本单击此处添加文本单击此处添加文本单击此处添加文本</a:t>
            </a:r>
          </a:p>
          <a:p>
            <a:endParaRPr lang="zh-CN" altLang="en-US" sz="1200" dirty="0">
              <a:solidFill>
                <a:schemeClr val="tx1"/>
              </a:solidFill>
              <a:latin typeface="微软雅黑" panose="020B0503020204020204" pitchFamily="34" charset="-122"/>
            </a:endParaRP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5"/>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1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0-#ppt_w/2"/>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fill="hold"/>
                                        <p:tgtEl>
                                          <p:spTgt spid="36"/>
                                        </p:tgtEl>
                                        <p:attrNameLst>
                                          <p:attrName>ppt_x</p:attrName>
                                        </p:attrNameLst>
                                      </p:cBhvr>
                                      <p:tavLst>
                                        <p:tav tm="0">
                                          <p:val>
                                            <p:strVal val="0-#ppt_w/2"/>
                                          </p:val>
                                        </p:tav>
                                        <p:tav tm="100000">
                                          <p:val>
                                            <p:strVal val="#ppt_x"/>
                                          </p:val>
                                        </p:tav>
                                      </p:tavLst>
                                    </p:anim>
                                    <p:anim calcmode="lin" valueType="num">
                                      <p:cBhvr additive="base">
                                        <p:cTn id="24" dur="500" fill="hold"/>
                                        <p:tgtEl>
                                          <p:spTgt spid="36"/>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additive="base">
                                        <p:cTn id="27" dur="500" fill="hold"/>
                                        <p:tgtEl>
                                          <p:spTgt spid="41"/>
                                        </p:tgtEl>
                                        <p:attrNameLst>
                                          <p:attrName>ppt_x</p:attrName>
                                        </p:attrNameLst>
                                      </p:cBhvr>
                                      <p:tavLst>
                                        <p:tav tm="0">
                                          <p:val>
                                            <p:strVal val="0-#ppt_w/2"/>
                                          </p:val>
                                        </p:tav>
                                        <p:tav tm="100000">
                                          <p:val>
                                            <p:strVal val="#ppt_x"/>
                                          </p:val>
                                        </p:tav>
                                      </p:tavLst>
                                    </p:anim>
                                    <p:anim calcmode="lin" valueType="num">
                                      <p:cBhvr additive="base">
                                        <p:cTn id="28" dur="500" fill="hold"/>
                                        <p:tgtEl>
                                          <p:spTgt spid="41"/>
                                        </p:tgtEl>
                                        <p:attrNameLst>
                                          <p:attrName>ppt_y</p:attrName>
                                        </p:attrNameLst>
                                      </p:cBhvr>
                                      <p:tavLst>
                                        <p:tav tm="0">
                                          <p:val>
                                            <p:strVal val="1+#ppt_h/2"/>
                                          </p:val>
                                        </p:tav>
                                        <p:tav tm="100000">
                                          <p:val>
                                            <p:strVal val="#ppt_y"/>
                                          </p:val>
                                        </p:tav>
                                      </p:tavLst>
                                    </p:anim>
                                  </p:childTnLst>
                                </p:cTn>
                              </p:par>
                              <p:par>
                                <p:cTn id="29" presetID="2" presetClass="entr" presetSubtype="12"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 calcmode="lin" valueType="num">
                                      <p:cBhvr additive="base">
                                        <p:cTn id="31" dur="500" fill="hold"/>
                                        <p:tgtEl>
                                          <p:spTgt spid="48"/>
                                        </p:tgtEl>
                                        <p:attrNameLst>
                                          <p:attrName>ppt_x</p:attrName>
                                        </p:attrNameLst>
                                      </p:cBhvr>
                                      <p:tavLst>
                                        <p:tav tm="0">
                                          <p:val>
                                            <p:strVal val="0-#ppt_w/2"/>
                                          </p:val>
                                        </p:tav>
                                        <p:tav tm="100000">
                                          <p:val>
                                            <p:strVal val="#ppt_x"/>
                                          </p:val>
                                        </p:tav>
                                      </p:tavLst>
                                    </p:anim>
                                    <p:anim calcmode="lin" valueType="num">
                                      <p:cBhvr additive="base">
                                        <p:cTn id="3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anim calcmode="lin" valueType="num">
                                      <p:cBhvr additive="base">
                                        <p:cTn id="37" dur="500" fill="hold"/>
                                        <p:tgtEl>
                                          <p:spTgt spid="55"/>
                                        </p:tgtEl>
                                        <p:attrNameLst>
                                          <p:attrName>ppt_x</p:attrName>
                                        </p:attrNameLst>
                                      </p:cBhvr>
                                      <p:tavLst>
                                        <p:tav tm="0">
                                          <p:val>
                                            <p:strVal val="#ppt_x"/>
                                          </p:val>
                                        </p:tav>
                                        <p:tav tm="100000">
                                          <p:val>
                                            <p:strVal val="#ppt_x"/>
                                          </p:val>
                                        </p:tav>
                                      </p:tavLst>
                                    </p:anim>
                                    <p:anim calcmode="lin" valueType="num">
                                      <p:cBhvr additive="base">
                                        <p:cTn id="3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7" grpId="0" bldLvl="0" animBg="1"/>
      <p:bldP spid="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35421" y="2057953"/>
            <a:ext cx="1930401" cy="2894060"/>
            <a:chOff x="1290638" y="1543465"/>
            <a:chExt cx="1447801" cy="2170545"/>
          </a:xfrm>
        </p:grpSpPr>
        <p:grpSp>
          <p:nvGrpSpPr>
            <p:cNvPr id="104" name="组合 103"/>
            <p:cNvGrpSpPr/>
            <p:nvPr/>
          </p:nvGrpSpPr>
          <p:grpSpPr>
            <a:xfrm>
              <a:off x="1290638" y="1543465"/>
              <a:ext cx="1447801" cy="2170545"/>
              <a:chOff x="1874403" y="1921782"/>
              <a:chExt cx="1930401" cy="2894060"/>
            </a:xfrm>
          </p:grpSpPr>
          <p:grpSp>
            <p:nvGrpSpPr>
              <p:cNvPr id="105" name="组合 104"/>
              <p:cNvGrpSpPr/>
              <p:nvPr/>
            </p:nvGrpSpPr>
            <p:grpSpPr>
              <a:xfrm>
                <a:off x="1874403" y="2409826"/>
                <a:ext cx="1930401" cy="2406016"/>
                <a:chOff x="1874403" y="2409826"/>
                <a:chExt cx="1930401" cy="2406016"/>
              </a:xfrm>
            </p:grpSpPr>
            <p:sp>
              <p:nvSpPr>
                <p:cNvPr id="111" name="圆角矩形 110"/>
                <p:cNvSpPr/>
                <p:nvPr/>
              </p:nvSpPr>
              <p:spPr>
                <a:xfrm>
                  <a:off x="1874404" y="2409826"/>
                  <a:ext cx="1930400" cy="2400300"/>
                </a:xfrm>
                <a:prstGeom prst="roundRect">
                  <a:avLst>
                    <a:gd name="adj" fmla="val 5220"/>
                  </a:avLst>
                </a:prstGeom>
                <a:gradFill>
                  <a:gsLst>
                    <a:gs pos="0">
                      <a:schemeClr val="bg1"/>
                    </a:gs>
                    <a:gs pos="100000">
                      <a:schemeClr val="bg1">
                        <a:lumMod val="75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12" name="圆角矩形 111"/>
                <p:cNvSpPr/>
                <p:nvPr/>
              </p:nvSpPr>
              <p:spPr>
                <a:xfrm>
                  <a:off x="1874403" y="2415542"/>
                  <a:ext cx="1930400" cy="2400300"/>
                </a:xfrm>
                <a:prstGeom prst="roundRect">
                  <a:avLst>
                    <a:gd name="adj" fmla="val 5220"/>
                  </a:avLst>
                </a:prstGeom>
                <a:gradFill>
                  <a:gsLst>
                    <a:gs pos="100000">
                      <a:schemeClr val="bg1">
                        <a:lumMod val="97000"/>
                      </a:schemeClr>
                    </a:gs>
                    <a:gs pos="0">
                      <a:schemeClr val="bg1">
                        <a:lumMod val="87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106" name="任意多边形 105"/>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0">
                    <a:schemeClr val="bg1"/>
                  </a:gs>
                  <a:gs pos="100000">
                    <a:schemeClr val="bg1">
                      <a:lumMod val="80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07" name="任意多边形 106"/>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100000">
                    <a:schemeClr val="bg1">
                      <a:lumMod val="98000"/>
                    </a:schemeClr>
                  </a:gs>
                  <a:gs pos="0">
                    <a:schemeClr val="bg1">
                      <a:lumMod val="88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08" name="椭圆 107"/>
              <p:cNvSpPr/>
              <p:nvPr/>
            </p:nvSpPr>
            <p:spPr>
              <a:xfrm>
                <a:off x="2440888" y="2646300"/>
                <a:ext cx="797430" cy="797430"/>
              </a:xfrm>
              <a:prstGeom prst="ellipse">
                <a:avLst/>
              </a:prstGeom>
              <a:gradFill flip="none" rotWithShape="1">
                <a:gsLst>
                  <a:gs pos="100000">
                    <a:schemeClr val="bg1">
                      <a:lumMod val="100000"/>
                    </a:schemeClr>
                  </a:gs>
                  <a:gs pos="0">
                    <a:schemeClr val="bg1">
                      <a:lumMod val="72000"/>
                    </a:schemeClr>
                  </a:gs>
                </a:gsLst>
                <a:lin ang="2700000" scaled="1"/>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09" name="文本框 108"/>
              <p:cNvSpPr txBox="1"/>
              <p:nvPr/>
            </p:nvSpPr>
            <p:spPr>
              <a:xfrm>
                <a:off x="1942666" y="1978281"/>
                <a:ext cx="1793874" cy="375920"/>
              </a:xfrm>
              <a:prstGeom prst="rect">
                <a:avLst/>
              </a:prstGeom>
              <a:noFill/>
            </p:spPr>
            <p:txBody>
              <a:bodyPr wrap="square" rtlCol="0">
                <a:spAutoFit/>
              </a:bodyPr>
              <a:lstStyle/>
              <a:p>
                <a:pPr algn="ctr"/>
                <a:r>
                  <a:rPr lang="zh-CN" altLang="en-US" sz="1865" dirty="0">
                    <a:solidFill>
                      <a:schemeClr val="tx2"/>
                    </a:solidFill>
                    <a:latin typeface="时尚中黑简体" panose="01010104010101010101" pitchFamily="2" charset="-122"/>
                    <a:ea typeface="时尚中黑简体" panose="01010104010101010101" pitchFamily="2" charset="-122"/>
                  </a:rPr>
                  <a:t>在此添加标题</a:t>
                </a:r>
              </a:p>
            </p:txBody>
          </p:sp>
          <p:sp>
            <p:nvSpPr>
              <p:cNvPr id="110" name="文本框 109"/>
              <p:cNvSpPr txBox="1"/>
              <p:nvPr/>
            </p:nvSpPr>
            <p:spPr>
              <a:xfrm>
                <a:off x="1995606" y="3628749"/>
                <a:ext cx="1687992" cy="652780"/>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a:t>
                </a:r>
              </a:p>
            </p:txBody>
          </p:sp>
        </p:grpSp>
        <p:grpSp>
          <p:nvGrpSpPr>
            <p:cNvPr id="137" name="Group 8"/>
            <p:cNvGrpSpPr>
              <a:grpSpLocks noChangeAspect="1"/>
            </p:cNvGrpSpPr>
            <p:nvPr/>
          </p:nvGrpSpPr>
          <p:grpSpPr bwMode="auto">
            <a:xfrm>
              <a:off x="1863720" y="2222126"/>
              <a:ext cx="273060" cy="299199"/>
              <a:chOff x="3437" y="2282"/>
              <a:chExt cx="679" cy="744"/>
            </a:xfrm>
            <a:solidFill>
              <a:srgbClr val="FFB850"/>
            </a:solidFill>
          </p:grpSpPr>
          <p:sp>
            <p:nvSpPr>
              <p:cNvPr id="138" name="Freeform 9"/>
              <p:cNvSpPr/>
              <p:nvPr/>
            </p:nvSpPr>
            <p:spPr bwMode="auto">
              <a:xfrm>
                <a:off x="3595" y="2282"/>
                <a:ext cx="364" cy="379"/>
              </a:xfrm>
              <a:custGeom>
                <a:avLst/>
                <a:gdLst>
                  <a:gd name="T0" fmla="*/ 50 w 152"/>
                  <a:gd name="T1" fmla="*/ 147 h 159"/>
                  <a:gd name="T2" fmla="*/ 39 w 152"/>
                  <a:gd name="T3" fmla="*/ 147 h 159"/>
                  <a:gd name="T4" fmla="*/ 76 w 152"/>
                  <a:gd name="T5" fmla="*/ 159 h 159"/>
                  <a:gd name="T6" fmla="*/ 114 w 152"/>
                  <a:gd name="T7" fmla="*/ 147 h 159"/>
                  <a:gd name="T8" fmla="*/ 103 w 152"/>
                  <a:gd name="T9" fmla="*/ 147 h 159"/>
                  <a:gd name="T10" fmla="*/ 152 w 152"/>
                  <a:gd name="T11" fmla="*/ 76 h 159"/>
                  <a:gd name="T12" fmla="*/ 76 w 152"/>
                  <a:gd name="T13" fmla="*/ 0 h 159"/>
                  <a:gd name="T14" fmla="*/ 0 w 152"/>
                  <a:gd name="T15" fmla="*/ 76 h 159"/>
                  <a:gd name="T16" fmla="*/ 50 w 152"/>
                  <a:gd name="T17" fmla="*/ 147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159">
                    <a:moveTo>
                      <a:pt x="50" y="147"/>
                    </a:moveTo>
                    <a:cubicBezTo>
                      <a:pt x="39" y="147"/>
                      <a:pt x="39" y="147"/>
                      <a:pt x="39" y="147"/>
                    </a:cubicBezTo>
                    <a:cubicBezTo>
                      <a:pt x="39" y="152"/>
                      <a:pt x="53" y="159"/>
                      <a:pt x="76" y="159"/>
                    </a:cubicBezTo>
                    <a:cubicBezTo>
                      <a:pt x="99" y="159"/>
                      <a:pt x="113" y="152"/>
                      <a:pt x="114" y="147"/>
                    </a:cubicBezTo>
                    <a:cubicBezTo>
                      <a:pt x="103" y="147"/>
                      <a:pt x="103" y="147"/>
                      <a:pt x="103" y="147"/>
                    </a:cubicBezTo>
                    <a:cubicBezTo>
                      <a:pt x="131" y="136"/>
                      <a:pt x="152" y="108"/>
                      <a:pt x="152" y="76"/>
                    </a:cubicBezTo>
                    <a:cubicBezTo>
                      <a:pt x="152" y="34"/>
                      <a:pt x="118" y="0"/>
                      <a:pt x="76" y="0"/>
                    </a:cubicBezTo>
                    <a:cubicBezTo>
                      <a:pt x="34" y="0"/>
                      <a:pt x="0" y="34"/>
                      <a:pt x="0" y="76"/>
                    </a:cubicBezTo>
                    <a:cubicBezTo>
                      <a:pt x="0" y="108"/>
                      <a:pt x="21" y="136"/>
                      <a:pt x="50" y="147"/>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39" name="Freeform 10"/>
              <p:cNvSpPr/>
              <p:nvPr/>
            </p:nvSpPr>
            <p:spPr bwMode="auto">
              <a:xfrm>
                <a:off x="3437" y="2633"/>
                <a:ext cx="679" cy="393"/>
              </a:xfrm>
              <a:custGeom>
                <a:avLst/>
                <a:gdLst>
                  <a:gd name="T0" fmla="*/ 222 w 284"/>
                  <a:gd name="T1" fmla="*/ 0 h 165"/>
                  <a:gd name="T2" fmla="*/ 188 w 284"/>
                  <a:gd name="T3" fmla="*/ 0 h 165"/>
                  <a:gd name="T4" fmla="*/ 154 w 284"/>
                  <a:gd name="T5" fmla="*/ 19 h 165"/>
                  <a:gd name="T6" fmla="*/ 154 w 284"/>
                  <a:gd name="T7" fmla="*/ 134 h 165"/>
                  <a:gd name="T8" fmla="*/ 143 w 284"/>
                  <a:gd name="T9" fmla="*/ 146 h 165"/>
                  <a:gd name="T10" fmla="*/ 131 w 284"/>
                  <a:gd name="T11" fmla="*/ 134 h 165"/>
                  <a:gd name="T12" fmla="*/ 131 w 284"/>
                  <a:gd name="T13" fmla="*/ 19 h 165"/>
                  <a:gd name="T14" fmla="*/ 97 w 284"/>
                  <a:gd name="T15" fmla="*/ 0 h 165"/>
                  <a:gd name="T16" fmla="*/ 63 w 284"/>
                  <a:gd name="T17" fmla="*/ 0 h 165"/>
                  <a:gd name="T18" fmla="*/ 0 w 284"/>
                  <a:gd name="T19" fmla="*/ 86 h 165"/>
                  <a:gd name="T20" fmla="*/ 0 w 284"/>
                  <a:gd name="T21" fmla="*/ 165 h 165"/>
                  <a:gd name="T22" fmla="*/ 284 w 284"/>
                  <a:gd name="T23" fmla="*/ 165 h 165"/>
                  <a:gd name="T24" fmla="*/ 284 w 284"/>
                  <a:gd name="T25" fmla="*/ 86 h 165"/>
                  <a:gd name="T26" fmla="*/ 222 w 284"/>
                  <a:gd name="T27"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4" h="165">
                    <a:moveTo>
                      <a:pt x="222" y="0"/>
                    </a:moveTo>
                    <a:cubicBezTo>
                      <a:pt x="188" y="0"/>
                      <a:pt x="188" y="0"/>
                      <a:pt x="188" y="0"/>
                    </a:cubicBezTo>
                    <a:cubicBezTo>
                      <a:pt x="188" y="10"/>
                      <a:pt x="172" y="17"/>
                      <a:pt x="154" y="19"/>
                    </a:cubicBezTo>
                    <a:cubicBezTo>
                      <a:pt x="154" y="134"/>
                      <a:pt x="154" y="134"/>
                      <a:pt x="154" y="134"/>
                    </a:cubicBezTo>
                    <a:cubicBezTo>
                      <a:pt x="154" y="140"/>
                      <a:pt x="149" y="146"/>
                      <a:pt x="143" y="146"/>
                    </a:cubicBezTo>
                    <a:cubicBezTo>
                      <a:pt x="136" y="146"/>
                      <a:pt x="131" y="140"/>
                      <a:pt x="131" y="134"/>
                    </a:cubicBezTo>
                    <a:cubicBezTo>
                      <a:pt x="131" y="19"/>
                      <a:pt x="131" y="19"/>
                      <a:pt x="131" y="19"/>
                    </a:cubicBezTo>
                    <a:cubicBezTo>
                      <a:pt x="113" y="17"/>
                      <a:pt x="97" y="11"/>
                      <a:pt x="97" y="0"/>
                    </a:cubicBezTo>
                    <a:cubicBezTo>
                      <a:pt x="63" y="0"/>
                      <a:pt x="63" y="0"/>
                      <a:pt x="63" y="0"/>
                    </a:cubicBezTo>
                    <a:cubicBezTo>
                      <a:pt x="28" y="0"/>
                      <a:pt x="0" y="39"/>
                      <a:pt x="0" y="86"/>
                    </a:cubicBezTo>
                    <a:cubicBezTo>
                      <a:pt x="0" y="165"/>
                      <a:pt x="0" y="165"/>
                      <a:pt x="0" y="165"/>
                    </a:cubicBezTo>
                    <a:cubicBezTo>
                      <a:pt x="284" y="165"/>
                      <a:pt x="284" y="165"/>
                      <a:pt x="284" y="165"/>
                    </a:cubicBezTo>
                    <a:cubicBezTo>
                      <a:pt x="284" y="86"/>
                      <a:pt x="284" y="86"/>
                      <a:pt x="284" y="86"/>
                    </a:cubicBezTo>
                    <a:cubicBezTo>
                      <a:pt x="284" y="39"/>
                      <a:pt x="256" y="0"/>
                      <a:pt x="222" y="0"/>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sp>
          <p:nvSpPr>
            <p:cNvPr id="217" name="文本框 216"/>
            <p:cNvSpPr txBox="1"/>
            <p:nvPr/>
          </p:nvSpPr>
          <p:spPr>
            <a:xfrm>
              <a:off x="1690688" y="3308993"/>
              <a:ext cx="657225" cy="391478"/>
            </a:xfrm>
            <a:prstGeom prst="rect">
              <a:avLst/>
            </a:prstGeom>
            <a:noFill/>
          </p:spPr>
          <p:txBody>
            <a:bodyPr wrap="square" lIns="91440" tIns="45720" rIns="91440" bIns="45720" rtlCol="0">
              <a:spAutoFit/>
            </a:bodyPr>
            <a:lstStyle/>
            <a:p>
              <a:pPr algn="ctr"/>
              <a:r>
                <a:rPr lang="en-US" altLang="zh-CN" sz="2800" dirty="0">
                  <a:solidFill>
                    <a:schemeClr val="tx1"/>
                  </a:solidFill>
                  <a:latin typeface="Impact" panose="020B0806030902050204" pitchFamily="34" charset="0"/>
                </a:rPr>
                <a:t>01</a:t>
              </a:r>
            </a:p>
          </p:txBody>
        </p:sp>
      </p:grpSp>
      <p:grpSp>
        <p:nvGrpSpPr>
          <p:cNvPr id="3" name="组合 2"/>
          <p:cNvGrpSpPr/>
          <p:nvPr/>
        </p:nvGrpSpPr>
        <p:grpSpPr>
          <a:xfrm>
            <a:off x="3994751" y="2057953"/>
            <a:ext cx="1930401" cy="2894060"/>
            <a:chOff x="2995613" y="1543465"/>
            <a:chExt cx="1447801" cy="2170545"/>
          </a:xfrm>
        </p:grpSpPr>
        <p:grpSp>
          <p:nvGrpSpPr>
            <p:cNvPr id="103" name="组合 102"/>
            <p:cNvGrpSpPr/>
            <p:nvPr/>
          </p:nvGrpSpPr>
          <p:grpSpPr>
            <a:xfrm>
              <a:off x="2995613" y="1543465"/>
              <a:ext cx="1447801" cy="2170545"/>
              <a:chOff x="1874403" y="1921782"/>
              <a:chExt cx="1930401" cy="2894060"/>
            </a:xfrm>
          </p:grpSpPr>
          <p:grpSp>
            <p:nvGrpSpPr>
              <p:cNvPr id="113" name="组合 112"/>
              <p:cNvGrpSpPr/>
              <p:nvPr/>
            </p:nvGrpSpPr>
            <p:grpSpPr>
              <a:xfrm>
                <a:off x="1874403" y="2409826"/>
                <a:ext cx="1930401" cy="2406016"/>
                <a:chOff x="1874403" y="2409826"/>
                <a:chExt cx="1930401" cy="2406016"/>
              </a:xfrm>
            </p:grpSpPr>
            <p:sp>
              <p:nvSpPr>
                <p:cNvPr id="119" name="圆角矩形 118"/>
                <p:cNvSpPr/>
                <p:nvPr/>
              </p:nvSpPr>
              <p:spPr>
                <a:xfrm>
                  <a:off x="1874404" y="2409826"/>
                  <a:ext cx="1930400" cy="2400300"/>
                </a:xfrm>
                <a:prstGeom prst="roundRect">
                  <a:avLst>
                    <a:gd name="adj" fmla="val 5220"/>
                  </a:avLst>
                </a:prstGeom>
                <a:gradFill>
                  <a:gsLst>
                    <a:gs pos="0">
                      <a:schemeClr val="bg1"/>
                    </a:gs>
                    <a:gs pos="100000">
                      <a:schemeClr val="bg1">
                        <a:lumMod val="75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0" name="圆角矩形 119"/>
                <p:cNvSpPr/>
                <p:nvPr/>
              </p:nvSpPr>
              <p:spPr>
                <a:xfrm>
                  <a:off x="1874403" y="2415542"/>
                  <a:ext cx="1930400" cy="2400300"/>
                </a:xfrm>
                <a:prstGeom prst="roundRect">
                  <a:avLst>
                    <a:gd name="adj" fmla="val 5220"/>
                  </a:avLst>
                </a:prstGeom>
                <a:gradFill>
                  <a:gsLst>
                    <a:gs pos="100000">
                      <a:schemeClr val="bg1">
                        <a:lumMod val="97000"/>
                      </a:schemeClr>
                    </a:gs>
                    <a:gs pos="0">
                      <a:schemeClr val="bg1">
                        <a:lumMod val="87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114" name="任意多边形 113"/>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0">
                    <a:schemeClr val="bg1"/>
                  </a:gs>
                  <a:gs pos="100000">
                    <a:schemeClr val="bg1">
                      <a:lumMod val="80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15" name="任意多边形 114"/>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100000">
                    <a:schemeClr val="bg1">
                      <a:lumMod val="98000"/>
                    </a:schemeClr>
                  </a:gs>
                  <a:gs pos="0">
                    <a:schemeClr val="bg1">
                      <a:lumMod val="88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16" name="椭圆 115"/>
              <p:cNvSpPr/>
              <p:nvPr/>
            </p:nvSpPr>
            <p:spPr>
              <a:xfrm>
                <a:off x="2440888" y="2646300"/>
                <a:ext cx="797430" cy="797430"/>
              </a:xfrm>
              <a:prstGeom prst="ellipse">
                <a:avLst/>
              </a:prstGeom>
              <a:gradFill flip="none" rotWithShape="1">
                <a:gsLst>
                  <a:gs pos="100000">
                    <a:schemeClr val="bg1">
                      <a:lumMod val="100000"/>
                    </a:schemeClr>
                  </a:gs>
                  <a:gs pos="0">
                    <a:schemeClr val="bg1">
                      <a:lumMod val="72000"/>
                    </a:schemeClr>
                  </a:gs>
                </a:gsLst>
                <a:lin ang="2700000" scaled="1"/>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17" name="文本框 116"/>
              <p:cNvSpPr txBox="1"/>
              <p:nvPr/>
            </p:nvSpPr>
            <p:spPr>
              <a:xfrm>
                <a:off x="1942666" y="1978281"/>
                <a:ext cx="1793874" cy="375920"/>
              </a:xfrm>
              <a:prstGeom prst="rect">
                <a:avLst/>
              </a:prstGeom>
              <a:noFill/>
            </p:spPr>
            <p:txBody>
              <a:bodyPr wrap="square" rtlCol="0">
                <a:spAutoFit/>
              </a:bodyPr>
              <a:lstStyle/>
              <a:p>
                <a:pPr algn="ctr"/>
                <a:r>
                  <a:rPr lang="zh-CN" altLang="en-US" sz="1865" dirty="0">
                    <a:solidFill>
                      <a:schemeClr val="bg2"/>
                    </a:solidFill>
                    <a:latin typeface="时尚中黑简体" panose="01010104010101010101" pitchFamily="2" charset="-122"/>
                    <a:ea typeface="时尚中黑简体" panose="01010104010101010101" pitchFamily="2" charset="-122"/>
                  </a:rPr>
                  <a:t>在此添加标题</a:t>
                </a:r>
              </a:p>
            </p:txBody>
          </p:sp>
          <p:sp>
            <p:nvSpPr>
              <p:cNvPr id="118" name="文本框 117"/>
              <p:cNvSpPr txBox="1"/>
              <p:nvPr/>
            </p:nvSpPr>
            <p:spPr>
              <a:xfrm>
                <a:off x="1995606" y="3628749"/>
                <a:ext cx="1687992" cy="652780"/>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a:t>
                </a:r>
              </a:p>
            </p:txBody>
          </p:sp>
        </p:grpSp>
        <p:grpSp>
          <p:nvGrpSpPr>
            <p:cNvPr id="140" name="Group 13"/>
            <p:cNvGrpSpPr>
              <a:grpSpLocks noChangeAspect="1"/>
            </p:cNvGrpSpPr>
            <p:nvPr/>
          </p:nvGrpSpPr>
          <p:grpSpPr bwMode="auto">
            <a:xfrm>
              <a:off x="3561860" y="2220243"/>
              <a:ext cx="299430" cy="302965"/>
              <a:chOff x="2426" y="2781"/>
              <a:chExt cx="593" cy="600"/>
            </a:xfrm>
            <a:solidFill>
              <a:schemeClr val="bg2"/>
            </a:solidFill>
          </p:grpSpPr>
          <p:sp>
            <p:nvSpPr>
              <p:cNvPr id="141"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194"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sp>
          <p:nvSpPr>
            <p:cNvPr id="218" name="文本框 217"/>
            <p:cNvSpPr txBox="1"/>
            <p:nvPr/>
          </p:nvSpPr>
          <p:spPr>
            <a:xfrm>
              <a:off x="3402013" y="3308993"/>
              <a:ext cx="657225" cy="391478"/>
            </a:xfrm>
            <a:prstGeom prst="rect">
              <a:avLst/>
            </a:prstGeom>
            <a:noFill/>
          </p:spPr>
          <p:txBody>
            <a:bodyPr wrap="square" lIns="91440" tIns="45720" rIns="91440" bIns="45720" rtlCol="0">
              <a:spAutoFit/>
            </a:bodyPr>
            <a:lstStyle/>
            <a:p>
              <a:pPr algn="ctr"/>
              <a:r>
                <a:rPr lang="en-US" altLang="zh-CN" sz="2800" dirty="0">
                  <a:solidFill>
                    <a:schemeClr val="tx1"/>
                  </a:solidFill>
                  <a:latin typeface="Impact" panose="020B0806030902050204" pitchFamily="34" charset="0"/>
                </a:rPr>
                <a:t>02</a:t>
              </a:r>
            </a:p>
          </p:txBody>
        </p:sp>
      </p:grpSp>
      <p:grpSp>
        <p:nvGrpSpPr>
          <p:cNvPr id="4" name="组合 3"/>
          <p:cNvGrpSpPr/>
          <p:nvPr/>
        </p:nvGrpSpPr>
        <p:grpSpPr>
          <a:xfrm>
            <a:off x="6268051" y="2057953"/>
            <a:ext cx="1930401" cy="2894060"/>
            <a:chOff x="4700588" y="1543465"/>
            <a:chExt cx="1447801" cy="2170545"/>
          </a:xfrm>
        </p:grpSpPr>
        <p:grpSp>
          <p:nvGrpSpPr>
            <p:cNvPr id="102" name="组合 101"/>
            <p:cNvGrpSpPr/>
            <p:nvPr/>
          </p:nvGrpSpPr>
          <p:grpSpPr>
            <a:xfrm>
              <a:off x="4700588" y="1543465"/>
              <a:ext cx="1447801" cy="2170545"/>
              <a:chOff x="1874403" y="1921782"/>
              <a:chExt cx="1930401" cy="2894060"/>
            </a:xfrm>
          </p:grpSpPr>
          <p:grpSp>
            <p:nvGrpSpPr>
              <p:cNvPr id="121" name="组合 120"/>
              <p:cNvGrpSpPr/>
              <p:nvPr/>
            </p:nvGrpSpPr>
            <p:grpSpPr>
              <a:xfrm>
                <a:off x="1874403" y="2409826"/>
                <a:ext cx="1930401" cy="2406016"/>
                <a:chOff x="1874403" y="2409826"/>
                <a:chExt cx="1930401" cy="2406016"/>
              </a:xfrm>
            </p:grpSpPr>
            <p:sp>
              <p:nvSpPr>
                <p:cNvPr id="127" name="圆角矩形 126"/>
                <p:cNvSpPr/>
                <p:nvPr/>
              </p:nvSpPr>
              <p:spPr>
                <a:xfrm>
                  <a:off x="1874404" y="2409826"/>
                  <a:ext cx="1930400" cy="2400300"/>
                </a:xfrm>
                <a:prstGeom prst="roundRect">
                  <a:avLst>
                    <a:gd name="adj" fmla="val 5220"/>
                  </a:avLst>
                </a:prstGeom>
                <a:gradFill>
                  <a:gsLst>
                    <a:gs pos="0">
                      <a:schemeClr val="bg1"/>
                    </a:gs>
                    <a:gs pos="100000">
                      <a:schemeClr val="bg1">
                        <a:lumMod val="75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8" name="圆角矩形 127"/>
                <p:cNvSpPr/>
                <p:nvPr/>
              </p:nvSpPr>
              <p:spPr>
                <a:xfrm>
                  <a:off x="1874403" y="2415542"/>
                  <a:ext cx="1930400" cy="2400300"/>
                </a:xfrm>
                <a:prstGeom prst="roundRect">
                  <a:avLst>
                    <a:gd name="adj" fmla="val 5220"/>
                  </a:avLst>
                </a:prstGeom>
                <a:gradFill>
                  <a:gsLst>
                    <a:gs pos="100000">
                      <a:schemeClr val="bg1">
                        <a:lumMod val="97000"/>
                      </a:schemeClr>
                    </a:gs>
                    <a:gs pos="0">
                      <a:schemeClr val="bg1">
                        <a:lumMod val="87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122" name="任意多边形 121"/>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0">
                    <a:schemeClr val="bg1"/>
                  </a:gs>
                  <a:gs pos="100000">
                    <a:schemeClr val="bg1">
                      <a:lumMod val="80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3" name="任意多边形 122"/>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100000">
                    <a:schemeClr val="bg1">
                      <a:lumMod val="98000"/>
                    </a:schemeClr>
                  </a:gs>
                  <a:gs pos="0">
                    <a:schemeClr val="bg1">
                      <a:lumMod val="88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4" name="椭圆 123"/>
              <p:cNvSpPr/>
              <p:nvPr/>
            </p:nvSpPr>
            <p:spPr>
              <a:xfrm>
                <a:off x="2440888" y="2646300"/>
                <a:ext cx="797430" cy="797430"/>
              </a:xfrm>
              <a:prstGeom prst="ellipse">
                <a:avLst/>
              </a:prstGeom>
              <a:gradFill flip="none" rotWithShape="1">
                <a:gsLst>
                  <a:gs pos="100000">
                    <a:schemeClr val="bg1">
                      <a:lumMod val="100000"/>
                    </a:schemeClr>
                  </a:gs>
                  <a:gs pos="0">
                    <a:schemeClr val="bg1">
                      <a:lumMod val="72000"/>
                    </a:schemeClr>
                  </a:gs>
                </a:gsLst>
                <a:lin ang="2700000" scaled="1"/>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5" name="文本框 124"/>
              <p:cNvSpPr txBox="1"/>
              <p:nvPr/>
            </p:nvSpPr>
            <p:spPr>
              <a:xfrm>
                <a:off x="1942666" y="1978281"/>
                <a:ext cx="1793874" cy="375920"/>
              </a:xfrm>
              <a:prstGeom prst="rect">
                <a:avLst/>
              </a:prstGeom>
              <a:noFill/>
            </p:spPr>
            <p:txBody>
              <a:bodyPr wrap="square" rtlCol="0">
                <a:spAutoFit/>
              </a:bodyPr>
              <a:lstStyle/>
              <a:p>
                <a:pPr algn="ctr"/>
                <a:r>
                  <a:rPr lang="zh-CN" altLang="en-US" sz="1865" dirty="0">
                    <a:solidFill>
                      <a:schemeClr val="tx2"/>
                    </a:solidFill>
                    <a:latin typeface="时尚中黑简体" panose="01010104010101010101" pitchFamily="2" charset="-122"/>
                    <a:ea typeface="时尚中黑简体" panose="01010104010101010101" pitchFamily="2" charset="-122"/>
                  </a:rPr>
                  <a:t>在此添加标题</a:t>
                </a:r>
              </a:p>
            </p:txBody>
          </p:sp>
          <p:sp>
            <p:nvSpPr>
              <p:cNvPr id="126" name="文本框 125"/>
              <p:cNvSpPr txBox="1"/>
              <p:nvPr/>
            </p:nvSpPr>
            <p:spPr>
              <a:xfrm>
                <a:off x="1995606" y="3628749"/>
                <a:ext cx="1687992" cy="652780"/>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a:t>
                </a:r>
              </a:p>
            </p:txBody>
          </p:sp>
        </p:grpSp>
        <p:grpSp>
          <p:nvGrpSpPr>
            <p:cNvPr id="195" name="Group 18"/>
            <p:cNvGrpSpPr>
              <a:grpSpLocks noChangeAspect="1"/>
            </p:cNvGrpSpPr>
            <p:nvPr/>
          </p:nvGrpSpPr>
          <p:grpSpPr bwMode="auto">
            <a:xfrm>
              <a:off x="5267379" y="2226807"/>
              <a:ext cx="311044" cy="289836"/>
              <a:chOff x="3802" y="2858"/>
              <a:chExt cx="616" cy="574"/>
            </a:xfrm>
            <a:solidFill>
              <a:schemeClr val="tx2"/>
            </a:solidFill>
          </p:grpSpPr>
          <p:sp>
            <p:nvSpPr>
              <p:cNvPr id="196"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197"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198"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199"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200"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sp>
          <p:nvSpPr>
            <p:cNvPr id="219" name="文本框 218"/>
            <p:cNvSpPr txBox="1"/>
            <p:nvPr/>
          </p:nvSpPr>
          <p:spPr>
            <a:xfrm>
              <a:off x="5113337" y="3308993"/>
              <a:ext cx="657225" cy="391478"/>
            </a:xfrm>
            <a:prstGeom prst="rect">
              <a:avLst/>
            </a:prstGeom>
            <a:noFill/>
          </p:spPr>
          <p:txBody>
            <a:bodyPr wrap="square" lIns="91440" tIns="45720" rIns="91440" bIns="45720" rtlCol="0">
              <a:spAutoFit/>
            </a:bodyPr>
            <a:lstStyle/>
            <a:p>
              <a:pPr algn="ctr"/>
              <a:r>
                <a:rPr lang="en-US" altLang="zh-CN" sz="2800" dirty="0">
                  <a:solidFill>
                    <a:schemeClr val="tx1"/>
                  </a:solidFill>
                  <a:latin typeface="Impact" panose="020B0806030902050204" pitchFamily="34" charset="0"/>
                </a:rPr>
                <a:t>03</a:t>
              </a:r>
            </a:p>
          </p:txBody>
        </p:sp>
      </p:grpSp>
      <p:grpSp>
        <p:nvGrpSpPr>
          <p:cNvPr id="5" name="组合 4"/>
          <p:cNvGrpSpPr/>
          <p:nvPr/>
        </p:nvGrpSpPr>
        <p:grpSpPr>
          <a:xfrm>
            <a:off x="8541350" y="2057953"/>
            <a:ext cx="1930401" cy="2894060"/>
            <a:chOff x="6405562" y="1543465"/>
            <a:chExt cx="1447801" cy="2170545"/>
          </a:xfrm>
        </p:grpSpPr>
        <p:grpSp>
          <p:nvGrpSpPr>
            <p:cNvPr id="101" name="组合 100"/>
            <p:cNvGrpSpPr/>
            <p:nvPr/>
          </p:nvGrpSpPr>
          <p:grpSpPr>
            <a:xfrm>
              <a:off x="6405562" y="1543465"/>
              <a:ext cx="1447801" cy="2170545"/>
              <a:chOff x="1874403" y="1921782"/>
              <a:chExt cx="1930401" cy="2894060"/>
            </a:xfrm>
          </p:grpSpPr>
          <p:grpSp>
            <p:nvGrpSpPr>
              <p:cNvPr id="129" name="组合 128"/>
              <p:cNvGrpSpPr/>
              <p:nvPr/>
            </p:nvGrpSpPr>
            <p:grpSpPr>
              <a:xfrm>
                <a:off x="1874403" y="2409826"/>
                <a:ext cx="1930401" cy="2406016"/>
                <a:chOff x="1874403" y="2409826"/>
                <a:chExt cx="1930401" cy="2406016"/>
              </a:xfrm>
            </p:grpSpPr>
            <p:sp>
              <p:nvSpPr>
                <p:cNvPr id="135" name="圆角矩形 134"/>
                <p:cNvSpPr/>
                <p:nvPr/>
              </p:nvSpPr>
              <p:spPr>
                <a:xfrm>
                  <a:off x="1874404" y="2409826"/>
                  <a:ext cx="1930400" cy="2400300"/>
                </a:xfrm>
                <a:prstGeom prst="roundRect">
                  <a:avLst>
                    <a:gd name="adj" fmla="val 5220"/>
                  </a:avLst>
                </a:prstGeom>
                <a:gradFill>
                  <a:gsLst>
                    <a:gs pos="0">
                      <a:schemeClr val="bg1"/>
                    </a:gs>
                    <a:gs pos="100000">
                      <a:schemeClr val="bg1">
                        <a:lumMod val="75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6" name="圆角矩形 135"/>
                <p:cNvSpPr/>
                <p:nvPr/>
              </p:nvSpPr>
              <p:spPr>
                <a:xfrm>
                  <a:off x="1874403" y="2415542"/>
                  <a:ext cx="1930400" cy="2400300"/>
                </a:xfrm>
                <a:prstGeom prst="roundRect">
                  <a:avLst>
                    <a:gd name="adj" fmla="val 5220"/>
                  </a:avLst>
                </a:prstGeom>
                <a:gradFill>
                  <a:gsLst>
                    <a:gs pos="100000">
                      <a:schemeClr val="bg1">
                        <a:lumMod val="97000"/>
                      </a:schemeClr>
                    </a:gs>
                    <a:gs pos="0">
                      <a:schemeClr val="bg1">
                        <a:lumMod val="87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130" name="任意多边形 129"/>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0">
                    <a:schemeClr val="bg1"/>
                  </a:gs>
                  <a:gs pos="100000">
                    <a:schemeClr val="bg1">
                      <a:lumMod val="80000"/>
                    </a:schemeClr>
                  </a:gs>
                </a:gsLst>
                <a:lin ang="2700000" scaled="1"/>
              </a:gradFill>
              <a:ln>
                <a:noFill/>
              </a:ln>
              <a:effectLst>
                <a:outerShdw blurRad="1016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1" name="任意多边形 130"/>
              <p:cNvSpPr/>
              <p:nvPr/>
            </p:nvSpPr>
            <p:spPr>
              <a:xfrm>
                <a:off x="1874403" y="1921782"/>
                <a:ext cx="1930400" cy="638521"/>
              </a:xfrm>
              <a:custGeom>
                <a:avLst/>
                <a:gdLst>
                  <a:gd name="connsiteX0" fmla="*/ 50498 w 1930400"/>
                  <a:gd name="connsiteY0" fmla="*/ 0 h 638521"/>
                  <a:gd name="connsiteX1" fmla="*/ 1879902 w 1930400"/>
                  <a:gd name="connsiteY1" fmla="*/ 0 h 638521"/>
                  <a:gd name="connsiteX2" fmla="*/ 1930400 w 1930400"/>
                  <a:gd name="connsiteY2" fmla="*/ 50498 h 638521"/>
                  <a:gd name="connsiteX3" fmla="*/ 1930400 w 1930400"/>
                  <a:gd name="connsiteY3" fmla="*/ 442988 h 638521"/>
                  <a:gd name="connsiteX4" fmla="*/ 1879902 w 1930400"/>
                  <a:gd name="connsiteY4" fmla="*/ 493486 h 638521"/>
                  <a:gd name="connsiteX5" fmla="*/ 1124527 w 1930400"/>
                  <a:gd name="connsiteY5" fmla="*/ 493486 h 638521"/>
                  <a:gd name="connsiteX6" fmla="*/ 965200 w 1930400"/>
                  <a:gd name="connsiteY6" fmla="*/ 638521 h 638521"/>
                  <a:gd name="connsiteX7" fmla="*/ 805872 w 1930400"/>
                  <a:gd name="connsiteY7" fmla="*/ 493486 h 638521"/>
                  <a:gd name="connsiteX8" fmla="*/ 50498 w 1930400"/>
                  <a:gd name="connsiteY8" fmla="*/ 493486 h 638521"/>
                  <a:gd name="connsiteX9" fmla="*/ 0 w 1930400"/>
                  <a:gd name="connsiteY9" fmla="*/ 442988 h 638521"/>
                  <a:gd name="connsiteX10" fmla="*/ 0 w 1930400"/>
                  <a:gd name="connsiteY10" fmla="*/ 50498 h 638521"/>
                  <a:gd name="connsiteX11" fmla="*/ 50498 w 1930400"/>
                  <a:gd name="connsiteY11" fmla="*/ 0 h 63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0400" h="638521">
                    <a:moveTo>
                      <a:pt x="50498" y="0"/>
                    </a:moveTo>
                    <a:lnTo>
                      <a:pt x="1879902" y="0"/>
                    </a:lnTo>
                    <a:cubicBezTo>
                      <a:pt x="1907791" y="0"/>
                      <a:pt x="1930400" y="22609"/>
                      <a:pt x="1930400" y="50498"/>
                    </a:cubicBezTo>
                    <a:lnTo>
                      <a:pt x="1930400" y="442988"/>
                    </a:lnTo>
                    <a:cubicBezTo>
                      <a:pt x="1930400" y="470877"/>
                      <a:pt x="1907791" y="493486"/>
                      <a:pt x="1879902" y="493486"/>
                    </a:cubicBezTo>
                    <a:lnTo>
                      <a:pt x="1124527" y="493486"/>
                    </a:lnTo>
                    <a:lnTo>
                      <a:pt x="965200" y="638521"/>
                    </a:lnTo>
                    <a:lnTo>
                      <a:pt x="805872" y="493486"/>
                    </a:lnTo>
                    <a:lnTo>
                      <a:pt x="50498" y="493486"/>
                    </a:lnTo>
                    <a:cubicBezTo>
                      <a:pt x="22609" y="493486"/>
                      <a:pt x="0" y="470877"/>
                      <a:pt x="0" y="442988"/>
                    </a:cubicBezTo>
                    <a:lnTo>
                      <a:pt x="0" y="50498"/>
                    </a:lnTo>
                    <a:cubicBezTo>
                      <a:pt x="0" y="22609"/>
                      <a:pt x="22609" y="0"/>
                      <a:pt x="50498" y="0"/>
                    </a:cubicBezTo>
                    <a:close/>
                  </a:path>
                </a:pathLst>
              </a:custGeom>
              <a:gradFill>
                <a:gsLst>
                  <a:gs pos="100000">
                    <a:schemeClr val="bg1">
                      <a:lumMod val="98000"/>
                    </a:schemeClr>
                  </a:gs>
                  <a:gs pos="0">
                    <a:schemeClr val="bg1">
                      <a:lumMod val="88000"/>
                    </a:schemeClr>
                  </a:gs>
                </a:gsLst>
                <a:lin ang="2700000" scaled="1"/>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2" name="椭圆 131"/>
              <p:cNvSpPr/>
              <p:nvPr/>
            </p:nvSpPr>
            <p:spPr>
              <a:xfrm>
                <a:off x="2440888" y="2646300"/>
                <a:ext cx="797430" cy="797430"/>
              </a:xfrm>
              <a:prstGeom prst="ellipse">
                <a:avLst/>
              </a:prstGeom>
              <a:gradFill flip="none" rotWithShape="1">
                <a:gsLst>
                  <a:gs pos="100000">
                    <a:schemeClr val="bg1">
                      <a:lumMod val="100000"/>
                    </a:schemeClr>
                  </a:gs>
                  <a:gs pos="0">
                    <a:schemeClr val="bg1">
                      <a:lumMod val="72000"/>
                    </a:schemeClr>
                  </a:gs>
                </a:gsLst>
                <a:lin ang="2700000" scaled="1"/>
                <a:tileRect/>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3" name="文本框 132"/>
              <p:cNvSpPr txBox="1"/>
              <p:nvPr/>
            </p:nvSpPr>
            <p:spPr>
              <a:xfrm>
                <a:off x="1942666" y="1978281"/>
                <a:ext cx="1793874" cy="375920"/>
              </a:xfrm>
              <a:prstGeom prst="rect">
                <a:avLst/>
              </a:prstGeom>
              <a:noFill/>
            </p:spPr>
            <p:txBody>
              <a:bodyPr wrap="square" rtlCol="0">
                <a:spAutoFit/>
              </a:bodyPr>
              <a:lstStyle/>
              <a:p>
                <a:pPr algn="ctr"/>
                <a:r>
                  <a:rPr lang="zh-CN" altLang="en-US" sz="1865" dirty="0">
                    <a:solidFill>
                      <a:schemeClr val="bg2"/>
                    </a:solidFill>
                    <a:latin typeface="时尚中黑简体" panose="01010104010101010101" pitchFamily="2" charset="-122"/>
                    <a:ea typeface="时尚中黑简体" panose="01010104010101010101" pitchFamily="2" charset="-122"/>
                  </a:rPr>
                  <a:t>在此添加标题</a:t>
                </a:r>
              </a:p>
            </p:txBody>
          </p:sp>
          <p:sp>
            <p:nvSpPr>
              <p:cNvPr id="134" name="文本框 133"/>
              <p:cNvSpPr txBox="1"/>
              <p:nvPr/>
            </p:nvSpPr>
            <p:spPr>
              <a:xfrm>
                <a:off x="1995606" y="3628749"/>
                <a:ext cx="1687992" cy="652780"/>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a:t>
                </a:r>
              </a:p>
            </p:txBody>
          </p:sp>
        </p:grpSp>
        <p:grpSp>
          <p:nvGrpSpPr>
            <p:cNvPr id="201" name="Group 26"/>
            <p:cNvGrpSpPr>
              <a:grpSpLocks noChangeAspect="1"/>
            </p:cNvGrpSpPr>
            <p:nvPr/>
          </p:nvGrpSpPr>
          <p:grpSpPr bwMode="auto">
            <a:xfrm>
              <a:off x="6932969" y="2271951"/>
              <a:ext cx="402512" cy="199549"/>
              <a:chOff x="5676" y="2597"/>
              <a:chExt cx="1061" cy="526"/>
            </a:xfrm>
            <a:solidFill>
              <a:schemeClr val="bg2"/>
            </a:solidFill>
          </p:grpSpPr>
          <p:sp>
            <p:nvSpPr>
              <p:cNvPr id="202" name="Freeform 27"/>
              <p:cNvSpPr/>
              <p:nvPr/>
            </p:nvSpPr>
            <p:spPr bwMode="auto">
              <a:xfrm>
                <a:off x="5747" y="2597"/>
                <a:ext cx="181" cy="115"/>
              </a:xfrm>
              <a:custGeom>
                <a:avLst/>
                <a:gdLst>
                  <a:gd name="T0" fmla="*/ 25 w 76"/>
                  <a:gd name="T1" fmla="*/ 48 h 48"/>
                  <a:gd name="T2" fmla="*/ 64 w 76"/>
                  <a:gd name="T3" fmla="*/ 44 h 48"/>
                  <a:gd name="T4" fmla="*/ 76 w 76"/>
                  <a:gd name="T5" fmla="*/ 13 h 48"/>
                  <a:gd name="T6" fmla="*/ 39 w 76"/>
                  <a:gd name="T7" fmla="*/ 15 h 48"/>
                  <a:gd name="T8" fmla="*/ 23 w 76"/>
                  <a:gd name="T9" fmla="*/ 10 h 48"/>
                  <a:gd name="T10" fmla="*/ 7 w 76"/>
                  <a:gd name="T11" fmla="*/ 20 h 48"/>
                  <a:gd name="T12" fmla="*/ 25 w 76"/>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76" h="48">
                    <a:moveTo>
                      <a:pt x="25" y="48"/>
                    </a:moveTo>
                    <a:cubicBezTo>
                      <a:pt x="64" y="44"/>
                      <a:pt x="64" y="44"/>
                      <a:pt x="64" y="44"/>
                    </a:cubicBezTo>
                    <a:cubicBezTo>
                      <a:pt x="66" y="36"/>
                      <a:pt x="69" y="26"/>
                      <a:pt x="76" y="13"/>
                    </a:cubicBezTo>
                    <a:cubicBezTo>
                      <a:pt x="76" y="13"/>
                      <a:pt x="70" y="0"/>
                      <a:pt x="39" y="15"/>
                    </a:cubicBezTo>
                    <a:cubicBezTo>
                      <a:pt x="39" y="15"/>
                      <a:pt x="32" y="14"/>
                      <a:pt x="23" y="10"/>
                    </a:cubicBezTo>
                    <a:cubicBezTo>
                      <a:pt x="23" y="10"/>
                      <a:pt x="0" y="4"/>
                      <a:pt x="7" y="20"/>
                    </a:cubicBezTo>
                    <a:lnTo>
                      <a:pt x="25"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03" name="Freeform 28"/>
              <p:cNvSpPr>
                <a:spLocks noEditPoints="1"/>
              </p:cNvSpPr>
              <p:nvPr/>
            </p:nvSpPr>
            <p:spPr bwMode="auto">
              <a:xfrm>
                <a:off x="5759" y="2613"/>
                <a:ext cx="169" cy="101"/>
              </a:xfrm>
              <a:custGeom>
                <a:avLst/>
                <a:gdLst>
                  <a:gd name="T0" fmla="*/ 20 w 71"/>
                  <a:gd name="T1" fmla="*/ 42 h 42"/>
                  <a:gd name="T2" fmla="*/ 2 w 71"/>
                  <a:gd name="T3" fmla="*/ 13 h 42"/>
                  <a:gd name="T4" fmla="*/ 1 w 71"/>
                  <a:gd name="T5" fmla="*/ 4 h 42"/>
                  <a:gd name="T6" fmla="*/ 10 w 71"/>
                  <a:gd name="T7" fmla="*/ 1 h 42"/>
                  <a:gd name="T8" fmla="*/ 18 w 71"/>
                  <a:gd name="T9" fmla="*/ 2 h 42"/>
                  <a:gd name="T10" fmla="*/ 18 w 71"/>
                  <a:gd name="T11" fmla="*/ 2 h 42"/>
                  <a:gd name="T12" fmla="*/ 34 w 71"/>
                  <a:gd name="T13" fmla="*/ 8 h 42"/>
                  <a:gd name="T14" fmla="*/ 59 w 71"/>
                  <a:gd name="T15" fmla="*/ 0 h 42"/>
                  <a:gd name="T16" fmla="*/ 71 w 71"/>
                  <a:gd name="T17" fmla="*/ 6 h 42"/>
                  <a:gd name="T18" fmla="*/ 71 w 71"/>
                  <a:gd name="T19" fmla="*/ 6 h 42"/>
                  <a:gd name="T20" fmla="*/ 71 w 71"/>
                  <a:gd name="T21" fmla="*/ 6 h 42"/>
                  <a:gd name="T22" fmla="*/ 60 w 71"/>
                  <a:gd name="T23" fmla="*/ 37 h 42"/>
                  <a:gd name="T24" fmla="*/ 60 w 71"/>
                  <a:gd name="T25" fmla="*/ 37 h 42"/>
                  <a:gd name="T26" fmla="*/ 20 w 71"/>
                  <a:gd name="T27" fmla="*/ 42 h 42"/>
                  <a:gd name="T28" fmla="*/ 10 w 71"/>
                  <a:gd name="T29" fmla="*/ 2 h 42"/>
                  <a:gd name="T30" fmla="*/ 2 w 71"/>
                  <a:gd name="T31" fmla="*/ 5 h 42"/>
                  <a:gd name="T32" fmla="*/ 3 w 71"/>
                  <a:gd name="T33" fmla="*/ 13 h 42"/>
                  <a:gd name="T34" fmla="*/ 20 w 71"/>
                  <a:gd name="T35" fmla="*/ 40 h 42"/>
                  <a:gd name="T36" fmla="*/ 59 w 71"/>
                  <a:gd name="T37" fmla="*/ 36 h 42"/>
                  <a:gd name="T38" fmla="*/ 70 w 71"/>
                  <a:gd name="T39" fmla="*/ 6 h 42"/>
                  <a:gd name="T40" fmla="*/ 59 w 71"/>
                  <a:gd name="T41" fmla="*/ 1 h 42"/>
                  <a:gd name="T42" fmla="*/ 34 w 71"/>
                  <a:gd name="T43" fmla="*/ 9 h 42"/>
                  <a:gd name="T44" fmla="*/ 34 w 71"/>
                  <a:gd name="T45" fmla="*/ 9 h 42"/>
                  <a:gd name="T46" fmla="*/ 34 w 71"/>
                  <a:gd name="T47" fmla="*/ 9 h 42"/>
                  <a:gd name="T48" fmla="*/ 18 w 71"/>
                  <a:gd name="T49" fmla="*/ 3 h 42"/>
                  <a:gd name="T50" fmla="*/ 10 w 71"/>
                  <a:gd name="T51" fmla="*/ 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1" h="42">
                    <a:moveTo>
                      <a:pt x="20" y="42"/>
                    </a:moveTo>
                    <a:cubicBezTo>
                      <a:pt x="2" y="13"/>
                      <a:pt x="2" y="13"/>
                      <a:pt x="2" y="13"/>
                    </a:cubicBezTo>
                    <a:cubicBezTo>
                      <a:pt x="0" y="9"/>
                      <a:pt x="0" y="6"/>
                      <a:pt x="1" y="4"/>
                    </a:cubicBezTo>
                    <a:cubicBezTo>
                      <a:pt x="3" y="2"/>
                      <a:pt x="6" y="1"/>
                      <a:pt x="10" y="1"/>
                    </a:cubicBezTo>
                    <a:cubicBezTo>
                      <a:pt x="14" y="1"/>
                      <a:pt x="18" y="2"/>
                      <a:pt x="18" y="2"/>
                    </a:cubicBezTo>
                    <a:cubicBezTo>
                      <a:pt x="18" y="2"/>
                      <a:pt x="18" y="2"/>
                      <a:pt x="18" y="2"/>
                    </a:cubicBezTo>
                    <a:cubicBezTo>
                      <a:pt x="26" y="6"/>
                      <a:pt x="33" y="7"/>
                      <a:pt x="34" y="8"/>
                    </a:cubicBezTo>
                    <a:cubicBezTo>
                      <a:pt x="44" y="3"/>
                      <a:pt x="52" y="0"/>
                      <a:pt x="59" y="0"/>
                    </a:cubicBezTo>
                    <a:cubicBezTo>
                      <a:pt x="69" y="0"/>
                      <a:pt x="71" y="6"/>
                      <a:pt x="71" y="6"/>
                    </a:cubicBezTo>
                    <a:cubicBezTo>
                      <a:pt x="71" y="6"/>
                      <a:pt x="71" y="6"/>
                      <a:pt x="71" y="6"/>
                    </a:cubicBezTo>
                    <a:cubicBezTo>
                      <a:pt x="71" y="6"/>
                      <a:pt x="71" y="6"/>
                      <a:pt x="71" y="6"/>
                    </a:cubicBezTo>
                    <a:cubicBezTo>
                      <a:pt x="66" y="17"/>
                      <a:pt x="62" y="28"/>
                      <a:pt x="60" y="37"/>
                    </a:cubicBezTo>
                    <a:cubicBezTo>
                      <a:pt x="60" y="37"/>
                      <a:pt x="60" y="37"/>
                      <a:pt x="60" y="37"/>
                    </a:cubicBezTo>
                    <a:lnTo>
                      <a:pt x="20" y="42"/>
                    </a:lnTo>
                    <a:close/>
                    <a:moveTo>
                      <a:pt x="10" y="2"/>
                    </a:moveTo>
                    <a:cubicBezTo>
                      <a:pt x="7" y="2"/>
                      <a:pt x="4" y="3"/>
                      <a:pt x="2" y="5"/>
                    </a:cubicBezTo>
                    <a:cubicBezTo>
                      <a:pt x="1" y="7"/>
                      <a:pt x="1" y="9"/>
                      <a:pt x="3" y="13"/>
                    </a:cubicBezTo>
                    <a:cubicBezTo>
                      <a:pt x="20" y="40"/>
                      <a:pt x="20" y="40"/>
                      <a:pt x="20" y="40"/>
                    </a:cubicBezTo>
                    <a:cubicBezTo>
                      <a:pt x="59" y="36"/>
                      <a:pt x="59" y="36"/>
                      <a:pt x="59" y="36"/>
                    </a:cubicBezTo>
                    <a:cubicBezTo>
                      <a:pt x="61" y="27"/>
                      <a:pt x="64" y="17"/>
                      <a:pt x="70" y="6"/>
                    </a:cubicBezTo>
                    <a:cubicBezTo>
                      <a:pt x="70" y="5"/>
                      <a:pt x="67" y="1"/>
                      <a:pt x="59" y="1"/>
                    </a:cubicBezTo>
                    <a:cubicBezTo>
                      <a:pt x="52" y="1"/>
                      <a:pt x="44" y="4"/>
                      <a:pt x="34" y="9"/>
                    </a:cubicBezTo>
                    <a:cubicBezTo>
                      <a:pt x="34" y="9"/>
                      <a:pt x="34" y="9"/>
                      <a:pt x="34" y="9"/>
                    </a:cubicBezTo>
                    <a:cubicBezTo>
                      <a:pt x="34" y="9"/>
                      <a:pt x="34" y="9"/>
                      <a:pt x="34" y="9"/>
                    </a:cubicBezTo>
                    <a:cubicBezTo>
                      <a:pt x="34" y="9"/>
                      <a:pt x="27" y="8"/>
                      <a:pt x="18" y="3"/>
                    </a:cubicBezTo>
                    <a:cubicBezTo>
                      <a:pt x="17" y="3"/>
                      <a:pt x="14" y="2"/>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04" name="Freeform 29"/>
              <p:cNvSpPr/>
              <p:nvPr/>
            </p:nvSpPr>
            <p:spPr bwMode="auto">
              <a:xfrm>
                <a:off x="5795" y="2709"/>
                <a:ext cx="119" cy="43"/>
              </a:xfrm>
              <a:custGeom>
                <a:avLst/>
                <a:gdLst>
                  <a:gd name="T0" fmla="*/ 41 w 50"/>
                  <a:gd name="T1" fmla="*/ 0 h 18"/>
                  <a:gd name="T2" fmla="*/ 7 w 50"/>
                  <a:gd name="T3" fmla="*/ 4 h 18"/>
                  <a:gd name="T4" fmla="*/ 1 w 50"/>
                  <a:gd name="T5" fmla="*/ 12 h 18"/>
                  <a:gd name="T6" fmla="*/ 8 w 50"/>
                  <a:gd name="T7" fmla="*/ 17 h 18"/>
                  <a:gd name="T8" fmla="*/ 43 w 50"/>
                  <a:gd name="T9" fmla="*/ 14 h 18"/>
                  <a:gd name="T10" fmla="*/ 49 w 50"/>
                  <a:gd name="T11" fmla="*/ 6 h 18"/>
                  <a:gd name="T12" fmla="*/ 41 w 50"/>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50" h="18">
                    <a:moveTo>
                      <a:pt x="41" y="0"/>
                    </a:moveTo>
                    <a:cubicBezTo>
                      <a:pt x="7" y="4"/>
                      <a:pt x="7" y="4"/>
                      <a:pt x="7" y="4"/>
                    </a:cubicBezTo>
                    <a:cubicBezTo>
                      <a:pt x="3" y="5"/>
                      <a:pt x="0" y="8"/>
                      <a:pt x="1" y="12"/>
                    </a:cubicBezTo>
                    <a:cubicBezTo>
                      <a:pt x="1" y="15"/>
                      <a:pt x="5" y="18"/>
                      <a:pt x="8" y="17"/>
                    </a:cubicBezTo>
                    <a:cubicBezTo>
                      <a:pt x="43" y="14"/>
                      <a:pt x="43" y="14"/>
                      <a:pt x="43" y="14"/>
                    </a:cubicBezTo>
                    <a:cubicBezTo>
                      <a:pt x="47" y="13"/>
                      <a:pt x="50" y="10"/>
                      <a:pt x="49" y="6"/>
                    </a:cubicBezTo>
                    <a:cubicBezTo>
                      <a:pt x="49" y="3"/>
                      <a:pt x="45" y="0"/>
                      <a:pt x="4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05" name="Freeform 30"/>
              <p:cNvSpPr>
                <a:spLocks noEditPoints="1"/>
              </p:cNvSpPr>
              <p:nvPr/>
            </p:nvSpPr>
            <p:spPr bwMode="auto">
              <a:xfrm>
                <a:off x="5795" y="2707"/>
                <a:ext cx="119" cy="45"/>
              </a:xfrm>
              <a:custGeom>
                <a:avLst/>
                <a:gdLst>
                  <a:gd name="T0" fmla="*/ 8 w 50"/>
                  <a:gd name="T1" fmla="*/ 19 h 19"/>
                  <a:gd name="T2" fmla="*/ 0 w 50"/>
                  <a:gd name="T3" fmla="*/ 13 h 19"/>
                  <a:gd name="T4" fmla="*/ 2 w 50"/>
                  <a:gd name="T5" fmla="*/ 7 h 19"/>
                  <a:gd name="T6" fmla="*/ 7 w 50"/>
                  <a:gd name="T7" fmla="*/ 5 h 19"/>
                  <a:gd name="T8" fmla="*/ 41 w 50"/>
                  <a:gd name="T9" fmla="*/ 1 h 19"/>
                  <a:gd name="T10" fmla="*/ 50 w 50"/>
                  <a:gd name="T11" fmla="*/ 7 h 19"/>
                  <a:gd name="T12" fmla="*/ 48 w 50"/>
                  <a:gd name="T13" fmla="*/ 12 h 19"/>
                  <a:gd name="T14" fmla="*/ 43 w 50"/>
                  <a:gd name="T15" fmla="*/ 15 h 19"/>
                  <a:gd name="T16" fmla="*/ 9 w 50"/>
                  <a:gd name="T17" fmla="*/ 19 h 19"/>
                  <a:gd name="T18" fmla="*/ 8 w 50"/>
                  <a:gd name="T19" fmla="*/ 19 h 19"/>
                  <a:gd name="T20" fmla="*/ 42 w 50"/>
                  <a:gd name="T21" fmla="*/ 2 h 19"/>
                  <a:gd name="T22" fmla="*/ 41 w 50"/>
                  <a:gd name="T23" fmla="*/ 2 h 19"/>
                  <a:gd name="T24" fmla="*/ 7 w 50"/>
                  <a:gd name="T25" fmla="*/ 6 h 19"/>
                  <a:gd name="T26" fmla="*/ 3 w 50"/>
                  <a:gd name="T27" fmla="*/ 8 h 19"/>
                  <a:gd name="T28" fmla="*/ 1 w 50"/>
                  <a:gd name="T29" fmla="*/ 12 h 19"/>
                  <a:gd name="T30" fmla="*/ 8 w 50"/>
                  <a:gd name="T31" fmla="*/ 18 h 19"/>
                  <a:gd name="T32" fmla="*/ 43 w 50"/>
                  <a:gd name="T33" fmla="*/ 14 h 19"/>
                  <a:gd name="T34" fmla="*/ 47 w 50"/>
                  <a:gd name="T35" fmla="*/ 12 h 19"/>
                  <a:gd name="T36" fmla="*/ 49 w 50"/>
                  <a:gd name="T37" fmla="*/ 7 h 19"/>
                  <a:gd name="T38" fmla="*/ 42 w 50"/>
                  <a:gd name="T3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9">
                    <a:moveTo>
                      <a:pt x="8" y="19"/>
                    </a:moveTo>
                    <a:cubicBezTo>
                      <a:pt x="4" y="19"/>
                      <a:pt x="0" y="16"/>
                      <a:pt x="0" y="13"/>
                    </a:cubicBezTo>
                    <a:cubicBezTo>
                      <a:pt x="0" y="11"/>
                      <a:pt x="0" y="9"/>
                      <a:pt x="2" y="7"/>
                    </a:cubicBezTo>
                    <a:cubicBezTo>
                      <a:pt x="3" y="6"/>
                      <a:pt x="5" y="5"/>
                      <a:pt x="7" y="5"/>
                    </a:cubicBezTo>
                    <a:cubicBezTo>
                      <a:pt x="41" y="1"/>
                      <a:pt x="41" y="1"/>
                      <a:pt x="41" y="1"/>
                    </a:cubicBezTo>
                    <a:cubicBezTo>
                      <a:pt x="45" y="0"/>
                      <a:pt x="49" y="3"/>
                      <a:pt x="50" y="7"/>
                    </a:cubicBezTo>
                    <a:cubicBezTo>
                      <a:pt x="50" y="9"/>
                      <a:pt x="49" y="11"/>
                      <a:pt x="48" y="12"/>
                    </a:cubicBezTo>
                    <a:cubicBezTo>
                      <a:pt x="47" y="14"/>
                      <a:pt x="45" y="15"/>
                      <a:pt x="43" y="15"/>
                    </a:cubicBezTo>
                    <a:cubicBezTo>
                      <a:pt x="9" y="19"/>
                      <a:pt x="9" y="19"/>
                      <a:pt x="9" y="19"/>
                    </a:cubicBezTo>
                    <a:cubicBezTo>
                      <a:pt x="8" y="19"/>
                      <a:pt x="8" y="19"/>
                      <a:pt x="8" y="19"/>
                    </a:cubicBezTo>
                    <a:close/>
                    <a:moveTo>
                      <a:pt x="42" y="2"/>
                    </a:moveTo>
                    <a:cubicBezTo>
                      <a:pt x="42" y="2"/>
                      <a:pt x="42" y="2"/>
                      <a:pt x="41" y="2"/>
                    </a:cubicBezTo>
                    <a:cubicBezTo>
                      <a:pt x="7" y="6"/>
                      <a:pt x="7" y="6"/>
                      <a:pt x="7" y="6"/>
                    </a:cubicBezTo>
                    <a:cubicBezTo>
                      <a:pt x="5" y="6"/>
                      <a:pt x="4" y="7"/>
                      <a:pt x="3" y="8"/>
                    </a:cubicBezTo>
                    <a:cubicBezTo>
                      <a:pt x="1" y="9"/>
                      <a:pt x="1" y="11"/>
                      <a:pt x="1" y="12"/>
                    </a:cubicBezTo>
                    <a:cubicBezTo>
                      <a:pt x="2" y="16"/>
                      <a:pt x="5" y="18"/>
                      <a:pt x="8" y="18"/>
                    </a:cubicBezTo>
                    <a:cubicBezTo>
                      <a:pt x="43" y="14"/>
                      <a:pt x="43" y="14"/>
                      <a:pt x="43" y="14"/>
                    </a:cubicBezTo>
                    <a:cubicBezTo>
                      <a:pt x="45" y="14"/>
                      <a:pt x="46" y="13"/>
                      <a:pt x="47" y="12"/>
                    </a:cubicBezTo>
                    <a:cubicBezTo>
                      <a:pt x="48" y="10"/>
                      <a:pt x="49" y="9"/>
                      <a:pt x="49" y="7"/>
                    </a:cubicBezTo>
                    <a:cubicBezTo>
                      <a:pt x="48" y="4"/>
                      <a:pt x="45" y="2"/>
                      <a:pt x="4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06" name="Freeform 31"/>
              <p:cNvSpPr>
                <a:spLocks noEditPoints="1"/>
              </p:cNvSpPr>
              <p:nvPr/>
            </p:nvSpPr>
            <p:spPr bwMode="auto">
              <a:xfrm>
                <a:off x="5676" y="2752"/>
                <a:ext cx="424" cy="371"/>
              </a:xfrm>
              <a:custGeom>
                <a:avLst/>
                <a:gdLst>
                  <a:gd name="T0" fmla="*/ 153 w 178"/>
                  <a:gd name="T1" fmla="*/ 137 h 155"/>
                  <a:gd name="T2" fmla="*/ 157 w 178"/>
                  <a:gd name="T3" fmla="*/ 137 h 155"/>
                  <a:gd name="T4" fmla="*/ 165 w 178"/>
                  <a:gd name="T5" fmla="*/ 138 h 155"/>
                  <a:gd name="T6" fmla="*/ 168 w 178"/>
                  <a:gd name="T7" fmla="*/ 139 h 155"/>
                  <a:gd name="T8" fmla="*/ 176 w 178"/>
                  <a:gd name="T9" fmla="*/ 135 h 155"/>
                  <a:gd name="T10" fmla="*/ 172 w 178"/>
                  <a:gd name="T11" fmla="*/ 128 h 155"/>
                  <a:gd name="T12" fmla="*/ 166 w 178"/>
                  <a:gd name="T13" fmla="*/ 105 h 155"/>
                  <a:gd name="T14" fmla="*/ 134 w 178"/>
                  <a:gd name="T15" fmla="*/ 34 h 155"/>
                  <a:gd name="T16" fmla="*/ 95 w 178"/>
                  <a:gd name="T17" fmla="*/ 2 h 155"/>
                  <a:gd name="T18" fmla="*/ 94 w 178"/>
                  <a:gd name="T19" fmla="*/ 0 h 155"/>
                  <a:gd name="T20" fmla="*/ 58 w 178"/>
                  <a:gd name="T21" fmla="*/ 4 h 155"/>
                  <a:gd name="T22" fmla="*/ 35 w 178"/>
                  <a:gd name="T23" fmla="*/ 37 h 155"/>
                  <a:gd name="T24" fmla="*/ 21 w 178"/>
                  <a:gd name="T25" fmla="*/ 133 h 155"/>
                  <a:gd name="T26" fmla="*/ 15 w 178"/>
                  <a:gd name="T27" fmla="*/ 148 h 155"/>
                  <a:gd name="T28" fmla="*/ 15 w 178"/>
                  <a:gd name="T29" fmla="*/ 153 h 155"/>
                  <a:gd name="T30" fmla="*/ 24 w 178"/>
                  <a:gd name="T31" fmla="*/ 153 h 155"/>
                  <a:gd name="T32" fmla="*/ 36 w 178"/>
                  <a:gd name="T33" fmla="*/ 150 h 155"/>
                  <a:gd name="T34" fmla="*/ 36 w 178"/>
                  <a:gd name="T35" fmla="*/ 150 h 155"/>
                  <a:gd name="T36" fmla="*/ 36 w 178"/>
                  <a:gd name="T37" fmla="*/ 150 h 155"/>
                  <a:gd name="T38" fmla="*/ 68 w 178"/>
                  <a:gd name="T39" fmla="*/ 153 h 155"/>
                  <a:gd name="T40" fmla="*/ 153 w 178"/>
                  <a:gd name="T41" fmla="*/ 137 h 155"/>
                  <a:gd name="T42" fmla="*/ 67 w 178"/>
                  <a:gd name="T43" fmla="*/ 57 h 155"/>
                  <a:gd name="T44" fmla="*/ 81 w 178"/>
                  <a:gd name="T45" fmla="*/ 50 h 155"/>
                  <a:gd name="T46" fmla="*/ 80 w 178"/>
                  <a:gd name="T47" fmla="*/ 42 h 155"/>
                  <a:gd name="T48" fmla="*/ 86 w 178"/>
                  <a:gd name="T49" fmla="*/ 41 h 155"/>
                  <a:gd name="T50" fmla="*/ 88 w 178"/>
                  <a:gd name="T51" fmla="*/ 49 h 155"/>
                  <a:gd name="T52" fmla="*/ 102 w 178"/>
                  <a:gd name="T53" fmla="*/ 50 h 155"/>
                  <a:gd name="T54" fmla="*/ 100 w 178"/>
                  <a:gd name="T55" fmla="*/ 55 h 155"/>
                  <a:gd name="T56" fmla="*/ 75 w 178"/>
                  <a:gd name="T57" fmla="*/ 62 h 155"/>
                  <a:gd name="T58" fmla="*/ 92 w 178"/>
                  <a:gd name="T59" fmla="*/ 70 h 155"/>
                  <a:gd name="T60" fmla="*/ 106 w 178"/>
                  <a:gd name="T61" fmla="*/ 92 h 155"/>
                  <a:gd name="T62" fmla="*/ 93 w 178"/>
                  <a:gd name="T63" fmla="*/ 98 h 155"/>
                  <a:gd name="T64" fmla="*/ 94 w 178"/>
                  <a:gd name="T65" fmla="*/ 106 h 155"/>
                  <a:gd name="T66" fmla="*/ 87 w 178"/>
                  <a:gd name="T67" fmla="*/ 107 h 155"/>
                  <a:gd name="T68" fmla="*/ 86 w 178"/>
                  <a:gd name="T69" fmla="*/ 99 h 155"/>
                  <a:gd name="T70" fmla="*/ 69 w 178"/>
                  <a:gd name="T71" fmla="*/ 97 h 155"/>
                  <a:gd name="T72" fmla="*/ 70 w 178"/>
                  <a:gd name="T73" fmla="*/ 92 h 155"/>
                  <a:gd name="T74" fmla="*/ 97 w 178"/>
                  <a:gd name="T75" fmla="*/ 90 h 155"/>
                  <a:gd name="T76" fmla="*/ 93 w 178"/>
                  <a:gd name="T77" fmla="*/ 78 h 155"/>
                  <a:gd name="T78" fmla="*/ 78 w 178"/>
                  <a:gd name="T79" fmla="*/ 74 h 155"/>
                  <a:gd name="T80" fmla="*/ 67 w 178"/>
                  <a:gd name="T81" fmla="*/ 5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8" h="155">
                    <a:moveTo>
                      <a:pt x="153" y="137"/>
                    </a:moveTo>
                    <a:cubicBezTo>
                      <a:pt x="153" y="137"/>
                      <a:pt x="154" y="137"/>
                      <a:pt x="157" y="137"/>
                    </a:cubicBezTo>
                    <a:cubicBezTo>
                      <a:pt x="160" y="137"/>
                      <a:pt x="162" y="137"/>
                      <a:pt x="165" y="138"/>
                    </a:cubicBezTo>
                    <a:cubicBezTo>
                      <a:pt x="165" y="138"/>
                      <a:pt x="166" y="139"/>
                      <a:pt x="168" y="139"/>
                    </a:cubicBezTo>
                    <a:cubicBezTo>
                      <a:pt x="172" y="139"/>
                      <a:pt x="174" y="137"/>
                      <a:pt x="176" y="135"/>
                    </a:cubicBezTo>
                    <a:cubicBezTo>
                      <a:pt x="176" y="135"/>
                      <a:pt x="178" y="132"/>
                      <a:pt x="172" y="128"/>
                    </a:cubicBezTo>
                    <a:cubicBezTo>
                      <a:pt x="172" y="128"/>
                      <a:pt x="162" y="123"/>
                      <a:pt x="166" y="105"/>
                    </a:cubicBezTo>
                    <a:cubicBezTo>
                      <a:pt x="166" y="105"/>
                      <a:pt x="171" y="57"/>
                      <a:pt x="134" y="34"/>
                    </a:cubicBezTo>
                    <a:cubicBezTo>
                      <a:pt x="133" y="33"/>
                      <a:pt x="96" y="10"/>
                      <a:pt x="95" y="2"/>
                    </a:cubicBezTo>
                    <a:cubicBezTo>
                      <a:pt x="95" y="2"/>
                      <a:pt x="95" y="1"/>
                      <a:pt x="94" y="0"/>
                    </a:cubicBezTo>
                    <a:cubicBezTo>
                      <a:pt x="58" y="4"/>
                      <a:pt x="58" y="4"/>
                      <a:pt x="58" y="4"/>
                    </a:cubicBezTo>
                    <a:cubicBezTo>
                      <a:pt x="54" y="12"/>
                      <a:pt x="46" y="24"/>
                      <a:pt x="35" y="37"/>
                    </a:cubicBezTo>
                    <a:cubicBezTo>
                      <a:pt x="35" y="37"/>
                      <a:pt x="0" y="78"/>
                      <a:pt x="21" y="133"/>
                    </a:cubicBezTo>
                    <a:cubicBezTo>
                      <a:pt x="21" y="134"/>
                      <a:pt x="22" y="137"/>
                      <a:pt x="15" y="148"/>
                    </a:cubicBezTo>
                    <a:cubicBezTo>
                      <a:pt x="15" y="148"/>
                      <a:pt x="14" y="151"/>
                      <a:pt x="15" y="153"/>
                    </a:cubicBezTo>
                    <a:cubicBezTo>
                      <a:pt x="16" y="155"/>
                      <a:pt x="19" y="155"/>
                      <a:pt x="24" y="153"/>
                    </a:cubicBezTo>
                    <a:cubicBezTo>
                      <a:pt x="24" y="153"/>
                      <a:pt x="28" y="151"/>
                      <a:pt x="36" y="150"/>
                    </a:cubicBezTo>
                    <a:cubicBezTo>
                      <a:pt x="36" y="150"/>
                      <a:pt x="36" y="150"/>
                      <a:pt x="36" y="150"/>
                    </a:cubicBezTo>
                    <a:cubicBezTo>
                      <a:pt x="36" y="150"/>
                      <a:pt x="36" y="150"/>
                      <a:pt x="36" y="150"/>
                    </a:cubicBezTo>
                    <a:cubicBezTo>
                      <a:pt x="36" y="150"/>
                      <a:pt x="49" y="153"/>
                      <a:pt x="68" y="153"/>
                    </a:cubicBezTo>
                    <a:cubicBezTo>
                      <a:pt x="88" y="153"/>
                      <a:pt x="119" y="150"/>
                      <a:pt x="153" y="137"/>
                    </a:cubicBezTo>
                    <a:close/>
                    <a:moveTo>
                      <a:pt x="67" y="57"/>
                    </a:moveTo>
                    <a:cubicBezTo>
                      <a:pt x="67" y="57"/>
                      <a:pt x="69" y="52"/>
                      <a:pt x="81" y="50"/>
                    </a:cubicBezTo>
                    <a:cubicBezTo>
                      <a:pt x="80" y="42"/>
                      <a:pt x="80" y="42"/>
                      <a:pt x="80" y="42"/>
                    </a:cubicBezTo>
                    <a:cubicBezTo>
                      <a:pt x="86" y="41"/>
                      <a:pt x="86" y="41"/>
                      <a:pt x="86" y="41"/>
                    </a:cubicBezTo>
                    <a:cubicBezTo>
                      <a:pt x="88" y="49"/>
                      <a:pt x="88" y="49"/>
                      <a:pt x="88" y="49"/>
                    </a:cubicBezTo>
                    <a:cubicBezTo>
                      <a:pt x="88" y="49"/>
                      <a:pt x="96" y="48"/>
                      <a:pt x="102" y="50"/>
                    </a:cubicBezTo>
                    <a:cubicBezTo>
                      <a:pt x="100" y="55"/>
                      <a:pt x="100" y="55"/>
                      <a:pt x="100" y="55"/>
                    </a:cubicBezTo>
                    <a:cubicBezTo>
                      <a:pt x="100" y="55"/>
                      <a:pt x="78" y="52"/>
                      <a:pt x="75" y="62"/>
                    </a:cubicBezTo>
                    <a:cubicBezTo>
                      <a:pt x="75" y="62"/>
                      <a:pt x="73" y="69"/>
                      <a:pt x="92" y="70"/>
                    </a:cubicBezTo>
                    <a:cubicBezTo>
                      <a:pt x="92" y="70"/>
                      <a:pt x="119" y="73"/>
                      <a:pt x="106" y="92"/>
                    </a:cubicBezTo>
                    <a:cubicBezTo>
                      <a:pt x="106" y="92"/>
                      <a:pt x="102" y="97"/>
                      <a:pt x="93" y="98"/>
                    </a:cubicBezTo>
                    <a:cubicBezTo>
                      <a:pt x="94" y="106"/>
                      <a:pt x="94" y="106"/>
                      <a:pt x="94" y="106"/>
                    </a:cubicBezTo>
                    <a:cubicBezTo>
                      <a:pt x="87" y="107"/>
                      <a:pt x="87" y="107"/>
                      <a:pt x="87" y="107"/>
                    </a:cubicBezTo>
                    <a:cubicBezTo>
                      <a:pt x="86" y="99"/>
                      <a:pt x="86" y="99"/>
                      <a:pt x="86" y="99"/>
                    </a:cubicBezTo>
                    <a:cubicBezTo>
                      <a:pt x="86" y="99"/>
                      <a:pt x="75" y="100"/>
                      <a:pt x="69" y="97"/>
                    </a:cubicBezTo>
                    <a:cubicBezTo>
                      <a:pt x="70" y="92"/>
                      <a:pt x="70" y="92"/>
                      <a:pt x="70" y="92"/>
                    </a:cubicBezTo>
                    <a:cubicBezTo>
                      <a:pt x="70" y="92"/>
                      <a:pt x="84" y="98"/>
                      <a:pt x="97" y="90"/>
                    </a:cubicBezTo>
                    <a:cubicBezTo>
                      <a:pt x="97" y="90"/>
                      <a:pt x="108" y="82"/>
                      <a:pt x="93" y="78"/>
                    </a:cubicBezTo>
                    <a:cubicBezTo>
                      <a:pt x="93" y="78"/>
                      <a:pt x="85" y="76"/>
                      <a:pt x="78" y="74"/>
                    </a:cubicBezTo>
                    <a:cubicBezTo>
                      <a:pt x="78" y="74"/>
                      <a:pt x="60" y="70"/>
                      <a:pt x="67"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07" name="Freeform 32"/>
              <p:cNvSpPr/>
              <p:nvPr/>
            </p:nvSpPr>
            <p:spPr bwMode="auto">
              <a:xfrm>
                <a:off x="6433" y="2606"/>
                <a:ext cx="176" cy="108"/>
              </a:xfrm>
              <a:custGeom>
                <a:avLst/>
                <a:gdLst>
                  <a:gd name="T0" fmla="*/ 21 w 74"/>
                  <a:gd name="T1" fmla="*/ 45 h 45"/>
                  <a:gd name="T2" fmla="*/ 60 w 74"/>
                  <a:gd name="T3" fmla="*/ 44 h 45"/>
                  <a:gd name="T4" fmla="*/ 74 w 74"/>
                  <a:gd name="T5" fmla="*/ 15 h 45"/>
                  <a:gd name="T6" fmla="*/ 38 w 74"/>
                  <a:gd name="T7" fmla="*/ 14 h 45"/>
                  <a:gd name="T8" fmla="*/ 23 w 74"/>
                  <a:gd name="T9" fmla="*/ 8 h 45"/>
                  <a:gd name="T10" fmla="*/ 6 w 74"/>
                  <a:gd name="T11" fmla="*/ 17 h 45"/>
                  <a:gd name="T12" fmla="*/ 21 w 74"/>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74" h="45">
                    <a:moveTo>
                      <a:pt x="21" y="45"/>
                    </a:moveTo>
                    <a:cubicBezTo>
                      <a:pt x="60" y="44"/>
                      <a:pt x="60" y="44"/>
                      <a:pt x="60" y="44"/>
                    </a:cubicBezTo>
                    <a:cubicBezTo>
                      <a:pt x="62" y="37"/>
                      <a:pt x="66" y="27"/>
                      <a:pt x="74" y="15"/>
                    </a:cubicBezTo>
                    <a:cubicBezTo>
                      <a:pt x="74" y="15"/>
                      <a:pt x="69" y="2"/>
                      <a:pt x="38" y="14"/>
                    </a:cubicBezTo>
                    <a:cubicBezTo>
                      <a:pt x="38" y="14"/>
                      <a:pt x="31" y="13"/>
                      <a:pt x="23" y="8"/>
                    </a:cubicBezTo>
                    <a:cubicBezTo>
                      <a:pt x="23" y="8"/>
                      <a:pt x="0" y="0"/>
                      <a:pt x="6" y="17"/>
                    </a:cubicBezTo>
                    <a:lnTo>
                      <a:pt x="21"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08" name="Freeform 33"/>
              <p:cNvSpPr>
                <a:spLocks noEditPoints="1"/>
              </p:cNvSpPr>
              <p:nvPr/>
            </p:nvSpPr>
            <p:spPr bwMode="auto">
              <a:xfrm>
                <a:off x="6442" y="2621"/>
                <a:ext cx="167" cy="95"/>
              </a:xfrm>
              <a:custGeom>
                <a:avLst/>
                <a:gdLst>
                  <a:gd name="T0" fmla="*/ 17 w 70"/>
                  <a:gd name="T1" fmla="*/ 40 h 40"/>
                  <a:gd name="T2" fmla="*/ 2 w 70"/>
                  <a:gd name="T3" fmla="*/ 11 h 40"/>
                  <a:gd name="T4" fmla="*/ 2 w 70"/>
                  <a:gd name="T5" fmla="*/ 2 h 40"/>
                  <a:gd name="T6" fmla="*/ 9 w 70"/>
                  <a:gd name="T7" fmla="*/ 0 h 40"/>
                  <a:gd name="T8" fmla="*/ 19 w 70"/>
                  <a:gd name="T9" fmla="*/ 1 h 40"/>
                  <a:gd name="T10" fmla="*/ 19 w 70"/>
                  <a:gd name="T11" fmla="*/ 1 h 40"/>
                  <a:gd name="T12" fmla="*/ 34 w 70"/>
                  <a:gd name="T13" fmla="*/ 8 h 40"/>
                  <a:gd name="T14" fmla="*/ 56 w 70"/>
                  <a:gd name="T15" fmla="*/ 2 h 40"/>
                  <a:gd name="T16" fmla="*/ 70 w 70"/>
                  <a:gd name="T17" fmla="*/ 9 h 40"/>
                  <a:gd name="T18" fmla="*/ 70 w 70"/>
                  <a:gd name="T19" fmla="*/ 9 h 40"/>
                  <a:gd name="T20" fmla="*/ 70 w 70"/>
                  <a:gd name="T21" fmla="*/ 10 h 40"/>
                  <a:gd name="T22" fmla="*/ 56 w 70"/>
                  <a:gd name="T23" fmla="*/ 39 h 40"/>
                  <a:gd name="T24" fmla="*/ 56 w 70"/>
                  <a:gd name="T25" fmla="*/ 39 h 40"/>
                  <a:gd name="T26" fmla="*/ 17 w 70"/>
                  <a:gd name="T27" fmla="*/ 40 h 40"/>
                  <a:gd name="T28" fmla="*/ 9 w 70"/>
                  <a:gd name="T29" fmla="*/ 1 h 40"/>
                  <a:gd name="T30" fmla="*/ 3 w 70"/>
                  <a:gd name="T31" fmla="*/ 3 h 40"/>
                  <a:gd name="T32" fmla="*/ 3 w 70"/>
                  <a:gd name="T33" fmla="*/ 11 h 40"/>
                  <a:gd name="T34" fmla="*/ 17 w 70"/>
                  <a:gd name="T35" fmla="*/ 39 h 40"/>
                  <a:gd name="T36" fmla="*/ 55 w 70"/>
                  <a:gd name="T37" fmla="*/ 38 h 40"/>
                  <a:gd name="T38" fmla="*/ 69 w 70"/>
                  <a:gd name="T39" fmla="*/ 9 h 40"/>
                  <a:gd name="T40" fmla="*/ 56 w 70"/>
                  <a:gd name="T41" fmla="*/ 4 h 40"/>
                  <a:gd name="T42" fmla="*/ 34 w 70"/>
                  <a:gd name="T43" fmla="*/ 9 h 40"/>
                  <a:gd name="T44" fmla="*/ 34 w 70"/>
                  <a:gd name="T45" fmla="*/ 9 h 40"/>
                  <a:gd name="T46" fmla="*/ 34 w 70"/>
                  <a:gd name="T47" fmla="*/ 9 h 40"/>
                  <a:gd name="T48" fmla="*/ 18 w 70"/>
                  <a:gd name="T49" fmla="*/ 2 h 40"/>
                  <a:gd name="T50" fmla="*/ 9 w 70"/>
                  <a:gd name="T51" fmla="*/ 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40">
                    <a:moveTo>
                      <a:pt x="17" y="40"/>
                    </a:moveTo>
                    <a:cubicBezTo>
                      <a:pt x="2" y="11"/>
                      <a:pt x="2" y="11"/>
                      <a:pt x="2" y="11"/>
                    </a:cubicBezTo>
                    <a:cubicBezTo>
                      <a:pt x="0" y="7"/>
                      <a:pt x="0" y="4"/>
                      <a:pt x="2" y="2"/>
                    </a:cubicBezTo>
                    <a:cubicBezTo>
                      <a:pt x="3" y="0"/>
                      <a:pt x="5" y="0"/>
                      <a:pt x="9" y="0"/>
                    </a:cubicBezTo>
                    <a:cubicBezTo>
                      <a:pt x="14" y="0"/>
                      <a:pt x="19" y="1"/>
                      <a:pt x="19" y="1"/>
                    </a:cubicBezTo>
                    <a:cubicBezTo>
                      <a:pt x="19" y="1"/>
                      <a:pt x="19" y="1"/>
                      <a:pt x="19" y="1"/>
                    </a:cubicBezTo>
                    <a:cubicBezTo>
                      <a:pt x="26" y="6"/>
                      <a:pt x="33" y="8"/>
                      <a:pt x="34" y="8"/>
                    </a:cubicBezTo>
                    <a:cubicBezTo>
                      <a:pt x="43" y="4"/>
                      <a:pt x="50" y="2"/>
                      <a:pt x="56" y="2"/>
                    </a:cubicBezTo>
                    <a:cubicBezTo>
                      <a:pt x="68" y="2"/>
                      <a:pt x="70" y="9"/>
                      <a:pt x="70" y="9"/>
                    </a:cubicBezTo>
                    <a:cubicBezTo>
                      <a:pt x="70" y="9"/>
                      <a:pt x="70" y="9"/>
                      <a:pt x="70" y="9"/>
                    </a:cubicBezTo>
                    <a:cubicBezTo>
                      <a:pt x="70" y="10"/>
                      <a:pt x="70" y="10"/>
                      <a:pt x="70" y="10"/>
                    </a:cubicBezTo>
                    <a:cubicBezTo>
                      <a:pt x="64" y="20"/>
                      <a:pt x="59" y="30"/>
                      <a:pt x="56" y="39"/>
                    </a:cubicBezTo>
                    <a:cubicBezTo>
                      <a:pt x="56" y="39"/>
                      <a:pt x="56" y="39"/>
                      <a:pt x="56" y="39"/>
                    </a:cubicBezTo>
                    <a:lnTo>
                      <a:pt x="17" y="40"/>
                    </a:lnTo>
                    <a:close/>
                    <a:moveTo>
                      <a:pt x="9" y="1"/>
                    </a:moveTo>
                    <a:cubicBezTo>
                      <a:pt x="6" y="1"/>
                      <a:pt x="4" y="1"/>
                      <a:pt x="3" y="3"/>
                    </a:cubicBezTo>
                    <a:cubicBezTo>
                      <a:pt x="1" y="4"/>
                      <a:pt x="1" y="7"/>
                      <a:pt x="3" y="11"/>
                    </a:cubicBezTo>
                    <a:cubicBezTo>
                      <a:pt x="17" y="39"/>
                      <a:pt x="17" y="39"/>
                      <a:pt x="17" y="39"/>
                    </a:cubicBezTo>
                    <a:cubicBezTo>
                      <a:pt x="55" y="38"/>
                      <a:pt x="55" y="38"/>
                      <a:pt x="55" y="38"/>
                    </a:cubicBezTo>
                    <a:cubicBezTo>
                      <a:pt x="58" y="29"/>
                      <a:pt x="63" y="19"/>
                      <a:pt x="69" y="9"/>
                    </a:cubicBezTo>
                    <a:cubicBezTo>
                      <a:pt x="69" y="8"/>
                      <a:pt x="66" y="4"/>
                      <a:pt x="56" y="4"/>
                    </a:cubicBezTo>
                    <a:cubicBezTo>
                      <a:pt x="50" y="4"/>
                      <a:pt x="43" y="5"/>
                      <a:pt x="34" y="9"/>
                    </a:cubicBezTo>
                    <a:cubicBezTo>
                      <a:pt x="34" y="9"/>
                      <a:pt x="34" y="9"/>
                      <a:pt x="34" y="9"/>
                    </a:cubicBezTo>
                    <a:cubicBezTo>
                      <a:pt x="34" y="9"/>
                      <a:pt x="34" y="9"/>
                      <a:pt x="34" y="9"/>
                    </a:cubicBezTo>
                    <a:cubicBezTo>
                      <a:pt x="33" y="9"/>
                      <a:pt x="27" y="8"/>
                      <a:pt x="18" y="2"/>
                    </a:cubicBezTo>
                    <a:cubicBezTo>
                      <a:pt x="18" y="2"/>
                      <a:pt x="13" y="1"/>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09" name="Freeform 34"/>
              <p:cNvSpPr/>
              <p:nvPr/>
            </p:nvSpPr>
            <p:spPr bwMode="auto">
              <a:xfrm>
                <a:off x="6471" y="2721"/>
                <a:ext cx="114" cy="34"/>
              </a:xfrm>
              <a:custGeom>
                <a:avLst/>
                <a:gdLst>
                  <a:gd name="T0" fmla="*/ 40 w 48"/>
                  <a:gd name="T1" fmla="*/ 0 h 14"/>
                  <a:gd name="T2" fmla="*/ 6 w 48"/>
                  <a:gd name="T3" fmla="*/ 1 h 14"/>
                  <a:gd name="T4" fmla="*/ 0 w 48"/>
                  <a:gd name="T5" fmla="*/ 7 h 14"/>
                  <a:gd name="T6" fmla="*/ 7 w 48"/>
                  <a:gd name="T7" fmla="*/ 14 h 14"/>
                  <a:gd name="T8" fmla="*/ 41 w 48"/>
                  <a:gd name="T9" fmla="*/ 13 h 14"/>
                  <a:gd name="T10" fmla="*/ 48 w 48"/>
                  <a:gd name="T11" fmla="*/ 6 h 14"/>
                  <a:gd name="T12" fmla="*/ 40 w 48"/>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0" y="0"/>
                    </a:moveTo>
                    <a:cubicBezTo>
                      <a:pt x="6" y="1"/>
                      <a:pt x="6" y="1"/>
                      <a:pt x="6" y="1"/>
                    </a:cubicBezTo>
                    <a:cubicBezTo>
                      <a:pt x="3" y="1"/>
                      <a:pt x="0" y="4"/>
                      <a:pt x="0" y="7"/>
                    </a:cubicBezTo>
                    <a:cubicBezTo>
                      <a:pt x="0" y="11"/>
                      <a:pt x="3" y="14"/>
                      <a:pt x="7" y="14"/>
                    </a:cubicBezTo>
                    <a:cubicBezTo>
                      <a:pt x="41" y="13"/>
                      <a:pt x="41" y="13"/>
                      <a:pt x="41" y="13"/>
                    </a:cubicBezTo>
                    <a:cubicBezTo>
                      <a:pt x="45" y="12"/>
                      <a:pt x="48" y="10"/>
                      <a:pt x="48" y="6"/>
                    </a:cubicBezTo>
                    <a:cubicBezTo>
                      <a:pt x="47" y="2"/>
                      <a:pt x="44" y="0"/>
                      <a:pt x="4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10" name="Freeform 35"/>
              <p:cNvSpPr>
                <a:spLocks noEditPoints="1"/>
              </p:cNvSpPr>
              <p:nvPr/>
            </p:nvSpPr>
            <p:spPr bwMode="auto">
              <a:xfrm>
                <a:off x="6468" y="2719"/>
                <a:ext cx="117" cy="36"/>
              </a:xfrm>
              <a:custGeom>
                <a:avLst/>
                <a:gdLst>
                  <a:gd name="T0" fmla="*/ 8 w 49"/>
                  <a:gd name="T1" fmla="*/ 15 h 15"/>
                  <a:gd name="T2" fmla="*/ 0 w 49"/>
                  <a:gd name="T3" fmla="*/ 8 h 15"/>
                  <a:gd name="T4" fmla="*/ 2 w 49"/>
                  <a:gd name="T5" fmla="*/ 3 h 15"/>
                  <a:gd name="T6" fmla="*/ 7 w 49"/>
                  <a:gd name="T7" fmla="*/ 1 h 15"/>
                  <a:gd name="T8" fmla="*/ 42 w 49"/>
                  <a:gd name="T9" fmla="*/ 0 h 15"/>
                  <a:gd name="T10" fmla="*/ 49 w 49"/>
                  <a:gd name="T11" fmla="*/ 7 h 15"/>
                  <a:gd name="T12" fmla="*/ 42 w 49"/>
                  <a:gd name="T13" fmla="*/ 14 h 15"/>
                  <a:gd name="T14" fmla="*/ 8 w 49"/>
                  <a:gd name="T15" fmla="*/ 15 h 15"/>
                  <a:gd name="T16" fmla="*/ 42 w 49"/>
                  <a:gd name="T17" fmla="*/ 1 h 15"/>
                  <a:gd name="T18" fmla="*/ 41 w 49"/>
                  <a:gd name="T19" fmla="*/ 1 h 15"/>
                  <a:gd name="T20" fmla="*/ 7 w 49"/>
                  <a:gd name="T21" fmla="*/ 2 h 15"/>
                  <a:gd name="T22" fmla="*/ 3 w 49"/>
                  <a:gd name="T23" fmla="*/ 4 h 15"/>
                  <a:gd name="T24" fmla="*/ 1 w 49"/>
                  <a:gd name="T25" fmla="*/ 8 h 15"/>
                  <a:gd name="T26" fmla="*/ 8 w 49"/>
                  <a:gd name="T27" fmla="*/ 14 h 15"/>
                  <a:gd name="T28" fmla="*/ 8 w 49"/>
                  <a:gd name="T29" fmla="*/ 14 h 15"/>
                  <a:gd name="T30" fmla="*/ 42 w 49"/>
                  <a:gd name="T31" fmla="*/ 13 h 15"/>
                  <a:gd name="T32" fmla="*/ 48 w 49"/>
                  <a:gd name="T33" fmla="*/ 7 h 15"/>
                  <a:gd name="T34" fmla="*/ 42 w 49"/>
                  <a:gd name="T35"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15">
                    <a:moveTo>
                      <a:pt x="8" y="15"/>
                    </a:moveTo>
                    <a:cubicBezTo>
                      <a:pt x="4" y="15"/>
                      <a:pt x="0" y="12"/>
                      <a:pt x="0" y="8"/>
                    </a:cubicBezTo>
                    <a:cubicBezTo>
                      <a:pt x="0" y="6"/>
                      <a:pt x="1" y="5"/>
                      <a:pt x="2" y="3"/>
                    </a:cubicBezTo>
                    <a:cubicBezTo>
                      <a:pt x="4" y="2"/>
                      <a:pt x="5" y="1"/>
                      <a:pt x="7" y="1"/>
                    </a:cubicBezTo>
                    <a:cubicBezTo>
                      <a:pt x="42" y="0"/>
                      <a:pt x="42" y="0"/>
                      <a:pt x="42" y="0"/>
                    </a:cubicBezTo>
                    <a:cubicBezTo>
                      <a:pt x="46" y="0"/>
                      <a:pt x="49" y="3"/>
                      <a:pt x="49" y="7"/>
                    </a:cubicBezTo>
                    <a:cubicBezTo>
                      <a:pt x="49" y="11"/>
                      <a:pt x="46" y="14"/>
                      <a:pt x="42" y="14"/>
                    </a:cubicBezTo>
                    <a:lnTo>
                      <a:pt x="8" y="15"/>
                    </a:lnTo>
                    <a:close/>
                    <a:moveTo>
                      <a:pt x="42" y="1"/>
                    </a:moveTo>
                    <a:cubicBezTo>
                      <a:pt x="41" y="1"/>
                      <a:pt x="41" y="1"/>
                      <a:pt x="41" y="1"/>
                    </a:cubicBezTo>
                    <a:cubicBezTo>
                      <a:pt x="7" y="2"/>
                      <a:pt x="7" y="2"/>
                      <a:pt x="7" y="2"/>
                    </a:cubicBezTo>
                    <a:cubicBezTo>
                      <a:pt x="6" y="2"/>
                      <a:pt x="4" y="3"/>
                      <a:pt x="3" y="4"/>
                    </a:cubicBezTo>
                    <a:cubicBezTo>
                      <a:pt x="2" y="5"/>
                      <a:pt x="1" y="7"/>
                      <a:pt x="1" y="8"/>
                    </a:cubicBezTo>
                    <a:cubicBezTo>
                      <a:pt x="1" y="12"/>
                      <a:pt x="4" y="14"/>
                      <a:pt x="8" y="14"/>
                    </a:cubicBezTo>
                    <a:cubicBezTo>
                      <a:pt x="8" y="14"/>
                      <a:pt x="8" y="14"/>
                      <a:pt x="8" y="14"/>
                    </a:cubicBezTo>
                    <a:cubicBezTo>
                      <a:pt x="42" y="13"/>
                      <a:pt x="42" y="13"/>
                      <a:pt x="42" y="13"/>
                    </a:cubicBezTo>
                    <a:cubicBezTo>
                      <a:pt x="45" y="13"/>
                      <a:pt x="48" y="10"/>
                      <a:pt x="48" y="7"/>
                    </a:cubicBezTo>
                    <a:cubicBezTo>
                      <a:pt x="48" y="4"/>
                      <a:pt x="45" y="1"/>
                      <a:pt x="4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11" name="Freeform 36"/>
              <p:cNvSpPr>
                <a:spLocks noEditPoints="1"/>
              </p:cNvSpPr>
              <p:nvPr/>
            </p:nvSpPr>
            <p:spPr bwMode="auto">
              <a:xfrm>
                <a:off x="6335" y="2762"/>
                <a:ext cx="402" cy="354"/>
              </a:xfrm>
              <a:custGeom>
                <a:avLst/>
                <a:gdLst>
                  <a:gd name="T0" fmla="*/ 163 w 169"/>
                  <a:gd name="T1" fmla="*/ 131 h 148"/>
                  <a:gd name="T2" fmla="*/ 159 w 169"/>
                  <a:gd name="T3" fmla="*/ 108 h 148"/>
                  <a:gd name="T4" fmla="*/ 135 w 169"/>
                  <a:gd name="T5" fmla="*/ 36 h 148"/>
                  <a:gd name="T6" fmla="*/ 99 w 169"/>
                  <a:gd name="T7" fmla="*/ 2 h 148"/>
                  <a:gd name="T8" fmla="*/ 99 w 169"/>
                  <a:gd name="T9" fmla="*/ 0 h 148"/>
                  <a:gd name="T10" fmla="*/ 63 w 169"/>
                  <a:gd name="T11" fmla="*/ 1 h 148"/>
                  <a:gd name="T12" fmla="*/ 38 w 169"/>
                  <a:gd name="T13" fmla="*/ 31 h 148"/>
                  <a:gd name="T14" fmla="*/ 15 w 169"/>
                  <a:gd name="T15" fmla="*/ 124 h 148"/>
                  <a:gd name="T16" fmla="*/ 8 w 169"/>
                  <a:gd name="T17" fmla="*/ 139 h 148"/>
                  <a:gd name="T18" fmla="*/ 8 w 169"/>
                  <a:gd name="T19" fmla="*/ 139 h 148"/>
                  <a:gd name="T20" fmla="*/ 7 w 169"/>
                  <a:gd name="T21" fmla="*/ 143 h 148"/>
                  <a:gd name="T22" fmla="*/ 16 w 169"/>
                  <a:gd name="T23" fmla="*/ 144 h 148"/>
                  <a:gd name="T24" fmla="*/ 28 w 169"/>
                  <a:gd name="T25" fmla="*/ 142 h 148"/>
                  <a:gd name="T26" fmla="*/ 28 w 169"/>
                  <a:gd name="T27" fmla="*/ 142 h 148"/>
                  <a:gd name="T28" fmla="*/ 29 w 169"/>
                  <a:gd name="T29" fmla="*/ 142 h 148"/>
                  <a:gd name="T30" fmla="*/ 78 w 169"/>
                  <a:gd name="T31" fmla="*/ 148 h 148"/>
                  <a:gd name="T32" fmla="*/ 143 w 169"/>
                  <a:gd name="T33" fmla="*/ 139 h 148"/>
                  <a:gd name="T34" fmla="*/ 155 w 169"/>
                  <a:gd name="T35" fmla="*/ 141 h 148"/>
                  <a:gd name="T36" fmla="*/ 159 w 169"/>
                  <a:gd name="T37" fmla="*/ 142 h 148"/>
                  <a:gd name="T38" fmla="*/ 167 w 169"/>
                  <a:gd name="T39" fmla="*/ 138 h 148"/>
                  <a:gd name="T40" fmla="*/ 163 w 169"/>
                  <a:gd name="T41" fmla="*/ 131 h 148"/>
                  <a:gd name="T42" fmla="*/ 107 w 169"/>
                  <a:gd name="T43" fmla="*/ 101 h 148"/>
                  <a:gd name="T44" fmla="*/ 56 w 169"/>
                  <a:gd name="T45" fmla="*/ 100 h 148"/>
                  <a:gd name="T46" fmla="*/ 56 w 169"/>
                  <a:gd name="T47" fmla="*/ 96 h 148"/>
                  <a:gd name="T48" fmla="*/ 70 w 169"/>
                  <a:gd name="T49" fmla="*/ 79 h 148"/>
                  <a:gd name="T50" fmla="*/ 70 w 169"/>
                  <a:gd name="T51" fmla="*/ 73 h 148"/>
                  <a:gd name="T52" fmla="*/ 57 w 169"/>
                  <a:gd name="T53" fmla="*/ 73 h 148"/>
                  <a:gd name="T54" fmla="*/ 57 w 169"/>
                  <a:gd name="T55" fmla="*/ 67 h 148"/>
                  <a:gd name="T56" fmla="*/ 68 w 169"/>
                  <a:gd name="T57" fmla="*/ 67 h 148"/>
                  <a:gd name="T58" fmla="*/ 67 w 169"/>
                  <a:gd name="T59" fmla="*/ 57 h 148"/>
                  <a:gd name="T60" fmla="*/ 91 w 169"/>
                  <a:gd name="T61" fmla="*/ 39 h 148"/>
                  <a:gd name="T62" fmla="*/ 104 w 169"/>
                  <a:gd name="T63" fmla="*/ 41 h 148"/>
                  <a:gd name="T64" fmla="*/ 102 w 169"/>
                  <a:gd name="T65" fmla="*/ 47 h 148"/>
                  <a:gd name="T66" fmla="*/ 91 w 169"/>
                  <a:gd name="T67" fmla="*/ 45 h 148"/>
                  <a:gd name="T68" fmla="*/ 77 w 169"/>
                  <a:gd name="T69" fmla="*/ 57 h 148"/>
                  <a:gd name="T70" fmla="*/ 79 w 169"/>
                  <a:gd name="T71" fmla="*/ 67 h 148"/>
                  <a:gd name="T72" fmla="*/ 97 w 169"/>
                  <a:gd name="T73" fmla="*/ 67 h 148"/>
                  <a:gd name="T74" fmla="*/ 96 w 169"/>
                  <a:gd name="T75" fmla="*/ 73 h 148"/>
                  <a:gd name="T76" fmla="*/ 80 w 169"/>
                  <a:gd name="T77" fmla="*/ 73 h 148"/>
                  <a:gd name="T78" fmla="*/ 79 w 169"/>
                  <a:gd name="T79" fmla="*/ 83 h 148"/>
                  <a:gd name="T80" fmla="*/ 71 w 169"/>
                  <a:gd name="T81" fmla="*/ 93 h 148"/>
                  <a:gd name="T82" fmla="*/ 71 w 169"/>
                  <a:gd name="T83" fmla="*/ 94 h 148"/>
                  <a:gd name="T84" fmla="*/ 107 w 169"/>
                  <a:gd name="T85" fmla="*/ 94 h 148"/>
                  <a:gd name="T86" fmla="*/ 107 w 169"/>
                  <a:gd name="T87" fmla="*/ 10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9" h="148">
                    <a:moveTo>
                      <a:pt x="163" y="131"/>
                    </a:moveTo>
                    <a:cubicBezTo>
                      <a:pt x="163" y="131"/>
                      <a:pt x="154" y="125"/>
                      <a:pt x="159" y="108"/>
                    </a:cubicBezTo>
                    <a:cubicBezTo>
                      <a:pt x="159" y="108"/>
                      <a:pt x="168" y="62"/>
                      <a:pt x="135" y="36"/>
                    </a:cubicBezTo>
                    <a:cubicBezTo>
                      <a:pt x="133" y="35"/>
                      <a:pt x="100" y="10"/>
                      <a:pt x="99" y="2"/>
                    </a:cubicBezTo>
                    <a:cubicBezTo>
                      <a:pt x="99" y="2"/>
                      <a:pt x="99" y="1"/>
                      <a:pt x="99" y="0"/>
                    </a:cubicBezTo>
                    <a:cubicBezTo>
                      <a:pt x="63" y="1"/>
                      <a:pt x="63" y="1"/>
                      <a:pt x="63" y="1"/>
                    </a:cubicBezTo>
                    <a:cubicBezTo>
                      <a:pt x="58" y="9"/>
                      <a:pt x="50" y="19"/>
                      <a:pt x="38" y="31"/>
                    </a:cubicBezTo>
                    <a:cubicBezTo>
                      <a:pt x="37" y="32"/>
                      <a:pt x="0" y="69"/>
                      <a:pt x="15" y="124"/>
                    </a:cubicBezTo>
                    <a:cubicBezTo>
                      <a:pt x="15" y="125"/>
                      <a:pt x="16" y="128"/>
                      <a:pt x="8" y="139"/>
                    </a:cubicBezTo>
                    <a:cubicBezTo>
                      <a:pt x="8" y="139"/>
                      <a:pt x="8" y="139"/>
                      <a:pt x="8" y="139"/>
                    </a:cubicBezTo>
                    <a:cubicBezTo>
                      <a:pt x="8" y="139"/>
                      <a:pt x="6" y="142"/>
                      <a:pt x="7" y="143"/>
                    </a:cubicBezTo>
                    <a:cubicBezTo>
                      <a:pt x="9" y="145"/>
                      <a:pt x="12" y="145"/>
                      <a:pt x="16" y="144"/>
                    </a:cubicBezTo>
                    <a:cubicBezTo>
                      <a:pt x="16" y="144"/>
                      <a:pt x="21" y="143"/>
                      <a:pt x="28" y="142"/>
                    </a:cubicBezTo>
                    <a:cubicBezTo>
                      <a:pt x="28" y="142"/>
                      <a:pt x="28" y="142"/>
                      <a:pt x="28" y="142"/>
                    </a:cubicBezTo>
                    <a:cubicBezTo>
                      <a:pt x="29" y="142"/>
                      <a:pt x="29" y="142"/>
                      <a:pt x="29" y="142"/>
                    </a:cubicBezTo>
                    <a:cubicBezTo>
                      <a:pt x="29" y="142"/>
                      <a:pt x="48" y="148"/>
                      <a:pt x="78" y="148"/>
                    </a:cubicBezTo>
                    <a:cubicBezTo>
                      <a:pt x="100" y="148"/>
                      <a:pt x="122" y="145"/>
                      <a:pt x="143" y="139"/>
                    </a:cubicBezTo>
                    <a:cubicBezTo>
                      <a:pt x="143" y="139"/>
                      <a:pt x="149" y="138"/>
                      <a:pt x="155" y="141"/>
                    </a:cubicBezTo>
                    <a:cubicBezTo>
                      <a:pt x="155" y="141"/>
                      <a:pt x="157" y="142"/>
                      <a:pt x="159" y="142"/>
                    </a:cubicBezTo>
                    <a:cubicBezTo>
                      <a:pt x="162" y="142"/>
                      <a:pt x="165" y="140"/>
                      <a:pt x="167" y="138"/>
                    </a:cubicBezTo>
                    <a:cubicBezTo>
                      <a:pt x="167" y="138"/>
                      <a:pt x="169" y="135"/>
                      <a:pt x="163" y="131"/>
                    </a:cubicBezTo>
                    <a:close/>
                    <a:moveTo>
                      <a:pt x="107" y="101"/>
                    </a:moveTo>
                    <a:cubicBezTo>
                      <a:pt x="56" y="100"/>
                      <a:pt x="56" y="100"/>
                      <a:pt x="56" y="100"/>
                    </a:cubicBezTo>
                    <a:cubicBezTo>
                      <a:pt x="56" y="96"/>
                      <a:pt x="56" y="96"/>
                      <a:pt x="56" y="96"/>
                    </a:cubicBezTo>
                    <a:cubicBezTo>
                      <a:pt x="64" y="93"/>
                      <a:pt x="70" y="86"/>
                      <a:pt x="70" y="79"/>
                    </a:cubicBezTo>
                    <a:cubicBezTo>
                      <a:pt x="70" y="77"/>
                      <a:pt x="70" y="75"/>
                      <a:pt x="70" y="73"/>
                    </a:cubicBezTo>
                    <a:cubicBezTo>
                      <a:pt x="57" y="73"/>
                      <a:pt x="57" y="73"/>
                      <a:pt x="57" y="73"/>
                    </a:cubicBezTo>
                    <a:cubicBezTo>
                      <a:pt x="57" y="67"/>
                      <a:pt x="57" y="67"/>
                      <a:pt x="57" y="67"/>
                    </a:cubicBezTo>
                    <a:cubicBezTo>
                      <a:pt x="68" y="67"/>
                      <a:pt x="68" y="67"/>
                      <a:pt x="68" y="67"/>
                    </a:cubicBezTo>
                    <a:cubicBezTo>
                      <a:pt x="68" y="64"/>
                      <a:pt x="67" y="61"/>
                      <a:pt x="67" y="57"/>
                    </a:cubicBezTo>
                    <a:cubicBezTo>
                      <a:pt x="67" y="46"/>
                      <a:pt x="77" y="39"/>
                      <a:pt x="91" y="39"/>
                    </a:cubicBezTo>
                    <a:cubicBezTo>
                      <a:pt x="97" y="39"/>
                      <a:pt x="102" y="40"/>
                      <a:pt x="104" y="41"/>
                    </a:cubicBezTo>
                    <a:cubicBezTo>
                      <a:pt x="102" y="47"/>
                      <a:pt x="102" y="47"/>
                      <a:pt x="102" y="47"/>
                    </a:cubicBezTo>
                    <a:cubicBezTo>
                      <a:pt x="100" y="46"/>
                      <a:pt x="96" y="45"/>
                      <a:pt x="91" y="45"/>
                    </a:cubicBezTo>
                    <a:cubicBezTo>
                      <a:pt x="81" y="45"/>
                      <a:pt x="77" y="50"/>
                      <a:pt x="77" y="57"/>
                    </a:cubicBezTo>
                    <a:cubicBezTo>
                      <a:pt x="77" y="61"/>
                      <a:pt x="78" y="64"/>
                      <a:pt x="79" y="67"/>
                    </a:cubicBezTo>
                    <a:cubicBezTo>
                      <a:pt x="97" y="67"/>
                      <a:pt x="97" y="67"/>
                      <a:pt x="97" y="67"/>
                    </a:cubicBezTo>
                    <a:cubicBezTo>
                      <a:pt x="96" y="73"/>
                      <a:pt x="96" y="73"/>
                      <a:pt x="96" y="73"/>
                    </a:cubicBezTo>
                    <a:cubicBezTo>
                      <a:pt x="80" y="73"/>
                      <a:pt x="80" y="73"/>
                      <a:pt x="80" y="73"/>
                    </a:cubicBezTo>
                    <a:cubicBezTo>
                      <a:pt x="80" y="76"/>
                      <a:pt x="80" y="80"/>
                      <a:pt x="79" y="83"/>
                    </a:cubicBezTo>
                    <a:cubicBezTo>
                      <a:pt x="78" y="87"/>
                      <a:pt x="75" y="91"/>
                      <a:pt x="71" y="93"/>
                    </a:cubicBezTo>
                    <a:cubicBezTo>
                      <a:pt x="71" y="94"/>
                      <a:pt x="71" y="94"/>
                      <a:pt x="71" y="94"/>
                    </a:cubicBezTo>
                    <a:cubicBezTo>
                      <a:pt x="107" y="94"/>
                      <a:pt x="107" y="94"/>
                      <a:pt x="107" y="94"/>
                    </a:cubicBezTo>
                    <a:lnTo>
                      <a:pt x="107" y="1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12" name="Freeform 37"/>
              <p:cNvSpPr/>
              <p:nvPr/>
            </p:nvSpPr>
            <p:spPr bwMode="auto">
              <a:xfrm>
                <a:off x="6147" y="2633"/>
                <a:ext cx="129" cy="81"/>
              </a:xfrm>
              <a:custGeom>
                <a:avLst/>
                <a:gdLst>
                  <a:gd name="T0" fmla="*/ 14 w 54"/>
                  <a:gd name="T1" fmla="*/ 34 h 34"/>
                  <a:gd name="T2" fmla="*/ 43 w 54"/>
                  <a:gd name="T3" fmla="*/ 34 h 34"/>
                  <a:gd name="T4" fmla="*/ 54 w 54"/>
                  <a:gd name="T5" fmla="*/ 13 h 34"/>
                  <a:gd name="T6" fmla="*/ 28 w 54"/>
                  <a:gd name="T7" fmla="*/ 12 h 34"/>
                  <a:gd name="T8" fmla="*/ 16 w 54"/>
                  <a:gd name="T9" fmla="*/ 6 h 34"/>
                  <a:gd name="T10" fmla="*/ 4 w 54"/>
                  <a:gd name="T11" fmla="*/ 13 h 34"/>
                  <a:gd name="T12" fmla="*/ 14 w 54"/>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4" h="34">
                    <a:moveTo>
                      <a:pt x="14" y="34"/>
                    </a:moveTo>
                    <a:cubicBezTo>
                      <a:pt x="43" y="34"/>
                      <a:pt x="43" y="34"/>
                      <a:pt x="43" y="34"/>
                    </a:cubicBezTo>
                    <a:cubicBezTo>
                      <a:pt x="45" y="29"/>
                      <a:pt x="48" y="22"/>
                      <a:pt x="54" y="13"/>
                    </a:cubicBezTo>
                    <a:cubicBezTo>
                      <a:pt x="54" y="13"/>
                      <a:pt x="51" y="3"/>
                      <a:pt x="28" y="12"/>
                    </a:cubicBezTo>
                    <a:cubicBezTo>
                      <a:pt x="28" y="12"/>
                      <a:pt x="22" y="11"/>
                      <a:pt x="16" y="6"/>
                    </a:cubicBezTo>
                    <a:cubicBezTo>
                      <a:pt x="16" y="6"/>
                      <a:pt x="0" y="0"/>
                      <a:pt x="4" y="13"/>
                    </a:cubicBezTo>
                    <a:lnTo>
                      <a:pt x="14" y="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13" name="Freeform 38"/>
              <p:cNvSpPr>
                <a:spLocks noEditPoints="1"/>
              </p:cNvSpPr>
              <p:nvPr/>
            </p:nvSpPr>
            <p:spPr bwMode="auto">
              <a:xfrm>
                <a:off x="6152" y="2642"/>
                <a:ext cx="126" cy="74"/>
              </a:xfrm>
              <a:custGeom>
                <a:avLst/>
                <a:gdLst>
                  <a:gd name="T0" fmla="*/ 12 w 53"/>
                  <a:gd name="T1" fmla="*/ 31 h 31"/>
                  <a:gd name="T2" fmla="*/ 1 w 53"/>
                  <a:gd name="T3" fmla="*/ 9 h 31"/>
                  <a:gd name="T4" fmla="*/ 2 w 53"/>
                  <a:gd name="T5" fmla="*/ 2 h 31"/>
                  <a:gd name="T6" fmla="*/ 7 w 53"/>
                  <a:gd name="T7" fmla="*/ 0 h 31"/>
                  <a:gd name="T8" fmla="*/ 15 w 53"/>
                  <a:gd name="T9" fmla="*/ 2 h 31"/>
                  <a:gd name="T10" fmla="*/ 15 w 53"/>
                  <a:gd name="T11" fmla="*/ 2 h 31"/>
                  <a:gd name="T12" fmla="*/ 25 w 53"/>
                  <a:gd name="T13" fmla="*/ 7 h 31"/>
                  <a:gd name="T14" fmla="*/ 42 w 53"/>
                  <a:gd name="T15" fmla="*/ 3 h 31"/>
                  <a:gd name="T16" fmla="*/ 53 w 53"/>
                  <a:gd name="T17" fmla="*/ 9 h 31"/>
                  <a:gd name="T18" fmla="*/ 53 w 53"/>
                  <a:gd name="T19" fmla="*/ 9 h 31"/>
                  <a:gd name="T20" fmla="*/ 53 w 53"/>
                  <a:gd name="T21" fmla="*/ 9 h 31"/>
                  <a:gd name="T22" fmla="*/ 42 w 53"/>
                  <a:gd name="T23" fmla="*/ 31 h 31"/>
                  <a:gd name="T24" fmla="*/ 42 w 53"/>
                  <a:gd name="T25" fmla="*/ 31 h 31"/>
                  <a:gd name="T26" fmla="*/ 12 w 53"/>
                  <a:gd name="T27" fmla="*/ 31 h 31"/>
                  <a:gd name="T28" fmla="*/ 7 w 53"/>
                  <a:gd name="T29" fmla="*/ 1 h 31"/>
                  <a:gd name="T30" fmla="*/ 2 w 53"/>
                  <a:gd name="T31" fmla="*/ 3 h 31"/>
                  <a:gd name="T32" fmla="*/ 2 w 53"/>
                  <a:gd name="T33" fmla="*/ 9 h 31"/>
                  <a:gd name="T34" fmla="*/ 13 w 53"/>
                  <a:gd name="T35" fmla="*/ 30 h 31"/>
                  <a:gd name="T36" fmla="*/ 41 w 53"/>
                  <a:gd name="T37" fmla="*/ 30 h 31"/>
                  <a:gd name="T38" fmla="*/ 52 w 53"/>
                  <a:gd name="T39" fmla="*/ 9 h 31"/>
                  <a:gd name="T40" fmla="*/ 42 w 53"/>
                  <a:gd name="T41" fmla="*/ 4 h 31"/>
                  <a:gd name="T42" fmla="*/ 26 w 53"/>
                  <a:gd name="T43" fmla="*/ 8 h 31"/>
                  <a:gd name="T44" fmla="*/ 26 w 53"/>
                  <a:gd name="T45" fmla="*/ 8 h 31"/>
                  <a:gd name="T46" fmla="*/ 25 w 53"/>
                  <a:gd name="T47" fmla="*/ 8 h 31"/>
                  <a:gd name="T48" fmla="*/ 14 w 53"/>
                  <a:gd name="T49" fmla="*/ 3 h 31"/>
                  <a:gd name="T50" fmla="*/ 7 w 53"/>
                  <a:gd name="T51"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3" h="31">
                    <a:moveTo>
                      <a:pt x="12" y="31"/>
                    </a:moveTo>
                    <a:cubicBezTo>
                      <a:pt x="1" y="9"/>
                      <a:pt x="1" y="9"/>
                      <a:pt x="1" y="9"/>
                    </a:cubicBezTo>
                    <a:cubicBezTo>
                      <a:pt x="0" y="6"/>
                      <a:pt x="0" y="4"/>
                      <a:pt x="2" y="2"/>
                    </a:cubicBezTo>
                    <a:cubicBezTo>
                      <a:pt x="3" y="1"/>
                      <a:pt x="4" y="0"/>
                      <a:pt x="7" y="0"/>
                    </a:cubicBezTo>
                    <a:cubicBezTo>
                      <a:pt x="10" y="0"/>
                      <a:pt x="14" y="2"/>
                      <a:pt x="15" y="2"/>
                    </a:cubicBezTo>
                    <a:cubicBezTo>
                      <a:pt x="15" y="2"/>
                      <a:pt x="15" y="2"/>
                      <a:pt x="15" y="2"/>
                    </a:cubicBezTo>
                    <a:cubicBezTo>
                      <a:pt x="20" y="6"/>
                      <a:pt x="25" y="7"/>
                      <a:pt x="25" y="7"/>
                    </a:cubicBezTo>
                    <a:cubicBezTo>
                      <a:pt x="32" y="5"/>
                      <a:pt x="37" y="3"/>
                      <a:pt x="42" y="3"/>
                    </a:cubicBezTo>
                    <a:cubicBezTo>
                      <a:pt x="51" y="3"/>
                      <a:pt x="53" y="9"/>
                      <a:pt x="53" y="9"/>
                    </a:cubicBezTo>
                    <a:cubicBezTo>
                      <a:pt x="53" y="9"/>
                      <a:pt x="53" y="9"/>
                      <a:pt x="53" y="9"/>
                    </a:cubicBezTo>
                    <a:cubicBezTo>
                      <a:pt x="53" y="9"/>
                      <a:pt x="53" y="9"/>
                      <a:pt x="53" y="9"/>
                    </a:cubicBezTo>
                    <a:cubicBezTo>
                      <a:pt x="48" y="17"/>
                      <a:pt x="44" y="24"/>
                      <a:pt x="42" y="31"/>
                    </a:cubicBezTo>
                    <a:cubicBezTo>
                      <a:pt x="42" y="31"/>
                      <a:pt x="42" y="31"/>
                      <a:pt x="42" y="31"/>
                    </a:cubicBezTo>
                    <a:lnTo>
                      <a:pt x="12" y="31"/>
                    </a:lnTo>
                    <a:close/>
                    <a:moveTo>
                      <a:pt x="7" y="1"/>
                    </a:moveTo>
                    <a:cubicBezTo>
                      <a:pt x="5" y="1"/>
                      <a:pt x="3" y="2"/>
                      <a:pt x="2" y="3"/>
                    </a:cubicBezTo>
                    <a:cubicBezTo>
                      <a:pt x="1" y="4"/>
                      <a:pt x="1" y="6"/>
                      <a:pt x="2" y="9"/>
                    </a:cubicBezTo>
                    <a:cubicBezTo>
                      <a:pt x="13" y="30"/>
                      <a:pt x="13" y="30"/>
                      <a:pt x="13" y="30"/>
                    </a:cubicBezTo>
                    <a:cubicBezTo>
                      <a:pt x="41" y="30"/>
                      <a:pt x="41" y="30"/>
                      <a:pt x="41" y="30"/>
                    </a:cubicBezTo>
                    <a:cubicBezTo>
                      <a:pt x="43" y="23"/>
                      <a:pt x="47" y="16"/>
                      <a:pt x="52" y="9"/>
                    </a:cubicBezTo>
                    <a:cubicBezTo>
                      <a:pt x="51" y="8"/>
                      <a:pt x="49" y="4"/>
                      <a:pt x="42" y="4"/>
                    </a:cubicBezTo>
                    <a:cubicBezTo>
                      <a:pt x="37" y="4"/>
                      <a:pt x="32" y="6"/>
                      <a:pt x="26" y="8"/>
                    </a:cubicBezTo>
                    <a:cubicBezTo>
                      <a:pt x="26" y="8"/>
                      <a:pt x="26" y="8"/>
                      <a:pt x="26" y="8"/>
                    </a:cubicBezTo>
                    <a:cubicBezTo>
                      <a:pt x="25" y="8"/>
                      <a:pt x="25" y="8"/>
                      <a:pt x="25" y="8"/>
                    </a:cubicBezTo>
                    <a:cubicBezTo>
                      <a:pt x="25" y="8"/>
                      <a:pt x="20" y="7"/>
                      <a:pt x="14" y="3"/>
                    </a:cubicBezTo>
                    <a:cubicBezTo>
                      <a:pt x="14" y="3"/>
                      <a:pt x="10" y="1"/>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14" name="Freeform 39"/>
              <p:cNvSpPr/>
              <p:nvPr/>
            </p:nvSpPr>
            <p:spPr bwMode="auto">
              <a:xfrm>
                <a:off x="6171" y="2721"/>
                <a:ext cx="86" cy="24"/>
              </a:xfrm>
              <a:custGeom>
                <a:avLst/>
                <a:gdLst>
                  <a:gd name="T0" fmla="*/ 31 w 36"/>
                  <a:gd name="T1" fmla="*/ 0 h 10"/>
                  <a:gd name="T2" fmla="*/ 5 w 36"/>
                  <a:gd name="T3" fmla="*/ 0 h 10"/>
                  <a:gd name="T4" fmla="*/ 0 w 36"/>
                  <a:gd name="T5" fmla="*/ 5 h 10"/>
                  <a:gd name="T6" fmla="*/ 5 w 36"/>
                  <a:gd name="T7" fmla="*/ 10 h 10"/>
                  <a:gd name="T8" fmla="*/ 31 w 36"/>
                  <a:gd name="T9" fmla="*/ 10 h 10"/>
                  <a:gd name="T10" fmla="*/ 36 w 36"/>
                  <a:gd name="T11" fmla="*/ 5 h 10"/>
                  <a:gd name="T12" fmla="*/ 31 w 3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36" h="10">
                    <a:moveTo>
                      <a:pt x="31" y="0"/>
                    </a:moveTo>
                    <a:cubicBezTo>
                      <a:pt x="5" y="0"/>
                      <a:pt x="5" y="0"/>
                      <a:pt x="5" y="0"/>
                    </a:cubicBezTo>
                    <a:cubicBezTo>
                      <a:pt x="2" y="0"/>
                      <a:pt x="0" y="2"/>
                      <a:pt x="0" y="5"/>
                    </a:cubicBezTo>
                    <a:cubicBezTo>
                      <a:pt x="0" y="7"/>
                      <a:pt x="2" y="10"/>
                      <a:pt x="5" y="10"/>
                    </a:cubicBezTo>
                    <a:cubicBezTo>
                      <a:pt x="31" y="10"/>
                      <a:pt x="31" y="10"/>
                      <a:pt x="31" y="10"/>
                    </a:cubicBezTo>
                    <a:cubicBezTo>
                      <a:pt x="34" y="10"/>
                      <a:pt x="36" y="7"/>
                      <a:pt x="36" y="5"/>
                    </a:cubicBezTo>
                    <a:cubicBezTo>
                      <a:pt x="36" y="2"/>
                      <a:pt x="34" y="0"/>
                      <a:pt x="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15" name="Freeform 40"/>
              <p:cNvSpPr>
                <a:spLocks noEditPoints="1"/>
              </p:cNvSpPr>
              <p:nvPr/>
            </p:nvSpPr>
            <p:spPr bwMode="auto">
              <a:xfrm>
                <a:off x="6171" y="2719"/>
                <a:ext cx="86" cy="26"/>
              </a:xfrm>
              <a:custGeom>
                <a:avLst/>
                <a:gdLst>
                  <a:gd name="T0" fmla="*/ 5 w 36"/>
                  <a:gd name="T1" fmla="*/ 11 h 11"/>
                  <a:gd name="T2" fmla="*/ 0 w 36"/>
                  <a:gd name="T3" fmla="*/ 6 h 11"/>
                  <a:gd name="T4" fmla="*/ 1 w 36"/>
                  <a:gd name="T5" fmla="*/ 2 h 11"/>
                  <a:gd name="T6" fmla="*/ 5 w 36"/>
                  <a:gd name="T7" fmla="*/ 0 h 11"/>
                  <a:gd name="T8" fmla="*/ 31 w 36"/>
                  <a:gd name="T9" fmla="*/ 0 h 11"/>
                  <a:gd name="T10" fmla="*/ 36 w 36"/>
                  <a:gd name="T11" fmla="*/ 6 h 11"/>
                  <a:gd name="T12" fmla="*/ 31 w 36"/>
                  <a:gd name="T13" fmla="*/ 11 h 11"/>
                  <a:gd name="T14" fmla="*/ 5 w 36"/>
                  <a:gd name="T15" fmla="*/ 11 h 11"/>
                  <a:gd name="T16" fmla="*/ 31 w 36"/>
                  <a:gd name="T17" fmla="*/ 1 h 11"/>
                  <a:gd name="T18" fmla="*/ 5 w 36"/>
                  <a:gd name="T19" fmla="*/ 1 h 11"/>
                  <a:gd name="T20" fmla="*/ 2 w 36"/>
                  <a:gd name="T21" fmla="*/ 3 h 11"/>
                  <a:gd name="T22" fmla="*/ 1 w 36"/>
                  <a:gd name="T23" fmla="*/ 6 h 11"/>
                  <a:gd name="T24" fmla="*/ 5 w 36"/>
                  <a:gd name="T25" fmla="*/ 10 h 11"/>
                  <a:gd name="T26" fmla="*/ 5 w 36"/>
                  <a:gd name="T27" fmla="*/ 11 h 11"/>
                  <a:gd name="T28" fmla="*/ 5 w 36"/>
                  <a:gd name="T29" fmla="*/ 10 h 11"/>
                  <a:gd name="T30" fmla="*/ 31 w 36"/>
                  <a:gd name="T31" fmla="*/ 10 h 11"/>
                  <a:gd name="T32" fmla="*/ 35 w 36"/>
                  <a:gd name="T33" fmla="*/ 6 h 11"/>
                  <a:gd name="T34" fmla="*/ 31 w 36"/>
                  <a:gd name="T35"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11">
                    <a:moveTo>
                      <a:pt x="5" y="11"/>
                    </a:moveTo>
                    <a:cubicBezTo>
                      <a:pt x="2" y="11"/>
                      <a:pt x="0" y="9"/>
                      <a:pt x="0" y="6"/>
                    </a:cubicBezTo>
                    <a:cubicBezTo>
                      <a:pt x="0" y="4"/>
                      <a:pt x="0" y="3"/>
                      <a:pt x="1" y="2"/>
                    </a:cubicBezTo>
                    <a:cubicBezTo>
                      <a:pt x="2" y="1"/>
                      <a:pt x="4" y="0"/>
                      <a:pt x="5" y="0"/>
                    </a:cubicBezTo>
                    <a:cubicBezTo>
                      <a:pt x="31" y="0"/>
                      <a:pt x="31" y="0"/>
                      <a:pt x="31" y="0"/>
                    </a:cubicBezTo>
                    <a:cubicBezTo>
                      <a:pt x="34" y="0"/>
                      <a:pt x="36" y="3"/>
                      <a:pt x="36" y="6"/>
                    </a:cubicBezTo>
                    <a:cubicBezTo>
                      <a:pt x="36" y="9"/>
                      <a:pt x="34" y="11"/>
                      <a:pt x="31" y="11"/>
                    </a:cubicBezTo>
                    <a:lnTo>
                      <a:pt x="5" y="11"/>
                    </a:lnTo>
                    <a:close/>
                    <a:moveTo>
                      <a:pt x="31" y="1"/>
                    </a:moveTo>
                    <a:cubicBezTo>
                      <a:pt x="5" y="1"/>
                      <a:pt x="5" y="1"/>
                      <a:pt x="5" y="1"/>
                    </a:cubicBezTo>
                    <a:cubicBezTo>
                      <a:pt x="4" y="1"/>
                      <a:pt x="3" y="2"/>
                      <a:pt x="2" y="3"/>
                    </a:cubicBezTo>
                    <a:cubicBezTo>
                      <a:pt x="1" y="3"/>
                      <a:pt x="1" y="5"/>
                      <a:pt x="1" y="6"/>
                    </a:cubicBezTo>
                    <a:cubicBezTo>
                      <a:pt x="1" y="8"/>
                      <a:pt x="3" y="10"/>
                      <a:pt x="5" y="10"/>
                    </a:cubicBezTo>
                    <a:cubicBezTo>
                      <a:pt x="5" y="11"/>
                      <a:pt x="5" y="11"/>
                      <a:pt x="5" y="11"/>
                    </a:cubicBezTo>
                    <a:cubicBezTo>
                      <a:pt x="5" y="10"/>
                      <a:pt x="5" y="10"/>
                      <a:pt x="5" y="10"/>
                    </a:cubicBezTo>
                    <a:cubicBezTo>
                      <a:pt x="31" y="10"/>
                      <a:pt x="31" y="10"/>
                      <a:pt x="31" y="10"/>
                    </a:cubicBezTo>
                    <a:cubicBezTo>
                      <a:pt x="33" y="10"/>
                      <a:pt x="35" y="8"/>
                      <a:pt x="35" y="6"/>
                    </a:cubicBezTo>
                    <a:cubicBezTo>
                      <a:pt x="35" y="3"/>
                      <a:pt x="33" y="1"/>
                      <a:pt x="3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216" name="Freeform 41"/>
              <p:cNvSpPr>
                <a:spLocks noEditPoints="1"/>
              </p:cNvSpPr>
              <p:nvPr/>
            </p:nvSpPr>
            <p:spPr bwMode="auto">
              <a:xfrm>
                <a:off x="6066" y="2752"/>
                <a:ext cx="300" cy="264"/>
              </a:xfrm>
              <a:custGeom>
                <a:avLst/>
                <a:gdLst>
                  <a:gd name="T0" fmla="*/ 120 w 126"/>
                  <a:gd name="T1" fmla="*/ 99 h 110"/>
                  <a:gd name="T2" fmla="*/ 118 w 126"/>
                  <a:gd name="T3" fmla="*/ 82 h 110"/>
                  <a:gd name="T4" fmla="*/ 101 w 126"/>
                  <a:gd name="T5" fmla="*/ 28 h 110"/>
                  <a:gd name="T6" fmla="*/ 76 w 126"/>
                  <a:gd name="T7" fmla="*/ 2 h 110"/>
                  <a:gd name="T8" fmla="*/ 75 w 126"/>
                  <a:gd name="T9" fmla="*/ 0 h 110"/>
                  <a:gd name="T10" fmla="*/ 48 w 126"/>
                  <a:gd name="T11" fmla="*/ 0 h 110"/>
                  <a:gd name="T12" fmla="*/ 29 w 126"/>
                  <a:gd name="T13" fmla="*/ 22 h 110"/>
                  <a:gd name="T14" fmla="*/ 10 w 126"/>
                  <a:gd name="T15" fmla="*/ 91 h 110"/>
                  <a:gd name="T16" fmla="*/ 4 w 126"/>
                  <a:gd name="T17" fmla="*/ 102 h 110"/>
                  <a:gd name="T18" fmla="*/ 4 w 126"/>
                  <a:gd name="T19" fmla="*/ 105 h 110"/>
                  <a:gd name="T20" fmla="*/ 10 w 126"/>
                  <a:gd name="T21" fmla="*/ 106 h 110"/>
                  <a:gd name="T22" fmla="*/ 19 w 126"/>
                  <a:gd name="T23" fmla="*/ 105 h 110"/>
                  <a:gd name="T24" fmla="*/ 19 w 126"/>
                  <a:gd name="T25" fmla="*/ 105 h 110"/>
                  <a:gd name="T26" fmla="*/ 20 w 126"/>
                  <a:gd name="T27" fmla="*/ 105 h 110"/>
                  <a:gd name="T28" fmla="*/ 61 w 126"/>
                  <a:gd name="T29" fmla="*/ 110 h 110"/>
                  <a:gd name="T30" fmla="*/ 105 w 126"/>
                  <a:gd name="T31" fmla="*/ 104 h 110"/>
                  <a:gd name="T32" fmla="*/ 107 w 126"/>
                  <a:gd name="T33" fmla="*/ 104 h 110"/>
                  <a:gd name="T34" fmla="*/ 114 w 126"/>
                  <a:gd name="T35" fmla="*/ 106 h 110"/>
                  <a:gd name="T36" fmla="*/ 118 w 126"/>
                  <a:gd name="T37" fmla="*/ 107 h 110"/>
                  <a:gd name="T38" fmla="*/ 123 w 126"/>
                  <a:gd name="T39" fmla="*/ 104 h 110"/>
                  <a:gd name="T40" fmla="*/ 120 w 126"/>
                  <a:gd name="T41" fmla="*/ 99 h 110"/>
                  <a:gd name="T42" fmla="*/ 81 w 126"/>
                  <a:gd name="T43" fmla="*/ 55 h 110"/>
                  <a:gd name="T44" fmla="*/ 81 w 126"/>
                  <a:gd name="T45" fmla="*/ 58 h 110"/>
                  <a:gd name="T46" fmla="*/ 53 w 126"/>
                  <a:gd name="T47" fmla="*/ 57 h 110"/>
                  <a:gd name="T48" fmla="*/ 53 w 126"/>
                  <a:gd name="T49" fmla="*/ 62 h 110"/>
                  <a:gd name="T50" fmla="*/ 81 w 126"/>
                  <a:gd name="T51" fmla="*/ 62 h 110"/>
                  <a:gd name="T52" fmla="*/ 81 w 126"/>
                  <a:gd name="T53" fmla="*/ 66 h 110"/>
                  <a:gd name="T54" fmla="*/ 53 w 126"/>
                  <a:gd name="T55" fmla="*/ 65 h 110"/>
                  <a:gd name="T56" fmla="*/ 67 w 126"/>
                  <a:gd name="T57" fmla="*/ 80 h 110"/>
                  <a:gd name="T58" fmla="*/ 83 w 126"/>
                  <a:gd name="T59" fmla="*/ 78 h 110"/>
                  <a:gd name="T60" fmla="*/ 85 w 126"/>
                  <a:gd name="T61" fmla="*/ 83 h 110"/>
                  <a:gd name="T62" fmla="*/ 54 w 126"/>
                  <a:gd name="T63" fmla="*/ 81 h 110"/>
                  <a:gd name="T64" fmla="*/ 45 w 126"/>
                  <a:gd name="T65" fmla="*/ 65 h 110"/>
                  <a:gd name="T66" fmla="*/ 38 w 126"/>
                  <a:gd name="T67" fmla="*/ 65 h 110"/>
                  <a:gd name="T68" fmla="*/ 39 w 126"/>
                  <a:gd name="T69" fmla="*/ 61 h 110"/>
                  <a:gd name="T70" fmla="*/ 44 w 126"/>
                  <a:gd name="T71" fmla="*/ 61 h 110"/>
                  <a:gd name="T72" fmla="*/ 45 w 126"/>
                  <a:gd name="T73" fmla="*/ 58 h 110"/>
                  <a:gd name="T74" fmla="*/ 39 w 126"/>
                  <a:gd name="T75" fmla="*/ 57 h 110"/>
                  <a:gd name="T76" fmla="*/ 39 w 126"/>
                  <a:gd name="T77" fmla="*/ 53 h 110"/>
                  <a:gd name="T78" fmla="*/ 45 w 126"/>
                  <a:gd name="T79" fmla="*/ 53 h 110"/>
                  <a:gd name="T80" fmla="*/ 67 w 126"/>
                  <a:gd name="T81" fmla="*/ 35 h 110"/>
                  <a:gd name="T82" fmla="*/ 86 w 126"/>
                  <a:gd name="T83" fmla="*/ 38 h 110"/>
                  <a:gd name="T84" fmla="*/ 83 w 126"/>
                  <a:gd name="T85" fmla="*/ 43 h 110"/>
                  <a:gd name="T86" fmla="*/ 54 w 126"/>
                  <a:gd name="T87" fmla="*/ 54 h 110"/>
                  <a:gd name="T88" fmla="*/ 81 w 126"/>
                  <a:gd name="T89" fmla="*/ 5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6" h="110">
                    <a:moveTo>
                      <a:pt x="120" y="99"/>
                    </a:moveTo>
                    <a:cubicBezTo>
                      <a:pt x="120" y="99"/>
                      <a:pt x="114" y="94"/>
                      <a:pt x="118" y="82"/>
                    </a:cubicBezTo>
                    <a:cubicBezTo>
                      <a:pt x="118" y="82"/>
                      <a:pt x="126" y="48"/>
                      <a:pt x="101" y="28"/>
                    </a:cubicBezTo>
                    <a:cubicBezTo>
                      <a:pt x="99" y="26"/>
                      <a:pt x="76" y="7"/>
                      <a:pt x="76" y="2"/>
                    </a:cubicBezTo>
                    <a:cubicBezTo>
                      <a:pt x="76" y="1"/>
                      <a:pt x="75" y="1"/>
                      <a:pt x="75" y="0"/>
                    </a:cubicBezTo>
                    <a:cubicBezTo>
                      <a:pt x="48" y="0"/>
                      <a:pt x="48" y="0"/>
                      <a:pt x="48" y="0"/>
                    </a:cubicBezTo>
                    <a:cubicBezTo>
                      <a:pt x="45" y="6"/>
                      <a:pt x="38" y="13"/>
                      <a:pt x="29" y="22"/>
                    </a:cubicBezTo>
                    <a:cubicBezTo>
                      <a:pt x="29" y="22"/>
                      <a:pt x="0" y="49"/>
                      <a:pt x="10" y="91"/>
                    </a:cubicBezTo>
                    <a:cubicBezTo>
                      <a:pt x="10" y="92"/>
                      <a:pt x="10" y="94"/>
                      <a:pt x="4" y="102"/>
                    </a:cubicBezTo>
                    <a:cubicBezTo>
                      <a:pt x="4" y="102"/>
                      <a:pt x="3" y="104"/>
                      <a:pt x="4" y="105"/>
                    </a:cubicBezTo>
                    <a:cubicBezTo>
                      <a:pt x="5" y="106"/>
                      <a:pt x="7" y="107"/>
                      <a:pt x="10" y="106"/>
                    </a:cubicBezTo>
                    <a:cubicBezTo>
                      <a:pt x="10" y="106"/>
                      <a:pt x="14" y="105"/>
                      <a:pt x="19" y="105"/>
                    </a:cubicBezTo>
                    <a:cubicBezTo>
                      <a:pt x="19" y="105"/>
                      <a:pt x="19" y="105"/>
                      <a:pt x="19" y="105"/>
                    </a:cubicBezTo>
                    <a:cubicBezTo>
                      <a:pt x="20" y="105"/>
                      <a:pt x="20" y="105"/>
                      <a:pt x="20" y="105"/>
                    </a:cubicBezTo>
                    <a:cubicBezTo>
                      <a:pt x="20" y="105"/>
                      <a:pt x="36" y="110"/>
                      <a:pt x="61" y="110"/>
                    </a:cubicBezTo>
                    <a:cubicBezTo>
                      <a:pt x="76" y="110"/>
                      <a:pt x="91" y="108"/>
                      <a:pt x="105" y="104"/>
                    </a:cubicBezTo>
                    <a:cubicBezTo>
                      <a:pt x="105" y="104"/>
                      <a:pt x="106" y="104"/>
                      <a:pt x="107" y="104"/>
                    </a:cubicBezTo>
                    <a:cubicBezTo>
                      <a:pt x="109" y="104"/>
                      <a:pt x="112" y="105"/>
                      <a:pt x="114" y="106"/>
                    </a:cubicBezTo>
                    <a:cubicBezTo>
                      <a:pt x="114" y="106"/>
                      <a:pt x="116" y="107"/>
                      <a:pt x="118" y="107"/>
                    </a:cubicBezTo>
                    <a:cubicBezTo>
                      <a:pt x="119" y="107"/>
                      <a:pt x="121" y="106"/>
                      <a:pt x="123" y="104"/>
                    </a:cubicBezTo>
                    <a:cubicBezTo>
                      <a:pt x="123" y="104"/>
                      <a:pt x="125" y="102"/>
                      <a:pt x="120" y="99"/>
                    </a:cubicBezTo>
                    <a:close/>
                    <a:moveTo>
                      <a:pt x="81" y="55"/>
                    </a:moveTo>
                    <a:cubicBezTo>
                      <a:pt x="81" y="58"/>
                      <a:pt x="81" y="58"/>
                      <a:pt x="81" y="58"/>
                    </a:cubicBezTo>
                    <a:cubicBezTo>
                      <a:pt x="53" y="57"/>
                      <a:pt x="53" y="57"/>
                      <a:pt x="53" y="57"/>
                    </a:cubicBezTo>
                    <a:cubicBezTo>
                      <a:pt x="53" y="57"/>
                      <a:pt x="52" y="61"/>
                      <a:pt x="53" y="62"/>
                    </a:cubicBezTo>
                    <a:cubicBezTo>
                      <a:pt x="81" y="62"/>
                      <a:pt x="81" y="62"/>
                      <a:pt x="81" y="62"/>
                    </a:cubicBezTo>
                    <a:cubicBezTo>
                      <a:pt x="81" y="66"/>
                      <a:pt x="81" y="66"/>
                      <a:pt x="81" y="66"/>
                    </a:cubicBezTo>
                    <a:cubicBezTo>
                      <a:pt x="53" y="65"/>
                      <a:pt x="53" y="65"/>
                      <a:pt x="53" y="65"/>
                    </a:cubicBezTo>
                    <a:cubicBezTo>
                      <a:pt x="53" y="65"/>
                      <a:pt x="54" y="78"/>
                      <a:pt x="67" y="80"/>
                    </a:cubicBezTo>
                    <a:cubicBezTo>
                      <a:pt x="67" y="80"/>
                      <a:pt x="76" y="82"/>
                      <a:pt x="83" y="78"/>
                    </a:cubicBezTo>
                    <a:cubicBezTo>
                      <a:pt x="85" y="83"/>
                      <a:pt x="85" y="83"/>
                      <a:pt x="85" y="83"/>
                    </a:cubicBezTo>
                    <a:cubicBezTo>
                      <a:pt x="85" y="83"/>
                      <a:pt x="71" y="91"/>
                      <a:pt x="54" y="81"/>
                    </a:cubicBezTo>
                    <a:cubicBezTo>
                      <a:pt x="54" y="81"/>
                      <a:pt x="46" y="76"/>
                      <a:pt x="45" y="65"/>
                    </a:cubicBezTo>
                    <a:cubicBezTo>
                      <a:pt x="38" y="65"/>
                      <a:pt x="38" y="65"/>
                      <a:pt x="38" y="65"/>
                    </a:cubicBezTo>
                    <a:cubicBezTo>
                      <a:pt x="39" y="61"/>
                      <a:pt x="39" y="61"/>
                      <a:pt x="39" y="61"/>
                    </a:cubicBezTo>
                    <a:cubicBezTo>
                      <a:pt x="44" y="61"/>
                      <a:pt x="44" y="61"/>
                      <a:pt x="44" y="61"/>
                    </a:cubicBezTo>
                    <a:cubicBezTo>
                      <a:pt x="44" y="61"/>
                      <a:pt x="44" y="60"/>
                      <a:pt x="45" y="58"/>
                    </a:cubicBezTo>
                    <a:cubicBezTo>
                      <a:pt x="39" y="57"/>
                      <a:pt x="39" y="57"/>
                      <a:pt x="39" y="57"/>
                    </a:cubicBezTo>
                    <a:cubicBezTo>
                      <a:pt x="39" y="53"/>
                      <a:pt x="39" y="53"/>
                      <a:pt x="39" y="53"/>
                    </a:cubicBezTo>
                    <a:cubicBezTo>
                      <a:pt x="45" y="53"/>
                      <a:pt x="45" y="53"/>
                      <a:pt x="45" y="53"/>
                    </a:cubicBezTo>
                    <a:cubicBezTo>
                      <a:pt x="45" y="53"/>
                      <a:pt x="48" y="37"/>
                      <a:pt x="67" y="35"/>
                    </a:cubicBezTo>
                    <a:cubicBezTo>
                      <a:pt x="67" y="35"/>
                      <a:pt x="81" y="33"/>
                      <a:pt x="86" y="38"/>
                    </a:cubicBezTo>
                    <a:cubicBezTo>
                      <a:pt x="83" y="43"/>
                      <a:pt x="83" y="43"/>
                      <a:pt x="83" y="43"/>
                    </a:cubicBezTo>
                    <a:cubicBezTo>
                      <a:pt x="83" y="43"/>
                      <a:pt x="61" y="33"/>
                      <a:pt x="54" y="54"/>
                    </a:cubicBezTo>
                    <a:lnTo>
                      <a:pt x="81" y="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sp>
          <p:nvSpPr>
            <p:cNvPr id="220" name="文本框 219"/>
            <p:cNvSpPr txBox="1"/>
            <p:nvPr/>
          </p:nvSpPr>
          <p:spPr>
            <a:xfrm>
              <a:off x="6824663" y="3308993"/>
              <a:ext cx="657225" cy="391478"/>
            </a:xfrm>
            <a:prstGeom prst="rect">
              <a:avLst/>
            </a:prstGeom>
            <a:noFill/>
          </p:spPr>
          <p:txBody>
            <a:bodyPr wrap="square" lIns="91440" tIns="45720" rIns="91440" bIns="45720" rtlCol="0">
              <a:spAutoFit/>
            </a:bodyPr>
            <a:lstStyle/>
            <a:p>
              <a:pPr algn="ctr"/>
              <a:r>
                <a:rPr lang="en-US" altLang="zh-CN" sz="2800" dirty="0">
                  <a:solidFill>
                    <a:schemeClr val="tx1"/>
                  </a:solidFill>
                  <a:latin typeface="Impact" panose="020B0806030902050204" pitchFamily="34" charset="0"/>
                </a:rPr>
                <a:t>04</a:t>
              </a:r>
            </a:p>
          </p:txBody>
        </p:sp>
      </p:grpSp>
      <p:sp>
        <p:nvSpPr>
          <p:cNvPr id="6" name="同侧圆角矩形 5"/>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任意多边形 77"/>
          <p:cNvSpPr/>
          <p:nvPr/>
        </p:nvSpPr>
        <p:spPr bwMode="auto">
          <a:xfrm>
            <a:off x="6897444" y="2005656"/>
            <a:ext cx="3559792" cy="854609"/>
          </a:xfrm>
          <a:custGeom>
            <a:avLst/>
            <a:gdLst>
              <a:gd name="connsiteX0" fmla="*/ 352810 w 4452260"/>
              <a:gd name="connsiteY0" fmla="*/ 0 h 1068867"/>
              <a:gd name="connsiteX1" fmla="*/ 636768 w 4452260"/>
              <a:gd name="connsiteY1" fmla="*/ 0 h 1068867"/>
              <a:gd name="connsiteX2" fmla="*/ 647700 w 4452260"/>
              <a:gd name="connsiteY2" fmla="*/ 0 h 1068867"/>
              <a:gd name="connsiteX3" fmla="*/ 724065 w 4452260"/>
              <a:gd name="connsiteY3" fmla="*/ 0 h 1068867"/>
              <a:gd name="connsiteX4" fmla="*/ 782584 w 4452260"/>
              <a:gd name="connsiteY4" fmla="*/ 0 h 1068867"/>
              <a:gd name="connsiteX5" fmla="*/ 799455 w 4452260"/>
              <a:gd name="connsiteY5" fmla="*/ 0 h 1068867"/>
              <a:gd name="connsiteX6" fmla="*/ 809825 w 4452260"/>
              <a:gd name="connsiteY6" fmla="*/ 0 h 1068867"/>
              <a:gd name="connsiteX7" fmla="*/ 818078 w 4452260"/>
              <a:gd name="connsiteY7" fmla="*/ 0 h 1068867"/>
              <a:gd name="connsiteX8" fmla="*/ 843980 w 4452260"/>
              <a:gd name="connsiteY8" fmla="*/ 0 h 1068867"/>
              <a:gd name="connsiteX9" fmla="*/ 931658 w 4452260"/>
              <a:gd name="connsiteY9" fmla="*/ 0 h 1068867"/>
              <a:gd name="connsiteX10" fmla="*/ 961580 w 4452260"/>
              <a:gd name="connsiteY10" fmla="*/ 0 h 1068867"/>
              <a:gd name="connsiteX11" fmla="*/ 1000055 w 4452260"/>
              <a:gd name="connsiteY11" fmla="*/ 0 h 1068867"/>
              <a:gd name="connsiteX12" fmla="*/ 1040537 w 4452260"/>
              <a:gd name="connsiteY12" fmla="*/ 0 h 1068867"/>
              <a:gd name="connsiteX13" fmla="*/ 1051453 w 4452260"/>
              <a:gd name="connsiteY13" fmla="*/ 0 h 1068867"/>
              <a:gd name="connsiteX14" fmla="*/ 1083414 w 4452260"/>
              <a:gd name="connsiteY14" fmla="*/ 0 h 1068867"/>
              <a:gd name="connsiteX15" fmla="*/ 1112969 w 4452260"/>
              <a:gd name="connsiteY15" fmla="*/ 0 h 1068867"/>
              <a:gd name="connsiteX16" fmla="*/ 1138871 w 4452260"/>
              <a:gd name="connsiteY16" fmla="*/ 0 h 1068867"/>
              <a:gd name="connsiteX17" fmla="*/ 1170224 w 4452260"/>
              <a:gd name="connsiteY17" fmla="*/ 0 h 1068867"/>
              <a:gd name="connsiteX18" fmla="*/ 1170711 w 4452260"/>
              <a:gd name="connsiteY18" fmla="*/ 0 h 1068867"/>
              <a:gd name="connsiteX19" fmla="*/ 1202662 w 4452260"/>
              <a:gd name="connsiteY19" fmla="*/ 0 h 1068867"/>
              <a:gd name="connsiteX20" fmla="*/ 1240037 w 4452260"/>
              <a:gd name="connsiteY20" fmla="*/ 0 h 1068867"/>
              <a:gd name="connsiteX21" fmla="*/ 1290626 w 4452260"/>
              <a:gd name="connsiteY21" fmla="*/ 0 h 1068867"/>
              <a:gd name="connsiteX22" fmla="*/ 1324496 w 4452260"/>
              <a:gd name="connsiteY22" fmla="*/ 0 h 1068867"/>
              <a:gd name="connsiteX23" fmla="*/ 1332348 w 4452260"/>
              <a:gd name="connsiteY23" fmla="*/ 0 h 1068867"/>
              <a:gd name="connsiteX24" fmla="*/ 1335428 w 4452260"/>
              <a:gd name="connsiteY24" fmla="*/ 0 h 1068867"/>
              <a:gd name="connsiteX25" fmla="*/ 1411793 w 4452260"/>
              <a:gd name="connsiteY25" fmla="*/ 0 h 1068867"/>
              <a:gd name="connsiteX26" fmla="*/ 1454182 w 4452260"/>
              <a:gd name="connsiteY26" fmla="*/ 0 h 1068867"/>
              <a:gd name="connsiteX27" fmla="*/ 1470312 w 4452260"/>
              <a:gd name="connsiteY27" fmla="*/ 0 h 1068867"/>
              <a:gd name="connsiteX28" fmla="*/ 1487183 w 4452260"/>
              <a:gd name="connsiteY28" fmla="*/ 0 h 1068867"/>
              <a:gd name="connsiteX29" fmla="*/ 1497552 w 4452260"/>
              <a:gd name="connsiteY29" fmla="*/ 0 h 1068867"/>
              <a:gd name="connsiteX30" fmla="*/ 1505806 w 4452260"/>
              <a:gd name="connsiteY30" fmla="*/ 0 h 1068867"/>
              <a:gd name="connsiteX31" fmla="*/ 1528471 w 4452260"/>
              <a:gd name="connsiteY31" fmla="*/ 0 h 1068867"/>
              <a:gd name="connsiteX32" fmla="*/ 1531708 w 4452260"/>
              <a:gd name="connsiteY32" fmla="*/ 0 h 1068867"/>
              <a:gd name="connsiteX33" fmla="*/ 1540992 w 4452260"/>
              <a:gd name="connsiteY33" fmla="*/ 0 h 1068867"/>
              <a:gd name="connsiteX34" fmla="*/ 1541479 w 4452260"/>
              <a:gd name="connsiteY34" fmla="*/ 0 h 1068867"/>
              <a:gd name="connsiteX35" fmla="*/ 1599998 w 4452260"/>
              <a:gd name="connsiteY35" fmla="*/ 0 h 1068867"/>
              <a:gd name="connsiteX36" fmla="*/ 1619386 w 4452260"/>
              <a:gd name="connsiteY36" fmla="*/ 0 h 1068867"/>
              <a:gd name="connsiteX37" fmla="*/ 1635492 w 4452260"/>
              <a:gd name="connsiteY37" fmla="*/ 0 h 1068867"/>
              <a:gd name="connsiteX38" fmla="*/ 1649308 w 4452260"/>
              <a:gd name="connsiteY38" fmla="*/ 0 h 1068867"/>
              <a:gd name="connsiteX39" fmla="*/ 1653720 w 4452260"/>
              <a:gd name="connsiteY39" fmla="*/ 0 h 1068867"/>
              <a:gd name="connsiteX40" fmla="*/ 1661394 w 4452260"/>
              <a:gd name="connsiteY40" fmla="*/ 0 h 1068867"/>
              <a:gd name="connsiteX41" fmla="*/ 1687782 w 4452260"/>
              <a:gd name="connsiteY41" fmla="*/ 0 h 1068867"/>
              <a:gd name="connsiteX42" fmla="*/ 1703116 w 4452260"/>
              <a:gd name="connsiteY42" fmla="*/ 0 h 1068867"/>
              <a:gd name="connsiteX43" fmla="*/ 1739181 w 4452260"/>
              <a:gd name="connsiteY43" fmla="*/ 0 h 1068867"/>
              <a:gd name="connsiteX44" fmla="*/ 1771141 w 4452260"/>
              <a:gd name="connsiteY44" fmla="*/ 0 h 1068867"/>
              <a:gd name="connsiteX45" fmla="*/ 1800697 w 4452260"/>
              <a:gd name="connsiteY45" fmla="*/ 0 h 1068867"/>
              <a:gd name="connsiteX46" fmla="*/ 1811727 w 4452260"/>
              <a:gd name="connsiteY46" fmla="*/ 0 h 1068867"/>
              <a:gd name="connsiteX47" fmla="*/ 1823361 w 4452260"/>
              <a:gd name="connsiteY47" fmla="*/ 0 h 1068867"/>
              <a:gd name="connsiteX48" fmla="*/ 1826599 w 4452260"/>
              <a:gd name="connsiteY48" fmla="*/ 0 h 1068867"/>
              <a:gd name="connsiteX49" fmla="*/ 1857951 w 4452260"/>
              <a:gd name="connsiteY49" fmla="*/ 0 h 1068867"/>
              <a:gd name="connsiteX50" fmla="*/ 1858439 w 4452260"/>
              <a:gd name="connsiteY50" fmla="*/ 0 h 1068867"/>
              <a:gd name="connsiteX51" fmla="*/ 1859676 w 4452260"/>
              <a:gd name="connsiteY51" fmla="*/ 0 h 1068867"/>
              <a:gd name="connsiteX52" fmla="*/ 1893346 w 4452260"/>
              <a:gd name="connsiteY52" fmla="*/ 0 h 1068867"/>
              <a:gd name="connsiteX53" fmla="*/ 1927765 w 4452260"/>
              <a:gd name="connsiteY53" fmla="*/ 0 h 1068867"/>
              <a:gd name="connsiteX54" fmla="*/ 1963365 w 4452260"/>
              <a:gd name="connsiteY54" fmla="*/ 0 h 1068867"/>
              <a:gd name="connsiteX55" fmla="*/ 1978354 w 4452260"/>
              <a:gd name="connsiteY55" fmla="*/ 0 h 1068867"/>
              <a:gd name="connsiteX56" fmla="*/ 1991032 w 4452260"/>
              <a:gd name="connsiteY56" fmla="*/ 0 h 1068867"/>
              <a:gd name="connsiteX57" fmla="*/ 2020076 w 4452260"/>
              <a:gd name="connsiteY57" fmla="*/ 0 h 1068867"/>
              <a:gd name="connsiteX58" fmla="*/ 2021800 w 4452260"/>
              <a:gd name="connsiteY58" fmla="*/ 0 h 1068867"/>
              <a:gd name="connsiteX59" fmla="*/ 2027021 w 4452260"/>
              <a:gd name="connsiteY59" fmla="*/ 0 h 1068867"/>
              <a:gd name="connsiteX60" fmla="*/ 2032162 w 4452260"/>
              <a:gd name="connsiteY60" fmla="*/ 0 h 1068867"/>
              <a:gd name="connsiteX61" fmla="*/ 2141909 w 4452260"/>
              <a:gd name="connsiteY61" fmla="*/ 0 h 1068867"/>
              <a:gd name="connsiteX62" fmla="*/ 2143633 w 4452260"/>
              <a:gd name="connsiteY62" fmla="*/ 0 h 1068867"/>
              <a:gd name="connsiteX63" fmla="*/ 2178359 w 4452260"/>
              <a:gd name="connsiteY63" fmla="*/ 0 h 1068867"/>
              <a:gd name="connsiteX64" fmla="*/ 2228719 w 4452260"/>
              <a:gd name="connsiteY64" fmla="*/ 0 h 1068867"/>
              <a:gd name="connsiteX65" fmla="*/ 2229207 w 4452260"/>
              <a:gd name="connsiteY65" fmla="*/ 0 h 1068867"/>
              <a:gd name="connsiteX66" fmla="*/ 2230931 w 4452260"/>
              <a:gd name="connsiteY66" fmla="*/ 0 h 1068867"/>
              <a:gd name="connsiteX67" fmla="*/ 2287725 w 4452260"/>
              <a:gd name="connsiteY67" fmla="*/ 0 h 1068867"/>
              <a:gd name="connsiteX68" fmla="*/ 2289450 w 4452260"/>
              <a:gd name="connsiteY68" fmla="*/ 0 h 1068867"/>
              <a:gd name="connsiteX69" fmla="*/ 2323220 w 4452260"/>
              <a:gd name="connsiteY69" fmla="*/ 0 h 1068867"/>
              <a:gd name="connsiteX70" fmla="*/ 2324944 w 4452260"/>
              <a:gd name="connsiteY70" fmla="*/ 0 h 1068867"/>
              <a:gd name="connsiteX71" fmla="*/ 2340483 w 4452260"/>
              <a:gd name="connsiteY71" fmla="*/ 0 h 1068867"/>
              <a:gd name="connsiteX72" fmla="*/ 2341447 w 4452260"/>
              <a:gd name="connsiteY72" fmla="*/ 0 h 1068867"/>
              <a:gd name="connsiteX73" fmla="*/ 2343172 w 4452260"/>
              <a:gd name="connsiteY73" fmla="*/ 0 h 1068867"/>
              <a:gd name="connsiteX74" fmla="*/ 2349122 w 4452260"/>
              <a:gd name="connsiteY74" fmla="*/ 0 h 1068867"/>
              <a:gd name="connsiteX75" fmla="*/ 2350846 w 4452260"/>
              <a:gd name="connsiteY75" fmla="*/ 0 h 1068867"/>
              <a:gd name="connsiteX76" fmla="*/ 2390844 w 4452260"/>
              <a:gd name="connsiteY76" fmla="*/ 0 h 1068867"/>
              <a:gd name="connsiteX77" fmla="*/ 2462317 w 4452260"/>
              <a:gd name="connsiteY77" fmla="*/ 0 h 1068867"/>
              <a:gd name="connsiteX78" fmla="*/ 2499455 w 4452260"/>
              <a:gd name="connsiteY78" fmla="*/ 0 h 1068867"/>
              <a:gd name="connsiteX79" fmla="*/ 2530713 w 4452260"/>
              <a:gd name="connsiteY79" fmla="*/ 0 h 1068867"/>
              <a:gd name="connsiteX80" fmla="*/ 2547403 w 4452260"/>
              <a:gd name="connsiteY80" fmla="*/ 0 h 1068867"/>
              <a:gd name="connsiteX81" fmla="*/ 2549127 w 4452260"/>
              <a:gd name="connsiteY81" fmla="*/ 0 h 1068867"/>
              <a:gd name="connsiteX82" fmla="*/ 2581074 w 4452260"/>
              <a:gd name="connsiteY82" fmla="*/ 0 h 1068867"/>
              <a:gd name="connsiteX83" fmla="*/ 2582112 w 4452260"/>
              <a:gd name="connsiteY83" fmla="*/ 0 h 1068867"/>
              <a:gd name="connsiteX84" fmla="*/ 2669530 w 4452260"/>
              <a:gd name="connsiteY84" fmla="*/ 0 h 1068867"/>
              <a:gd name="connsiteX85" fmla="*/ 2678759 w 4452260"/>
              <a:gd name="connsiteY85" fmla="*/ 0 h 1068867"/>
              <a:gd name="connsiteX86" fmla="*/ 2709527 w 4452260"/>
              <a:gd name="connsiteY86" fmla="*/ 0 h 1068867"/>
              <a:gd name="connsiteX87" fmla="*/ 2711252 w 4452260"/>
              <a:gd name="connsiteY87" fmla="*/ 0 h 1068867"/>
              <a:gd name="connsiteX88" fmla="*/ 2714748 w 4452260"/>
              <a:gd name="connsiteY88" fmla="*/ 0 h 1068867"/>
              <a:gd name="connsiteX89" fmla="*/ 2719890 w 4452260"/>
              <a:gd name="connsiteY89" fmla="*/ 0 h 1068867"/>
              <a:gd name="connsiteX90" fmla="*/ 2831360 w 4452260"/>
              <a:gd name="connsiteY90" fmla="*/ 0 h 1068867"/>
              <a:gd name="connsiteX91" fmla="*/ 2833086 w 4452260"/>
              <a:gd name="connsiteY91" fmla="*/ 0 h 1068867"/>
              <a:gd name="connsiteX92" fmla="*/ 2866087 w 4452260"/>
              <a:gd name="connsiteY92" fmla="*/ 0 h 1068867"/>
              <a:gd name="connsiteX93" fmla="*/ 2918659 w 4452260"/>
              <a:gd name="connsiteY93" fmla="*/ 0 h 1068867"/>
              <a:gd name="connsiteX94" fmla="*/ 2919896 w 4452260"/>
              <a:gd name="connsiteY94" fmla="*/ 0 h 1068867"/>
              <a:gd name="connsiteX95" fmla="*/ 2920383 w 4452260"/>
              <a:gd name="connsiteY95" fmla="*/ 0 h 1068867"/>
              <a:gd name="connsiteX96" fmla="*/ 2977177 w 4452260"/>
              <a:gd name="connsiteY96" fmla="*/ 0 h 1068867"/>
              <a:gd name="connsiteX97" fmla="*/ 2978902 w 4452260"/>
              <a:gd name="connsiteY97" fmla="*/ 0 h 1068867"/>
              <a:gd name="connsiteX98" fmla="*/ 3012671 w 4452260"/>
              <a:gd name="connsiteY98" fmla="*/ 0 h 1068867"/>
              <a:gd name="connsiteX99" fmla="*/ 3014397 w 4452260"/>
              <a:gd name="connsiteY99" fmla="*/ 0 h 1068867"/>
              <a:gd name="connsiteX100" fmla="*/ 3028211 w 4452260"/>
              <a:gd name="connsiteY100" fmla="*/ 0 h 1068867"/>
              <a:gd name="connsiteX101" fmla="*/ 3030899 w 4452260"/>
              <a:gd name="connsiteY101" fmla="*/ 0 h 1068867"/>
              <a:gd name="connsiteX102" fmla="*/ 3032624 w 4452260"/>
              <a:gd name="connsiteY102" fmla="*/ 0 h 1068867"/>
              <a:gd name="connsiteX103" fmla="*/ 3038573 w 4452260"/>
              <a:gd name="connsiteY103" fmla="*/ 0 h 1068867"/>
              <a:gd name="connsiteX104" fmla="*/ 3040298 w 4452260"/>
              <a:gd name="connsiteY104" fmla="*/ 0 h 1068867"/>
              <a:gd name="connsiteX105" fmla="*/ 3082021 w 4452260"/>
              <a:gd name="connsiteY105" fmla="*/ 0 h 1068867"/>
              <a:gd name="connsiteX106" fmla="*/ 3150044 w 4452260"/>
              <a:gd name="connsiteY106" fmla="*/ 0 h 1068867"/>
              <a:gd name="connsiteX107" fmla="*/ 3218441 w 4452260"/>
              <a:gd name="connsiteY107" fmla="*/ 0 h 1068867"/>
              <a:gd name="connsiteX108" fmla="*/ 3236855 w 4452260"/>
              <a:gd name="connsiteY108" fmla="*/ 0 h 1068867"/>
              <a:gd name="connsiteX109" fmla="*/ 3269839 w 4452260"/>
              <a:gd name="connsiteY109" fmla="*/ 0 h 1068867"/>
              <a:gd name="connsiteX110" fmla="*/ 3272250 w 4452260"/>
              <a:gd name="connsiteY110" fmla="*/ 0 h 1068867"/>
              <a:gd name="connsiteX111" fmla="*/ 3320378 w 4452260"/>
              <a:gd name="connsiteY111" fmla="*/ 0 h 1068867"/>
              <a:gd name="connsiteX112" fmla="*/ 3346330 w 4452260"/>
              <a:gd name="connsiteY112" fmla="*/ 0 h 1068867"/>
              <a:gd name="connsiteX113" fmla="*/ 3357257 w 4452260"/>
              <a:gd name="connsiteY113" fmla="*/ 0 h 1068867"/>
              <a:gd name="connsiteX114" fmla="*/ 3369936 w 4452260"/>
              <a:gd name="connsiteY114" fmla="*/ 0 h 1068867"/>
              <a:gd name="connsiteX115" fmla="*/ 3398980 w 4452260"/>
              <a:gd name="connsiteY115" fmla="*/ 0 h 1068867"/>
              <a:gd name="connsiteX116" fmla="*/ 3405925 w 4452260"/>
              <a:gd name="connsiteY116" fmla="*/ 0 h 1068867"/>
              <a:gd name="connsiteX117" fmla="*/ 3411066 w 4452260"/>
              <a:gd name="connsiteY117" fmla="*/ 0 h 1068867"/>
              <a:gd name="connsiteX118" fmla="*/ 3520813 w 4452260"/>
              <a:gd name="connsiteY118" fmla="*/ 0 h 1068867"/>
              <a:gd name="connsiteX119" fmla="*/ 3607623 w 4452260"/>
              <a:gd name="connsiteY119" fmla="*/ 0 h 1068867"/>
              <a:gd name="connsiteX120" fmla="*/ 3608111 w 4452260"/>
              <a:gd name="connsiteY120" fmla="*/ 0 h 1068867"/>
              <a:gd name="connsiteX121" fmla="*/ 3666629 w 4452260"/>
              <a:gd name="connsiteY121" fmla="*/ 0 h 1068867"/>
              <a:gd name="connsiteX122" fmla="*/ 3702124 w 4452260"/>
              <a:gd name="connsiteY122" fmla="*/ 0 h 1068867"/>
              <a:gd name="connsiteX123" fmla="*/ 3720351 w 4452260"/>
              <a:gd name="connsiteY123" fmla="*/ 0 h 1068867"/>
              <a:gd name="connsiteX124" fmla="*/ 3728025 w 4452260"/>
              <a:gd name="connsiteY124" fmla="*/ 0 h 1068867"/>
              <a:gd name="connsiteX125" fmla="*/ 3769748 w 4452260"/>
              <a:gd name="connsiteY125" fmla="*/ 0 h 1068867"/>
              <a:gd name="connsiteX126" fmla="*/ 4098793 w 4452260"/>
              <a:gd name="connsiteY126" fmla="*/ 0 h 1068867"/>
              <a:gd name="connsiteX127" fmla="*/ 4193519 w 4452260"/>
              <a:gd name="connsiteY127" fmla="*/ 54408 h 1068867"/>
              <a:gd name="connsiteX128" fmla="*/ 4439104 w 4452260"/>
              <a:gd name="connsiteY128" fmla="*/ 480025 h 1068867"/>
              <a:gd name="connsiteX129" fmla="*/ 4439104 w 4452260"/>
              <a:gd name="connsiteY129" fmla="*/ 588843 h 1068867"/>
              <a:gd name="connsiteX130" fmla="*/ 4193519 w 4452260"/>
              <a:gd name="connsiteY130" fmla="*/ 1014459 h 1068867"/>
              <a:gd name="connsiteX131" fmla="*/ 4098793 w 4452260"/>
              <a:gd name="connsiteY131" fmla="*/ 1068867 h 1068867"/>
              <a:gd name="connsiteX132" fmla="*/ 3728025 w 4452260"/>
              <a:gd name="connsiteY132" fmla="*/ 1068867 h 1068867"/>
              <a:gd name="connsiteX133" fmla="*/ 3607623 w 4452260"/>
              <a:gd name="connsiteY133" fmla="*/ 1068867 h 1068867"/>
              <a:gd name="connsiteX134" fmla="*/ 3411066 w 4452260"/>
              <a:gd name="connsiteY134" fmla="*/ 1068867 h 1068867"/>
              <a:gd name="connsiteX135" fmla="*/ 3357257 w 4452260"/>
              <a:gd name="connsiteY135" fmla="*/ 1068867 h 1068867"/>
              <a:gd name="connsiteX136" fmla="*/ 3236855 w 4452260"/>
              <a:gd name="connsiteY136" fmla="*/ 1068867 h 1068867"/>
              <a:gd name="connsiteX137" fmla="*/ 3040298 w 4452260"/>
              <a:gd name="connsiteY137" fmla="*/ 1068867 h 1068867"/>
              <a:gd name="connsiteX138" fmla="*/ 3038573 w 4452260"/>
              <a:gd name="connsiteY138" fmla="*/ 1068867 h 1068867"/>
              <a:gd name="connsiteX139" fmla="*/ 2919896 w 4452260"/>
              <a:gd name="connsiteY139" fmla="*/ 1068867 h 1068867"/>
              <a:gd name="connsiteX140" fmla="*/ 2866087 w 4452260"/>
              <a:gd name="connsiteY140" fmla="*/ 1068867 h 1068867"/>
              <a:gd name="connsiteX141" fmla="*/ 2719890 w 4452260"/>
              <a:gd name="connsiteY141" fmla="*/ 1068867 h 1068867"/>
              <a:gd name="connsiteX142" fmla="*/ 2669530 w 4452260"/>
              <a:gd name="connsiteY142" fmla="*/ 1068867 h 1068867"/>
              <a:gd name="connsiteX143" fmla="*/ 2549127 w 4452260"/>
              <a:gd name="connsiteY143" fmla="*/ 1068867 h 1068867"/>
              <a:gd name="connsiteX144" fmla="*/ 2547403 w 4452260"/>
              <a:gd name="connsiteY144" fmla="*/ 1068867 h 1068867"/>
              <a:gd name="connsiteX145" fmla="*/ 2350846 w 4452260"/>
              <a:gd name="connsiteY145" fmla="*/ 1068867 h 1068867"/>
              <a:gd name="connsiteX146" fmla="*/ 2349122 w 4452260"/>
              <a:gd name="connsiteY146" fmla="*/ 1068867 h 1068867"/>
              <a:gd name="connsiteX147" fmla="*/ 2228719 w 4452260"/>
              <a:gd name="connsiteY147" fmla="*/ 1068867 h 1068867"/>
              <a:gd name="connsiteX148" fmla="*/ 2178359 w 4452260"/>
              <a:gd name="connsiteY148" fmla="*/ 1068867 h 1068867"/>
              <a:gd name="connsiteX149" fmla="*/ 2032162 w 4452260"/>
              <a:gd name="connsiteY149" fmla="*/ 1068867 h 1068867"/>
              <a:gd name="connsiteX150" fmla="*/ 1978354 w 4452260"/>
              <a:gd name="connsiteY150" fmla="*/ 1068867 h 1068867"/>
              <a:gd name="connsiteX151" fmla="*/ 1859676 w 4452260"/>
              <a:gd name="connsiteY151" fmla="*/ 1068867 h 1068867"/>
              <a:gd name="connsiteX152" fmla="*/ 1857951 w 4452260"/>
              <a:gd name="connsiteY152" fmla="*/ 1068867 h 1068867"/>
              <a:gd name="connsiteX153" fmla="*/ 1826599 w 4452260"/>
              <a:gd name="connsiteY153" fmla="*/ 1068867 h 1068867"/>
              <a:gd name="connsiteX154" fmla="*/ 1661394 w 4452260"/>
              <a:gd name="connsiteY154" fmla="*/ 1068867 h 1068867"/>
              <a:gd name="connsiteX155" fmla="*/ 1540992 w 4452260"/>
              <a:gd name="connsiteY155" fmla="*/ 1068867 h 1068867"/>
              <a:gd name="connsiteX156" fmla="*/ 1531708 w 4452260"/>
              <a:gd name="connsiteY156" fmla="*/ 1068867 h 1068867"/>
              <a:gd name="connsiteX157" fmla="*/ 1487183 w 4452260"/>
              <a:gd name="connsiteY157" fmla="*/ 1068867 h 1068867"/>
              <a:gd name="connsiteX158" fmla="*/ 1335428 w 4452260"/>
              <a:gd name="connsiteY158" fmla="*/ 1068867 h 1068867"/>
              <a:gd name="connsiteX159" fmla="*/ 1290626 w 4452260"/>
              <a:gd name="connsiteY159" fmla="*/ 1068867 h 1068867"/>
              <a:gd name="connsiteX160" fmla="*/ 1170224 w 4452260"/>
              <a:gd name="connsiteY160" fmla="*/ 1068867 h 1068867"/>
              <a:gd name="connsiteX161" fmla="*/ 1138871 w 4452260"/>
              <a:gd name="connsiteY161" fmla="*/ 1068867 h 1068867"/>
              <a:gd name="connsiteX162" fmla="*/ 1040537 w 4452260"/>
              <a:gd name="connsiteY162" fmla="*/ 1068867 h 1068867"/>
              <a:gd name="connsiteX163" fmla="*/ 843980 w 4452260"/>
              <a:gd name="connsiteY163" fmla="*/ 1068867 h 1068867"/>
              <a:gd name="connsiteX164" fmla="*/ 799455 w 4452260"/>
              <a:gd name="connsiteY164" fmla="*/ 1068867 h 1068867"/>
              <a:gd name="connsiteX165" fmla="*/ 647700 w 4452260"/>
              <a:gd name="connsiteY165" fmla="*/ 1068867 h 1068867"/>
              <a:gd name="connsiteX166" fmla="*/ 352810 w 4452260"/>
              <a:gd name="connsiteY166" fmla="*/ 1068867 h 1068867"/>
              <a:gd name="connsiteX167" fmla="*/ 258084 w 4452260"/>
              <a:gd name="connsiteY167" fmla="*/ 1014459 h 1068867"/>
              <a:gd name="connsiteX168" fmla="*/ 12498 w 4452260"/>
              <a:gd name="connsiteY168" fmla="*/ 588843 h 1068867"/>
              <a:gd name="connsiteX169" fmla="*/ 12498 w 4452260"/>
              <a:gd name="connsiteY169" fmla="*/ 480025 h 1068867"/>
              <a:gd name="connsiteX170" fmla="*/ 258084 w 4452260"/>
              <a:gd name="connsiteY170" fmla="*/ 54408 h 1068867"/>
              <a:gd name="connsiteX171" fmla="*/ 352810 w 4452260"/>
              <a:gd name="connsiteY171" fmla="*/ 0 h 106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452260" h="1068867">
                <a:moveTo>
                  <a:pt x="352810" y="0"/>
                </a:moveTo>
                <a:cubicBezTo>
                  <a:pt x="475602" y="0"/>
                  <a:pt x="567696" y="0"/>
                  <a:pt x="636768" y="0"/>
                </a:cubicBezTo>
                <a:lnTo>
                  <a:pt x="647700" y="0"/>
                </a:lnTo>
                <a:lnTo>
                  <a:pt x="724065" y="0"/>
                </a:lnTo>
                <a:cubicBezTo>
                  <a:pt x="748048" y="0"/>
                  <a:pt x="767235" y="0"/>
                  <a:pt x="782584" y="0"/>
                </a:cubicBezTo>
                <a:lnTo>
                  <a:pt x="799455" y="0"/>
                </a:lnTo>
                <a:lnTo>
                  <a:pt x="809825" y="0"/>
                </a:lnTo>
                <a:lnTo>
                  <a:pt x="818078" y="0"/>
                </a:lnTo>
                <a:cubicBezTo>
                  <a:pt x="843980" y="0"/>
                  <a:pt x="843980" y="0"/>
                  <a:pt x="843980" y="0"/>
                </a:cubicBezTo>
                <a:lnTo>
                  <a:pt x="931658" y="0"/>
                </a:lnTo>
                <a:lnTo>
                  <a:pt x="961580" y="0"/>
                </a:lnTo>
                <a:lnTo>
                  <a:pt x="1000055" y="0"/>
                </a:lnTo>
                <a:lnTo>
                  <a:pt x="1040537" y="0"/>
                </a:lnTo>
                <a:lnTo>
                  <a:pt x="1051453" y="0"/>
                </a:lnTo>
                <a:lnTo>
                  <a:pt x="1083414" y="0"/>
                </a:lnTo>
                <a:lnTo>
                  <a:pt x="1112969" y="0"/>
                </a:lnTo>
                <a:cubicBezTo>
                  <a:pt x="1138871" y="0"/>
                  <a:pt x="1138871" y="0"/>
                  <a:pt x="1138871" y="0"/>
                </a:cubicBezTo>
                <a:lnTo>
                  <a:pt x="1170224" y="0"/>
                </a:lnTo>
                <a:lnTo>
                  <a:pt x="1170711" y="0"/>
                </a:lnTo>
                <a:lnTo>
                  <a:pt x="1202662" y="0"/>
                </a:lnTo>
                <a:lnTo>
                  <a:pt x="1240037" y="0"/>
                </a:lnTo>
                <a:cubicBezTo>
                  <a:pt x="1290626" y="0"/>
                  <a:pt x="1290626" y="0"/>
                  <a:pt x="1290626" y="0"/>
                </a:cubicBezTo>
                <a:lnTo>
                  <a:pt x="1324496" y="0"/>
                </a:lnTo>
                <a:lnTo>
                  <a:pt x="1332348" y="0"/>
                </a:lnTo>
                <a:lnTo>
                  <a:pt x="1335428" y="0"/>
                </a:lnTo>
                <a:lnTo>
                  <a:pt x="1411793" y="0"/>
                </a:lnTo>
                <a:lnTo>
                  <a:pt x="1454182" y="0"/>
                </a:lnTo>
                <a:lnTo>
                  <a:pt x="1470312" y="0"/>
                </a:lnTo>
                <a:lnTo>
                  <a:pt x="1487183" y="0"/>
                </a:lnTo>
                <a:lnTo>
                  <a:pt x="1497552" y="0"/>
                </a:lnTo>
                <a:lnTo>
                  <a:pt x="1505806" y="0"/>
                </a:lnTo>
                <a:lnTo>
                  <a:pt x="1528471" y="0"/>
                </a:lnTo>
                <a:lnTo>
                  <a:pt x="1531708" y="0"/>
                </a:lnTo>
                <a:lnTo>
                  <a:pt x="1540992" y="0"/>
                </a:lnTo>
                <a:lnTo>
                  <a:pt x="1541479" y="0"/>
                </a:lnTo>
                <a:lnTo>
                  <a:pt x="1599998" y="0"/>
                </a:lnTo>
                <a:lnTo>
                  <a:pt x="1619386" y="0"/>
                </a:lnTo>
                <a:lnTo>
                  <a:pt x="1635492" y="0"/>
                </a:lnTo>
                <a:lnTo>
                  <a:pt x="1649308" y="0"/>
                </a:lnTo>
                <a:lnTo>
                  <a:pt x="1653720" y="0"/>
                </a:lnTo>
                <a:lnTo>
                  <a:pt x="1661394" y="0"/>
                </a:lnTo>
                <a:lnTo>
                  <a:pt x="1687782" y="0"/>
                </a:lnTo>
                <a:lnTo>
                  <a:pt x="1703116" y="0"/>
                </a:lnTo>
                <a:lnTo>
                  <a:pt x="1739181" y="0"/>
                </a:lnTo>
                <a:lnTo>
                  <a:pt x="1771141" y="0"/>
                </a:lnTo>
                <a:lnTo>
                  <a:pt x="1800697" y="0"/>
                </a:lnTo>
                <a:lnTo>
                  <a:pt x="1811727" y="0"/>
                </a:lnTo>
                <a:lnTo>
                  <a:pt x="1823361" y="0"/>
                </a:lnTo>
                <a:lnTo>
                  <a:pt x="1826599" y="0"/>
                </a:lnTo>
                <a:lnTo>
                  <a:pt x="1857951" y="0"/>
                </a:lnTo>
                <a:lnTo>
                  <a:pt x="1858439" y="0"/>
                </a:lnTo>
                <a:lnTo>
                  <a:pt x="1859676" y="0"/>
                </a:lnTo>
                <a:lnTo>
                  <a:pt x="1893346" y="0"/>
                </a:lnTo>
                <a:lnTo>
                  <a:pt x="1927765" y="0"/>
                </a:lnTo>
                <a:lnTo>
                  <a:pt x="1963365" y="0"/>
                </a:lnTo>
                <a:lnTo>
                  <a:pt x="1978354" y="0"/>
                </a:lnTo>
                <a:lnTo>
                  <a:pt x="1991032" y="0"/>
                </a:lnTo>
                <a:lnTo>
                  <a:pt x="2020076" y="0"/>
                </a:lnTo>
                <a:lnTo>
                  <a:pt x="2021800" y="0"/>
                </a:lnTo>
                <a:lnTo>
                  <a:pt x="2027021" y="0"/>
                </a:lnTo>
                <a:cubicBezTo>
                  <a:pt x="2032162" y="0"/>
                  <a:pt x="2032162" y="0"/>
                  <a:pt x="2032162" y="0"/>
                </a:cubicBezTo>
                <a:lnTo>
                  <a:pt x="2141909" y="0"/>
                </a:lnTo>
                <a:lnTo>
                  <a:pt x="2143633" y="0"/>
                </a:lnTo>
                <a:lnTo>
                  <a:pt x="2178359" y="0"/>
                </a:lnTo>
                <a:lnTo>
                  <a:pt x="2228719" y="0"/>
                </a:lnTo>
                <a:lnTo>
                  <a:pt x="2229207" y="0"/>
                </a:lnTo>
                <a:lnTo>
                  <a:pt x="2230931" y="0"/>
                </a:lnTo>
                <a:lnTo>
                  <a:pt x="2287725" y="0"/>
                </a:lnTo>
                <a:lnTo>
                  <a:pt x="2289450" y="0"/>
                </a:lnTo>
                <a:lnTo>
                  <a:pt x="2323220" y="0"/>
                </a:lnTo>
                <a:lnTo>
                  <a:pt x="2324944" y="0"/>
                </a:lnTo>
                <a:lnTo>
                  <a:pt x="2340483" y="0"/>
                </a:lnTo>
                <a:lnTo>
                  <a:pt x="2341447" y="0"/>
                </a:lnTo>
                <a:lnTo>
                  <a:pt x="2343172" y="0"/>
                </a:lnTo>
                <a:lnTo>
                  <a:pt x="2349122" y="0"/>
                </a:lnTo>
                <a:lnTo>
                  <a:pt x="2350846" y="0"/>
                </a:lnTo>
                <a:lnTo>
                  <a:pt x="2390844" y="0"/>
                </a:lnTo>
                <a:lnTo>
                  <a:pt x="2462317" y="0"/>
                </a:lnTo>
                <a:lnTo>
                  <a:pt x="2499455" y="0"/>
                </a:lnTo>
                <a:lnTo>
                  <a:pt x="2530713" y="0"/>
                </a:lnTo>
                <a:lnTo>
                  <a:pt x="2547403" y="0"/>
                </a:lnTo>
                <a:lnTo>
                  <a:pt x="2549127" y="0"/>
                </a:lnTo>
                <a:lnTo>
                  <a:pt x="2581074" y="0"/>
                </a:lnTo>
                <a:lnTo>
                  <a:pt x="2582112" y="0"/>
                </a:lnTo>
                <a:cubicBezTo>
                  <a:pt x="2669530" y="0"/>
                  <a:pt x="2669530" y="0"/>
                  <a:pt x="2669530" y="0"/>
                </a:cubicBezTo>
                <a:lnTo>
                  <a:pt x="2678759" y="0"/>
                </a:lnTo>
                <a:lnTo>
                  <a:pt x="2709527" y="0"/>
                </a:lnTo>
                <a:lnTo>
                  <a:pt x="2711252" y="0"/>
                </a:lnTo>
                <a:lnTo>
                  <a:pt x="2714748" y="0"/>
                </a:lnTo>
                <a:lnTo>
                  <a:pt x="2719890" y="0"/>
                </a:lnTo>
                <a:lnTo>
                  <a:pt x="2831360" y="0"/>
                </a:lnTo>
                <a:lnTo>
                  <a:pt x="2833086" y="0"/>
                </a:lnTo>
                <a:lnTo>
                  <a:pt x="2866087" y="0"/>
                </a:lnTo>
                <a:lnTo>
                  <a:pt x="2918659" y="0"/>
                </a:lnTo>
                <a:lnTo>
                  <a:pt x="2919896" y="0"/>
                </a:lnTo>
                <a:lnTo>
                  <a:pt x="2920383" y="0"/>
                </a:lnTo>
                <a:lnTo>
                  <a:pt x="2977177" y="0"/>
                </a:lnTo>
                <a:lnTo>
                  <a:pt x="2978902" y="0"/>
                </a:lnTo>
                <a:lnTo>
                  <a:pt x="3012671" y="0"/>
                </a:lnTo>
                <a:lnTo>
                  <a:pt x="3014397" y="0"/>
                </a:lnTo>
                <a:lnTo>
                  <a:pt x="3028211" y="0"/>
                </a:lnTo>
                <a:lnTo>
                  <a:pt x="3030899" y="0"/>
                </a:lnTo>
                <a:lnTo>
                  <a:pt x="3032624" y="0"/>
                </a:lnTo>
                <a:lnTo>
                  <a:pt x="3038573" y="0"/>
                </a:lnTo>
                <a:lnTo>
                  <a:pt x="3040298" y="0"/>
                </a:lnTo>
                <a:lnTo>
                  <a:pt x="3082021" y="0"/>
                </a:lnTo>
                <a:lnTo>
                  <a:pt x="3150044" y="0"/>
                </a:lnTo>
                <a:lnTo>
                  <a:pt x="3218441" y="0"/>
                </a:lnTo>
                <a:lnTo>
                  <a:pt x="3236855" y="0"/>
                </a:lnTo>
                <a:lnTo>
                  <a:pt x="3269839" y="0"/>
                </a:lnTo>
                <a:lnTo>
                  <a:pt x="3272250" y="0"/>
                </a:lnTo>
                <a:lnTo>
                  <a:pt x="3320378" y="0"/>
                </a:lnTo>
                <a:lnTo>
                  <a:pt x="3346330" y="0"/>
                </a:lnTo>
                <a:lnTo>
                  <a:pt x="3357257" y="0"/>
                </a:lnTo>
                <a:lnTo>
                  <a:pt x="3369936" y="0"/>
                </a:lnTo>
                <a:lnTo>
                  <a:pt x="3398980" y="0"/>
                </a:lnTo>
                <a:lnTo>
                  <a:pt x="3405925" y="0"/>
                </a:lnTo>
                <a:cubicBezTo>
                  <a:pt x="3411066" y="0"/>
                  <a:pt x="3411066" y="0"/>
                  <a:pt x="3411066" y="0"/>
                </a:cubicBezTo>
                <a:lnTo>
                  <a:pt x="3520813" y="0"/>
                </a:lnTo>
                <a:lnTo>
                  <a:pt x="3607623" y="0"/>
                </a:lnTo>
                <a:lnTo>
                  <a:pt x="3608111" y="0"/>
                </a:lnTo>
                <a:lnTo>
                  <a:pt x="3666629" y="0"/>
                </a:lnTo>
                <a:lnTo>
                  <a:pt x="3702124" y="0"/>
                </a:lnTo>
                <a:lnTo>
                  <a:pt x="3720351" y="0"/>
                </a:lnTo>
                <a:lnTo>
                  <a:pt x="3728025" y="0"/>
                </a:lnTo>
                <a:lnTo>
                  <a:pt x="3769748" y="0"/>
                </a:lnTo>
                <a:cubicBezTo>
                  <a:pt x="4098793" y="0"/>
                  <a:pt x="4098793" y="0"/>
                  <a:pt x="4098793" y="0"/>
                </a:cubicBezTo>
                <a:cubicBezTo>
                  <a:pt x="4133877" y="0"/>
                  <a:pt x="4175977" y="24572"/>
                  <a:pt x="4193519" y="54408"/>
                </a:cubicBezTo>
                <a:cubicBezTo>
                  <a:pt x="4439104" y="480025"/>
                  <a:pt x="4439104" y="480025"/>
                  <a:pt x="4439104" y="480025"/>
                </a:cubicBezTo>
                <a:cubicBezTo>
                  <a:pt x="4456646" y="509862"/>
                  <a:pt x="4456646" y="559005"/>
                  <a:pt x="4439104" y="588843"/>
                </a:cubicBezTo>
                <a:cubicBezTo>
                  <a:pt x="4193519" y="1014459"/>
                  <a:pt x="4193519" y="1014459"/>
                  <a:pt x="4193519" y="1014459"/>
                </a:cubicBezTo>
                <a:cubicBezTo>
                  <a:pt x="4175977" y="1044295"/>
                  <a:pt x="4133877" y="1068867"/>
                  <a:pt x="4098793" y="1068867"/>
                </a:cubicBezTo>
                <a:lnTo>
                  <a:pt x="3728025" y="1068867"/>
                </a:lnTo>
                <a:lnTo>
                  <a:pt x="3607623" y="1068867"/>
                </a:lnTo>
                <a:lnTo>
                  <a:pt x="3411066" y="1068867"/>
                </a:lnTo>
                <a:lnTo>
                  <a:pt x="3357257" y="1068867"/>
                </a:lnTo>
                <a:lnTo>
                  <a:pt x="3236855" y="1068867"/>
                </a:lnTo>
                <a:lnTo>
                  <a:pt x="3040298" y="1068867"/>
                </a:lnTo>
                <a:lnTo>
                  <a:pt x="3038573" y="1068867"/>
                </a:lnTo>
                <a:lnTo>
                  <a:pt x="2919896" y="1068867"/>
                </a:lnTo>
                <a:lnTo>
                  <a:pt x="2866087" y="1068867"/>
                </a:lnTo>
                <a:lnTo>
                  <a:pt x="2719890" y="1068867"/>
                </a:lnTo>
                <a:lnTo>
                  <a:pt x="2669530" y="1068867"/>
                </a:lnTo>
                <a:lnTo>
                  <a:pt x="2549127" y="1068867"/>
                </a:lnTo>
                <a:lnTo>
                  <a:pt x="2547403" y="1068867"/>
                </a:lnTo>
                <a:lnTo>
                  <a:pt x="2350846" y="1068867"/>
                </a:lnTo>
                <a:lnTo>
                  <a:pt x="2349122" y="1068867"/>
                </a:lnTo>
                <a:lnTo>
                  <a:pt x="2228719" y="1068867"/>
                </a:lnTo>
                <a:lnTo>
                  <a:pt x="2178359" y="1068867"/>
                </a:lnTo>
                <a:lnTo>
                  <a:pt x="2032162" y="1068867"/>
                </a:lnTo>
                <a:lnTo>
                  <a:pt x="1978354" y="1068867"/>
                </a:lnTo>
                <a:lnTo>
                  <a:pt x="1859676" y="1068867"/>
                </a:lnTo>
                <a:lnTo>
                  <a:pt x="1857951" y="1068867"/>
                </a:lnTo>
                <a:lnTo>
                  <a:pt x="1826599" y="1068867"/>
                </a:lnTo>
                <a:lnTo>
                  <a:pt x="1661394" y="1068867"/>
                </a:lnTo>
                <a:lnTo>
                  <a:pt x="1540992" y="1068867"/>
                </a:lnTo>
                <a:lnTo>
                  <a:pt x="1531708" y="1068867"/>
                </a:lnTo>
                <a:lnTo>
                  <a:pt x="1487183" y="1068867"/>
                </a:lnTo>
                <a:lnTo>
                  <a:pt x="1335428" y="1068867"/>
                </a:lnTo>
                <a:lnTo>
                  <a:pt x="1290626" y="1068867"/>
                </a:lnTo>
                <a:lnTo>
                  <a:pt x="1170224" y="1068867"/>
                </a:lnTo>
                <a:lnTo>
                  <a:pt x="1138871" y="1068867"/>
                </a:lnTo>
                <a:lnTo>
                  <a:pt x="1040537" y="1068867"/>
                </a:lnTo>
                <a:lnTo>
                  <a:pt x="843980" y="1068867"/>
                </a:lnTo>
                <a:lnTo>
                  <a:pt x="799455" y="1068867"/>
                </a:lnTo>
                <a:lnTo>
                  <a:pt x="647700" y="1068867"/>
                </a:lnTo>
                <a:lnTo>
                  <a:pt x="352810" y="1068867"/>
                </a:lnTo>
                <a:cubicBezTo>
                  <a:pt x="318603" y="1068867"/>
                  <a:pt x="275626" y="1044295"/>
                  <a:pt x="258084" y="1014459"/>
                </a:cubicBezTo>
                <a:cubicBezTo>
                  <a:pt x="12498" y="588843"/>
                  <a:pt x="12498" y="588843"/>
                  <a:pt x="12498" y="588843"/>
                </a:cubicBezTo>
                <a:cubicBezTo>
                  <a:pt x="-4166" y="559005"/>
                  <a:pt x="-4166" y="509862"/>
                  <a:pt x="12498" y="480025"/>
                </a:cubicBezTo>
                <a:cubicBezTo>
                  <a:pt x="258084" y="54408"/>
                  <a:pt x="258084" y="54408"/>
                  <a:pt x="258084" y="54408"/>
                </a:cubicBezTo>
                <a:cubicBezTo>
                  <a:pt x="275626" y="24572"/>
                  <a:pt x="318603" y="0"/>
                  <a:pt x="352810" y="0"/>
                </a:cubicBezTo>
                <a:close/>
              </a:path>
            </a:pathLst>
          </a:custGeom>
          <a:gradFill flip="none" rotWithShape="1">
            <a:gsLst>
              <a:gs pos="100000">
                <a:schemeClr val="bg1">
                  <a:lumMod val="95000"/>
                </a:schemeClr>
              </a:gs>
              <a:gs pos="0">
                <a:srgbClr val="D3D3D3"/>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sp>
        <p:nvSpPr>
          <p:cNvPr id="79" name="任意多边形 78"/>
          <p:cNvSpPr/>
          <p:nvPr/>
        </p:nvSpPr>
        <p:spPr bwMode="auto">
          <a:xfrm>
            <a:off x="7032492" y="2101120"/>
            <a:ext cx="3304837" cy="663681"/>
          </a:xfrm>
          <a:custGeom>
            <a:avLst/>
            <a:gdLst>
              <a:gd name="connsiteX0" fmla="*/ 305125 w 4603109"/>
              <a:gd name="connsiteY0" fmla="*/ 0 h 924402"/>
              <a:gd name="connsiteX1" fmla="*/ 432894 w 4603109"/>
              <a:gd name="connsiteY1" fmla="*/ 0 h 924402"/>
              <a:gd name="connsiteX2" fmla="*/ 445336 w 4603109"/>
              <a:gd name="connsiteY2" fmla="*/ 0 h 924402"/>
              <a:gd name="connsiteX3" fmla="*/ 550703 w 4603109"/>
              <a:gd name="connsiteY3" fmla="*/ 0 h 924402"/>
              <a:gd name="connsiteX4" fmla="*/ 560158 w 4603109"/>
              <a:gd name="connsiteY4" fmla="*/ 0 h 924402"/>
              <a:gd name="connsiteX5" fmla="*/ 573105 w 4603109"/>
              <a:gd name="connsiteY5" fmla="*/ 0 h 924402"/>
              <a:gd name="connsiteX6" fmla="*/ 626202 w 4603109"/>
              <a:gd name="connsiteY6" fmla="*/ 0 h 924402"/>
              <a:gd name="connsiteX7" fmla="*/ 676811 w 4603109"/>
              <a:gd name="connsiteY7" fmla="*/ 0 h 924402"/>
              <a:gd name="connsiteX8" fmla="*/ 678472 w 4603109"/>
              <a:gd name="connsiteY8" fmla="*/ 0 h 924402"/>
              <a:gd name="connsiteX9" fmla="*/ 687927 w 4603109"/>
              <a:gd name="connsiteY9" fmla="*/ 0 h 924402"/>
              <a:gd name="connsiteX10" fmla="*/ 691402 w 4603109"/>
              <a:gd name="connsiteY10" fmla="*/ 0 h 924402"/>
              <a:gd name="connsiteX11" fmla="*/ 700371 w 4603109"/>
              <a:gd name="connsiteY11" fmla="*/ 0 h 924402"/>
              <a:gd name="connsiteX12" fmla="*/ 707508 w 4603109"/>
              <a:gd name="connsiteY12" fmla="*/ 0 h 924402"/>
              <a:gd name="connsiteX13" fmla="*/ 729909 w 4603109"/>
              <a:gd name="connsiteY13" fmla="*/ 0 h 924402"/>
              <a:gd name="connsiteX14" fmla="*/ 753971 w 4603109"/>
              <a:gd name="connsiteY14" fmla="*/ 0 h 924402"/>
              <a:gd name="connsiteX15" fmla="*/ 804580 w 4603109"/>
              <a:gd name="connsiteY15" fmla="*/ 0 h 924402"/>
              <a:gd name="connsiteX16" fmla="*/ 805737 w 4603109"/>
              <a:gd name="connsiteY16" fmla="*/ 0 h 924402"/>
              <a:gd name="connsiteX17" fmla="*/ 819171 w 4603109"/>
              <a:gd name="connsiteY17" fmla="*/ 0 h 924402"/>
              <a:gd name="connsiteX18" fmla="*/ 828140 w 4603109"/>
              <a:gd name="connsiteY18" fmla="*/ 0 h 924402"/>
              <a:gd name="connsiteX19" fmla="*/ 831615 w 4603109"/>
              <a:gd name="connsiteY19" fmla="*/ 0 h 924402"/>
              <a:gd name="connsiteX20" fmla="*/ 835277 w 4603109"/>
              <a:gd name="connsiteY20" fmla="*/ 0 h 924402"/>
              <a:gd name="connsiteX21" fmla="*/ 857678 w 4603109"/>
              <a:gd name="connsiteY21" fmla="*/ 0 h 924402"/>
              <a:gd name="connsiteX22" fmla="*/ 864889 w 4603109"/>
              <a:gd name="connsiteY22" fmla="*/ 0 h 924402"/>
              <a:gd name="connsiteX23" fmla="*/ 899900 w 4603109"/>
              <a:gd name="connsiteY23" fmla="*/ 0 h 924402"/>
              <a:gd name="connsiteX24" fmla="*/ 909341 w 4603109"/>
              <a:gd name="connsiteY24" fmla="*/ 0 h 924402"/>
              <a:gd name="connsiteX25" fmla="*/ 929965 w 4603109"/>
              <a:gd name="connsiteY25" fmla="*/ 0 h 924402"/>
              <a:gd name="connsiteX26" fmla="*/ 933506 w 4603109"/>
              <a:gd name="connsiteY26" fmla="*/ 0 h 924402"/>
              <a:gd name="connsiteX27" fmla="*/ 936982 w 4603109"/>
              <a:gd name="connsiteY27" fmla="*/ 0 h 924402"/>
              <a:gd name="connsiteX28" fmla="*/ 959384 w 4603109"/>
              <a:gd name="connsiteY28" fmla="*/ 0 h 924402"/>
              <a:gd name="connsiteX29" fmla="*/ 962542 w 4603109"/>
              <a:gd name="connsiteY29" fmla="*/ 0 h 924402"/>
              <a:gd name="connsiteX30" fmla="*/ 984943 w 4603109"/>
              <a:gd name="connsiteY30" fmla="*/ 0 h 924402"/>
              <a:gd name="connsiteX31" fmla="*/ 992658 w 4603109"/>
              <a:gd name="connsiteY31" fmla="*/ 0 h 924402"/>
              <a:gd name="connsiteX32" fmla="*/ 1012059 w 4603109"/>
              <a:gd name="connsiteY32" fmla="*/ 0 h 924402"/>
              <a:gd name="connsiteX33" fmla="*/ 1012480 w 4603109"/>
              <a:gd name="connsiteY33" fmla="*/ 0 h 924402"/>
              <a:gd name="connsiteX34" fmla="*/ 1027669 w 4603109"/>
              <a:gd name="connsiteY34" fmla="*/ 0 h 924402"/>
              <a:gd name="connsiteX35" fmla="*/ 1037110 w 4603109"/>
              <a:gd name="connsiteY35" fmla="*/ 0 h 924402"/>
              <a:gd name="connsiteX36" fmla="*/ 1040112 w 4603109"/>
              <a:gd name="connsiteY36" fmla="*/ 0 h 924402"/>
              <a:gd name="connsiteX37" fmla="*/ 1057734 w 4603109"/>
              <a:gd name="connsiteY37" fmla="*/ 0 h 924402"/>
              <a:gd name="connsiteX38" fmla="*/ 1064751 w 4603109"/>
              <a:gd name="connsiteY38" fmla="*/ 0 h 924402"/>
              <a:gd name="connsiteX39" fmla="*/ 1070177 w 4603109"/>
              <a:gd name="connsiteY39" fmla="*/ 0 h 924402"/>
              <a:gd name="connsiteX40" fmla="*/ 1072436 w 4603109"/>
              <a:gd name="connsiteY40" fmla="*/ 0 h 924402"/>
              <a:gd name="connsiteX41" fmla="*/ 1090311 w 4603109"/>
              <a:gd name="connsiteY41" fmla="*/ 0 h 924402"/>
              <a:gd name="connsiteX42" fmla="*/ 1110718 w 4603109"/>
              <a:gd name="connsiteY42" fmla="*/ 0 h 924402"/>
              <a:gd name="connsiteX43" fmla="*/ 1112712 w 4603109"/>
              <a:gd name="connsiteY43" fmla="*/ 0 h 924402"/>
              <a:gd name="connsiteX44" fmla="*/ 1116187 w 4603109"/>
              <a:gd name="connsiteY44" fmla="*/ 0 h 924402"/>
              <a:gd name="connsiteX45" fmla="*/ 1139828 w 4603109"/>
              <a:gd name="connsiteY45" fmla="*/ 0 h 924402"/>
              <a:gd name="connsiteX46" fmla="*/ 1140249 w 4603109"/>
              <a:gd name="connsiteY46" fmla="*/ 0 h 924402"/>
              <a:gd name="connsiteX47" fmla="*/ 1145480 w 4603109"/>
              <a:gd name="connsiteY47" fmla="*/ 0 h 924402"/>
              <a:gd name="connsiteX48" fmla="*/ 1152270 w 4603109"/>
              <a:gd name="connsiteY48" fmla="*/ 0 h 924402"/>
              <a:gd name="connsiteX49" fmla="*/ 1154934 w 4603109"/>
              <a:gd name="connsiteY49" fmla="*/ 0 h 924402"/>
              <a:gd name="connsiteX50" fmla="*/ 1167881 w 4603109"/>
              <a:gd name="connsiteY50" fmla="*/ 0 h 924402"/>
              <a:gd name="connsiteX51" fmla="*/ 1175544 w 4603109"/>
              <a:gd name="connsiteY51" fmla="*/ 0 h 924402"/>
              <a:gd name="connsiteX52" fmla="*/ 1184998 w 4603109"/>
              <a:gd name="connsiteY52" fmla="*/ 0 h 924402"/>
              <a:gd name="connsiteX53" fmla="*/ 1197946 w 4603109"/>
              <a:gd name="connsiteY53" fmla="*/ 0 h 924402"/>
              <a:gd name="connsiteX54" fmla="*/ 1200205 w 4603109"/>
              <a:gd name="connsiteY54" fmla="*/ 0 h 924402"/>
              <a:gd name="connsiteX55" fmla="*/ 1220978 w 4603109"/>
              <a:gd name="connsiteY55" fmla="*/ 0 h 924402"/>
              <a:gd name="connsiteX56" fmla="*/ 1238487 w 4603109"/>
              <a:gd name="connsiteY56" fmla="*/ 0 h 924402"/>
              <a:gd name="connsiteX57" fmla="*/ 1243956 w 4603109"/>
              <a:gd name="connsiteY57" fmla="*/ 0 h 924402"/>
              <a:gd name="connsiteX58" fmla="*/ 1251042 w 4603109"/>
              <a:gd name="connsiteY58" fmla="*/ 0 h 924402"/>
              <a:gd name="connsiteX59" fmla="*/ 1257637 w 4603109"/>
              <a:gd name="connsiteY59" fmla="*/ 0 h 924402"/>
              <a:gd name="connsiteX60" fmla="*/ 1271587 w 4603109"/>
              <a:gd name="connsiteY60" fmla="*/ 0 h 924402"/>
              <a:gd name="connsiteX61" fmla="*/ 1273249 w 4603109"/>
              <a:gd name="connsiteY61" fmla="*/ 0 h 924402"/>
              <a:gd name="connsiteX62" fmla="*/ 1280039 w 4603109"/>
              <a:gd name="connsiteY62" fmla="*/ 0 h 924402"/>
              <a:gd name="connsiteX63" fmla="*/ 1282703 w 4603109"/>
              <a:gd name="connsiteY63" fmla="*/ 0 h 924402"/>
              <a:gd name="connsiteX64" fmla="*/ 1286178 w 4603109"/>
              <a:gd name="connsiteY64" fmla="*/ 0 h 924402"/>
              <a:gd name="connsiteX65" fmla="*/ 1295146 w 4603109"/>
              <a:gd name="connsiteY65" fmla="*/ 0 h 924402"/>
              <a:gd name="connsiteX66" fmla="*/ 1301651 w 4603109"/>
              <a:gd name="connsiteY66" fmla="*/ 0 h 924402"/>
              <a:gd name="connsiteX67" fmla="*/ 1302284 w 4603109"/>
              <a:gd name="connsiteY67" fmla="*/ 0 h 924402"/>
              <a:gd name="connsiteX68" fmla="*/ 1303313 w 4603109"/>
              <a:gd name="connsiteY68" fmla="*/ 0 h 924402"/>
              <a:gd name="connsiteX69" fmla="*/ 1312767 w 4603109"/>
              <a:gd name="connsiteY69" fmla="*/ 0 h 924402"/>
              <a:gd name="connsiteX70" fmla="*/ 1316242 w 4603109"/>
              <a:gd name="connsiteY70" fmla="*/ 0 h 924402"/>
              <a:gd name="connsiteX71" fmla="*/ 1321886 w 4603109"/>
              <a:gd name="connsiteY71" fmla="*/ 0 h 924402"/>
              <a:gd name="connsiteX72" fmla="*/ 1324685 w 4603109"/>
              <a:gd name="connsiteY72" fmla="*/ 0 h 924402"/>
              <a:gd name="connsiteX73" fmla="*/ 1325211 w 4603109"/>
              <a:gd name="connsiteY73" fmla="*/ 0 h 924402"/>
              <a:gd name="connsiteX74" fmla="*/ 1332348 w 4603109"/>
              <a:gd name="connsiteY74" fmla="*/ 0 h 924402"/>
              <a:gd name="connsiteX75" fmla="*/ 1332714 w 4603109"/>
              <a:gd name="connsiteY75" fmla="*/ 0 h 924402"/>
              <a:gd name="connsiteX76" fmla="*/ 1333135 w 4603109"/>
              <a:gd name="connsiteY76" fmla="*/ 0 h 924402"/>
              <a:gd name="connsiteX77" fmla="*/ 1348747 w 4603109"/>
              <a:gd name="connsiteY77" fmla="*/ 0 h 924402"/>
              <a:gd name="connsiteX78" fmla="*/ 1354749 w 4603109"/>
              <a:gd name="connsiteY78" fmla="*/ 0 h 924402"/>
              <a:gd name="connsiteX79" fmla="*/ 1378811 w 4603109"/>
              <a:gd name="connsiteY79" fmla="*/ 0 h 924402"/>
              <a:gd name="connsiteX80" fmla="*/ 1383745 w 4603109"/>
              <a:gd name="connsiteY80" fmla="*/ 0 h 924402"/>
              <a:gd name="connsiteX81" fmla="*/ 1385406 w 4603109"/>
              <a:gd name="connsiteY81" fmla="*/ 0 h 924402"/>
              <a:gd name="connsiteX82" fmla="*/ 1399356 w 4603109"/>
              <a:gd name="connsiteY82" fmla="*/ 0 h 924402"/>
              <a:gd name="connsiteX83" fmla="*/ 1400513 w 4603109"/>
              <a:gd name="connsiteY83" fmla="*/ 0 h 924402"/>
              <a:gd name="connsiteX84" fmla="*/ 1413947 w 4603109"/>
              <a:gd name="connsiteY84" fmla="*/ 0 h 924402"/>
              <a:gd name="connsiteX85" fmla="*/ 1414442 w 4603109"/>
              <a:gd name="connsiteY85" fmla="*/ 0 h 924402"/>
              <a:gd name="connsiteX86" fmla="*/ 1422915 w 4603109"/>
              <a:gd name="connsiteY86" fmla="*/ 0 h 924402"/>
              <a:gd name="connsiteX87" fmla="*/ 1426390 w 4603109"/>
              <a:gd name="connsiteY87" fmla="*/ 0 h 924402"/>
              <a:gd name="connsiteX88" fmla="*/ 1429420 w 4603109"/>
              <a:gd name="connsiteY88" fmla="*/ 0 h 924402"/>
              <a:gd name="connsiteX89" fmla="*/ 1430053 w 4603109"/>
              <a:gd name="connsiteY89" fmla="*/ 0 h 924402"/>
              <a:gd name="connsiteX90" fmla="*/ 1430206 w 4603109"/>
              <a:gd name="connsiteY90" fmla="*/ 0 h 924402"/>
              <a:gd name="connsiteX91" fmla="*/ 1430577 w 4603109"/>
              <a:gd name="connsiteY91" fmla="*/ 0 h 924402"/>
              <a:gd name="connsiteX92" fmla="*/ 1436843 w 4603109"/>
              <a:gd name="connsiteY92" fmla="*/ 0 h 924402"/>
              <a:gd name="connsiteX93" fmla="*/ 1444011 w 4603109"/>
              <a:gd name="connsiteY93" fmla="*/ 0 h 924402"/>
              <a:gd name="connsiteX94" fmla="*/ 1449655 w 4603109"/>
              <a:gd name="connsiteY94" fmla="*/ 0 h 924402"/>
              <a:gd name="connsiteX95" fmla="*/ 1452454 w 4603109"/>
              <a:gd name="connsiteY95" fmla="*/ 0 h 924402"/>
              <a:gd name="connsiteX96" fmla="*/ 1452980 w 4603109"/>
              <a:gd name="connsiteY96" fmla="*/ 0 h 924402"/>
              <a:gd name="connsiteX97" fmla="*/ 1456455 w 4603109"/>
              <a:gd name="connsiteY97" fmla="*/ 0 h 924402"/>
              <a:gd name="connsiteX98" fmla="*/ 1459664 w 4603109"/>
              <a:gd name="connsiteY98" fmla="*/ 0 h 924402"/>
              <a:gd name="connsiteX99" fmla="*/ 1460117 w 4603109"/>
              <a:gd name="connsiteY99" fmla="*/ 0 h 924402"/>
              <a:gd name="connsiteX100" fmla="*/ 1460483 w 4603109"/>
              <a:gd name="connsiteY100" fmla="*/ 0 h 924402"/>
              <a:gd name="connsiteX101" fmla="*/ 1460904 w 4603109"/>
              <a:gd name="connsiteY101" fmla="*/ 0 h 924402"/>
              <a:gd name="connsiteX102" fmla="*/ 1472926 w 4603109"/>
              <a:gd name="connsiteY102" fmla="*/ 0 h 924402"/>
              <a:gd name="connsiteX103" fmla="*/ 1482518 w 4603109"/>
              <a:gd name="connsiteY103" fmla="*/ 0 h 924402"/>
              <a:gd name="connsiteX104" fmla="*/ 1489729 w 4603109"/>
              <a:gd name="connsiteY104" fmla="*/ 0 h 924402"/>
              <a:gd name="connsiteX105" fmla="*/ 1504116 w 4603109"/>
              <a:gd name="connsiteY105" fmla="*/ 0 h 924402"/>
              <a:gd name="connsiteX106" fmla="*/ 1511514 w 4603109"/>
              <a:gd name="connsiteY106" fmla="*/ 0 h 924402"/>
              <a:gd name="connsiteX107" fmla="*/ 1524740 w 4603109"/>
              <a:gd name="connsiteY107" fmla="*/ 0 h 924402"/>
              <a:gd name="connsiteX108" fmla="*/ 1528282 w 4603109"/>
              <a:gd name="connsiteY108" fmla="*/ 0 h 924402"/>
              <a:gd name="connsiteX109" fmla="*/ 1531757 w 4603109"/>
              <a:gd name="connsiteY109" fmla="*/ 0 h 924402"/>
              <a:gd name="connsiteX110" fmla="*/ 1534181 w 4603109"/>
              <a:gd name="connsiteY110" fmla="*/ 0 h 924402"/>
              <a:gd name="connsiteX111" fmla="*/ 1542211 w 4603109"/>
              <a:gd name="connsiteY111" fmla="*/ 0 h 924402"/>
              <a:gd name="connsiteX112" fmla="*/ 1554159 w 4603109"/>
              <a:gd name="connsiteY112" fmla="*/ 0 h 924402"/>
              <a:gd name="connsiteX113" fmla="*/ 1557318 w 4603109"/>
              <a:gd name="connsiteY113" fmla="*/ 0 h 924402"/>
              <a:gd name="connsiteX114" fmla="*/ 1557975 w 4603109"/>
              <a:gd name="connsiteY114" fmla="*/ 0 h 924402"/>
              <a:gd name="connsiteX115" fmla="*/ 1558346 w 4603109"/>
              <a:gd name="connsiteY115" fmla="*/ 0 h 924402"/>
              <a:gd name="connsiteX116" fmla="*/ 1561822 w 4603109"/>
              <a:gd name="connsiteY116" fmla="*/ 0 h 924402"/>
              <a:gd name="connsiteX117" fmla="*/ 1564612 w 4603109"/>
              <a:gd name="connsiteY117" fmla="*/ 0 h 924402"/>
              <a:gd name="connsiteX118" fmla="*/ 1566857 w 4603109"/>
              <a:gd name="connsiteY118" fmla="*/ 0 h 924402"/>
              <a:gd name="connsiteX119" fmla="*/ 1576919 w 4603109"/>
              <a:gd name="connsiteY119" fmla="*/ 0 h 924402"/>
              <a:gd name="connsiteX120" fmla="*/ 1579719 w 4603109"/>
              <a:gd name="connsiteY120" fmla="*/ 0 h 924402"/>
              <a:gd name="connsiteX121" fmla="*/ 1584224 w 4603109"/>
              <a:gd name="connsiteY121" fmla="*/ 0 h 924402"/>
              <a:gd name="connsiteX122" fmla="*/ 1587382 w 4603109"/>
              <a:gd name="connsiteY122" fmla="*/ 0 h 924402"/>
              <a:gd name="connsiteX123" fmla="*/ 1587433 w 4603109"/>
              <a:gd name="connsiteY123" fmla="*/ 0 h 924402"/>
              <a:gd name="connsiteX124" fmla="*/ 1600695 w 4603109"/>
              <a:gd name="connsiteY124" fmla="*/ 0 h 924402"/>
              <a:gd name="connsiteX125" fmla="*/ 1606834 w 4603109"/>
              <a:gd name="connsiteY125" fmla="*/ 0 h 924402"/>
              <a:gd name="connsiteX126" fmla="*/ 1607256 w 4603109"/>
              <a:gd name="connsiteY126" fmla="*/ 0 h 924402"/>
              <a:gd name="connsiteX127" fmla="*/ 1608325 w 4603109"/>
              <a:gd name="connsiteY127" fmla="*/ 0 h 924402"/>
              <a:gd name="connsiteX128" fmla="*/ 1609783 w 4603109"/>
              <a:gd name="connsiteY128" fmla="*/ 0 h 924402"/>
              <a:gd name="connsiteX129" fmla="*/ 1617498 w 4603109"/>
              <a:gd name="connsiteY129" fmla="*/ 0 h 924402"/>
              <a:gd name="connsiteX130" fmla="*/ 1631885 w 4603109"/>
              <a:gd name="connsiteY130" fmla="*/ 0 h 924402"/>
              <a:gd name="connsiteX131" fmla="*/ 1636899 w 4603109"/>
              <a:gd name="connsiteY131" fmla="*/ 0 h 924402"/>
              <a:gd name="connsiteX132" fmla="*/ 1637320 w 4603109"/>
              <a:gd name="connsiteY132" fmla="*/ 0 h 924402"/>
              <a:gd name="connsiteX133" fmla="*/ 1637445 w 4603109"/>
              <a:gd name="connsiteY133" fmla="*/ 0 h 924402"/>
              <a:gd name="connsiteX134" fmla="*/ 1652509 w 4603109"/>
              <a:gd name="connsiteY134" fmla="*/ 0 h 924402"/>
              <a:gd name="connsiteX135" fmla="*/ 1659526 w 4603109"/>
              <a:gd name="connsiteY135" fmla="*/ 0 h 924402"/>
              <a:gd name="connsiteX136" fmla="*/ 1661950 w 4603109"/>
              <a:gd name="connsiteY136" fmla="*/ 0 h 924402"/>
              <a:gd name="connsiteX137" fmla="*/ 1664952 w 4603109"/>
              <a:gd name="connsiteY137" fmla="*/ 0 h 924402"/>
              <a:gd name="connsiteX138" fmla="*/ 1667212 w 4603109"/>
              <a:gd name="connsiteY138" fmla="*/ 0 h 924402"/>
              <a:gd name="connsiteX139" fmla="*/ 1685087 w 4603109"/>
              <a:gd name="connsiteY139" fmla="*/ 0 h 924402"/>
              <a:gd name="connsiteX140" fmla="*/ 1689591 w 4603109"/>
              <a:gd name="connsiteY140" fmla="*/ 0 h 924402"/>
              <a:gd name="connsiteX141" fmla="*/ 1694626 w 4603109"/>
              <a:gd name="connsiteY141" fmla="*/ 0 h 924402"/>
              <a:gd name="connsiteX142" fmla="*/ 1697276 w 4603109"/>
              <a:gd name="connsiteY142" fmla="*/ 0 h 924402"/>
              <a:gd name="connsiteX143" fmla="*/ 1698000 w 4603109"/>
              <a:gd name="connsiteY143" fmla="*/ 0 h 924402"/>
              <a:gd name="connsiteX144" fmla="*/ 1704688 w 4603109"/>
              <a:gd name="connsiteY144" fmla="*/ 0 h 924402"/>
              <a:gd name="connsiteX145" fmla="*/ 1707488 w 4603109"/>
              <a:gd name="connsiteY145" fmla="*/ 0 h 924402"/>
              <a:gd name="connsiteX146" fmla="*/ 1710963 w 4603109"/>
              <a:gd name="connsiteY146" fmla="*/ 0 h 924402"/>
              <a:gd name="connsiteX147" fmla="*/ 1715151 w 4603109"/>
              <a:gd name="connsiteY147" fmla="*/ 0 h 924402"/>
              <a:gd name="connsiteX148" fmla="*/ 1721928 w 4603109"/>
              <a:gd name="connsiteY148" fmla="*/ 0 h 924402"/>
              <a:gd name="connsiteX149" fmla="*/ 1734603 w 4603109"/>
              <a:gd name="connsiteY149" fmla="*/ 0 h 924402"/>
              <a:gd name="connsiteX150" fmla="*/ 1735025 w 4603109"/>
              <a:gd name="connsiteY150" fmla="*/ 0 h 924402"/>
              <a:gd name="connsiteX151" fmla="*/ 1735558 w 4603109"/>
              <a:gd name="connsiteY151" fmla="*/ 0 h 924402"/>
              <a:gd name="connsiteX152" fmla="*/ 1736094 w 4603109"/>
              <a:gd name="connsiteY152" fmla="*/ 0 h 924402"/>
              <a:gd name="connsiteX153" fmla="*/ 1737552 w 4603109"/>
              <a:gd name="connsiteY153" fmla="*/ 0 h 924402"/>
              <a:gd name="connsiteX154" fmla="*/ 1741027 w 4603109"/>
              <a:gd name="connsiteY154" fmla="*/ 0 h 924402"/>
              <a:gd name="connsiteX155" fmla="*/ 1747046 w 4603109"/>
              <a:gd name="connsiteY155" fmla="*/ 0 h 924402"/>
              <a:gd name="connsiteX156" fmla="*/ 1748537 w 4603109"/>
              <a:gd name="connsiteY156" fmla="*/ 0 h 924402"/>
              <a:gd name="connsiteX157" fmla="*/ 1753052 w 4603109"/>
              <a:gd name="connsiteY157" fmla="*/ 0 h 924402"/>
              <a:gd name="connsiteX158" fmla="*/ 1757499 w 4603109"/>
              <a:gd name="connsiteY158" fmla="*/ 0 h 924402"/>
              <a:gd name="connsiteX159" fmla="*/ 1764668 w 4603109"/>
              <a:gd name="connsiteY159" fmla="*/ 0 h 924402"/>
              <a:gd name="connsiteX160" fmla="*/ 1765089 w 4603109"/>
              <a:gd name="connsiteY160" fmla="*/ 0 h 924402"/>
              <a:gd name="connsiteX161" fmla="*/ 1765214 w 4603109"/>
              <a:gd name="connsiteY161" fmla="*/ 0 h 924402"/>
              <a:gd name="connsiteX162" fmla="*/ 1770320 w 4603109"/>
              <a:gd name="connsiteY162" fmla="*/ 0 h 924402"/>
              <a:gd name="connsiteX163" fmla="*/ 1777110 w 4603109"/>
              <a:gd name="connsiteY163" fmla="*/ 0 h 924402"/>
              <a:gd name="connsiteX164" fmla="*/ 1779774 w 4603109"/>
              <a:gd name="connsiteY164" fmla="*/ 0 h 924402"/>
              <a:gd name="connsiteX165" fmla="*/ 1792721 w 4603109"/>
              <a:gd name="connsiteY165" fmla="*/ 0 h 924402"/>
              <a:gd name="connsiteX166" fmla="*/ 1794981 w 4603109"/>
              <a:gd name="connsiteY166" fmla="*/ 0 h 924402"/>
              <a:gd name="connsiteX167" fmla="*/ 1825045 w 4603109"/>
              <a:gd name="connsiteY167" fmla="*/ 0 h 924402"/>
              <a:gd name="connsiteX168" fmla="*/ 1825769 w 4603109"/>
              <a:gd name="connsiteY168" fmla="*/ 0 h 924402"/>
              <a:gd name="connsiteX169" fmla="*/ 1838732 w 4603109"/>
              <a:gd name="connsiteY169" fmla="*/ 0 h 924402"/>
              <a:gd name="connsiteX170" fmla="*/ 1845818 w 4603109"/>
              <a:gd name="connsiteY170" fmla="*/ 0 h 924402"/>
              <a:gd name="connsiteX171" fmla="*/ 1849697 w 4603109"/>
              <a:gd name="connsiteY171" fmla="*/ 0 h 924402"/>
              <a:gd name="connsiteX172" fmla="*/ 1852412 w 4603109"/>
              <a:gd name="connsiteY172" fmla="*/ 0 h 924402"/>
              <a:gd name="connsiteX173" fmla="*/ 1853903 w 4603109"/>
              <a:gd name="connsiteY173" fmla="*/ 0 h 924402"/>
              <a:gd name="connsiteX174" fmla="*/ 1863327 w 4603109"/>
              <a:gd name="connsiteY174" fmla="*/ 0 h 924402"/>
              <a:gd name="connsiteX175" fmla="*/ 1868796 w 4603109"/>
              <a:gd name="connsiteY175" fmla="*/ 0 h 924402"/>
              <a:gd name="connsiteX176" fmla="*/ 1874815 w 4603109"/>
              <a:gd name="connsiteY176" fmla="*/ 0 h 924402"/>
              <a:gd name="connsiteX177" fmla="*/ 1876306 w 4603109"/>
              <a:gd name="connsiteY177" fmla="*/ 0 h 924402"/>
              <a:gd name="connsiteX178" fmla="*/ 1880821 w 4603109"/>
              <a:gd name="connsiteY178" fmla="*/ 0 h 924402"/>
              <a:gd name="connsiteX179" fmla="*/ 1882477 w 4603109"/>
              <a:gd name="connsiteY179" fmla="*/ 0 h 924402"/>
              <a:gd name="connsiteX180" fmla="*/ 1883936 w 4603109"/>
              <a:gd name="connsiteY180" fmla="*/ 0 h 924402"/>
              <a:gd name="connsiteX181" fmla="*/ 1885268 w 4603109"/>
              <a:gd name="connsiteY181" fmla="*/ 0 h 924402"/>
              <a:gd name="connsiteX182" fmla="*/ 1896427 w 4603109"/>
              <a:gd name="connsiteY182" fmla="*/ 0 h 924402"/>
              <a:gd name="connsiteX183" fmla="*/ 1898089 w 4603109"/>
              <a:gd name="connsiteY183" fmla="*/ 0 h 924402"/>
              <a:gd name="connsiteX184" fmla="*/ 1904879 w 4603109"/>
              <a:gd name="connsiteY184" fmla="*/ 0 h 924402"/>
              <a:gd name="connsiteX185" fmla="*/ 1907543 w 4603109"/>
              <a:gd name="connsiteY185" fmla="*/ 0 h 924402"/>
              <a:gd name="connsiteX186" fmla="*/ 1911018 w 4603109"/>
              <a:gd name="connsiteY186" fmla="*/ 0 h 924402"/>
              <a:gd name="connsiteX187" fmla="*/ 1919986 w 4603109"/>
              <a:gd name="connsiteY187" fmla="*/ 0 h 924402"/>
              <a:gd name="connsiteX188" fmla="*/ 1927124 w 4603109"/>
              <a:gd name="connsiteY188" fmla="*/ 0 h 924402"/>
              <a:gd name="connsiteX189" fmla="*/ 1927489 w 4603109"/>
              <a:gd name="connsiteY189" fmla="*/ 0 h 924402"/>
              <a:gd name="connsiteX190" fmla="*/ 1927911 w 4603109"/>
              <a:gd name="connsiteY190" fmla="*/ 0 h 924402"/>
              <a:gd name="connsiteX191" fmla="*/ 1929402 w 4603109"/>
              <a:gd name="connsiteY191" fmla="*/ 0 h 924402"/>
              <a:gd name="connsiteX192" fmla="*/ 1946726 w 4603109"/>
              <a:gd name="connsiteY192" fmla="*/ 0 h 924402"/>
              <a:gd name="connsiteX193" fmla="*/ 1949525 w 4603109"/>
              <a:gd name="connsiteY193" fmla="*/ 0 h 924402"/>
              <a:gd name="connsiteX194" fmla="*/ 1957554 w 4603109"/>
              <a:gd name="connsiteY194" fmla="*/ 0 h 924402"/>
              <a:gd name="connsiteX195" fmla="*/ 1957975 w 4603109"/>
              <a:gd name="connsiteY195" fmla="*/ 0 h 924402"/>
              <a:gd name="connsiteX196" fmla="*/ 1973587 w 4603109"/>
              <a:gd name="connsiteY196" fmla="*/ 0 h 924402"/>
              <a:gd name="connsiteX197" fmla="*/ 1978520 w 4603109"/>
              <a:gd name="connsiteY197" fmla="*/ 0 h 924402"/>
              <a:gd name="connsiteX198" fmla="*/ 1980012 w 4603109"/>
              <a:gd name="connsiteY198" fmla="*/ 0 h 924402"/>
              <a:gd name="connsiteX199" fmla="*/ 1980181 w 4603109"/>
              <a:gd name="connsiteY199" fmla="*/ 0 h 924402"/>
              <a:gd name="connsiteX200" fmla="*/ 1981672 w 4603109"/>
              <a:gd name="connsiteY200" fmla="*/ 0 h 924402"/>
              <a:gd name="connsiteX201" fmla="*/ 2008585 w 4603109"/>
              <a:gd name="connsiteY201" fmla="*/ 0 h 924402"/>
              <a:gd name="connsiteX202" fmla="*/ 2009218 w 4603109"/>
              <a:gd name="connsiteY202" fmla="*/ 0 h 924402"/>
              <a:gd name="connsiteX203" fmla="*/ 2010246 w 4603109"/>
              <a:gd name="connsiteY203" fmla="*/ 0 h 924402"/>
              <a:gd name="connsiteX204" fmla="*/ 2010709 w 4603109"/>
              <a:gd name="connsiteY204" fmla="*/ 0 h 924402"/>
              <a:gd name="connsiteX205" fmla="*/ 2011705 w 4603109"/>
              <a:gd name="connsiteY205" fmla="*/ 0 h 924402"/>
              <a:gd name="connsiteX206" fmla="*/ 2024147 w 4603109"/>
              <a:gd name="connsiteY206" fmla="*/ 0 h 924402"/>
              <a:gd name="connsiteX207" fmla="*/ 2024196 w 4603109"/>
              <a:gd name="connsiteY207" fmla="*/ 0 h 924402"/>
              <a:gd name="connsiteX208" fmla="*/ 2024981 w 4603109"/>
              <a:gd name="connsiteY208" fmla="*/ 0 h 924402"/>
              <a:gd name="connsiteX209" fmla="*/ 2025353 w 4603109"/>
              <a:gd name="connsiteY209" fmla="*/ 0 h 924402"/>
              <a:gd name="connsiteX210" fmla="*/ 2026473 w 4603109"/>
              <a:gd name="connsiteY210" fmla="*/ 0 h 924402"/>
              <a:gd name="connsiteX211" fmla="*/ 2031619 w 4603109"/>
              <a:gd name="connsiteY211" fmla="*/ 0 h 924402"/>
              <a:gd name="connsiteX212" fmla="*/ 2033110 w 4603109"/>
              <a:gd name="connsiteY212" fmla="*/ 0 h 924402"/>
              <a:gd name="connsiteX213" fmla="*/ 2038787 w 4603109"/>
              <a:gd name="connsiteY213" fmla="*/ 0 h 924402"/>
              <a:gd name="connsiteX214" fmla="*/ 2039282 w 4603109"/>
              <a:gd name="connsiteY214" fmla="*/ 0 h 924402"/>
              <a:gd name="connsiteX215" fmla="*/ 2047755 w 4603109"/>
              <a:gd name="connsiteY215" fmla="*/ 0 h 924402"/>
              <a:gd name="connsiteX216" fmla="*/ 2051230 w 4603109"/>
              <a:gd name="connsiteY216" fmla="*/ 0 h 924402"/>
              <a:gd name="connsiteX217" fmla="*/ 2054893 w 4603109"/>
              <a:gd name="connsiteY217" fmla="*/ 0 h 924402"/>
              <a:gd name="connsiteX218" fmla="*/ 2055046 w 4603109"/>
              <a:gd name="connsiteY218" fmla="*/ 0 h 924402"/>
              <a:gd name="connsiteX219" fmla="*/ 2055258 w 4603109"/>
              <a:gd name="connsiteY219" fmla="*/ 0 h 924402"/>
              <a:gd name="connsiteX220" fmla="*/ 2055680 w 4603109"/>
              <a:gd name="connsiteY220" fmla="*/ 0 h 924402"/>
              <a:gd name="connsiteX221" fmla="*/ 2057171 w 4603109"/>
              <a:gd name="connsiteY221" fmla="*/ 0 h 924402"/>
              <a:gd name="connsiteX222" fmla="*/ 2061683 w 4603109"/>
              <a:gd name="connsiteY222" fmla="*/ 0 h 924402"/>
              <a:gd name="connsiteX223" fmla="*/ 2067702 w 4603109"/>
              <a:gd name="connsiteY223" fmla="*/ 0 h 924402"/>
              <a:gd name="connsiteX224" fmla="*/ 2074495 w 4603109"/>
              <a:gd name="connsiteY224" fmla="*/ 0 h 924402"/>
              <a:gd name="connsiteX225" fmla="*/ 2077294 w 4603109"/>
              <a:gd name="connsiteY225" fmla="*/ 0 h 924402"/>
              <a:gd name="connsiteX226" fmla="*/ 2084504 w 4603109"/>
              <a:gd name="connsiteY226" fmla="*/ 0 h 924402"/>
              <a:gd name="connsiteX227" fmla="*/ 2085323 w 4603109"/>
              <a:gd name="connsiteY227" fmla="*/ 0 h 924402"/>
              <a:gd name="connsiteX228" fmla="*/ 2085744 w 4603109"/>
              <a:gd name="connsiteY228" fmla="*/ 0 h 924402"/>
              <a:gd name="connsiteX229" fmla="*/ 2097766 w 4603109"/>
              <a:gd name="connsiteY229" fmla="*/ 0 h 924402"/>
              <a:gd name="connsiteX230" fmla="*/ 2106289 w 4603109"/>
              <a:gd name="connsiteY230" fmla="*/ 0 h 924402"/>
              <a:gd name="connsiteX231" fmla="*/ 2107781 w 4603109"/>
              <a:gd name="connsiteY231" fmla="*/ 0 h 924402"/>
              <a:gd name="connsiteX232" fmla="*/ 2128956 w 4603109"/>
              <a:gd name="connsiteY232" fmla="*/ 0 h 924402"/>
              <a:gd name="connsiteX233" fmla="*/ 2129514 w 4603109"/>
              <a:gd name="connsiteY233" fmla="*/ 0 h 924402"/>
              <a:gd name="connsiteX234" fmla="*/ 2136354 w 4603109"/>
              <a:gd name="connsiteY234" fmla="*/ 0 h 924402"/>
              <a:gd name="connsiteX235" fmla="*/ 2136987 w 4603109"/>
              <a:gd name="connsiteY235" fmla="*/ 0 h 924402"/>
              <a:gd name="connsiteX236" fmla="*/ 2138478 w 4603109"/>
              <a:gd name="connsiteY236" fmla="*/ 0 h 924402"/>
              <a:gd name="connsiteX237" fmla="*/ 2151916 w 4603109"/>
              <a:gd name="connsiteY237" fmla="*/ 0 h 924402"/>
              <a:gd name="connsiteX238" fmla="*/ 2152750 w 4603109"/>
              <a:gd name="connsiteY238" fmla="*/ 0 h 924402"/>
              <a:gd name="connsiteX239" fmla="*/ 2153122 w 4603109"/>
              <a:gd name="connsiteY239" fmla="*/ 0 h 924402"/>
              <a:gd name="connsiteX240" fmla="*/ 2154242 w 4603109"/>
              <a:gd name="connsiteY240" fmla="*/ 0 h 924402"/>
              <a:gd name="connsiteX241" fmla="*/ 2156597 w 4603109"/>
              <a:gd name="connsiteY241" fmla="*/ 0 h 924402"/>
              <a:gd name="connsiteX242" fmla="*/ 2159388 w 4603109"/>
              <a:gd name="connsiteY242" fmla="*/ 0 h 924402"/>
              <a:gd name="connsiteX243" fmla="*/ 2160879 w 4603109"/>
              <a:gd name="connsiteY243" fmla="*/ 0 h 924402"/>
              <a:gd name="connsiteX244" fmla="*/ 2161633 w 4603109"/>
              <a:gd name="connsiteY244" fmla="*/ 0 h 924402"/>
              <a:gd name="connsiteX245" fmla="*/ 2167051 w 4603109"/>
              <a:gd name="connsiteY245" fmla="*/ 0 h 924402"/>
              <a:gd name="connsiteX246" fmla="*/ 2178999 w 4603109"/>
              <a:gd name="connsiteY246" fmla="*/ 0 h 924402"/>
              <a:gd name="connsiteX247" fmla="*/ 2182158 w 4603109"/>
              <a:gd name="connsiteY247" fmla="*/ 0 h 924402"/>
              <a:gd name="connsiteX248" fmla="*/ 2182815 w 4603109"/>
              <a:gd name="connsiteY248" fmla="*/ 0 h 924402"/>
              <a:gd name="connsiteX249" fmla="*/ 2188666 w 4603109"/>
              <a:gd name="connsiteY249" fmla="*/ 0 h 924402"/>
              <a:gd name="connsiteX250" fmla="*/ 2189452 w 4603109"/>
              <a:gd name="connsiteY250" fmla="*/ 0 h 924402"/>
              <a:gd name="connsiteX251" fmla="*/ 2191697 w 4603109"/>
              <a:gd name="connsiteY251" fmla="*/ 0 h 924402"/>
              <a:gd name="connsiteX252" fmla="*/ 2195471 w 4603109"/>
              <a:gd name="connsiteY252" fmla="*/ 0 h 924402"/>
              <a:gd name="connsiteX253" fmla="*/ 2201759 w 4603109"/>
              <a:gd name="connsiteY253" fmla="*/ 0 h 924402"/>
              <a:gd name="connsiteX254" fmla="*/ 2203100 w 4603109"/>
              <a:gd name="connsiteY254" fmla="*/ 0 h 924402"/>
              <a:gd name="connsiteX255" fmla="*/ 2204559 w 4603109"/>
              <a:gd name="connsiteY255" fmla="*/ 0 h 924402"/>
              <a:gd name="connsiteX256" fmla="*/ 2204591 w 4603109"/>
              <a:gd name="connsiteY256" fmla="*/ 0 h 924402"/>
              <a:gd name="connsiteX257" fmla="*/ 2212273 w 4603109"/>
              <a:gd name="connsiteY257" fmla="*/ 0 h 924402"/>
              <a:gd name="connsiteX258" fmla="*/ 2225535 w 4603109"/>
              <a:gd name="connsiteY258" fmla="*/ 0 h 924402"/>
              <a:gd name="connsiteX259" fmla="*/ 2231674 w 4603109"/>
              <a:gd name="connsiteY259" fmla="*/ 0 h 924402"/>
              <a:gd name="connsiteX260" fmla="*/ 2232096 w 4603109"/>
              <a:gd name="connsiteY260" fmla="*/ 0 h 924402"/>
              <a:gd name="connsiteX261" fmla="*/ 2232220 w 4603109"/>
              <a:gd name="connsiteY261" fmla="*/ 0 h 924402"/>
              <a:gd name="connsiteX262" fmla="*/ 2233118 w 4603109"/>
              <a:gd name="connsiteY262" fmla="*/ 0 h 924402"/>
              <a:gd name="connsiteX263" fmla="*/ 2233165 w 4603109"/>
              <a:gd name="connsiteY263" fmla="*/ 0 h 924402"/>
              <a:gd name="connsiteX264" fmla="*/ 2256725 w 4603109"/>
              <a:gd name="connsiteY264" fmla="*/ 0 h 924402"/>
              <a:gd name="connsiteX265" fmla="*/ 2257283 w 4603109"/>
              <a:gd name="connsiteY265" fmla="*/ 0 h 924402"/>
              <a:gd name="connsiteX266" fmla="*/ 2262285 w 4603109"/>
              <a:gd name="connsiteY266" fmla="*/ 0 h 924402"/>
              <a:gd name="connsiteX267" fmla="*/ 2284366 w 4603109"/>
              <a:gd name="connsiteY267" fmla="*/ 0 h 924402"/>
              <a:gd name="connsiteX268" fmla="*/ 2289402 w 4603109"/>
              <a:gd name="connsiteY268" fmla="*/ 0 h 924402"/>
              <a:gd name="connsiteX269" fmla="*/ 2292052 w 4603109"/>
              <a:gd name="connsiteY269" fmla="*/ 0 h 924402"/>
              <a:gd name="connsiteX270" fmla="*/ 2299271 w 4603109"/>
              <a:gd name="connsiteY270" fmla="*/ 0 h 924402"/>
              <a:gd name="connsiteX271" fmla="*/ 2308721 w 4603109"/>
              <a:gd name="connsiteY271" fmla="*/ 0 h 924402"/>
              <a:gd name="connsiteX272" fmla="*/ 2309927 w 4603109"/>
              <a:gd name="connsiteY272" fmla="*/ 0 h 924402"/>
              <a:gd name="connsiteX273" fmla="*/ 2316435 w 4603109"/>
              <a:gd name="connsiteY273" fmla="*/ 0 h 924402"/>
              <a:gd name="connsiteX274" fmla="*/ 2316703 w 4603109"/>
              <a:gd name="connsiteY274" fmla="*/ 0 h 924402"/>
              <a:gd name="connsiteX275" fmla="*/ 2319466 w 4603109"/>
              <a:gd name="connsiteY275" fmla="*/ 0 h 924402"/>
              <a:gd name="connsiteX276" fmla="*/ 2322840 w 4603109"/>
              <a:gd name="connsiteY276" fmla="*/ 0 h 924402"/>
              <a:gd name="connsiteX277" fmla="*/ 2329528 w 4603109"/>
              <a:gd name="connsiteY277" fmla="*/ 0 h 924402"/>
              <a:gd name="connsiteX278" fmla="*/ 2330869 w 4603109"/>
              <a:gd name="connsiteY278" fmla="*/ 0 h 924402"/>
              <a:gd name="connsiteX279" fmla="*/ 2332328 w 4603109"/>
              <a:gd name="connsiteY279" fmla="*/ 0 h 924402"/>
              <a:gd name="connsiteX280" fmla="*/ 2332360 w 4603109"/>
              <a:gd name="connsiteY280" fmla="*/ 0 h 924402"/>
              <a:gd name="connsiteX281" fmla="*/ 2335803 w 4603109"/>
              <a:gd name="connsiteY281" fmla="*/ 0 h 924402"/>
              <a:gd name="connsiteX282" fmla="*/ 2343312 w 4603109"/>
              <a:gd name="connsiteY282" fmla="*/ 0 h 924402"/>
              <a:gd name="connsiteX283" fmla="*/ 2344804 w 4603109"/>
              <a:gd name="connsiteY283" fmla="*/ 0 h 924402"/>
              <a:gd name="connsiteX284" fmla="*/ 2346768 w 4603109"/>
              <a:gd name="connsiteY284" fmla="*/ 0 h 924402"/>
              <a:gd name="connsiteX285" fmla="*/ 2347827 w 4603109"/>
              <a:gd name="connsiteY285" fmla="*/ 0 h 924402"/>
              <a:gd name="connsiteX286" fmla="*/ 2352274 w 4603109"/>
              <a:gd name="connsiteY286" fmla="*/ 0 h 924402"/>
              <a:gd name="connsiteX287" fmla="*/ 2359443 w 4603109"/>
              <a:gd name="connsiteY287" fmla="*/ 0 h 924402"/>
              <a:gd name="connsiteX288" fmla="*/ 2359865 w 4603109"/>
              <a:gd name="connsiteY288" fmla="*/ 0 h 924402"/>
              <a:gd name="connsiteX289" fmla="*/ 2359989 w 4603109"/>
              <a:gd name="connsiteY289" fmla="*/ 0 h 924402"/>
              <a:gd name="connsiteX290" fmla="*/ 2360887 w 4603109"/>
              <a:gd name="connsiteY290" fmla="*/ 0 h 924402"/>
              <a:gd name="connsiteX291" fmla="*/ 2360934 w 4603109"/>
              <a:gd name="connsiteY291" fmla="*/ 0 h 924402"/>
              <a:gd name="connsiteX292" fmla="*/ 2371886 w 4603109"/>
              <a:gd name="connsiteY292" fmla="*/ 0 h 924402"/>
              <a:gd name="connsiteX293" fmla="*/ 2373377 w 4603109"/>
              <a:gd name="connsiteY293" fmla="*/ 0 h 924402"/>
              <a:gd name="connsiteX294" fmla="*/ 2377892 w 4603109"/>
              <a:gd name="connsiteY294" fmla="*/ 0 h 924402"/>
              <a:gd name="connsiteX295" fmla="*/ 2382339 w 4603109"/>
              <a:gd name="connsiteY295" fmla="*/ 0 h 924402"/>
              <a:gd name="connsiteX296" fmla="*/ 2390054 w 4603109"/>
              <a:gd name="connsiteY296" fmla="*/ 0 h 924402"/>
              <a:gd name="connsiteX297" fmla="*/ 2419821 w 4603109"/>
              <a:gd name="connsiteY297" fmla="*/ 0 h 924402"/>
              <a:gd name="connsiteX298" fmla="*/ 2427040 w 4603109"/>
              <a:gd name="connsiteY298" fmla="*/ 0 h 924402"/>
              <a:gd name="connsiteX299" fmla="*/ 2436490 w 4603109"/>
              <a:gd name="connsiteY299" fmla="*/ 0 h 924402"/>
              <a:gd name="connsiteX300" fmla="*/ 2444472 w 4603109"/>
              <a:gd name="connsiteY300" fmla="*/ 0 h 924402"/>
              <a:gd name="connsiteX301" fmla="*/ 2448678 w 4603109"/>
              <a:gd name="connsiteY301" fmla="*/ 0 h 924402"/>
              <a:gd name="connsiteX302" fmla="*/ 2450171 w 4603109"/>
              <a:gd name="connsiteY302" fmla="*/ 0 h 924402"/>
              <a:gd name="connsiteX303" fmla="*/ 2450609 w 4603109"/>
              <a:gd name="connsiteY303" fmla="*/ 0 h 924402"/>
              <a:gd name="connsiteX304" fmla="*/ 2463572 w 4603109"/>
              <a:gd name="connsiteY304" fmla="*/ 0 h 924402"/>
              <a:gd name="connsiteX305" fmla="*/ 2471081 w 4603109"/>
              <a:gd name="connsiteY305" fmla="*/ 0 h 924402"/>
              <a:gd name="connsiteX306" fmla="*/ 2472573 w 4603109"/>
              <a:gd name="connsiteY306" fmla="*/ 0 h 924402"/>
              <a:gd name="connsiteX307" fmla="*/ 2474537 w 4603109"/>
              <a:gd name="connsiteY307" fmla="*/ 0 h 924402"/>
              <a:gd name="connsiteX308" fmla="*/ 2475596 w 4603109"/>
              <a:gd name="connsiteY308" fmla="*/ 0 h 924402"/>
              <a:gd name="connsiteX309" fmla="*/ 2477252 w 4603109"/>
              <a:gd name="connsiteY309" fmla="*/ 0 h 924402"/>
              <a:gd name="connsiteX310" fmla="*/ 2478712 w 4603109"/>
              <a:gd name="connsiteY310" fmla="*/ 0 h 924402"/>
              <a:gd name="connsiteX311" fmla="*/ 2478743 w 4603109"/>
              <a:gd name="connsiteY311" fmla="*/ 0 h 924402"/>
              <a:gd name="connsiteX312" fmla="*/ 2480043 w 4603109"/>
              <a:gd name="connsiteY312" fmla="*/ 0 h 924402"/>
              <a:gd name="connsiteX313" fmla="*/ 2499655 w 4603109"/>
              <a:gd name="connsiteY313" fmla="*/ 0 h 924402"/>
              <a:gd name="connsiteX314" fmla="*/ 2501146 w 4603109"/>
              <a:gd name="connsiteY314" fmla="*/ 0 h 924402"/>
              <a:gd name="connsiteX315" fmla="*/ 2505661 w 4603109"/>
              <a:gd name="connsiteY315" fmla="*/ 0 h 924402"/>
              <a:gd name="connsiteX316" fmla="*/ 2508776 w 4603109"/>
              <a:gd name="connsiteY316" fmla="*/ 0 h 924402"/>
              <a:gd name="connsiteX317" fmla="*/ 2510108 w 4603109"/>
              <a:gd name="connsiteY317" fmla="*/ 0 h 924402"/>
              <a:gd name="connsiteX318" fmla="*/ 2524178 w 4603109"/>
              <a:gd name="connsiteY318" fmla="*/ 0 h 924402"/>
              <a:gd name="connsiteX319" fmla="*/ 2525248 w 4603109"/>
              <a:gd name="connsiteY319" fmla="*/ 0 h 924402"/>
              <a:gd name="connsiteX320" fmla="*/ 2525669 w 4603109"/>
              <a:gd name="connsiteY320" fmla="*/ 0 h 924402"/>
              <a:gd name="connsiteX321" fmla="*/ 2552329 w 4603109"/>
              <a:gd name="connsiteY321" fmla="*/ 0 h 924402"/>
              <a:gd name="connsiteX322" fmla="*/ 2552751 w 4603109"/>
              <a:gd name="connsiteY322" fmla="*/ 0 h 924402"/>
              <a:gd name="connsiteX323" fmla="*/ 2554242 w 4603109"/>
              <a:gd name="connsiteY323" fmla="*/ 0 h 924402"/>
              <a:gd name="connsiteX324" fmla="*/ 2574787 w 4603109"/>
              <a:gd name="connsiteY324" fmla="*/ 0 h 924402"/>
              <a:gd name="connsiteX325" fmla="*/ 2576279 w 4603109"/>
              <a:gd name="connsiteY325" fmla="*/ 0 h 924402"/>
              <a:gd name="connsiteX326" fmla="*/ 2576447 w 4603109"/>
              <a:gd name="connsiteY326" fmla="*/ 0 h 924402"/>
              <a:gd name="connsiteX327" fmla="*/ 2577940 w 4603109"/>
              <a:gd name="connsiteY327" fmla="*/ 0 h 924402"/>
              <a:gd name="connsiteX328" fmla="*/ 2603360 w 4603109"/>
              <a:gd name="connsiteY328" fmla="*/ 0 h 924402"/>
              <a:gd name="connsiteX329" fmla="*/ 2604852 w 4603109"/>
              <a:gd name="connsiteY329" fmla="*/ 0 h 924402"/>
              <a:gd name="connsiteX330" fmla="*/ 2605021 w 4603109"/>
              <a:gd name="connsiteY330" fmla="*/ 0 h 924402"/>
              <a:gd name="connsiteX331" fmla="*/ 2605484 w 4603109"/>
              <a:gd name="connsiteY331" fmla="*/ 0 h 924402"/>
              <a:gd name="connsiteX332" fmla="*/ 2606481 w 4603109"/>
              <a:gd name="connsiteY332" fmla="*/ 0 h 924402"/>
              <a:gd name="connsiteX333" fmla="*/ 2606512 w 4603109"/>
              <a:gd name="connsiteY333" fmla="*/ 0 h 924402"/>
              <a:gd name="connsiteX334" fmla="*/ 2606976 w 4603109"/>
              <a:gd name="connsiteY334" fmla="*/ 0 h 924402"/>
              <a:gd name="connsiteX335" fmla="*/ 2618923 w 4603109"/>
              <a:gd name="connsiteY335" fmla="*/ 0 h 924402"/>
              <a:gd name="connsiteX336" fmla="*/ 2621248 w 4603109"/>
              <a:gd name="connsiteY336" fmla="*/ 0 h 924402"/>
              <a:gd name="connsiteX337" fmla="*/ 2622740 w 4603109"/>
              <a:gd name="connsiteY337" fmla="*/ 0 h 924402"/>
              <a:gd name="connsiteX338" fmla="*/ 2627885 w 4603109"/>
              <a:gd name="connsiteY338" fmla="*/ 0 h 924402"/>
              <a:gd name="connsiteX339" fmla="*/ 2629377 w 4603109"/>
              <a:gd name="connsiteY339" fmla="*/ 0 h 924402"/>
              <a:gd name="connsiteX340" fmla="*/ 2634058 w 4603109"/>
              <a:gd name="connsiteY340" fmla="*/ 0 h 924402"/>
              <a:gd name="connsiteX341" fmla="*/ 2635549 w 4603109"/>
              <a:gd name="connsiteY341" fmla="*/ 0 h 924402"/>
              <a:gd name="connsiteX342" fmla="*/ 2636545 w 4603109"/>
              <a:gd name="connsiteY342" fmla="*/ 0 h 924402"/>
              <a:gd name="connsiteX343" fmla="*/ 2648987 w 4603109"/>
              <a:gd name="connsiteY343" fmla="*/ 0 h 924402"/>
              <a:gd name="connsiteX344" fmla="*/ 2649821 w 4603109"/>
              <a:gd name="connsiteY344" fmla="*/ 0 h 924402"/>
              <a:gd name="connsiteX345" fmla="*/ 2651313 w 4603109"/>
              <a:gd name="connsiteY345" fmla="*/ 0 h 924402"/>
              <a:gd name="connsiteX346" fmla="*/ 2651947 w 4603109"/>
              <a:gd name="connsiteY346" fmla="*/ 0 h 924402"/>
              <a:gd name="connsiteX347" fmla="*/ 2653017 w 4603109"/>
              <a:gd name="connsiteY347" fmla="*/ 0 h 924402"/>
              <a:gd name="connsiteX348" fmla="*/ 2653438 w 4603109"/>
              <a:gd name="connsiteY348" fmla="*/ 0 h 924402"/>
              <a:gd name="connsiteX349" fmla="*/ 2656459 w 4603109"/>
              <a:gd name="connsiteY349" fmla="*/ 0 h 924402"/>
              <a:gd name="connsiteX350" fmla="*/ 2657950 w 4603109"/>
              <a:gd name="connsiteY350" fmla="*/ 0 h 924402"/>
              <a:gd name="connsiteX351" fmla="*/ 2665460 w 4603109"/>
              <a:gd name="connsiteY351" fmla="*/ 0 h 924402"/>
              <a:gd name="connsiteX352" fmla="*/ 2680098 w 4603109"/>
              <a:gd name="connsiteY352" fmla="*/ 0 h 924402"/>
              <a:gd name="connsiteX353" fmla="*/ 2680520 w 4603109"/>
              <a:gd name="connsiteY353" fmla="*/ 0 h 924402"/>
              <a:gd name="connsiteX354" fmla="*/ 2682011 w 4603109"/>
              <a:gd name="connsiteY354" fmla="*/ 0 h 924402"/>
              <a:gd name="connsiteX355" fmla="*/ 2692542 w 4603109"/>
              <a:gd name="connsiteY355" fmla="*/ 0 h 924402"/>
              <a:gd name="connsiteX356" fmla="*/ 2702556 w 4603109"/>
              <a:gd name="connsiteY356" fmla="*/ 0 h 924402"/>
              <a:gd name="connsiteX357" fmla="*/ 2704048 w 4603109"/>
              <a:gd name="connsiteY357" fmla="*/ 0 h 924402"/>
              <a:gd name="connsiteX358" fmla="*/ 2724289 w 4603109"/>
              <a:gd name="connsiteY358" fmla="*/ 0 h 924402"/>
              <a:gd name="connsiteX359" fmla="*/ 2731129 w 4603109"/>
              <a:gd name="connsiteY359" fmla="*/ 0 h 924402"/>
              <a:gd name="connsiteX360" fmla="*/ 2732621 w 4603109"/>
              <a:gd name="connsiteY360" fmla="*/ 0 h 924402"/>
              <a:gd name="connsiteX361" fmla="*/ 2733253 w 4603109"/>
              <a:gd name="connsiteY361" fmla="*/ 0 h 924402"/>
              <a:gd name="connsiteX362" fmla="*/ 2734745 w 4603109"/>
              <a:gd name="connsiteY362" fmla="*/ 0 h 924402"/>
              <a:gd name="connsiteX363" fmla="*/ 2746692 w 4603109"/>
              <a:gd name="connsiteY363" fmla="*/ 0 h 924402"/>
              <a:gd name="connsiteX364" fmla="*/ 2749017 w 4603109"/>
              <a:gd name="connsiteY364" fmla="*/ 0 h 924402"/>
              <a:gd name="connsiteX365" fmla="*/ 2750509 w 4603109"/>
              <a:gd name="connsiteY365" fmla="*/ 0 h 924402"/>
              <a:gd name="connsiteX366" fmla="*/ 2754354 w 4603109"/>
              <a:gd name="connsiteY366" fmla="*/ 0 h 924402"/>
              <a:gd name="connsiteX367" fmla="*/ 2755654 w 4603109"/>
              <a:gd name="connsiteY367" fmla="*/ 0 h 924402"/>
              <a:gd name="connsiteX368" fmla="*/ 2757146 w 4603109"/>
              <a:gd name="connsiteY368" fmla="*/ 0 h 924402"/>
              <a:gd name="connsiteX369" fmla="*/ 2761827 w 4603109"/>
              <a:gd name="connsiteY369" fmla="*/ 0 h 924402"/>
              <a:gd name="connsiteX370" fmla="*/ 2763318 w 4603109"/>
              <a:gd name="connsiteY370" fmla="*/ 0 h 924402"/>
              <a:gd name="connsiteX371" fmla="*/ 2776756 w 4603109"/>
              <a:gd name="connsiteY371" fmla="*/ 0 h 924402"/>
              <a:gd name="connsiteX372" fmla="*/ 2777590 w 4603109"/>
              <a:gd name="connsiteY372" fmla="*/ 0 h 924402"/>
              <a:gd name="connsiteX373" fmla="*/ 2779082 w 4603109"/>
              <a:gd name="connsiteY373" fmla="*/ 0 h 924402"/>
              <a:gd name="connsiteX374" fmla="*/ 2783442 w 4603109"/>
              <a:gd name="connsiteY374" fmla="*/ 0 h 924402"/>
              <a:gd name="connsiteX375" fmla="*/ 2784228 w 4603109"/>
              <a:gd name="connsiteY375" fmla="*/ 0 h 924402"/>
              <a:gd name="connsiteX376" fmla="*/ 2785719 w 4603109"/>
              <a:gd name="connsiteY376" fmla="*/ 0 h 924402"/>
              <a:gd name="connsiteX377" fmla="*/ 2786473 w 4603109"/>
              <a:gd name="connsiteY377" fmla="*/ 0 h 924402"/>
              <a:gd name="connsiteX378" fmla="*/ 2793229 w 4603109"/>
              <a:gd name="connsiteY378" fmla="*/ 0 h 924402"/>
              <a:gd name="connsiteX379" fmla="*/ 2799367 w 4603109"/>
              <a:gd name="connsiteY379" fmla="*/ 0 h 924402"/>
              <a:gd name="connsiteX380" fmla="*/ 2813506 w 4603109"/>
              <a:gd name="connsiteY380" fmla="*/ 0 h 924402"/>
              <a:gd name="connsiteX381" fmla="*/ 2820311 w 4603109"/>
              <a:gd name="connsiteY381" fmla="*/ 0 h 924402"/>
              <a:gd name="connsiteX382" fmla="*/ 2827893 w 4603109"/>
              <a:gd name="connsiteY382" fmla="*/ 0 h 924402"/>
              <a:gd name="connsiteX383" fmla="*/ 2827940 w 4603109"/>
              <a:gd name="connsiteY383" fmla="*/ 0 h 924402"/>
              <a:gd name="connsiteX384" fmla="*/ 2829431 w 4603109"/>
              <a:gd name="connsiteY384" fmla="*/ 0 h 924402"/>
              <a:gd name="connsiteX385" fmla="*/ 2829978 w 4603109"/>
              <a:gd name="connsiteY385" fmla="*/ 0 h 924402"/>
              <a:gd name="connsiteX386" fmla="*/ 2852058 w 4603109"/>
              <a:gd name="connsiteY386" fmla="*/ 0 h 924402"/>
              <a:gd name="connsiteX387" fmla="*/ 2857060 w 4603109"/>
              <a:gd name="connsiteY387" fmla="*/ 0 h 924402"/>
              <a:gd name="connsiteX388" fmla="*/ 2857958 w 4603109"/>
              <a:gd name="connsiteY388" fmla="*/ 0 h 924402"/>
              <a:gd name="connsiteX389" fmla="*/ 2871601 w 4603109"/>
              <a:gd name="connsiteY389" fmla="*/ 0 h 924402"/>
              <a:gd name="connsiteX390" fmla="*/ 2882123 w 4603109"/>
              <a:gd name="connsiteY390" fmla="*/ 0 h 924402"/>
              <a:gd name="connsiteX391" fmla="*/ 2894046 w 4603109"/>
              <a:gd name="connsiteY391" fmla="*/ 0 h 924402"/>
              <a:gd name="connsiteX392" fmla="*/ 2903496 w 4603109"/>
              <a:gd name="connsiteY392" fmla="*/ 0 h 924402"/>
              <a:gd name="connsiteX393" fmla="*/ 2911211 w 4603109"/>
              <a:gd name="connsiteY393" fmla="*/ 0 h 924402"/>
              <a:gd name="connsiteX394" fmla="*/ 2914242 w 4603109"/>
              <a:gd name="connsiteY394" fmla="*/ 0 h 924402"/>
              <a:gd name="connsiteX395" fmla="*/ 2914461 w 4603109"/>
              <a:gd name="connsiteY395" fmla="*/ 0 h 924402"/>
              <a:gd name="connsiteX396" fmla="*/ 2924111 w 4603109"/>
              <a:gd name="connsiteY396" fmla="*/ 0 h 924402"/>
              <a:gd name="connsiteX397" fmla="*/ 2927136 w 4603109"/>
              <a:gd name="connsiteY397" fmla="*/ 0 h 924402"/>
              <a:gd name="connsiteX398" fmla="*/ 2933561 w 4603109"/>
              <a:gd name="connsiteY398" fmla="*/ 0 h 924402"/>
              <a:gd name="connsiteX399" fmla="*/ 2939580 w 4603109"/>
              <a:gd name="connsiteY399" fmla="*/ 0 h 924402"/>
              <a:gd name="connsiteX400" fmla="*/ 2941275 w 4603109"/>
              <a:gd name="connsiteY400" fmla="*/ 0 h 924402"/>
              <a:gd name="connsiteX401" fmla="*/ 2941543 w 4603109"/>
              <a:gd name="connsiteY401" fmla="*/ 0 h 924402"/>
              <a:gd name="connsiteX402" fmla="*/ 2945586 w 4603109"/>
              <a:gd name="connsiteY402" fmla="*/ 0 h 924402"/>
              <a:gd name="connsiteX403" fmla="*/ 2950032 w 4603109"/>
              <a:gd name="connsiteY403" fmla="*/ 0 h 924402"/>
              <a:gd name="connsiteX404" fmla="*/ 2955662 w 4603109"/>
              <a:gd name="connsiteY404" fmla="*/ 0 h 924402"/>
              <a:gd name="connsiteX405" fmla="*/ 2955709 w 4603109"/>
              <a:gd name="connsiteY405" fmla="*/ 0 h 924402"/>
              <a:gd name="connsiteX406" fmla="*/ 2957200 w 4603109"/>
              <a:gd name="connsiteY406" fmla="*/ 0 h 924402"/>
              <a:gd name="connsiteX407" fmla="*/ 2957747 w 4603109"/>
              <a:gd name="connsiteY407" fmla="*/ 0 h 924402"/>
              <a:gd name="connsiteX408" fmla="*/ 2968152 w 4603109"/>
              <a:gd name="connsiteY408" fmla="*/ 0 h 924402"/>
              <a:gd name="connsiteX409" fmla="*/ 2969644 w 4603109"/>
              <a:gd name="connsiteY409" fmla="*/ 0 h 924402"/>
              <a:gd name="connsiteX410" fmla="*/ 2972667 w 4603109"/>
              <a:gd name="connsiteY410" fmla="*/ 0 h 924402"/>
              <a:gd name="connsiteX411" fmla="*/ 2977114 w 4603109"/>
              <a:gd name="connsiteY411" fmla="*/ 0 h 924402"/>
              <a:gd name="connsiteX412" fmla="*/ 2984829 w 4603109"/>
              <a:gd name="connsiteY412" fmla="*/ 0 h 924402"/>
              <a:gd name="connsiteX413" fmla="*/ 2985727 w 4603109"/>
              <a:gd name="connsiteY413" fmla="*/ 0 h 924402"/>
              <a:gd name="connsiteX414" fmla="*/ 2999370 w 4603109"/>
              <a:gd name="connsiteY414" fmla="*/ 0 h 924402"/>
              <a:gd name="connsiteX415" fmla="*/ 3021815 w 4603109"/>
              <a:gd name="connsiteY415" fmla="*/ 0 h 924402"/>
              <a:gd name="connsiteX416" fmla="*/ 3031265 w 4603109"/>
              <a:gd name="connsiteY416" fmla="*/ 0 h 924402"/>
              <a:gd name="connsiteX417" fmla="*/ 3042230 w 4603109"/>
              <a:gd name="connsiteY417" fmla="*/ 0 h 924402"/>
              <a:gd name="connsiteX418" fmla="*/ 3044946 w 4603109"/>
              <a:gd name="connsiteY418" fmla="*/ 0 h 924402"/>
              <a:gd name="connsiteX419" fmla="*/ 3051880 w 4603109"/>
              <a:gd name="connsiteY419" fmla="*/ 0 h 924402"/>
              <a:gd name="connsiteX420" fmla="*/ 3061330 w 4603109"/>
              <a:gd name="connsiteY420" fmla="*/ 0 h 924402"/>
              <a:gd name="connsiteX421" fmla="*/ 3067349 w 4603109"/>
              <a:gd name="connsiteY421" fmla="*/ 0 h 924402"/>
              <a:gd name="connsiteX422" fmla="*/ 3069312 w 4603109"/>
              <a:gd name="connsiteY422" fmla="*/ 0 h 924402"/>
              <a:gd name="connsiteX423" fmla="*/ 3073355 w 4603109"/>
              <a:gd name="connsiteY423" fmla="*/ 0 h 924402"/>
              <a:gd name="connsiteX424" fmla="*/ 3073518 w 4603109"/>
              <a:gd name="connsiteY424" fmla="*/ 0 h 924402"/>
              <a:gd name="connsiteX425" fmla="*/ 3075011 w 4603109"/>
              <a:gd name="connsiteY425" fmla="*/ 0 h 924402"/>
              <a:gd name="connsiteX426" fmla="*/ 3077801 w 4603109"/>
              <a:gd name="connsiteY426" fmla="*/ 0 h 924402"/>
              <a:gd name="connsiteX427" fmla="*/ 3095921 w 4603109"/>
              <a:gd name="connsiteY427" fmla="*/ 0 h 924402"/>
              <a:gd name="connsiteX428" fmla="*/ 3097413 w 4603109"/>
              <a:gd name="connsiteY428" fmla="*/ 0 h 924402"/>
              <a:gd name="connsiteX429" fmla="*/ 3100436 w 4603109"/>
              <a:gd name="connsiteY429" fmla="*/ 0 h 924402"/>
              <a:gd name="connsiteX430" fmla="*/ 3103552 w 4603109"/>
              <a:gd name="connsiteY430" fmla="*/ 0 h 924402"/>
              <a:gd name="connsiteX431" fmla="*/ 3104883 w 4603109"/>
              <a:gd name="connsiteY431" fmla="*/ 0 h 924402"/>
              <a:gd name="connsiteX432" fmla="*/ 3120023 w 4603109"/>
              <a:gd name="connsiteY432" fmla="*/ 0 h 924402"/>
              <a:gd name="connsiteX433" fmla="*/ 3120445 w 4603109"/>
              <a:gd name="connsiteY433" fmla="*/ 0 h 924402"/>
              <a:gd name="connsiteX434" fmla="*/ 3149018 w 4603109"/>
              <a:gd name="connsiteY434" fmla="*/ 0 h 924402"/>
              <a:gd name="connsiteX435" fmla="*/ 3150088 w 4603109"/>
              <a:gd name="connsiteY435" fmla="*/ 0 h 924402"/>
              <a:gd name="connsiteX436" fmla="*/ 3150509 w 4603109"/>
              <a:gd name="connsiteY436" fmla="*/ 0 h 924402"/>
              <a:gd name="connsiteX437" fmla="*/ 3171054 w 4603109"/>
              <a:gd name="connsiteY437" fmla="*/ 0 h 924402"/>
              <a:gd name="connsiteX438" fmla="*/ 3172715 w 4603109"/>
              <a:gd name="connsiteY438" fmla="*/ 0 h 924402"/>
              <a:gd name="connsiteX439" fmla="*/ 3199627 w 4603109"/>
              <a:gd name="connsiteY439" fmla="*/ 0 h 924402"/>
              <a:gd name="connsiteX440" fmla="*/ 3201119 w 4603109"/>
              <a:gd name="connsiteY440" fmla="*/ 0 h 924402"/>
              <a:gd name="connsiteX441" fmla="*/ 3201287 w 4603109"/>
              <a:gd name="connsiteY441" fmla="*/ 0 h 924402"/>
              <a:gd name="connsiteX442" fmla="*/ 3201751 w 4603109"/>
              <a:gd name="connsiteY442" fmla="*/ 0 h 924402"/>
              <a:gd name="connsiteX443" fmla="*/ 3202780 w 4603109"/>
              <a:gd name="connsiteY443" fmla="*/ 0 h 924402"/>
              <a:gd name="connsiteX444" fmla="*/ 3217515 w 4603109"/>
              <a:gd name="connsiteY444" fmla="*/ 0 h 924402"/>
              <a:gd name="connsiteX445" fmla="*/ 3224152 w 4603109"/>
              <a:gd name="connsiteY445" fmla="*/ 0 h 924402"/>
              <a:gd name="connsiteX446" fmla="*/ 3230324 w 4603109"/>
              <a:gd name="connsiteY446" fmla="*/ 0 h 924402"/>
              <a:gd name="connsiteX447" fmla="*/ 3231321 w 4603109"/>
              <a:gd name="connsiteY447" fmla="*/ 0 h 924402"/>
              <a:gd name="connsiteX448" fmla="*/ 3231816 w 4603109"/>
              <a:gd name="connsiteY448" fmla="*/ 0 h 924402"/>
              <a:gd name="connsiteX449" fmla="*/ 3243763 w 4603109"/>
              <a:gd name="connsiteY449" fmla="*/ 0 h 924402"/>
              <a:gd name="connsiteX450" fmla="*/ 3246088 w 4603109"/>
              <a:gd name="connsiteY450" fmla="*/ 0 h 924402"/>
              <a:gd name="connsiteX451" fmla="*/ 3247580 w 4603109"/>
              <a:gd name="connsiteY451" fmla="*/ 0 h 924402"/>
              <a:gd name="connsiteX452" fmla="*/ 3247792 w 4603109"/>
              <a:gd name="connsiteY452" fmla="*/ 0 h 924402"/>
              <a:gd name="connsiteX453" fmla="*/ 3248214 w 4603109"/>
              <a:gd name="connsiteY453" fmla="*/ 0 h 924402"/>
              <a:gd name="connsiteX454" fmla="*/ 3252725 w 4603109"/>
              <a:gd name="connsiteY454" fmla="*/ 0 h 924402"/>
              <a:gd name="connsiteX455" fmla="*/ 3254217 w 4603109"/>
              <a:gd name="connsiteY455" fmla="*/ 0 h 924402"/>
              <a:gd name="connsiteX456" fmla="*/ 3260235 w 4603109"/>
              <a:gd name="connsiteY456" fmla="*/ 0 h 924402"/>
              <a:gd name="connsiteX457" fmla="*/ 3276787 w 4603109"/>
              <a:gd name="connsiteY457" fmla="*/ 0 h 924402"/>
              <a:gd name="connsiteX458" fmla="*/ 3277857 w 4603109"/>
              <a:gd name="connsiteY458" fmla="*/ 0 h 924402"/>
              <a:gd name="connsiteX459" fmla="*/ 3278278 w 4603109"/>
              <a:gd name="connsiteY459" fmla="*/ 0 h 924402"/>
              <a:gd name="connsiteX460" fmla="*/ 3290300 w 4603109"/>
              <a:gd name="connsiteY460" fmla="*/ 0 h 924402"/>
              <a:gd name="connsiteX461" fmla="*/ 3298823 w 4603109"/>
              <a:gd name="connsiteY461" fmla="*/ 0 h 924402"/>
              <a:gd name="connsiteX462" fmla="*/ 3327396 w 4603109"/>
              <a:gd name="connsiteY462" fmla="*/ 0 h 924402"/>
              <a:gd name="connsiteX463" fmla="*/ 3328888 w 4603109"/>
              <a:gd name="connsiteY463" fmla="*/ 0 h 924402"/>
              <a:gd name="connsiteX464" fmla="*/ 3329520 w 4603109"/>
              <a:gd name="connsiteY464" fmla="*/ 0 h 924402"/>
              <a:gd name="connsiteX465" fmla="*/ 3345284 w 4603109"/>
              <a:gd name="connsiteY465" fmla="*/ 0 h 924402"/>
              <a:gd name="connsiteX466" fmla="*/ 3349129 w 4603109"/>
              <a:gd name="connsiteY466" fmla="*/ 0 h 924402"/>
              <a:gd name="connsiteX467" fmla="*/ 3351921 w 4603109"/>
              <a:gd name="connsiteY467" fmla="*/ 0 h 924402"/>
              <a:gd name="connsiteX468" fmla="*/ 3358093 w 4603109"/>
              <a:gd name="connsiteY468" fmla="*/ 0 h 924402"/>
              <a:gd name="connsiteX469" fmla="*/ 3359585 w 4603109"/>
              <a:gd name="connsiteY469" fmla="*/ 0 h 924402"/>
              <a:gd name="connsiteX470" fmla="*/ 3371532 w 4603109"/>
              <a:gd name="connsiteY470" fmla="*/ 0 h 924402"/>
              <a:gd name="connsiteX471" fmla="*/ 3373857 w 4603109"/>
              <a:gd name="connsiteY471" fmla="*/ 0 h 924402"/>
              <a:gd name="connsiteX472" fmla="*/ 3375349 w 4603109"/>
              <a:gd name="connsiteY472" fmla="*/ 0 h 924402"/>
              <a:gd name="connsiteX473" fmla="*/ 3380494 w 4603109"/>
              <a:gd name="connsiteY473" fmla="*/ 0 h 924402"/>
              <a:gd name="connsiteX474" fmla="*/ 3381986 w 4603109"/>
              <a:gd name="connsiteY474" fmla="*/ 0 h 924402"/>
              <a:gd name="connsiteX475" fmla="*/ 3388004 w 4603109"/>
              <a:gd name="connsiteY475" fmla="*/ 0 h 924402"/>
              <a:gd name="connsiteX476" fmla="*/ 3408282 w 4603109"/>
              <a:gd name="connsiteY476" fmla="*/ 0 h 924402"/>
              <a:gd name="connsiteX477" fmla="*/ 3418069 w 4603109"/>
              <a:gd name="connsiteY477" fmla="*/ 0 h 924402"/>
              <a:gd name="connsiteX478" fmla="*/ 3424207 w 4603109"/>
              <a:gd name="connsiteY478" fmla="*/ 0 h 924402"/>
              <a:gd name="connsiteX479" fmla="*/ 3424753 w 4603109"/>
              <a:gd name="connsiteY479" fmla="*/ 0 h 924402"/>
              <a:gd name="connsiteX480" fmla="*/ 3452733 w 4603109"/>
              <a:gd name="connsiteY480" fmla="*/ 0 h 924402"/>
              <a:gd name="connsiteX481" fmla="*/ 3454818 w 4603109"/>
              <a:gd name="connsiteY481" fmla="*/ 0 h 924402"/>
              <a:gd name="connsiteX482" fmla="*/ 3476898 w 4603109"/>
              <a:gd name="connsiteY482" fmla="*/ 0 h 924402"/>
              <a:gd name="connsiteX483" fmla="*/ 3496441 w 4603109"/>
              <a:gd name="connsiteY483" fmla="*/ 0 h 924402"/>
              <a:gd name="connsiteX484" fmla="*/ 3509236 w 4603109"/>
              <a:gd name="connsiteY484" fmla="*/ 0 h 924402"/>
              <a:gd name="connsiteX485" fmla="*/ 3518886 w 4603109"/>
              <a:gd name="connsiteY485" fmla="*/ 0 h 924402"/>
              <a:gd name="connsiteX486" fmla="*/ 3528336 w 4603109"/>
              <a:gd name="connsiteY486" fmla="*/ 0 h 924402"/>
              <a:gd name="connsiteX487" fmla="*/ 3536051 w 4603109"/>
              <a:gd name="connsiteY487" fmla="*/ 0 h 924402"/>
              <a:gd name="connsiteX488" fmla="*/ 3539301 w 4603109"/>
              <a:gd name="connsiteY488" fmla="*/ 0 h 924402"/>
              <a:gd name="connsiteX489" fmla="*/ 3540361 w 4603109"/>
              <a:gd name="connsiteY489" fmla="*/ 0 h 924402"/>
              <a:gd name="connsiteX490" fmla="*/ 3544807 w 4603109"/>
              <a:gd name="connsiteY490" fmla="*/ 0 h 924402"/>
              <a:gd name="connsiteX491" fmla="*/ 3551976 w 4603109"/>
              <a:gd name="connsiteY491" fmla="*/ 0 h 924402"/>
              <a:gd name="connsiteX492" fmla="*/ 3552522 w 4603109"/>
              <a:gd name="connsiteY492" fmla="*/ 0 h 924402"/>
              <a:gd name="connsiteX493" fmla="*/ 3564420 w 4603109"/>
              <a:gd name="connsiteY493" fmla="*/ 0 h 924402"/>
              <a:gd name="connsiteX494" fmla="*/ 3570426 w 4603109"/>
              <a:gd name="connsiteY494" fmla="*/ 0 h 924402"/>
              <a:gd name="connsiteX495" fmla="*/ 3574872 w 4603109"/>
              <a:gd name="connsiteY495" fmla="*/ 0 h 924402"/>
              <a:gd name="connsiteX496" fmla="*/ 3580502 w 4603109"/>
              <a:gd name="connsiteY496" fmla="*/ 0 h 924402"/>
              <a:gd name="connsiteX497" fmla="*/ 3582587 w 4603109"/>
              <a:gd name="connsiteY497" fmla="*/ 0 h 924402"/>
              <a:gd name="connsiteX498" fmla="*/ 3624210 w 4603109"/>
              <a:gd name="connsiteY498" fmla="*/ 0 h 924402"/>
              <a:gd name="connsiteX499" fmla="*/ 3637005 w 4603109"/>
              <a:gd name="connsiteY499" fmla="*/ 0 h 924402"/>
              <a:gd name="connsiteX500" fmla="*/ 3646655 w 4603109"/>
              <a:gd name="connsiteY500" fmla="*/ 0 h 924402"/>
              <a:gd name="connsiteX501" fmla="*/ 3656105 w 4603109"/>
              <a:gd name="connsiteY501" fmla="*/ 0 h 924402"/>
              <a:gd name="connsiteX502" fmla="*/ 3667070 w 4603109"/>
              <a:gd name="connsiteY502" fmla="*/ 0 h 924402"/>
              <a:gd name="connsiteX503" fmla="*/ 3668130 w 4603109"/>
              <a:gd name="connsiteY503" fmla="*/ 0 h 924402"/>
              <a:gd name="connsiteX504" fmla="*/ 3669786 w 4603109"/>
              <a:gd name="connsiteY504" fmla="*/ 0 h 924402"/>
              <a:gd name="connsiteX505" fmla="*/ 3672576 w 4603109"/>
              <a:gd name="connsiteY505" fmla="*/ 0 h 924402"/>
              <a:gd name="connsiteX506" fmla="*/ 3692189 w 4603109"/>
              <a:gd name="connsiteY506" fmla="*/ 0 h 924402"/>
              <a:gd name="connsiteX507" fmla="*/ 3698195 w 4603109"/>
              <a:gd name="connsiteY507" fmla="*/ 0 h 924402"/>
              <a:gd name="connsiteX508" fmla="*/ 3702641 w 4603109"/>
              <a:gd name="connsiteY508" fmla="*/ 0 h 924402"/>
              <a:gd name="connsiteX509" fmla="*/ 3744863 w 4603109"/>
              <a:gd name="connsiteY509" fmla="*/ 0 h 924402"/>
              <a:gd name="connsiteX510" fmla="*/ 3745285 w 4603109"/>
              <a:gd name="connsiteY510" fmla="*/ 0 h 924402"/>
              <a:gd name="connsiteX511" fmla="*/ 3795894 w 4603109"/>
              <a:gd name="connsiteY511" fmla="*/ 0 h 924402"/>
              <a:gd name="connsiteX512" fmla="*/ 3797555 w 4603109"/>
              <a:gd name="connsiteY512" fmla="*/ 0 h 924402"/>
              <a:gd name="connsiteX513" fmla="*/ 3826591 w 4603109"/>
              <a:gd name="connsiteY513" fmla="*/ 0 h 924402"/>
              <a:gd name="connsiteX514" fmla="*/ 3842355 w 4603109"/>
              <a:gd name="connsiteY514" fmla="*/ 0 h 924402"/>
              <a:gd name="connsiteX515" fmla="*/ 3848992 w 4603109"/>
              <a:gd name="connsiteY515" fmla="*/ 0 h 924402"/>
              <a:gd name="connsiteX516" fmla="*/ 3872632 w 4603109"/>
              <a:gd name="connsiteY516" fmla="*/ 0 h 924402"/>
              <a:gd name="connsiteX517" fmla="*/ 3873054 w 4603109"/>
              <a:gd name="connsiteY517" fmla="*/ 0 h 924402"/>
              <a:gd name="connsiteX518" fmla="*/ 3885075 w 4603109"/>
              <a:gd name="connsiteY518" fmla="*/ 0 h 924402"/>
              <a:gd name="connsiteX519" fmla="*/ 3923663 w 4603109"/>
              <a:gd name="connsiteY519" fmla="*/ 0 h 924402"/>
              <a:gd name="connsiteX520" fmla="*/ 3954360 w 4603109"/>
              <a:gd name="connsiteY520" fmla="*/ 0 h 924402"/>
              <a:gd name="connsiteX521" fmla="*/ 3970124 w 4603109"/>
              <a:gd name="connsiteY521" fmla="*/ 0 h 924402"/>
              <a:gd name="connsiteX522" fmla="*/ 3976761 w 4603109"/>
              <a:gd name="connsiteY522" fmla="*/ 0 h 924402"/>
              <a:gd name="connsiteX523" fmla="*/ 4012844 w 4603109"/>
              <a:gd name="connsiteY523" fmla="*/ 0 h 924402"/>
              <a:gd name="connsiteX524" fmla="*/ 4049593 w 4603109"/>
              <a:gd name="connsiteY524" fmla="*/ 0 h 924402"/>
              <a:gd name="connsiteX525" fmla="*/ 4169647 w 4603109"/>
              <a:gd name="connsiteY525" fmla="*/ 0 h 924402"/>
              <a:gd name="connsiteX526" fmla="*/ 4177362 w 4603109"/>
              <a:gd name="connsiteY526" fmla="*/ 0 h 924402"/>
              <a:gd name="connsiteX527" fmla="*/ 4297416 w 4603109"/>
              <a:gd name="connsiteY527" fmla="*/ 0 h 924402"/>
              <a:gd name="connsiteX528" fmla="*/ 4379339 w 4603109"/>
              <a:gd name="connsiteY528" fmla="*/ 47054 h 924402"/>
              <a:gd name="connsiteX529" fmla="*/ 4591731 w 4603109"/>
              <a:gd name="connsiteY529" fmla="*/ 415146 h 924402"/>
              <a:gd name="connsiteX530" fmla="*/ 4591731 w 4603109"/>
              <a:gd name="connsiteY530" fmla="*/ 509257 h 924402"/>
              <a:gd name="connsiteX531" fmla="*/ 4379339 w 4603109"/>
              <a:gd name="connsiteY531" fmla="*/ 877348 h 924402"/>
              <a:gd name="connsiteX532" fmla="*/ 4297416 w 4603109"/>
              <a:gd name="connsiteY532" fmla="*/ 924402 h 924402"/>
              <a:gd name="connsiteX533" fmla="*/ 4169647 w 4603109"/>
              <a:gd name="connsiteY533" fmla="*/ 924402 h 924402"/>
              <a:gd name="connsiteX534" fmla="*/ 3976761 w 4603109"/>
              <a:gd name="connsiteY534" fmla="*/ 924402 h 924402"/>
              <a:gd name="connsiteX535" fmla="*/ 3872632 w 4603109"/>
              <a:gd name="connsiteY535" fmla="*/ 924402 h 924402"/>
              <a:gd name="connsiteX536" fmla="*/ 3848992 w 4603109"/>
              <a:gd name="connsiteY536" fmla="*/ 924402 h 924402"/>
              <a:gd name="connsiteX537" fmla="*/ 3744863 w 4603109"/>
              <a:gd name="connsiteY537" fmla="*/ 924402 h 924402"/>
              <a:gd name="connsiteX538" fmla="*/ 3702641 w 4603109"/>
              <a:gd name="connsiteY538" fmla="*/ 924402 h 924402"/>
              <a:gd name="connsiteX539" fmla="*/ 3672576 w 4603109"/>
              <a:gd name="connsiteY539" fmla="*/ 924402 h 924402"/>
              <a:gd name="connsiteX540" fmla="*/ 3656105 w 4603109"/>
              <a:gd name="connsiteY540" fmla="*/ 924402 h 924402"/>
              <a:gd name="connsiteX541" fmla="*/ 3574872 w 4603109"/>
              <a:gd name="connsiteY541" fmla="*/ 924402 h 924402"/>
              <a:gd name="connsiteX542" fmla="*/ 3551976 w 4603109"/>
              <a:gd name="connsiteY542" fmla="*/ 924402 h 924402"/>
              <a:gd name="connsiteX543" fmla="*/ 3544807 w 4603109"/>
              <a:gd name="connsiteY543" fmla="*/ 924402 h 924402"/>
              <a:gd name="connsiteX544" fmla="*/ 3528336 w 4603109"/>
              <a:gd name="connsiteY544" fmla="*/ 924402 h 924402"/>
              <a:gd name="connsiteX545" fmla="*/ 3424207 w 4603109"/>
              <a:gd name="connsiteY545" fmla="*/ 924402 h 924402"/>
              <a:gd name="connsiteX546" fmla="*/ 3381986 w 4603109"/>
              <a:gd name="connsiteY546" fmla="*/ 924402 h 924402"/>
              <a:gd name="connsiteX547" fmla="*/ 3380494 w 4603109"/>
              <a:gd name="connsiteY547" fmla="*/ 924402 h 924402"/>
              <a:gd name="connsiteX548" fmla="*/ 3351921 w 4603109"/>
              <a:gd name="connsiteY548" fmla="*/ 924402 h 924402"/>
              <a:gd name="connsiteX549" fmla="*/ 3277857 w 4603109"/>
              <a:gd name="connsiteY549" fmla="*/ 924402 h 924402"/>
              <a:gd name="connsiteX550" fmla="*/ 3254217 w 4603109"/>
              <a:gd name="connsiteY550" fmla="*/ 924402 h 924402"/>
              <a:gd name="connsiteX551" fmla="*/ 3252725 w 4603109"/>
              <a:gd name="connsiteY551" fmla="*/ 924402 h 924402"/>
              <a:gd name="connsiteX552" fmla="*/ 3247792 w 4603109"/>
              <a:gd name="connsiteY552" fmla="*/ 924402 h 924402"/>
              <a:gd name="connsiteX553" fmla="*/ 3231321 w 4603109"/>
              <a:gd name="connsiteY553" fmla="*/ 924402 h 924402"/>
              <a:gd name="connsiteX554" fmla="*/ 3224152 w 4603109"/>
              <a:gd name="connsiteY554" fmla="*/ 924402 h 924402"/>
              <a:gd name="connsiteX555" fmla="*/ 3150088 w 4603109"/>
              <a:gd name="connsiteY555" fmla="*/ 924402 h 924402"/>
              <a:gd name="connsiteX556" fmla="*/ 3120023 w 4603109"/>
              <a:gd name="connsiteY556" fmla="*/ 924402 h 924402"/>
              <a:gd name="connsiteX557" fmla="*/ 3104883 w 4603109"/>
              <a:gd name="connsiteY557" fmla="*/ 924402 h 924402"/>
              <a:gd name="connsiteX558" fmla="*/ 3103552 w 4603109"/>
              <a:gd name="connsiteY558" fmla="*/ 924402 h 924402"/>
              <a:gd name="connsiteX559" fmla="*/ 3077801 w 4603109"/>
              <a:gd name="connsiteY559" fmla="*/ 924402 h 924402"/>
              <a:gd name="connsiteX560" fmla="*/ 3061330 w 4603109"/>
              <a:gd name="connsiteY560" fmla="*/ 924402 h 924402"/>
              <a:gd name="connsiteX561" fmla="*/ 3031265 w 4603109"/>
              <a:gd name="connsiteY561" fmla="*/ 924402 h 924402"/>
              <a:gd name="connsiteX562" fmla="*/ 2977114 w 4603109"/>
              <a:gd name="connsiteY562" fmla="*/ 924402 h 924402"/>
              <a:gd name="connsiteX563" fmla="*/ 2957200 w 4603109"/>
              <a:gd name="connsiteY563" fmla="*/ 924402 h 924402"/>
              <a:gd name="connsiteX564" fmla="*/ 2955709 w 4603109"/>
              <a:gd name="connsiteY564" fmla="*/ 924402 h 924402"/>
              <a:gd name="connsiteX565" fmla="*/ 2950032 w 4603109"/>
              <a:gd name="connsiteY565" fmla="*/ 924402 h 924402"/>
              <a:gd name="connsiteX566" fmla="*/ 2933561 w 4603109"/>
              <a:gd name="connsiteY566" fmla="*/ 924402 h 924402"/>
              <a:gd name="connsiteX567" fmla="*/ 2927136 w 4603109"/>
              <a:gd name="connsiteY567" fmla="*/ 924402 h 924402"/>
              <a:gd name="connsiteX568" fmla="*/ 2903496 w 4603109"/>
              <a:gd name="connsiteY568" fmla="*/ 924402 h 924402"/>
              <a:gd name="connsiteX569" fmla="*/ 2829431 w 4603109"/>
              <a:gd name="connsiteY569" fmla="*/ 924402 h 924402"/>
              <a:gd name="connsiteX570" fmla="*/ 2827940 w 4603109"/>
              <a:gd name="connsiteY570" fmla="*/ 924402 h 924402"/>
              <a:gd name="connsiteX571" fmla="*/ 2799367 w 4603109"/>
              <a:gd name="connsiteY571" fmla="*/ 924402 h 924402"/>
              <a:gd name="connsiteX572" fmla="*/ 2785719 w 4603109"/>
              <a:gd name="connsiteY572" fmla="*/ 924402 h 924402"/>
              <a:gd name="connsiteX573" fmla="*/ 2784228 w 4603109"/>
              <a:gd name="connsiteY573" fmla="*/ 924402 h 924402"/>
              <a:gd name="connsiteX574" fmla="*/ 2757146 w 4603109"/>
              <a:gd name="connsiteY574" fmla="*/ 924402 h 924402"/>
              <a:gd name="connsiteX575" fmla="*/ 2755654 w 4603109"/>
              <a:gd name="connsiteY575" fmla="*/ 924402 h 924402"/>
              <a:gd name="connsiteX576" fmla="*/ 2680098 w 4603109"/>
              <a:gd name="connsiteY576" fmla="*/ 924402 h 924402"/>
              <a:gd name="connsiteX577" fmla="*/ 2657950 w 4603109"/>
              <a:gd name="connsiteY577" fmla="*/ 924402 h 924402"/>
              <a:gd name="connsiteX578" fmla="*/ 2656459 w 4603109"/>
              <a:gd name="connsiteY578" fmla="*/ 924402 h 924402"/>
              <a:gd name="connsiteX579" fmla="*/ 2653017 w 4603109"/>
              <a:gd name="connsiteY579" fmla="*/ 924402 h 924402"/>
              <a:gd name="connsiteX580" fmla="*/ 2636545 w 4603109"/>
              <a:gd name="connsiteY580" fmla="*/ 924402 h 924402"/>
              <a:gd name="connsiteX581" fmla="*/ 2629377 w 4603109"/>
              <a:gd name="connsiteY581" fmla="*/ 924402 h 924402"/>
              <a:gd name="connsiteX582" fmla="*/ 2627885 w 4603109"/>
              <a:gd name="connsiteY582" fmla="*/ 924402 h 924402"/>
              <a:gd name="connsiteX583" fmla="*/ 2606481 w 4603109"/>
              <a:gd name="connsiteY583" fmla="*/ 924402 h 924402"/>
              <a:gd name="connsiteX584" fmla="*/ 2552329 w 4603109"/>
              <a:gd name="connsiteY584" fmla="*/ 924402 h 924402"/>
              <a:gd name="connsiteX585" fmla="*/ 2525248 w 4603109"/>
              <a:gd name="connsiteY585" fmla="*/ 924402 h 924402"/>
              <a:gd name="connsiteX586" fmla="*/ 2510108 w 4603109"/>
              <a:gd name="connsiteY586" fmla="*/ 924402 h 924402"/>
              <a:gd name="connsiteX587" fmla="*/ 2508776 w 4603109"/>
              <a:gd name="connsiteY587" fmla="*/ 924402 h 924402"/>
              <a:gd name="connsiteX588" fmla="*/ 2480043 w 4603109"/>
              <a:gd name="connsiteY588" fmla="*/ 924402 h 924402"/>
              <a:gd name="connsiteX589" fmla="*/ 2478712 w 4603109"/>
              <a:gd name="connsiteY589" fmla="*/ 924402 h 924402"/>
              <a:gd name="connsiteX590" fmla="*/ 2463572 w 4603109"/>
              <a:gd name="connsiteY590" fmla="*/ 924402 h 924402"/>
              <a:gd name="connsiteX591" fmla="*/ 2436490 w 4603109"/>
              <a:gd name="connsiteY591" fmla="*/ 924402 h 924402"/>
              <a:gd name="connsiteX592" fmla="*/ 2382339 w 4603109"/>
              <a:gd name="connsiteY592" fmla="*/ 924402 h 924402"/>
              <a:gd name="connsiteX593" fmla="*/ 2360934 w 4603109"/>
              <a:gd name="connsiteY593" fmla="*/ 924402 h 924402"/>
              <a:gd name="connsiteX594" fmla="*/ 2359443 w 4603109"/>
              <a:gd name="connsiteY594" fmla="*/ 924402 h 924402"/>
              <a:gd name="connsiteX595" fmla="*/ 2352274 w 4603109"/>
              <a:gd name="connsiteY595" fmla="*/ 924402 h 924402"/>
              <a:gd name="connsiteX596" fmla="*/ 2335803 w 4603109"/>
              <a:gd name="connsiteY596" fmla="*/ 924402 h 924402"/>
              <a:gd name="connsiteX597" fmla="*/ 2332360 w 4603109"/>
              <a:gd name="connsiteY597" fmla="*/ 924402 h 924402"/>
              <a:gd name="connsiteX598" fmla="*/ 2332328 w 4603109"/>
              <a:gd name="connsiteY598" fmla="*/ 924402 h 924402"/>
              <a:gd name="connsiteX599" fmla="*/ 2330869 w 4603109"/>
              <a:gd name="connsiteY599" fmla="*/ 924402 h 924402"/>
              <a:gd name="connsiteX600" fmla="*/ 2308721 w 4603109"/>
              <a:gd name="connsiteY600" fmla="*/ 924402 h 924402"/>
              <a:gd name="connsiteX601" fmla="*/ 2233165 w 4603109"/>
              <a:gd name="connsiteY601" fmla="*/ 924402 h 924402"/>
              <a:gd name="connsiteX602" fmla="*/ 2231674 w 4603109"/>
              <a:gd name="connsiteY602" fmla="*/ 924402 h 924402"/>
              <a:gd name="connsiteX603" fmla="*/ 2204591 w 4603109"/>
              <a:gd name="connsiteY603" fmla="*/ 924402 h 924402"/>
              <a:gd name="connsiteX604" fmla="*/ 2204559 w 4603109"/>
              <a:gd name="connsiteY604" fmla="*/ 924402 h 924402"/>
              <a:gd name="connsiteX605" fmla="*/ 2203100 w 4603109"/>
              <a:gd name="connsiteY605" fmla="*/ 924402 h 924402"/>
              <a:gd name="connsiteX606" fmla="*/ 2189452 w 4603109"/>
              <a:gd name="connsiteY606" fmla="*/ 924402 h 924402"/>
              <a:gd name="connsiteX607" fmla="*/ 2160879 w 4603109"/>
              <a:gd name="connsiteY607" fmla="*/ 924402 h 924402"/>
              <a:gd name="connsiteX608" fmla="*/ 2159388 w 4603109"/>
              <a:gd name="connsiteY608" fmla="*/ 924402 h 924402"/>
              <a:gd name="connsiteX609" fmla="*/ 2085323 w 4603109"/>
              <a:gd name="connsiteY609" fmla="*/ 924402 h 924402"/>
              <a:gd name="connsiteX610" fmla="*/ 2077294 w 4603109"/>
              <a:gd name="connsiteY610" fmla="*/ 924402 h 924402"/>
              <a:gd name="connsiteX611" fmla="*/ 2061683 w 4603109"/>
              <a:gd name="connsiteY611" fmla="*/ 924402 h 924402"/>
              <a:gd name="connsiteX612" fmla="*/ 2055258 w 4603109"/>
              <a:gd name="connsiteY612" fmla="*/ 924402 h 924402"/>
              <a:gd name="connsiteX613" fmla="*/ 2038787 w 4603109"/>
              <a:gd name="connsiteY613" fmla="*/ 924402 h 924402"/>
              <a:gd name="connsiteX614" fmla="*/ 2033110 w 4603109"/>
              <a:gd name="connsiteY614" fmla="*/ 924402 h 924402"/>
              <a:gd name="connsiteX615" fmla="*/ 2031619 w 4603109"/>
              <a:gd name="connsiteY615" fmla="*/ 924402 h 924402"/>
              <a:gd name="connsiteX616" fmla="*/ 2011705 w 4603109"/>
              <a:gd name="connsiteY616" fmla="*/ 924402 h 924402"/>
              <a:gd name="connsiteX617" fmla="*/ 1957554 w 4603109"/>
              <a:gd name="connsiteY617" fmla="*/ 924402 h 924402"/>
              <a:gd name="connsiteX618" fmla="*/ 1949525 w 4603109"/>
              <a:gd name="connsiteY618" fmla="*/ 924402 h 924402"/>
              <a:gd name="connsiteX619" fmla="*/ 1927489 w 4603109"/>
              <a:gd name="connsiteY619" fmla="*/ 924402 h 924402"/>
              <a:gd name="connsiteX620" fmla="*/ 1911018 w 4603109"/>
              <a:gd name="connsiteY620" fmla="*/ 924402 h 924402"/>
              <a:gd name="connsiteX621" fmla="*/ 1907543 w 4603109"/>
              <a:gd name="connsiteY621" fmla="*/ 924402 h 924402"/>
              <a:gd name="connsiteX622" fmla="*/ 1885268 w 4603109"/>
              <a:gd name="connsiteY622" fmla="*/ 924402 h 924402"/>
              <a:gd name="connsiteX623" fmla="*/ 1883936 w 4603109"/>
              <a:gd name="connsiteY623" fmla="*/ 924402 h 924402"/>
              <a:gd name="connsiteX624" fmla="*/ 1868796 w 4603109"/>
              <a:gd name="connsiteY624" fmla="*/ 924402 h 924402"/>
              <a:gd name="connsiteX625" fmla="*/ 1838732 w 4603109"/>
              <a:gd name="connsiteY625" fmla="*/ 924402 h 924402"/>
              <a:gd name="connsiteX626" fmla="*/ 1779774 w 4603109"/>
              <a:gd name="connsiteY626" fmla="*/ 924402 h 924402"/>
              <a:gd name="connsiteX627" fmla="*/ 1764668 w 4603109"/>
              <a:gd name="connsiteY627" fmla="*/ 924402 h 924402"/>
              <a:gd name="connsiteX628" fmla="*/ 1757499 w 4603109"/>
              <a:gd name="connsiteY628" fmla="*/ 924402 h 924402"/>
              <a:gd name="connsiteX629" fmla="*/ 1741027 w 4603109"/>
              <a:gd name="connsiteY629" fmla="*/ 924402 h 924402"/>
              <a:gd name="connsiteX630" fmla="*/ 1737552 w 4603109"/>
              <a:gd name="connsiteY630" fmla="*/ 924402 h 924402"/>
              <a:gd name="connsiteX631" fmla="*/ 1736094 w 4603109"/>
              <a:gd name="connsiteY631" fmla="*/ 924402 h 924402"/>
              <a:gd name="connsiteX632" fmla="*/ 1734603 w 4603109"/>
              <a:gd name="connsiteY632" fmla="*/ 924402 h 924402"/>
              <a:gd name="connsiteX633" fmla="*/ 1710963 w 4603109"/>
              <a:gd name="connsiteY633" fmla="*/ 924402 h 924402"/>
              <a:gd name="connsiteX634" fmla="*/ 1707488 w 4603109"/>
              <a:gd name="connsiteY634" fmla="*/ 924402 h 924402"/>
              <a:gd name="connsiteX635" fmla="*/ 1652509 w 4603109"/>
              <a:gd name="connsiteY635" fmla="*/ 924402 h 924402"/>
              <a:gd name="connsiteX636" fmla="*/ 1636899 w 4603109"/>
              <a:gd name="connsiteY636" fmla="*/ 924402 h 924402"/>
              <a:gd name="connsiteX637" fmla="*/ 1609783 w 4603109"/>
              <a:gd name="connsiteY637" fmla="*/ 924402 h 924402"/>
              <a:gd name="connsiteX638" fmla="*/ 1608325 w 4603109"/>
              <a:gd name="connsiteY638" fmla="*/ 924402 h 924402"/>
              <a:gd name="connsiteX639" fmla="*/ 1606834 w 4603109"/>
              <a:gd name="connsiteY639" fmla="*/ 924402 h 924402"/>
              <a:gd name="connsiteX640" fmla="*/ 1579719 w 4603109"/>
              <a:gd name="connsiteY640" fmla="*/ 924402 h 924402"/>
              <a:gd name="connsiteX641" fmla="*/ 1564612 w 4603109"/>
              <a:gd name="connsiteY641" fmla="*/ 924402 h 924402"/>
              <a:gd name="connsiteX642" fmla="*/ 1524740 w 4603109"/>
              <a:gd name="connsiteY642" fmla="*/ 924402 h 924402"/>
              <a:gd name="connsiteX643" fmla="*/ 1482518 w 4603109"/>
              <a:gd name="connsiteY643" fmla="*/ 924402 h 924402"/>
              <a:gd name="connsiteX644" fmla="*/ 1460483 w 4603109"/>
              <a:gd name="connsiteY644" fmla="*/ 924402 h 924402"/>
              <a:gd name="connsiteX645" fmla="*/ 1452454 w 4603109"/>
              <a:gd name="connsiteY645" fmla="*/ 924402 h 924402"/>
              <a:gd name="connsiteX646" fmla="*/ 1444011 w 4603109"/>
              <a:gd name="connsiteY646" fmla="*/ 924402 h 924402"/>
              <a:gd name="connsiteX647" fmla="*/ 1436843 w 4603109"/>
              <a:gd name="connsiteY647" fmla="*/ 924402 h 924402"/>
              <a:gd name="connsiteX648" fmla="*/ 1413947 w 4603109"/>
              <a:gd name="connsiteY648" fmla="*/ 924402 h 924402"/>
              <a:gd name="connsiteX649" fmla="*/ 1354749 w 4603109"/>
              <a:gd name="connsiteY649" fmla="*/ 924402 h 924402"/>
              <a:gd name="connsiteX650" fmla="*/ 1332714 w 4603109"/>
              <a:gd name="connsiteY650" fmla="*/ 924402 h 924402"/>
              <a:gd name="connsiteX651" fmla="*/ 1324685 w 4603109"/>
              <a:gd name="connsiteY651" fmla="*/ 924402 h 924402"/>
              <a:gd name="connsiteX652" fmla="*/ 1316242 w 4603109"/>
              <a:gd name="connsiteY652" fmla="*/ 924402 h 924402"/>
              <a:gd name="connsiteX653" fmla="*/ 1312767 w 4603109"/>
              <a:gd name="connsiteY653" fmla="*/ 924402 h 924402"/>
              <a:gd name="connsiteX654" fmla="*/ 1286178 w 4603109"/>
              <a:gd name="connsiteY654" fmla="*/ 924402 h 924402"/>
              <a:gd name="connsiteX655" fmla="*/ 1282703 w 4603109"/>
              <a:gd name="connsiteY655" fmla="*/ 924402 h 924402"/>
              <a:gd name="connsiteX656" fmla="*/ 1243956 w 4603109"/>
              <a:gd name="connsiteY656" fmla="*/ 924402 h 924402"/>
              <a:gd name="connsiteX657" fmla="*/ 1184998 w 4603109"/>
              <a:gd name="connsiteY657" fmla="*/ 924402 h 924402"/>
              <a:gd name="connsiteX658" fmla="*/ 1154934 w 4603109"/>
              <a:gd name="connsiteY658" fmla="*/ 924402 h 924402"/>
              <a:gd name="connsiteX659" fmla="*/ 1139828 w 4603109"/>
              <a:gd name="connsiteY659" fmla="*/ 924402 h 924402"/>
              <a:gd name="connsiteX660" fmla="*/ 1116187 w 4603109"/>
              <a:gd name="connsiteY660" fmla="*/ 924402 h 924402"/>
              <a:gd name="connsiteX661" fmla="*/ 1112712 w 4603109"/>
              <a:gd name="connsiteY661" fmla="*/ 924402 h 924402"/>
              <a:gd name="connsiteX662" fmla="*/ 1057734 w 4603109"/>
              <a:gd name="connsiteY662" fmla="*/ 924402 h 924402"/>
              <a:gd name="connsiteX663" fmla="*/ 1027669 w 4603109"/>
              <a:gd name="connsiteY663" fmla="*/ 924402 h 924402"/>
              <a:gd name="connsiteX664" fmla="*/ 1012059 w 4603109"/>
              <a:gd name="connsiteY664" fmla="*/ 924402 h 924402"/>
              <a:gd name="connsiteX665" fmla="*/ 984943 w 4603109"/>
              <a:gd name="connsiteY665" fmla="*/ 924402 h 924402"/>
              <a:gd name="connsiteX666" fmla="*/ 929965 w 4603109"/>
              <a:gd name="connsiteY666" fmla="*/ 924402 h 924402"/>
              <a:gd name="connsiteX667" fmla="*/ 899900 w 4603109"/>
              <a:gd name="connsiteY667" fmla="*/ 924402 h 924402"/>
              <a:gd name="connsiteX668" fmla="*/ 857678 w 4603109"/>
              <a:gd name="connsiteY668" fmla="*/ 924402 h 924402"/>
              <a:gd name="connsiteX669" fmla="*/ 819171 w 4603109"/>
              <a:gd name="connsiteY669" fmla="*/ 924402 h 924402"/>
              <a:gd name="connsiteX670" fmla="*/ 729909 w 4603109"/>
              <a:gd name="connsiteY670" fmla="*/ 924402 h 924402"/>
              <a:gd name="connsiteX671" fmla="*/ 691402 w 4603109"/>
              <a:gd name="connsiteY671" fmla="*/ 924402 h 924402"/>
              <a:gd name="connsiteX672" fmla="*/ 687927 w 4603109"/>
              <a:gd name="connsiteY672" fmla="*/ 924402 h 924402"/>
              <a:gd name="connsiteX673" fmla="*/ 560158 w 4603109"/>
              <a:gd name="connsiteY673" fmla="*/ 924402 h 924402"/>
              <a:gd name="connsiteX674" fmla="*/ 432894 w 4603109"/>
              <a:gd name="connsiteY674" fmla="*/ 924402 h 924402"/>
              <a:gd name="connsiteX675" fmla="*/ 305125 w 4603109"/>
              <a:gd name="connsiteY675" fmla="*/ 924402 h 924402"/>
              <a:gd name="connsiteX676" fmla="*/ 223202 w 4603109"/>
              <a:gd name="connsiteY676" fmla="*/ 877348 h 924402"/>
              <a:gd name="connsiteX677" fmla="*/ 10809 w 4603109"/>
              <a:gd name="connsiteY677" fmla="*/ 509257 h 924402"/>
              <a:gd name="connsiteX678" fmla="*/ 10809 w 4603109"/>
              <a:gd name="connsiteY678" fmla="*/ 415146 h 924402"/>
              <a:gd name="connsiteX679" fmla="*/ 223202 w 4603109"/>
              <a:gd name="connsiteY679" fmla="*/ 47054 h 924402"/>
              <a:gd name="connsiteX680" fmla="*/ 305125 w 4603109"/>
              <a:gd name="connsiteY680" fmla="*/ 0 h 92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Lst>
            <a:rect l="l" t="t" r="r" b="b"/>
            <a:pathLst>
              <a:path w="4603109" h="924402">
                <a:moveTo>
                  <a:pt x="305125" y="0"/>
                </a:moveTo>
                <a:lnTo>
                  <a:pt x="432894" y="0"/>
                </a:lnTo>
                <a:lnTo>
                  <a:pt x="445336" y="0"/>
                </a:lnTo>
                <a:cubicBezTo>
                  <a:pt x="485989" y="0"/>
                  <a:pt x="520835" y="0"/>
                  <a:pt x="550703" y="0"/>
                </a:cubicBezTo>
                <a:lnTo>
                  <a:pt x="560158" y="0"/>
                </a:lnTo>
                <a:lnTo>
                  <a:pt x="573105" y="0"/>
                </a:lnTo>
                <a:lnTo>
                  <a:pt x="626202" y="0"/>
                </a:lnTo>
                <a:cubicBezTo>
                  <a:pt x="646943" y="0"/>
                  <a:pt x="663537" y="0"/>
                  <a:pt x="676811" y="0"/>
                </a:cubicBezTo>
                <a:lnTo>
                  <a:pt x="678472" y="0"/>
                </a:lnTo>
                <a:lnTo>
                  <a:pt x="687927" y="0"/>
                </a:lnTo>
                <a:lnTo>
                  <a:pt x="691402" y="0"/>
                </a:lnTo>
                <a:lnTo>
                  <a:pt x="700371" y="0"/>
                </a:lnTo>
                <a:lnTo>
                  <a:pt x="707508" y="0"/>
                </a:lnTo>
                <a:cubicBezTo>
                  <a:pt x="729909" y="0"/>
                  <a:pt x="729909" y="0"/>
                  <a:pt x="729909" y="0"/>
                </a:cubicBezTo>
                <a:lnTo>
                  <a:pt x="753971" y="0"/>
                </a:lnTo>
                <a:lnTo>
                  <a:pt x="804580" y="0"/>
                </a:lnTo>
                <a:lnTo>
                  <a:pt x="805737" y="0"/>
                </a:lnTo>
                <a:lnTo>
                  <a:pt x="819171" y="0"/>
                </a:lnTo>
                <a:lnTo>
                  <a:pt x="828140" y="0"/>
                </a:lnTo>
                <a:lnTo>
                  <a:pt x="831615" y="0"/>
                </a:lnTo>
                <a:lnTo>
                  <a:pt x="835277" y="0"/>
                </a:lnTo>
                <a:lnTo>
                  <a:pt x="857678" y="0"/>
                </a:lnTo>
                <a:lnTo>
                  <a:pt x="864889" y="0"/>
                </a:lnTo>
                <a:lnTo>
                  <a:pt x="899900" y="0"/>
                </a:lnTo>
                <a:lnTo>
                  <a:pt x="909341" y="0"/>
                </a:lnTo>
                <a:lnTo>
                  <a:pt x="929965" y="0"/>
                </a:lnTo>
                <a:lnTo>
                  <a:pt x="933506" y="0"/>
                </a:lnTo>
                <a:lnTo>
                  <a:pt x="936982" y="0"/>
                </a:lnTo>
                <a:lnTo>
                  <a:pt x="959384" y="0"/>
                </a:lnTo>
                <a:lnTo>
                  <a:pt x="962542" y="0"/>
                </a:lnTo>
                <a:lnTo>
                  <a:pt x="984943" y="0"/>
                </a:lnTo>
                <a:lnTo>
                  <a:pt x="992658" y="0"/>
                </a:lnTo>
                <a:lnTo>
                  <a:pt x="1012059" y="0"/>
                </a:lnTo>
                <a:lnTo>
                  <a:pt x="1012480" y="0"/>
                </a:lnTo>
                <a:lnTo>
                  <a:pt x="1027669" y="0"/>
                </a:lnTo>
                <a:lnTo>
                  <a:pt x="1037110" y="0"/>
                </a:lnTo>
                <a:lnTo>
                  <a:pt x="1040112" y="0"/>
                </a:lnTo>
                <a:lnTo>
                  <a:pt x="1057734" y="0"/>
                </a:lnTo>
                <a:lnTo>
                  <a:pt x="1064751" y="0"/>
                </a:lnTo>
                <a:lnTo>
                  <a:pt x="1070177" y="0"/>
                </a:lnTo>
                <a:lnTo>
                  <a:pt x="1072436" y="0"/>
                </a:lnTo>
                <a:lnTo>
                  <a:pt x="1090311" y="0"/>
                </a:lnTo>
                <a:lnTo>
                  <a:pt x="1110718" y="0"/>
                </a:lnTo>
                <a:lnTo>
                  <a:pt x="1112712" y="0"/>
                </a:lnTo>
                <a:lnTo>
                  <a:pt x="1116187" y="0"/>
                </a:lnTo>
                <a:lnTo>
                  <a:pt x="1139828" y="0"/>
                </a:lnTo>
                <a:lnTo>
                  <a:pt x="1140249" y="0"/>
                </a:lnTo>
                <a:lnTo>
                  <a:pt x="1145480" y="0"/>
                </a:lnTo>
                <a:lnTo>
                  <a:pt x="1152270" y="0"/>
                </a:lnTo>
                <a:lnTo>
                  <a:pt x="1154934" y="0"/>
                </a:lnTo>
                <a:lnTo>
                  <a:pt x="1167881" y="0"/>
                </a:lnTo>
                <a:lnTo>
                  <a:pt x="1175544" y="0"/>
                </a:lnTo>
                <a:lnTo>
                  <a:pt x="1184998" y="0"/>
                </a:lnTo>
                <a:lnTo>
                  <a:pt x="1197946" y="0"/>
                </a:lnTo>
                <a:lnTo>
                  <a:pt x="1200205" y="0"/>
                </a:lnTo>
                <a:lnTo>
                  <a:pt x="1220978" y="0"/>
                </a:lnTo>
                <a:lnTo>
                  <a:pt x="1238487" y="0"/>
                </a:lnTo>
                <a:lnTo>
                  <a:pt x="1243956" y="0"/>
                </a:lnTo>
                <a:lnTo>
                  <a:pt x="1251042" y="0"/>
                </a:lnTo>
                <a:lnTo>
                  <a:pt x="1257637" y="0"/>
                </a:lnTo>
                <a:lnTo>
                  <a:pt x="1271587" y="0"/>
                </a:lnTo>
                <a:lnTo>
                  <a:pt x="1273249" y="0"/>
                </a:lnTo>
                <a:lnTo>
                  <a:pt x="1280039" y="0"/>
                </a:lnTo>
                <a:lnTo>
                  <a:pt x="1282703" y="0"/>
                </a:lnTo>
                <a:lnTo>
                  <a:pt x="1286178" y="0"/>
                </a:lnTo>
                <a:lnTo>
                  <a:pt x="1295146" y="0"/>
                </a:lnTo>
                <a:lnTo>
                  <a:pt x="1301651" y="0"/>
                </a:lnTo>
                <a:lnTo>
                  <a:pt x="1302284" y="0"/>
                </a:lnTo>
                <a:lnTo>
                  <a:pt x="1303313" y="0"/>
                </a:lnTo>
                <a:lnTo>
                  <a:pt x="1312767" y="0"/>
                </a:lnTo>
                <a:lnTo>
                  <a:pt x="1316242" y="0"/>
                </a:lnTo>
                <a:lnTo>
                  <a:pt x="1321886" y="0"/>
                </a:lnTo>
                <a:lnTo>
                  <a:pt x="1324685" y="0"/>
                </a:lnTo>
                <a:lnTo>
                  <a:pt x="1325211" y="0"/>
                </a:lnTo>
                <a:lnTo>
                  <a:pt x="1332348" y="0"/>
                </a:lnTo>
                <a:lnTo>
                  <a:pt x="1332714" y="0"/>
                </a:lnTo>
                <a:lnTo>
                  <a:pt x="1333135" y="0"/>
                </a:lnTo>
                <a:lnTo>
                  <a:pt x="1348747" y="0"/>
                </a:lnTo>
                <a:lnTo>
                  <a:pt x="1354749" y="0"/>
                </a:lnTo>
                <a:lnTo>
                  <a:pt x="1378811" y="0"/>
                </a:lnTo>
                <a:lnTo>
                  <a:pt x="1383745" y="0"/>
                </a:lnTo>
                <a:lnTo>
                  <a:pt x="1385406" y="0"/>
                </a:lnTo>
                <a:lnTo>
                  <a:pt x="1399356" y="0"/>
                </a:lnTo>
                <a:lnTo>
                  <a:pt x="1400513" y="0"/>
                </a:lnTo>
                <a:lnTo>
                  <a:pt x="1413947" y="0"/>
                </a:lnTo>
                <a:lnTo>
                  <a:pt x="1414442" y="0"/>
                </a:lnTo>
                <a:lnTo>
                  <a:pt x="1422915" y="0"/>
                </a:lnTo>
                <a:lnTo>
                  <a:pt x="1426390" y="0"/>
                </a:lnTo>
                <a:lnTo>
                  <a:pt x="1429420" y="0"/>
                </a:lnTo>
                <a:lnTo>
                  <a:pt x="1430053" y="0"/>
                </a:lnTo>
                <a:lnTo>
                  <a:pt x="1430206" y="0"/>
                </a:lnTo>
                <a:lnTo>
                  <a:pt x="1430577" y="0"/>
                </a:lnTo>
                <a:lnTo>
                  <a:pt x="1436843" y="0"/>
                </a:lnTo>
                <a:lnTo>
                  <a:pt x="1444011" y="0"/>
                </a:lnTo>
                <a:lnTo>
                  <a:pt x="1449655" y="0"/>
                </a:lnTo>
                <a:lnTo>
                  <a:pt x="1452454" y="0"/>
                </a:lnTo>
                <a:lnTo>
                  <a:pt x="1452980" y="0"/>
                </a:lnTo>
                <a:lnTo>
                  <a:pt x="1456455" y="0"/>
                </a:lnTo>
                <a:lnTo>
                  <a:pt x="1459664" y="0"/>
                </a:lnTo>
                <a:lnTo>
                  <a:pt x="1460117" y="0"/>
                </a:lnTo>
                <a:lnTo>
                  <a:pt x="1460483" y="0"/>
                </a:lnTo>
                <a:lnTo>
                  <a:pt x="1460904" y="0"/>
                </a:lnTo>
                <a:lnTo>
                  <a:pt x="1472926" y="0"/>
                </a:lnTo>
                <a:lnTo>
                  <a:pt x="1482518" y="0"/>
                </a:lnTo>
                <a:lnTo>
                  <a:pt x="1489729" y="0"/>
                </a:lnTo>
                <a:lnTo>
                  <a:pt x="1504116" y="0"/>
                </a:lnTo>
                <a:lnTo>
                  <a:pt x="1511514" y="0"/>
                </a:lnTo>
                <a:lnTo>
                  <a:pt x="1524740" y="0"/>
                </a:lnTo>
                <a:lnTo>
                  <a:pt x="1528282" y="0"/>
                </a:lnTo>
                <a:lnTo>
                  <a:pt x="1531757" y="0"/>
                </a:lnTo>
                <a:lnTo>
                  <a:pt x="1534181" y="0"/>
                </a:lnTo>
                <a:lnTo>
                  <a:pt x="1542211" y="0"/>
                </a:lnTo>
                <a:lnTo>
                  <a:pt x="1554159" y="0"/>
                </a:lnTo>
                <a:lnTo>
                  <a:pt x="1557318" y="0"/>
                </a:lnTo>
                <a:lnTo>
                  <a:pt x="1557975" y="0"/>
                </a:lnTo>
                <a:lnTo>
                  <a:pt x="1558346" y="0"/>
                </a:lnTo>
                <a:lnTo>
                  <a:pt x="1561822" y="0"/>
                </a:lnTo>
                <a:lnTo>
                  <a:pt x="1564612" y="0"/>
                </a:lnTo>
                <a:lnTo>
                  <a:pt x="1566857" y="0"/>
                </a:lnTo>
                <a:lnTo>
                  <a:pt x="1576919" y="0"/>
                </a:lnTo>
                <a:lnTo>
                  <a:pt x="1579719" y="0"/>
                </a:lnTo>
                <a:lnTo>
                  <a:pt x="1584224" y="0"/>
                </a:lnTo>
                <a:lnTo>
                  <a:pt x="1587382" y="0"/>
                </a:lnTo>
                <a:lnTo>
                  <a:pt x="1587433" y="0"/>
                </a:lnTo>
                <a:lnTo>
                  <a:pt x="1600695" y="0"/>
                </a:lnTo>
                <a:lnTo>
                  <a:pt x="1606834" y="0"/>
                </a:lnTo>
                <a:lnTo>
                  <a:pt x="1607256" y="0"/>
                </a:lnTo>
                <a:lnTo>
                  <a:pt x="1608325" y="0"/>
                </a:lnTo>
                <a:lnTo>
                  <a:pt x="1609783" y="0"/>
                </a:lnTo>
                <a:lnTo>
                  <a:pt x="1617498" y="0"/>
                </a:lnTo>
                <a:lnTo>
                  <a:pt x="1631885" y="0"/>
                </a:lnTo>
                <a:lnTo>
                  <a:pt x="1636899" y="0"/>
                </a:lnTo>
                <a:lnTo>
                  <a:pt x="1637320" y="0"/>
                </a:lnTo>
                <a:lnTo>
                  <a:pt x="1637445" y="0"/>
                </a:lnTo>
                <a:lnTo>
                  <a:pt x="1652509" y="0"/>
                </a:lnTo>
                <a:lnTo>
                  <a:pt x="1659526" y="0"/>
                </a:lnTo>
                <a:lnTo>
                  <a:pt x="1661950" y="0"/>
                </a:lnTo>
                <a:lnTo>
                  <a:pt x="1664952" y="0"/>
                </a:lnTo>
                <a:lnTo>
                  <a:pt x="1667212" y="0"/>
                </a:lnTo>
                <a:lnTo>
                  <a:pt x="1685087" y="0"/>
                </a:lnTo>
                <a:lnTo>
                  <a:pt x="1689591" y="0"/>
                </a:lnTo>
                <a:lnTo>
                  <a:pt x="1694626" y="0"/>
                </a:lnTo>
                <a:lnTo>
                  <a:pt x="1697276" y="0"/>
                </a:lnTo>
                <a:lnTo>
                  <a:pt x="1698000" y="0"/>
                </a:lnTo>
                <a:lnTo>
                  <a:pt x="1704688" y="0"/>
                </a:lnTo>
                <a:lnTo>
                  <a:pt x="1707488" y="0"/>
                </a:lnTo>
                <a:lnTo>
                  <a:pt x="1710963" y="0"/>
                </a:lnTo>
                <a:lnTo>
                  <a:pt x="1715151" y="0"/>
                </a:lnTo>
                <a:lnTo>
                  <a:pt x="1721928" y="0"/>
                </a:lnTo>
                <a:lnTo>
                  <a:pt x="1734603" y="0"/>
                </a:lnTo>
                <a:lnTo>
                  <a:pt x="1735025" y="0"/>
                </a:lnTo>
                <a:lnTo>
                  <a:pt x="1735558" y="0"/>
                </a:lnTo>
                <a:lnTo>
                  <a:pt x="1736094" y="0"/>
                </a:lnTo>
                <a:lnTo>
                  <a:pt x="1737552" y="0"/>
                </a:lnTo>
                <a:lnTo>
                  <a:pt x="1741027" y="0"/>
                </a:lnTo>
                <a:lnTo>
                  <a:pt x="1747046" y="0"/>
                </a:lnTo>
                <a:lnTo>
                  <a:pt x="1748537" y="0"/>
                </a:lnTo>
                <a:lnTo>
                  <a:pt x="1753052" y="0"/>
                </a:lnTo>
                <a:lnTo>
                  <a:pt x="1757499" y="0"/>
                </a:lnTo>
                <a:lnTo>
                  <a:pt x="1764668" y="0"/>
                </a:lnTo>
                <a:lnTo>
                  <a:pt x="1765089" y="0"/>
                </a:lnTo>
                <a:lnTo>
                  <a:pt x="1765214" y="0"/>
                </a:lnTo>
                <a:lnTo>
                  <a:pt x="1770320" y="0"/>
                </a:lnTo>
                <a:lnTo>
                  <a:pt x="1777110" y="0"/>
                </a:lnTo>
                <a:lnTo>
                  <a:pt x="1779774" y="0"/>
                </a:lnTo>
                <a:lnTo>
                  <a:pt x="1792721" y="0"/>
                </a:lnTo>
                <a:lnTo>
                  <a:pt x="1794981" y="0"/>
                </a:lnTo>
                <a:lnTo>
                  <a:pt x="1825045" y="0"/>
                </a:lnTo>
                <a:lnTo>
                  <a:pt x="1825769" y="0"/>
                </a:lnTo>
                <a:lnTo>
                  <a:pt x="1838732" y="0"/>
                </a:lnTo>
                <a:lnTo>
                  <a:pt x="1845818" y="0"/>
                </a:lnTo>
                <a:lnTo>
                  <a:pt x="1849697" y="0"/>
                </a:lnTo>
                <a:lnTo>
                  <a:pt x="1852412" y="0"/>
                </a:lnTo>
                <a:lnTo>
                  <a:pt x="1853903" y="0"/>
                </a:lnTo>
                <a:lnTo>
                  <a:pt x="1863327" y="0"/>
                </a:lnTo>
                <a:lnTo>
                  <a:pt x="1868796" y="0"/>
                </a:lnTo>
                <a:lnTo>
                  <a:pt x="1874815" y="0"/>
                </a:lnTo>
                <a:lnTo>
                  <a:pt x="1876306" y="0"/>
                </a:lnTo>
                <a:lnTo>
                  <a:pt x="1880821" y="0"/>
                </a:lnTo>
                <a:lnTo>
                  <a:pt x="1882477" y="0"/>
                </a:lnTo>
                <a:lnTo>
                  <a:pt x="1883936" y="0"/>
                </a:lnTo>
                <a:lnTo>
                  <a:pt x="1885268" y="0"/>
                </a:lnTo>
                <a:lnTo>
                  <a:pt x="1896427" y="0"/>
                </a:lnTo>
                <a:lnTo>
                  <a:pt x="1898089" y="0"/>
                </a:lnTo>
                <a:lnTo>
                  <a:pt x="1904879" y="0"/>
                </a:lnTo>
                <a:lnTo>
                  <a:pt x="1907543" y="0"/>
                </a:lnTo>
                <a:lnTo>
                  <a:pt x="1911018" y="0"/>
                </a:lnTo>
                <a:lnTo>
                  <a:pt x="1919986" y="0"/>
                </a:lnTo>
                <a:lnTo>
                  <a:pt x="1927124" y="0"/>
                </a:lnTo>
                <a:lnTo>
                  <a:pt x="1927489" y="0"/>
                </a:lnTo>
                <a:lnTo>
                  <a:pt x="1927911" y="0"/>
                </a:lnTo>
                <a:lnTo>
                  <a:pt x="1929402" y="0"/>
                </a:lnTo>
                <a:lnTo>
                  <a:pt x="1946726" y="0"/>
                </a:lnTo>
                <a:lnTo>
                  <a:pt x="1949525" y="0"/>
                </a:lnTo>
                <a:lnTo>
                  <a:pt x="1957554" y="0"/>
                </a:lnTo>
                <a:lnTo>
                  <a:pt x="1957975" y="0"/>
                </a:lnTo>
                <a:lnTo>
                  <a:pt x="1973587" y="0"/>
                </a:lnTo>
                <a:lnTo>
                  <a:pt x="1978520" y="0"/>
                </a:lnTo>
                <a:lnTo>
                  <a:pt x="1980012" y="0"/>
                </a:lnTo>
                <a:lnTo>
                  <a:pt x="1980181" y="0"/>
                </a:lnTo>
                <a:lnTo>
                  <a:pt x="1981672" y="0"/>
                </a:lnTo>
                <a:lnTo>
                  <a:pt x="2008585" y="0"/>
                </a:lnTo>
                <a:lnTo>
                  <a:pt x="2009218" y="0"/>
                </a:lnTo>
                <a:lnTo>
                  <a:pt x="2010246" y="0"/>
                </a:lnTo>
                <a:lnTo>
                  <a:pt x="2010709" y="0"/>
                </a:lnTo>
                <a:lnTo>
                  <a:pt x="2011705" y="0"/>
                </a:lnTo>
                <a:lnTo>
                  <a:pt x="2024147" y="0"/>
                </a:lnTo>
                <a:lnTo>
                  <a:pt x="2024196" y="0"/>
                </a:lnTo>
                <a:lnTo>
                  <a:pt x="2024981" y="0"/>
                </a:lnTo>
                <a:lnTo>
                  <a:pt x="2025353" y="0"/>
                </a:lnTo>
                <a:lnTo>
                  <a:pt x="2026473" y="0"/>
                </a:lnTo>
                <a:lnTo>
                  <a:pt x="2031619" y="0"/>
                </a:lnTo>
                <a:lnTo>
                  <a:pt x="2033110" y="0"/>
                </a:lnTo>
                <a:lnTo>
                  <a:pt x="2038787" y="0"/>
                </a:lnTo>
                <a:lnTo>
                  <a:pt x="2039282" y="0"/>
                </a:lnTo>
                <a:lnTo>
                  <a:pt x="2047755" y="0"/>
                </a:lnTo>
                <a:lnTo>
                  <a:pt x="2051230" y="0"/>
                </a:lnTo>
                <a:lnTo>
                  <a:pt x="2054893" y="0"/>
                </a:lnTo>
                <a:lnTo>
                  <a:pt x="2055046" y="0"/>
                </a:lnTo>
                <a:lnTo>
                  <a:pt x="2055258" y="0"/>
                </a:lnTo>
                <a:lnTo>
                  <a:pt x="2055680" y="0"/>
                </a:lnTo>
                <a:lnTo>
                  <a:pt x="2057171" y="0"/>
                </a:lnTo>
                <a:lnTo>
                  <a:pt x="2061683" y="0"/>
                </a:lnTo>
                <a:lnTo>
                  <a:pt x="2067702" y="0"/>
                </a:lnTo>
                <a:lnTo>
                  <a:pt x="2074495" y="0"/>
                </a:lnTo>
                <a:lnTo>
                  <a:pt x="2077294" y="0"/>
                </a:lnTo>
                <a:lnTo>
                  <a:pt x="2084504" y="0"/>
                </a:lnTo>
                <a:lnTo>
                  <a:pt x="2085323" y="0"/>
                </a:lnTo>
                <a:lnTo>
                  <a:pt x="2085744" y="0"/>
                </a:lnTo>
                <a:lnTo>
                  <a:pt x="2097766" y="0"/>
                </a:lnTo>
                <a:lnTo>
                  <a:pt x="2106289" y="0"/>
                </a:lnTo>
                <a:lnTo>
                  <a:pt x="2107781" y="0"/>
                </a:lnTo>
                <a:lnTo>
                  <a:pt x="2128956" y="0"/>
                </a:lnTo>
                <a:lnTo>
                  <a:pt x="2129514" y="0"/>
                </a:lnTo>
                <a:lnTo>
                  <a:pt x="2136354" y="0"/>
                </a:lnTo>
                <a:lnTo>
                  <a:pt x="2136987" y="0"/>
                </a:lnTo>
                <a:lnTo>
                  <a:pt x="2138478" y="0"/>
                </a:lnTo>
                <a:lnTo>
                  <a:pt x="2151916" y="0"/>
                </a:lnTo>
                <a:lnTo>
                  <a:pt x="2152750" y="0"/>
                </a:lnTo>
                <a:lnTo>
                  <a:pt x="2153122" y="0"/>
                </a:lnTo>
                <a:lnTo>
                  <a:pt x="2154242" y="0"/>
                </a:lnTo>
                <a:lnTo>
                  <a:pt x="2156597" y="0"/>
                </a:lnTo>
                <a:lnTo>
                  <a:pt x="2159388" y="0"/>
                </a:lnTo>
                <a:lnTo>
                  <a:pt x="2160879" y="0"/>
                </a:lnTo>
                <a:lnTo>
                  <a:pt x="2161633" y="0"/>
                </a:lnTo>
                <a:lnTo>
                  <a:pt x="2167051" y="0"/>
                </a:lnTo>
                <a:lnTo>
                  <a:pt x="2178999" y="0"/>
                </a:lnTo>
                <a:lnTo>
                  <a:pt x="2182158" y="0"/>
                </a:lnTo>
                <a:lnTo>
                  <a:pt x="2182815" y="0"/>
                </a:lnTo>
                <a:lnTo>
                  <a:pt x="2188666" y="0"/>
                </a:lnTo>
                <a:lnTo>
                  <a:pt x="2189452" y="0"/>
                </a:lnTo>
                <a:lnTo>
                  <a:pt x="2191697" y="0"/>
                </a:lnTo>
                <a:lnTo>
                  <a:pt x="2195471" y="0"/>
                </a:lnTo>
                <a:lnTo>
                  <a:pt x="2201759" y="0"/>
                </a:lnTo>
                <a:lnTo>
                  <a:pt x="2203100" y="0"/>
                </a:lnTo>
                <a:lnTo>
                  <a:pt x="2204559" y="0"/>
                </a:lnTo>
                <a:lnTo>
                  <a:pt x="2204591" y="0"/>
                </a:lnTo>
                <a:lnTo>
                  <a:pt x="2212273" y="0"/>
                </a:lnTo>
                <a:lnTo>
                  <a:pt x="2225535" y="0"/>
                </a:lnTo>
                <a:lnTo>
                  <a:pt x="2231674" y="0"/>
                </a:lnTo>
                <a:lnTo>
                  <a:pt x="2232096" y="0"/>
                </a:lnTo>
                <a:lnTo>
                  <a:pt x="2232220" y="0"/>
                </a:lnTo>
                <a:lnTo>
                  <a:pt x="2233118" y="0"/>
                </a:lnTo>
                <a:lnTo>
                  <a:pt x="2233165" y="0"/>
                </a:lnTo>
                <a:lnTo>
                  <a:pt x="2256725" y="0"/>
                </a:lnTo>
                <a:lnTo>
                  <a:pt x="2257283" y="0"/>
                </a:lnTo>
                <a:lnTo>
                  <a:pt x="2262285" y="0"/>
                </a:lnTo>
                <a:lnTo>
                  <a:pt x="2284366" y="0"/>
                </a:lnTo>
                <a:lnTo>
                  <a:pt x="2289402" y="0"/>
                </a:lnTo>
                <a:lnTo>
                  <a:pt x="2292052" y="0"/>
                </a:lnTo>
                <a:lnTo>
                  <a:pt x="2299271" y="0"/>
                </a:lnTo>
                <a:lnTo>
                  <a:pt x="2308721" y="0"/>
                </a:lnTo>
                <a:lnTo>
                  <a:pt x="2309927" y="0"/>
                </a:lnTo>
                <a:lnTo>
                  <a:pt x="2316435" y="0"/>
                </a:lnTo>
                <a:lnTo>
                  <a:pt x="2316703" y="0"/>
                </a:lnTo>
                <a:lnTo>
                  <a:pt x="2319466" y="0"/>
                </a:lnTo>
                <a:lnTo>
                  <a:pt x="2322840" y="0"/>
                </a:lnTo>
                <a:lnTo>
                  <a:pt x="2329528" y="0"/>
                </a:lnTo>
                <a:lnTo>
                  <a:pt x="2330869" y="0"/>
                </a:lnTo>
                <a:lnTo>
                  <a:pt x="2332328" y="0"/>
                </a:lnTo>
                <a:lnTo>
                  <a:pt x="2332360" y="0"/>
                </a:lnTo>
                <a:lnTo>
                  <a:pt x="2335803" y="0"/>
                </a:lnTo>
                <a:lnTo>
                  <a:pt x="2343312" y="0"/>
                </a:lnTo>
                <a:lnTo>
                  <a:pt x="2344804" y="0"/>
                </a:lnTo>
                <a:lnTo>
                  <a:pt x="2346768" y="0"/>
                </a:lnTo>
                <a:lnTo>
                  <a:pt x="2347827" y="0"/>
                </a:lnTo>
                <a:lnTo>
                  <a:pt x="2352274" y="0"/>
                </a:lnTo>
                <a:lnTo>
                  <a:pt x="2359443" y="0"/>
                </a:lnTo>
                <a:lnTo>
                  <a:pt x="2359865" y="0"/>
                </a:lnTo>
                <a:lnTo>
                  <a:pt x="2359989" y="0"/>
                </a:lnTo>
                <a:lnTo>
                  <a:pt x="2360887" y="0"/>
                </a:lnTo>
                <a:lnTo>
                  <a:pt x="2360934" y="0"/>
                </a:lnTo>
                <a:lnTo>
                  <a:pt x="2371886" y="0"/>
                </a:lnTo>
                <a:lnTo>
                  <a:pt x="2373377" y="0"/>
                </a:lnTo>
                <a:lnTo>
                  <a:pt x="2377892" y="0"/>
                </a:lnTo>
                <a:cubicBezTo>
                  <a:pt x="2382339" y="0"/>
                  <a:pt x="2382339" y="0"/>
                  <a:pt x="2382339" y="0"/>
                </a:cubicBezTo>
                <a:lnTo>
                  <a:pt x="2390054" y="0"/>
                </a:lnTo>
                <a:lnTo>
                  <a:pt x="2419821" y="0"/>
                </a:lnTo>
                <a:lnTo>
                  <a:pt x="2427040" y="0"/>
                </a:lnTo>
                <a:lnTo>
                  <a:pt x="2436490" y="0"/>
                </a:lnTo>
                <a:lnTo>
                  <a:pt x="2444472" y="0"/>
                </a:lnTo>
                <a:lnTo>
                  <a:pt x="2448678" y="0"/>
                </a:lnTo>
                <a:lnTo>
                  <a:pt x="2450171" y="0"/>
                </a:lnTo>
                <a:lnTo>
                  <a:pt x="2450609" y="0"/>
                </a:lnTo>
                <a:lnTo>
                  <a:pt x="2463572" y="0"/>
                </a:lnTo>
                <a:lnTo>
                  <a:pt x="2471081" y="0"/>
                </a:lnTo>
                <a:lnTo>
                  <a:pt x="2472573" y="0"/>
                </a:lnTo>
                <a:lnTo>
                  <a:pt x="2474537" y="0"/>
                </a:lnTo>
                <a:lnTo>
                  <a:pt x="2475596" y="0"/>
                </a:lnTo>
                <a:lnTo>
                  <a:pt x="2477252" y="0"/>
                </a:lnTo>
                <a:lnTo>
                  <a:pt x="2478712" y="0"/>
                </a:lnTo>
                <a:lnTo>
                  <a:pt x="2478743" y="0"/>
                </a:lnTo>
                <a:lnTo>
                  <a:pt x="2480043" y="0"/>
                </a:lnTo>
                <a:lnTo>
                  <a:pt x="2499655" y="0"/>
                </a:lnTo>
                <a:lnTo>
                  <a:pt x="2501146" y="0"/>
                </a:lnTo>
                <a:lnTo>
                  <a:pt x="2505661" y="0"/>
                </a:lnTo>
                <a:lnTo>
                  <a:pt x="2508776" y="0"/>
                </a:lnTo>
                <a:lnTo>
                  <a:pt x="2510108" y="0"/>
                </a:lnTo>
                <a:lnTo>
                  <a:pt x="2524178" y="0"/>
                </a:lnTo>
                <a:lnTo>
                  <a:pt x="2525248" y="0"/>
                </a:lnTo>
                <a:lnTo>
                  <a:pt x="2525669" y="0"/>
                </a:lnTo>
                <a:lnTo>
                  <a:pt x="2552329" y="0"/>
                </a:lnTo>
                <a:lnTo>
                  <a:pt x="2552751" y="0"/>
                </a:lnTo>
                <a:lnTo>
                  <a:pt x="2554242" y="0"/>
                </a:lnTo>
                <a:lnTo>
                  <a:pt x="2574787" y="0"/>
                </a:lnTo>
                <a:lnTo>
                  <a:pt x="2576279" y="0"/>
                </a:lnTo>
                <a:lnTo>
                  <a:pt x="2576447" y="0"/>
                </a:lnTo>
                <a:lnTo>
                  <a:pt x="2577940" y="0"/>
                </a:lnTo>
                <a:lnTo>
                  <a:pt x="2603360" y="0"/>
                </a:lnTo>
                <a:lnTo>
                  <a:pt x="2604852" y="0"/>
                </a:lnTo>
                <a:lnTo>
                  <a:pt x="2605021" y="0"/>
                </a:lnTo>
                <a:lnTo>
                  <a:pt x="2605484" y="0"/>
                </a:lnTo>
                <a:lnTo>
                  <a:pt x="2606481" y="0"/>
                </a:lnTo>
                <a:lnTo>
                  <a:pt x="2606512" y="0"/>
                </a:lnTo>
                <a:lnTo>
                  <a:pt x="2606976" y="0"/>
                </a:lnTo>
                <a:lnTo>
                  <a:pt x="2618923" y="0"/>
                </a:lnTo>
                <a:lnTo>
                  <a:pt x="2621248" y="0"/>
                </a:lnTo>
                <a:lnTo>
                  <a:pt x="2622740" y="0"/>
                </a:lnTo>
                <a:lnTo>
                  <a:pt x="2627885" y="0"/>
                </a:lnTo>
                <a:lnTo>
                  <a:pt x="2629377" y="0"/>
                </a:lnTo>
                <a:lnTo>
                  <a:pt x="2634058" y="0"/>
                </a:lnTo>
                <a:lnTo>
                  <a:pt x="2635549" y="0"/>
                </a:lnTo>
                <a:lnTo>
                  <a:pt x="2636545" y="0"/>
                </a:lnTo>
                <a:lnTo>
                  <a:pt x="2648987" y="0"/>
                </a:lnTo>
                <a:lnTo>
                  <a:pt x="2649821" y="0"/>
                </a:lnTo>
                <a:lnTo>
                  <a:pt x="2651313" y="0"/>
                </a:lnTo>
                <a:lnTo>
                  <a:pt x="2651947" y="0"/>
                </a:lnTo>
                <a:lnTo>
                  <a:pt x="2653017" y="0"/>
                </a:lnTo>
                <a:lnTo>
                  <a:pt x="2653438" y="0"/>
                </a:lnTo>
                <a:lnTo>
                  <a:pt x="2656459" y="0"/>
                </a:lnTo>
                <a:lnTo>
                  <a:pt x="2657950" y="0"/>
                </a:lnTo>
                <a:lnTo>
                  <a:pt x="2665460" y="0"/>
                </a:lnTo>
                <a:lnTo>
                  <a:pt x="2680098" y="0"/>
                </a:lnTo>
                <a:lnTo>
                  <a:pt x="2680520" y="0"/>
                </a:lnTo>
                <a:lnTo>
                  <a:pt x="2682011" y="0"/>
                </a:lnTo>
                <a:lnTo>
                  <a:pt x="2692542" y="0"/>
                </a:lnTo>
                <a:lnTo>
                  <a:pt x="2702556" y="0"/>
                </a:lnTo>
                <a:lnTo>
                  <a:pt x="2704048" y="0"/>
                </a:lnTo>
                <a:lnTo>
                  <a:pt x="2724289" y="0"/>
                </a:lnTo>
                <a:lnTo>
                  <a:pt x="2731129" y="0"/>
                </a:lnTo>
                <a:lnTo>
                  <a:pt x="2732621" y="0"/>
                </a:lnTo>
                <a:lnTo>
                  <a:pt x="2733253" y="0"/>
                </a:lnTo>
                <a:lnTo>
                  <a:pt x="2734745" y="0"/>
                </a:lnTo>
                <a:lnTo>
                  <a:pt x="2746692" y="0"/>
                </a:lnTo>
                <a:lnTo>
                  <a:pt x="2749017" y="0"/>
                </a:lnTo>
                <a:lnTo>
                  <a:pt x="2750509" y="0"/>
                </a:lnTo>
                <a:lnTo>
                  <a:pt x="2754354" y="0"/>
                </a:lnTo>
                <a:lnTo>
                  <a:pt x="2755654" y="0"/>
                </a:lnTo>
                <a:lnTo>
                  <a:pt x="2757146" y="0"/>
                </a:lnTo>
                <a:lnTo>
                  <a:pt x="2761827" y="0"/>
                </a:lnTo>
                <a:lnTo>
                  <a:pt x="2763318" y="0"/>
                </a:lnTo>
                <a:lnTo>
                  <a:pt x="2776756" y="0"/>
                </a:lnTo>
                <a:lnTo>
                  <a:pt x="2777590" y="0"/>
                </a:lnTo>
                <a:lnTo>
                  <a:pt x="2779082" y="0"/>
                </a:lnTo>
                <a:lnTo>
                  <a:pt x="2783442" y="0"/>
                </a:lnTo>
                <a:lnTo>
                  <a:pt x="2784228" y="0"/>
                </a:lnTo>
                <a:lnTo>
                  <a:pt x="2785719" y="0"/>
                </a:lnTo>
                <a:lnTo>
                  <a:pt x="2786473" y="0"/>
                </a:lnTo>
                <a:lnTo>
                  <a:pt x="2793229" y="0"/>
                </a:lnTo>
                <a:lnTo>
                  <a:pt x="2799367" y="0"/>
                </a:lnTo>
                <a:lnTo>
                  <a:pt x="2813506" y="0"/>
                </a:lnTo>
                <a:lnTo>
                  <a:pt x="2820311" y="0"/>
                </a:lnTo>
                <a:lnTo>
                  <a:pt x="2827893" y="0"/>
                </a:lnTo>
                <a:lnTo>
                  <a:pt x="2827940" y="0"/>
                </a:lnTo>
                <a:lnTo>
                  <a:pt x="2829431" y="0"/>
                </a:lnTo>
                <a:lnTo>
                  <a:pt x="2829978" y="0"/>
                </a:lnTo>
                <a:lnTo>
                  <a:pt x="2852058" y="0"/>
                </a:lnTo>
                <a:lnTo>
                  <a:pt x="2857060" y="0"/>
                </a:lnTo>
                <a:lnTo>
                  <a:pt x="2857958" y="0"/>
                </a:lnTo>
                <a:lnTo>
                  <a:pt x="2871601" y="0"/>
                </a:lnTo>
                <a:lnTo>
                  <a:pt x="2882123" y="0"/>
                </a:lnTo>
                <a:lnTo>
                  <a:pt x="2894046" y="0"/>
                </a:lnTo>
                <a:lnTo>
                  <a:pt x="2903496" y="0"/>
                </a:lnTo>
                <a:lnTo>
                  <a:pt x="2911211" y="0"/>
                </a:lnTo>
                <a:lnTo>
                  <a:pt x="2914242" y="0"/>
                </a:lnTo>
                <a:lnTo>
                  <a:pt x="2914461" y="0"/>
                </a:lnTo>
                <a:lnTo>
                  <a:pt x="2924111" y="0"/>
                </a:lnTo>
                <a:lnTo>
                  <a:pt x="2927136" y="0"/>
                </a:lnTo>
                <a:lnTo>
                  <a:pt x="2933561" y="0"/>
                </a:lnTo>
                <a:lnTo>
                  <a:pt x="2939580" y="0"/>
                </a:lnTo>
                <a:lnTo>
                  <a:pt x="2941275" y="0"/>
                </a:lnTo>
                <a:lnTo>
                  <a:pt x="2941543" y="0"/>
                </a:lnTo>
                <a:lnTo>
                  <a:pt x="2945586" y="0"/>
                </a:lnTo>
                <a:lnTo>
                  <a:pt x="2950032" y="0"/>
                </a:lnTo>
                <a:lnTo>
                  <a:pt x="2955662" y="0"/>
                </a:lnTo>
                <a:lnTo>
                  <a:pt x="2955709" y="0"/>
                </a:lnTo>
                <a:lnTo>
                  <a:pt x="2957200" y="0"/>
                </a:lnTo>
                <a:lnTo>
                  <a:pt x="2957747" y="0"/>
                </a:lnTo>
                <a:lnTo>
                  <a:pt x="2968152" y="0"/>
                </a:lnTo>
                <a:lnTo>
                  <a:pt x="2969644" y="0"/>
                </a:lnTo>
                <a:lnTo>
                  <a:pt x="2972667" y="0"/>
                </a:lnTo>
                <a:lnTo>
                  <a:pt x="2977114" y="0"/>
                </a:lnTo>
                <a:lnTo>
                  <a:pt x="2984829" y="0"/>
                </a:lnTo>
                <a:lnTo>
                  <a:pt x="2985727" y="0"/>
                </a:lnTo>
                <a:lnTo>
                  <a:pt x="2999370" y="0"/>
                </a:lnTo>
                <a:lnTo>
                  <a:pt x="3021815" y="0"/>
                </a:lnTo>
                <a:lnTo>
                  <a:pt x="3031265" y="0"/>
                </a:lnTo>
                <a:lnTo>
                  <a:pt x="3042230" y="0"/>
                </a:lnTo>
                <a:lnTo>
                  <a:pt x="3044946" y="0"/>
                </a:lnTo>
                <a:lnTo>
                  <a:pt x="3051880" y="0"/>
                </a:lnTo>
                <a:lnTo>
                  <a:pt x="3061330" y="0"/>
                </a:lnTo>
                <a:lnTo>
                  <a:pt x="3067349" y="0"/>
                </a:lnTo>
                <a:lnTo>
                  <a:pt x="3069312" y="0"/>
                </a:lnTo>
                <a:lnTo>
                  <a:pt x="3073355" y="0"/>
                </a:lnTo>
                <a:lnTo>
                  <a:pt x="3073518" y="0"/>
                </a:lnTo>
                <a:lnTo>
                  <a:pt x="3075011" y="0"/>
                </a:lnTo>
                <a:lnTo>
                  <a:pt x="3077801" y="0"/>
                </a:lnTo>
                <a:lnTo>
                  <a:pt x="3095921" y="0"/>
                </a:lnTo>
                <a:lnTo>
                  <a:pt x="3097413" y="0"/>
                </a:lnTo>
                <a:lnTo>
                  <a:pt x="3100436" y="0"/>
                </a:lnTo>
                <a:lnTo>
                  <a:pt x="3103552" y="0"/>
                </a:lnTo>
                <a:lnTo>
                  <a:pt x="3104883" y="0"/>
                </a:lnTo>
                <a:lnTo>
                  <a:pt x="3120023" y="0"/>
                </a:lnTo>
                <a:lnTo>
                  <a:pt x="3120445" y="0"/>
                </a:lnTo>
                <a:lnTo>
                  <a:pt x="3149018" y="0"/>
                </a:lnTo>
                <a:lnTo>
                  <a:pt x="3150088" y="0"/>
                </a:lnTo>
                <a:lnTo>
                  <a:pt x="3150509" y="0"/>
                </a:lnTo>
                <a:lnTo>
                  <a:pt x="3171054" y="0"/>
                </a:lnTo>
                <a:lnTo>
                  <a:pt x="3172715" y="0"/>
                </a:lnTo>
                <a:lnTo>
                  <a:pt x="3199627" y="0"/>
                </a:lnTo>
                <a:lnTo>
                  <a:pt x="3201119" y="0"/>
                </a:lnTo>
                <a:lnTo>
                  <a:pt x="3201287" y="0"/>
                </a:lnTo>
                <a:lnTo>
                  <a:pt x="3201751" y="0"/>
                </a:lnTo>
                <a:lnTo>
                  <a:pt x="3202780" y="0"/>
                </a:lnTo>
                <a:lnTo>
                  <a:pt x="3217515" y="0"/>
                </a:lnTo>
                <a:lnTo>
                  <a:pt x="3224152" y="0"/>
                </a:lnTo>
                <a:lnTo>
                  <a:pt x="3230324" y="0"/>
                </a:lnTo>
                <a:lnTo>
                  <a:pt x="3231321" y="0"/>
                </a:lnTo>
                <a:lnTo>
                  <a:pt x="3231816" y="0"/>
                </a:lnTo>
                <a:lnTo>
                  <a:pt x="3243763" y="0"/>
                </a:lnTo>
                <a:lnTo>
                  <a:pt x="3246088" y="0"/>
                </a:lnTo>
                <a:lnTo>
                  <a:pt x="3247580" y="0"/>
                </a:lnTo>
                <a:lnTo>
                  <a:pt x="3247792" y="0"/>
                </a:lnTo>
                <a:lnTo>
                  <a:pt x="3248214" y="0"/>
                </a:lnTo>
                <a:lnTo>
                  <a:pt x="3252725" y="0"/>
                </a:lnTo>
                <a:lnTo>
                  <a:pt x="3254217" y="0"/>
                </a:lnTo>
                <a:lnTo>
                  <a:pt x="3260235" y="0"/>
                </a:lnTo>
                <a:lnTo>
                  <a:pt x="3276787" y="0"/>
                </a:lnTo>
                <a:lnTo>
                  <a:pt x="3277857" y="0"/>
                </a:lnTo>
                <a:lnTo>
                  <a:pt x="3278278" y="0"/>
                </a:lnTo>
                <a:lnTo>
                  <a:pt x="3290300" y="0"/>
                </a:lnTo>
                <a:lnTo>
                  <a:pt x="3298823" y="0"/>
                </a:lnTo>
                <a:lnTo>
                  <a:pt x="3327396" y="0"/>
                </a:lnTo>
                <a:lnTo>
                  <a:pt x="3328888" y="0"/>
                </a:lnTo>
                <a:lnTo>
                  <a:pt x="3329520" y="0"/>
                </a:lnTo>
                <a:lnTo>
                  <a:pt x="3345284" y="0"/>
                </a:lnTo>
                <a:lnTo>
                  <a:pt x="3349129" y="0"/>
                </a:lnTo>
                <a:lnTo>
                  <a:pt x="3351921" y="0"/>
                </a:lnTo>
                <a:lnTo>
                  <a:pt x="3358093" y="0"/>
                </a:lnTo>
                <a:lnTo>
                  <a:pt x="3359585" y="0"/>
                </a:lnTo>
                <a:lnTo>
                  <a:pt x="3371532" y="0"/>
                </a:lnTo>
                <a:lnTo>
                  <a:pt x="3373857" y="0"/>
                </a:lnTo>
                <a:lnTo>
                  <a:pt x="3375349" y="0"/>
                </a:lnTo>
                <a:lnTo>
                  <a:pt x="3380494" y="0"/>
                </a:lnTo>
                <a:lnTo>
                  <a:pt x="3381986" y="0"/>
                </a:lnTo>
                <a:lnTo>
                  <a:pt x="3388004" y="0"/>
                </a:lnTo>
                <a:lnTo>
                  <a:pt x="3408282" y="0"/>
                </a:lnTo>
                <a:lnTo>
                  <a:pt x="3418069" y="0"/>
                </a:lnTo>
                <a:lnTo>
                  <a:pt x="3424207" y="0"/>
                </a:lnTo>
                <a:lnTo>
                  <a:pt x="3424753" y="0"/>
                </a:lnTo>
                <a:lnTo>
                  <a:pt x="3452733" y="0"/>
                </a:lnTo>
                <a:lnTo>
                  <a:pt x="3454818" y="0"/>
                </a:lnTo>
                <a:lnTo>
                  <a:pt x="3476898" y="0"/>
                </a:lnTo>
                <a:lnTo>
                  <a:pt x="3496441" y="0"/>
                </a:lnTo>
                <a:lnTo>
                  <a:pt x="3509236" y="0"/>
                </a:lnTo>
                <a:lnTo>
                  <a:pt x="3518886" y="0"/>
                </a:lnTo>
                <a:lnTo>
                  <a:pt x="3528336" y="0"/>
                </a:lnTo>
                <a:lnTo>
                  <a:pt x="3536051" y="0"/>
                </a:lnTo>
                <a:lnTo>
                  <a:pt x="3539301" y="0"/>
                </a:lnTo>
                <a:lnTo>
                  <a:pt x="3540361" y="0"/>
                </a:lnTo>
                <a:lnTo>
                  <a:pt x="3544807" y="0"/>
                </a:lnTo>
                <a:lnTo>
                  <a:pt x="3551976" y="0"/>
                </a:lnTo>
                <a:lnTo>
                  <a:pt x="3552522" y="0"/>
                </a:lnTo>
                <a:lnTo>
                  <a:pt x="3564420" y="0"/>
                </a:lnTo>
                <a:lnTo>
                  <a:pt x="3570426" y="0"/>
                </a:lnTo>
                <a:cubicBezTo>
                  <a:pt x="3574872" y="0"/>
                  <a:pt x="3574872" y="0"/>
                  <a:pt x="3574872" y="0"/>
                </a:cubicBezTo>
                <a:lnTo>
                  <a:pt x="3580502" y="0"/>
                </a:lnTo>
                <a:lnTo>
                  <a:pt x="3582587" y="0"/>
                </a:lnTo>
                <a:lnTo>
                  <a:pt x="3624210" y="0"/>
                </a:lnTo>
                <a:lnTo>
                  <a:pt x="3637005" y="0"/>
                </a:lnTo>
                <a:lnTo>
                  <a:pt x="3646655" y="0"/>
                </a:lnTo>
                <a:lnTo>
                  <a:pt x="3656105" y="0"/>
                </a:lnTo>
                <a:lnTo>
                  <a:pt x="3667070" y="0"/>
                </a:lnTo>
                <a:lnTo>
                  <a:pt x="3668130" y="0"/>
                </a:lnTo>
                <a:lnTo>
                  <a:pt x="3669786" y="0"/>
                </a:lnTo>
                <a:lnTo>
                  <a:pt x="3672576" y="0"/>
                </a:lnTo>
                <a:lnTo>
                  <a:pt x="3692189" y="0"/>
                </a:lnTo>
                <a:lnTo>
                  <a:pt x="3698195" y="0"/>
                </a:lnTo>
                <a:lnTo>
                  <a:pt x="3702641" y="0"/>
                </a:lnTo>
                <a:lnTo>
                  <a:pt x="3744863" y="0"/>
                </a:lnTo>
                <a:lnTo>
                  <a:pt x="3745285" y="0"/>
                </a:lnTo>
                <a:lnTo>
                  <a:pt x="3795894" y="0"/>
                </a:lnTo>
                <a:lnTo>
                  <a:pt x="3797555" y="0"/>
                </a:lnTo>
                <a:lnTo>
                  <a:pt x="3826591" y="0"/>
                </a:lnTo>
                <a:lnTo>
                  <a:pt x="3842355" y="0"/>
                </a:lnTo>
                <a:lnTo>
                  <a:pt x="3848992" y="0"/>
                </a:lnTo>
                <a:lnTo>
                  <a:pt x="3872632" y="0"/>
                </a:lnTo>
                <a:lnTo>
                  <a:pt x="3873054" y="0"/>
                </a:lnTo>
                <a:lnTo>
                  <a:pt x="3885075" y="0"/>
                </a:lnTo>
                <a:lnTo>
                  <a:pt x="3923663" y="0"/>
                </a:lnTo>
                <a:lnTo>
                  <a:pt x="3954360" y="0"/>
                </a:lnTo>
                <a:lnTo>
                  <a:pt x="3970124" y="0"/>
                </a:lnTo>
                <a:lnTo>
                  <a:pt x="3976761" y="0"/>
                </a:lnTo>
                <a:lnTo>
                  <a:pt x="4012844" y="0"/>
                </a:lnTo>
                <a:lnTo>
                  <a:pt x="4049593" y="0"/>
                </a:lnTo>
                <a:cubicBezTo>
                  <a:pt x="4169647" y="0"/>
                  <a:pt x="4169647" y="0"/>
                  <a:pt x="4169647" y="0"/>
                </a:cubicBezTo>
                <a:lnTo>
                  <a:pt x="4177362" y="0"/>
                </a:lnTo>
                <a:cubicBezTo>
                  <a:pt x="4297416" y="0"/>
                  <a:pt x="4297416" y="0"/>
                  <a:pt x="4297416" y="0"/>
                </a:cubicBezTo>
                <a:cubicBezTo>
                  <a:pt x="4327758" y="0"/>
                  <a:pt x="4364168" y="21251"/>
                  <a:pt x="4379339" y="47054"/>
                </a:cubicBezTo>
                <a:cubicBezTo>
                  <a:pt x="4591731" y="415146"/>
                  <a:pt x="4591731" y="415146"/>
                  <a:pt x="4591731" y="415146"/>
                </a:cubicBezTo>
                <a:cubicBezTo>
                  <a:pt x="4606902" y="440951"/>
                  <a:pt x="4606902" y="483452"/>
                  <a:pt x="4591731" y="509257"/>
                </a:cubicBezTo>
                <a:cubicBezTo>
                  <a:pt x="4379339" y="877348"/>
                  <a:pt x="4379339" y="877348"/>
                  <a:pt x="4379339" y="877348"/>
                </a:cubicBezTo>
                <a:cubicBezTo>
                  <a:pt x="4364168" y="903151"/>
                  <a:pt x="4327758" y="924402"/>
                  <a:pt x="4297416" y="924402"/>
                </a:cubicBezTo>
                <a:lnTo>
                  <a:pt x="4169647" y="924402"/>
                </a:lnTo>
                <a:lnTo>
                  <a:pt x="3976761" y="924402"/>
                </a:lnTo>
                <a:lnTo>
                  <a:pt x="3872632" y="924402"/>
                </a:lnTo>
                <a:lnTo>
                  <a:pt x="3848992" y="924402"/>
                </a:lnTo>
                <a:lnTo>
                  <a:pt x="3744863" y="924402"/>
                </a:lnTo>
                <a:lnTo>
                  <a:pt x="3702641" y="924402"/>
                </a:lnTo>
                <a:lnTo>
                  <a:pt x="3672576" y="924402"/>
                </a:lnTo>
                <a:lnTo>
                  <a:pt x="3656105" y="924402"/>
                </a:lnTo>
                <a:lnTo>
                  <a:pt x="3574872" y="924402"/>
                </a:lnTo>
                <a:lnTo>
                  <a:pt x="3551976" y="924402"/>
                </a:lnTo>
                <a:lnTo>
                  <a:pt x="3544807" y="924402"/>
                </a:lnTo>
                <a:lnTo>
                  <a:pt x="3528336" y="924402"/>
                </a:lnTo>
                <a:lnTo>
                  <a:pt x="3424207" y="924402"/>
                </a:lnTo>
                <a:lnTo>
                  <a:pt x="3381986" y="924402"/>
                </a:lnTo>
                <a:lnTo>
                  <a:pt x="3380494" y="924402"/>
                </a:lnTo>
                <a:lnTo>
                  <a:pt x="3351921" y="924402"/>
                </a:lnTo>
                <a:lnTo>
                  <a:pt x="3277857" y="924402"/>
                </a:lnTo>
                <a:lnTo>
                  <a:pt x="3254217" y="924402"/>
                </a:lnTo>
                <a:lnTo>
                  <a:pt x="3252725" y="924402"/>
                </a:lnTo>
                <a:lnTo>
                  <a:pt x="3247792" y="924402"/>
                </a:lnTo>
                <a:lnTo>
                  <a:pt x="3231321" y="924402"/>
                </a:lnTo>
                <a:lnTo>
                  <a:pt x="3224152" y="924402"/>
                </a:lnTo>
                <a:lnTo>
                  <a:pt x="3150088" y="924402"/>
                </a:lnTo>
                <a:lnTo>
                  <a:pt x="3120023" y="924402"/>
                </a:lnTo>
                <a:lnTo>
                  <a:pt x="3104883" y="924402"/>
                </a:lnTo>
                <a:lnTo>
                  <a:pt x="3103552" y="924402"/>
                </a:lnTo>
                <a:lnTo>
                  <a:pt x="3077801" y="924402"/>
                </a:lnTo>
                <a:lnTo>
                  <a:pt x="3061330" y="924402"/>
                </a:lnTo>
                <a:lnTo>
                  <a:pt x="3031265" y="924402"/>
                </a:lnTo>
                <a:lnTo>
                  <a:pt x="2977114" y="924402"/>
                </a:lnTo>
                <a:lnTo>
                  <a:pt x="2957200" y="924402"/>
                </a:lnTo>
                <a:lnTo>
                  <a:pt x="2955709" y="924402"/>
                </a:lnTo>
                <a:lnTo>
                  <a:pt x="2950032" y="924402"/>
                </a:lnTo>
                <a:lnTo>
                  <a:pt x="2933561" y="924402"/>
                </a:lnTo>
                <a:lnTo>
                  <a:pt x="2927136" y="924402"/>
                </a:lnTo>
                <a:lnTo>
                  <a:pt x="2903496" y="924402"/>
                </a:lnTo>
                <a:lnTo>
                  <a:pt x="2829431" y="924402"/>
                </a:lnTo>
                <a:lnTo>
                  <a:pt x="2827940" y="924402"/>
                </a:lnTo>
                <a:lnTo>
                  <a:pt x="2799367" y="924402"/>
                </a:lnTo>
                <a:lnTo>
                  <a:pt x="2785719" y="924402"/>
                </a:lnTo>
                <a:lnTo>
                  <a:pt x="2784228" y="924402"/>
                </a:lnTo>
                <a:lnTo>
                  <a:pt x="2757146" y="924402"/>
                </a:lnTo>
                <a:lnTo>
                  <a:pt x="2755654" y="924402"/>
                </a:lnTo>
                <a:lnTo>
                  <a:pt x="2680098" y="924402"/>
                </a:lnTo>
                <a:lnTo>
                  <a:pt x="2657950" y="924402"/>
                </a:lnTo>
                <a:lnTo>
                  <a:pt x="2656459" y="924402"/>
                </a:lnTo>
                <a:lnTo>
                  <a:pt x="2653017" y="924402"/>
                </a:lnTo>
                <a:lnTo>
                  <a:pt x="2636545" y="924402"/>
                </a:lnTo>
                <a:lnTo>
                  <a:pt x="2629377" y="924402"/>
                </a:lnTo>
                <a:lnTo>
                  <a:pt x="2627885" y="924402"/>
                </a:lnTo>
                <a:lnTo>
                  <a:pt x="2606481" y="924402"/>
                </a:lnTo>
                <a:lnTo>
                  <a:pt x="2552329" y="924402"/>
                </a:lnTo>
                <a:lnTo>
                  <a:pt x="2525248" y="924402"/>
                </a:lnTo>
                <a:lnTo>
                  <a:pt x="2510108" y="924402"/>
                </a:lnTo>
                <a:lnTo>
                  <a:pt x="2508776" y="924402"/>
                </a:lnTo>
                <a:lnTo>
                  <a:pt x="2480043" y="924402"/>
                </a:lnTo>
                <a:lnTo>
                  <a:pt x="2478712" y="924402"/>
                </a:lnTo>
                <a:lnTo>
                  <a:pt x="2463572" y="924402"/>
                </a:lnTo>
                <a:lnTo>
                  <a:pt x="2436490" y="924402"/>
                </a:lnTo>
                <a:lnTo>
                  <a:pt x="2382339" y="924402"/>
                </a:lnTo>
                <a:lnTo>
                  <a:pt x="2360934" y="924402"/>
                </a:lnTo>
                <a:lnTo>
                  <a:pt x="2359443" y="924402"/>
                </a:lnTo>
                <a:lnTo>
                  <a:pt x="2352274" y="924402"/>
                </a:lnTo>
                <a:lnTo>
                  <a:pt x="2335803" y="924402"/>
                </a:lnTo>
                <a:lnTo>
                  <a:pt x="2332360" y="924402"/>
                </a:lnTo>
                <a:lnTo>
                  <a:pt x="2332328" y="924402"/>
                </a:lnTo>
                <a:lnTo>
                  <a:pt x="2330869" y="924402"/>
                </a:lnTo>
                <a:lnTo>
                  <a:pt x="2308721" y="924402"/>
                </a:lnTo>
                <a:lnTo>
                  <a:pt x="2233165" y="924402"/>
                </a:lnTo>
                <a:lnTo>
                  <a:pt x="2231674" y="924402"/>
                </a:lnTo>
                <a:lnTo>
                  <a:pt x="2204591" y="924402"/>
                </a:lnTo>
                <a:lnTo>
                  <a:pt x="2204559" y="924402"/>
                </a:lnTo>
                <a:lnTo>
                  <a:pt x="2203100" y="924402"/>
                </a:lnTo>
                <a:lnTo>
                  <a:pt x="2189452" y="924402"/>
                </a:lnTo>
                <a:lnTo>
                  <a:pt x="2160879" y="924402"/>
                </a:lnTo>
                <a:lnTo>
                  <a:pt x="2159388" y="924402"/>
                </a:lnTo>
                <a:lnTo>
                  <a:pt x="2085323" y="924402"/>
                </a:lnTo>
                <a:lnTo>
                  <a:pt x="2077294" y="924402"/>
                </a:lnTo>
                <a:lnTo>
                  <a:pt x="2061683" y="924402"/>
                </a:lnTo>
                <a:lnTo>
                  <a:pt x="2055258" y="924402"/>
                </a:lnTo>
                <a:lnTo>
                  <a:pt x="2038787" y="924402"/>
                </a:lnTo>
                <a:lnTo>
                  <a:pt x="2033110" y="924402"/>
                </a:lnTo>
                <a:lnTo>
                  <a:pt x="2031619" y="924402"/>
                </a:lnTo>
                <a:lnTo>
                  <a:pt x="2011705" y="924402"/>
                </a:lnTo>
                <a:lnTo>
                  <a:pt x="1957554" y="924402"/>
                </a:lnTo>
                <a:lnTo>
                  <a:pt x="1949525" y="924402"/>
                </a:lnTo>
                <a:lnTo>
                  <a:pt x="1927489" y="924402"/>
                </a:lnTo>
                <a:lnTo>
                  <a:pt x="1911018" y="924402"/>
                </a:lnTo>
                <a:lnTo>
                  <a:pt x="1907543" y="924402"/>
                </a:lnTo>
                <a:lnTo>
                  <a:pt x="1885268" y="924402"/>
                </a:lnTo>
                <a:lnTo>
                  <a:pt x="1883936" y="924402"/>
                </a:lnTo>
                <a:lnTo>
                  <a:pt x="1868796" y="924402"/>
                </a:lnTo>
                <a:lnTo>
                  <a:pt x="1838732" y="924402"/>
                </a:lnTo>
                <a:lnTo>
                  <a:pt x="1779774" y="924402"/>
                </a:lnTo>
                <a:lnTo>
                  <a:pt x="1764668" y="924402"/>
                </a:lnTo>
                <a:lnTo>
                  <a:pt x="1757499" y="924402"/>
                </a:lnTo>
                <a:lnTo>
                  <a:pt x="1741027" y="924402"/>
                </a:lnTo>
                <a:lnTo>
                  <a:pt x="1737552" y="924402"/>
                </a:lnTo>
                <a:lnTo>
                  <a:pt x="1736094" y="924402"/>
                </a:lnTo>
                <a:lnTo>
                  <a:pt x="1734603" y="924402"/>
                </a:lnTo>
                <a:lnTo>
                  <a:pt x="1710963" y="924402"/>
                </a:lnTo>
                <a:lnTo>
                  <a:pt x="1707488" y="924402"/>
                </a:lnTo>
                <a:lnTo>
                  <a:pt x="1652509" y="924402"/>
                </a:lnTo>
                <a:lnTo>
                  <a:pt x="1636899" y="924402"/>
                </a:lnTo>
                <a:lnTo>
                  <a:pt x="1609783" y="924402"/>
                </a:lnTo>
                <a:lnTo>
                  <a:pt x="1608325" y="924402"/>
                </a:lnTo>
                <a:lnTo>
                  <a:pt x="1606834" y="924402"/>
                </a:lnTo>
                <a:lnTo>
                  <a:pt x="1579719" y="924402"/>
                </a:lnTo>
                <a:lnTo>
                  <a:pt x="1564612" y="924402"/>
                </a:lnTo>
                <a:lnTo>
                  <a:pt x="1524740" y="924402"/>
                </a:lnTo>
                <a:lnTo>
                  <a:pt x="1482518" y="924402"/>
                </a:lnTo>
                <a:lnTo>
                  <a:pt x="1460483" y="924402"/>
                </a:lnTo>
                <a:lnTo>
                  <a:pt x="1452454" y="924402"/>
                </a:lnTo>
                <a:lnTo>
                  <a:pt x="1444011" y="924402"/>
                </a:lnTo>
                <a:lnTo>
                  <a:pt x="1436843" y="924402"/>
                </a:lnTo>
                <a:lnTo>
                  <a:pt x="1413947" y="924402"/>
                </a:lnTo>
                <a:lnTo>
                  <a:pt x="1354749" y="924402"/>
                </a:lnTo>
                <a:lnTo>
                  <a:pt x="1332714" y="924402"/>
                </a:lnTo>
                <a:lnTo>
                  <a:pt x="1324685" y="924402"/>
                </a:lnTo>
                <a:lnTo>
                  <a:pt x="1316242" y="924402"/>
                </a:lnTo>
                <a:lnTo>
                  <a:pt x="1312767" y="924402"/>
                </a:lnTo>
                <a:lnTo>
                  <a:pt x="1286178" y="924402"/>
                </a:lnTo>
                <a:lnTo>
                  <a:pt x="1282703" y="924402"/>
                </a:lnTo>
                <a:lnTo>
                  <a:pt x="1243956" y="924402"/>
                </a:lnTo>
                <a:lnTo>
                  <a:pt x="1184998" y="924402"/>
                </a:lnTo>
                <a:lnTo>
                  <a:pt x="1154934" y="924402"/>
                </a:lnTo>
                <a:lnTo>
                  <a:pt x="1139828" y="924402"/>
                </a:lnTo>
                <a:lnTo>
                  <a:pt x="1116187" y="924402"/>
                </a:lnTo>
                <a:lnTo>
                  <a:pt x="1112712" y="924402"/>
                </a:lnTo>
                <a:lnTo>
                  <a:pt x="1057734" y="924402"/>
                </a:lnTo>
                <a:lnTo>
                  <a:pt x="1027669" y="924402"/>
                </a:lnTo>
                <a:lnTo>
                  <a:pt x="1012059" y="924402"/>
                </a:lnTo>
                <a:lnTo>
                  <a:pt x="984943" y="924402"/>
                </a:lnTo>
                <a:lnTo>
                  <a:pt x="929965" y="924402"/>
                </a:lnTo>
                <a:lnTo>
                  <a:pt x="899900" y="924402"/>
                </a:lnTo>
                <a:lnTo>
                  <a:pt x="857678" y="924402"/>
                </a:lnTo>
                <a:lnTo>
                  <a:pt x="819171" y="924402"/>
                </a:lnTo>
                <a:lnTo>
                  <a:pt x="729909" y="924402"/>
                </a:lnTo>
                <a:lnTo>
                  <a:pt x="691402" y="924402"/>
                </a:lnTo>
                <a:lnTo>
                  <a:pt x="687927" y="924402"/>
                </a:lnTo>
                <a:lnTo>
                  <a:pt x="560158" y="924402"/>
                </a:lnTo>
                <a:lnTo>
                  <a:pt x="432894" y="924402"/>
                </a:lnTo>
                <a:lnTo>
                  <a:pt x="305125" y="924402"/>
                </a:lnTo>
                <a:cubicBezTo>
                  <a:pt x="275541" y="924402"/>
                  <a:pt x="238373" y="903151"/>
                  <a:pt x="223202" y="877348"/>
                </a:cubicBezTo>
                <a:cubicBezTo>
                  <a:pt x="10809" y="509257"/>
                  <a:pt x="10809" y="509257"/>
                  <a:pt x="10809" y="509257"/>
                </a:cubicBezTo>
                <a:cubicBezTo>
                  <a:pt x="-3603" y="483452"/>
                  <a:pt x="-3603" y="440951"/>
                  <a:pt x="10809" y="415146"/>
                </a:cubicBezTo>
                <a:cubicBezTo>
                  <a:pt x="223202" y="47054"/>
                  <a:pt x="223202" y="47054"/>
                  <a:pt x="223202" y="47054"/>
                </a:cubicBezTo>
                <a:cubicBezTo>
                  <a:pt x="238373" y="21251"/>
                  <a:pt x="275541" y="0"/>
                  <a:pt x="305125" y="0"/>
                </a:cubicBezTo>
                <a:close/>
              </a:path>
            </a:pathLst>
          </a:custGeom>
          <a:solidFill>
            <a:schemeClr val="bg2"/>
          </a:solidFill>
          <a:ln w="19050">
            <a:gradFill flip="none" rotWithShape="1">
              <a:gsLst>
                <a:gs pos="0">
                  <a:schemeClr val="bg1">
                    <a:lumMod val="75000"/>
                  </a:schemeClr>
                </a:gs>
                <a:gs pos="100000">
                  <a:schemeClr val="bg1"/>
                </a:gs>
              </a:gsLst>
              <a:lin ang="2700000" scaled="1"/>
              <a:tileRect/>
            </a:gradFill>
          </a:ln>
          <a:effectLst>
            <a:innerShdw blurRad="63500" dist="50800" dir="13500000">
              <a:prstClr val="black">
                <a:alpha val="50000"/>
              </a:prstClr>
            </a:inn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grpSp>
        <p:nvGrpSpPr>
          <p:cNvPr id="80" name="组合 79"/>
          <p:cNvGrpSpPr/>
          <p:nvPr/>
        </p:nvGrpSpPr>
        <p:grpSpPr>
          <a:xfrm rot="16200000">
            <a:off x="6483974" y="1890256"/>
            <a:ext cx="961991" cy="1085408"/>
            <a:chOff x="8439634" y="3544648"/>
            <a:chExt cx="1611146" cy="1817848"/>
          </a:xfrm>
        </p:grpSpPr>
        <p:sp>
          <p:nvSpPr>
            <p:cNvPr id="81"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1865">
                <a:solidFill>
                  <a:prstClr val="black"/>
                </a:solidFill>
              </a:endParaRPr>
            </a:p>
          </p:txBody>
        </p:sp>
        <p:sp>
          <p:nvSpPr>
            <p:cNvPr id="82"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1865">
                <a:solidFill>
                  <a:prstClr val="black"/>
                </a:solidFill>
              </a:endParaRPr>
            </a:p>
          </p:txBody>
        </p:sp>
      </p:grpSp>
      <p:sp>
        <p:nvSpPr>
          <p:cNvPr id="83" name="任意多边形 82"/>
          <p:cNvSpPr/>
          <p:nvPr/>
        </p:nvSpPr>
        <p:spPr bwMode="auto">
          <a:xfrm>
            <a:off x="1735964" y="2005656"/>
            <a:ext cx="3559792" cy="854609"/>
          </a:xfrm>
          <a:custGeom>
            <a:avLst/>
            <a:gdLst>
              <a:gd name="connsiteX0" fmla="*/ 352810 w 4452260"/>
              <a:gd name="connsiteY0" fmla="*/ 0 h 1068867"/>
              <a:gd name="connsiteX1" fmla="*/ 636768 w 4452260"/>
              <a:gd name="connsiteY1" fmla="*/ 0 h 1068867"/>
              <a:gd name="connsiteX2" fmla="*/ 647700 w 4452260"/>
              <a:gd name="connsiteY2" fmla="*/ 0 h 1068867"/>
              <a:gd name="connsiteX3" fmla="*/ 724065 w 4452260"/>
              <a:gd name="connsiteY3" fmla="*/ 0 h 1068867"/>
              <a:gd name="connsiteX4" fmla="*/ 782584 w 4452260"/>
              <a:gd name="connsiteY4" fmla="*/ 0 h 1068867"/>
              <a:gd name="connsiteX5" fmla="*/ 799455 w 4452260"/>
              <a:gd name="connsiteY5" fmla="*/ 0 h 1068867"/>
              <a:gd name="connsiteX6" fmla="*/ 809825 w 4452260"/>
              <a:gd name="connsiteY6" fmla="*/ 0 h 1068867"/>
              <a:gd name="connsiteX7" fmla="*/ 818078 w 4452260"/>
              <a:gd name="connsiteY7" fmla="*/ 0 h 1068867"/>
              <a:gd name="connsiteX8" fmla="*/ 843980 w 4452260"/>
              <a:gd name="connsiteY8" fmla="*/ 0 h 1068867"/>
              <a:gd name="connsiteX9" fmla="*/ 931658 w 4452260"/>
              <a:gd name="connsiteY9" fmla="*/ 0 h 1068867"/>
              <a:gd name="connsiteX10" fmla="*/ 961580 w 4452260"/>
              <a:gd name="connsiteY10" fmla="*/ 0 h 1068867"/>
              <a:gd name="connsiteX11" fmla="*/ 1000055 w 4452260"/>
              <a:gd name="connsiteY11" fmla="*/ 0 h 1068867"/>
              <a:gd name="connsiteX12" fmla="*/ 1040537 w 4452260"/>
              <a:gd name="connsiteY12" fmla="*/ 0 h 1068867"/>
              <a:gd name="connsiteX13" fmla="*/ 1051453 w 4452260"/>
              <a:gd name="connsiteY13" fmla="*/ 0 h 1068867"/>
              <a:gd name="connsiteX14" fmla="*/ 1083414 w 4452260"/>
              <a:gd name="connsiteY14" fmla="*/ 0 h 1068867"/>
              <a:gd name="connsiteX15" fmla="*/ 1112969 w 4452260"/>
              <a:gd name="connsiteY15" fmla="*/ 0 h 1068867"/>
              <a:gd name="connsiteX16" fmla="*/ 1138871 w 4452260"/>
              <a:gd name="connsiteY16" fmla="*/ 0 h 1068867"/>
              <a:gd name="connsiteX17" fmla="*/ 1170224 w 4452260"/>
              <a:gd name="connsiteY17" fmla="*/ 0 h 1068867"/>
              <a:gd name="connsiteX18" fmla="*/ 1170711 w 4452260"/>
              <a:gd name="connsiteY18" fmla="*/ 0 h 1068867"/>
              <a:gd name="connsiteX19" fmla="*/ 1202662 w 4452260"/>
              <a:gd name="connsiteY19" fmla="*/ 0 h 1068867"/>
              <a:gd name="connsiteX20" fmla="*/ 1240037 w 4452260"/>
              <a:gd name="connsiteY20" fmla="*/ 0 h 1068867"/>
              <a:gd name="connsiteX21" fmla="*/ 1290626 w 4452260"/>
              <a:gd name="connsiteY21" fmla="*/ 0 h 1068867"/>
              <a:gd name="connsiteX22" fmla="*/ 1324496 w 4452260"/>
              <a:gd name="connsiteY22" fmla="*/ 0 h 1068867"/>
              <a:gd name="connsiteX23" fmla="*/ 1332348 w 4452260"/>
              <a:gd name="connsiteY23" fmla="*/ 0 h 1068867"/>
              <a:gd name="connsiteX24" fmla="*/ 1335428 w 4452260"/>
              <a:gd name="connsiteY24" fmla="*/ 0 h 1068867"/>
              <a:gd name="connsiteX25" fmla="*/ 1411793 w 4452260"/>
              <a:gd name="connsiteY25" fmla="*/ 0 h 1068867"/>
              <a:gd name="connsiteX26" fmla="*/ 1454182 w 4452260"/>
              <a:gd name="connsiteY26" fmla="*/ 0 h 1068867"/>
              <a:gd name="connsiteX27" fmla="*/ 1470312 w 4452260"/>
              <a:gd name="connsiteY27" fmla="*/ 0 h 1068867"/>
              <a:gd name="connsiteX28" fmla="*/ 1487183 w 4452260"/>
              <a:gd name="connsiteY28" fmla="*/ 0 h 1068867"/>
              <a:gd name="connsiteX29" fmla="*/ 1497552 w 4452260"/>
              <a:gd name="connsiteY29" fmla="*/ 0 h 1068867"/>
              <a:gd name="connsiteX30" fmla="*/ 1505806 w 4452260"/>
              <a:gd name="connsiteY30" fmla="*/ 0 h 1068867"/>
              <a:gd name="connsiteX31" fmla="*/ 1528471 w 4452260"/>
              <a:gd name="connsiteY31" fmla="*/ 0 h 1068867"/>
              <a:gd name="connsiteX32" fmla="*/ 1531708 w 4452260"/>
              <a:gd name="connsiteY32" fmla="*/ 0 h 1068867"/>
              <a:gd name="connsiteX33" fmla="*/ 1540992 w 4452260"/>
              <a:gd name="connsiteY33" fmla="*/ 0 h 1068867"/>
              <a:gd name="connsiteX34" fmla="*/ 1541479 w 4452260"/>
              <a:gd name="connsiteY34" fmla="*/ 0 h 1068867"/>
              <a:gd name="connsiteX35" fmla="*/ 1599998 w 4452260"/>
              <a:gd name="connsiteY35" fmla="*/ 0 h 1068867"/>
              <a:gd name="connsiteX36" fmla="*/ 1619386 w 4452260"/>
              <a:gd name="connsiteY36" fmla="*/ 0 h 1068867"/>
              <a:gd name="connsiteX37" fmla="*/ 1635492 w 4452260"/>
              <a:gd name="connsiteY37" fmla="*/ 0 h 1068867"/>
              <a:gd name="connsiteX38" fmla="*/ 1649308 w 4452260"/>
              <a:gd name="connsiteY38" fmla="*/ 0 h 1068867"/>
              <a:gd name="connsiteX39" fmla="*/ 1653720 w 4452260"/>
              <a:gd name="connsiteY39" fmla="*/ 0 h 1068867"/>
              <a:gd name="connsiteX40" fmla="*/ 1661394 w 4452260"/>
              <a:gd name="connsiteY40" fmla="*/ 0 h 1068867"/>
              <a:gd name="connsiteX41" fmla="*/ 1687782 w 4452260"/>
              <a:gd name="connsiteY41" fmla="*/ 0 h 1068867"/>
              <a:gd name="connsiteX42" fmla="*/ 1703116 w 4452260"/>
              <a:gd name="connsiteY42" fmla="*/ 0 h 1068867"/>
              <a:gd name="connsiteX43" fmla="*/ 1739181 w 4452260"/>
              <a:gd name="connsiteY43" fmla="*/ 0 h 1068867"/>
              <a:gd name="connsiteX44" fmla="*/ 1771141 w 4452260"/>
              <a:gd name="connsiteY44" fmla="*/ 0 h 1068867"/>
              <a:gd name="connsiteX45" fmla="*/ 1800697 w 4452260"/>
              <a:gd name="connsiteY45" fmla="*/ 0 h 1068867"/>
              <a:gd name="connsiteX46" fmla="*/ 1811727 w 4452260"/>
              <a:gd name="connsiteY46" fmla="*/ 0 h 1068867"/>
              <a:gd name="connsiteX47" fmla="*/ 1823361 w 4452260"/>
              <a:gd name="connsiteY47" fmla="*/ 0 h 1068867"/>
              <a:gd name="connsiteX48" fmla="*/ 1826599 w 4452260"/>
              <a:gd name="connsiteY48" fmla="*/ 0 h 1068867"/>
              <a:gd name="connsiteX49" fmla="*/ 1857951 w 4452260"/>
              <a:gd name="connsiteY49" fmla="*/ 0 h 1068867"/>
              <a:gd name="connsiteX50" fmla="*/ 1858439 w 4452260"/>
              <a:gd name="connsiteY50" fmla="*/ 0 h 1068867"/>
              <a:gd name="connsiteX51" fmla="*/ 1859676 w 4452260"/>
              <a:gd name="connsiteY51" fmla="*/ 0 h 1068867"/>
              <a:gd name="connsiteX52" fmla="*/ 1893346 w 4452260"/>
              <a:gd name="connsiteY52" fmla="*/ 0 h 1068867"/>
              <a:gd name="connsiteX53" fmla="*/ 1927765 w 4452260"/>
              <a:gd name="connsiteY53" fmla="*/ 0 h 1068867"/>
              <a:gd name="connsiteX54" fmla="*/ 1963365 w 4452260"/>
              <a:gd name="connsiteY54" fmla="*/ 0 h 1068867"/>
              <a:gd name="connsiteX55" fmla="*/ 1978354 w 4452260"/>
              <a:gd name="connsiteY55" fmla="*/ 0 h 1068867"/>
              <a:gd name="connsiteX56" fmla="*/ 1991032 w 4452260"/>
              <a:gd name="connsiteY56" fmla="*/ 0 h 1068867"/>
              <a:gd name="connsiteX57" fmla="*/ 2020076 w 4452260"/>
              <a:gd name="connsiteY57" fmla="*/ 0 h 1068867"/>
              <a:gd name="connsiteX58" fmla="*/ 2021800 w 4452260"/>
              <a:gd name="connsiteY58" fmla="*/ 0 h 1068867"/>
              <a:gd name="connsiteX59" fmla="*/ 2027021 w 4452260"/>
              <a:gd name="connsiteY59" fmla="*/ 0 h 1068867"/>
              <a:gd name="connsiteX60" fmla="*/ 2032162 w 4452260"/>
              <a:gd name="connsiteY60" fmla="*/ 0 h 1068867"/>
              <a:gd name="connsiteX61" fmla="*/ 2141909 w 4452260"/>
              <a:gd name="connsiteY61" fmla="*/ 0 h 1068867"/>
              <a:gd name="connsiteX62" fmla="*/ 2143633 w 4452260"/>
              <a:gd name="connsiteY62" fmla="*/ 0 h 1068867"/>
              <a:gd name="connsiteX63" fmla="*/ 2178359 w 4452260"/>
              <a:gd name="connsiteY63" fmla="*/ 0 h 1068867"/>
              <a:gd name="connsiteX64" fmla="*/ 2228719 w 4452260"/>
              <a:gd name="connsiteY64" fmla="*/ 0 h 1068867"/>
              <a:gd name="connsiteX65" fmla="*/ 2229207 w 4452260"/>
              <a:gd name="connsiteY65" fmla="*/ 0 h 1068867"/>
              <a:gd name="connsiteX66" fmla="*/ 2230931 w 4452260"/>
              <a:gd name="connsiteY66" fmla="*/ 0 h 1068867"/>
              <a:gd name="connsiteX67" fmla="*/ 2287725 w 4452260"/>
              <a:gd name="connsiteY67" fmla="*/ 0 h 1068867"/>
              <a:gd name="connsiteX68" fmla="*/ 2289450 w 4452260"/>
              <a:gd name="connsiteY68" fmla="*/ 0 h 1068867"/>
              <a:gd name="connsiteX69" fmla="*/ 2323220 w 4452260"/>
              <a:gd name="connsiteY69" fmla="*/ 0 h 1068867"/>
              <a:gd name="connsiteX70" fmla="*/ 2324944 w 4452260"/>
              <a:gd name="connsiteY70" fmla="*/ 0 h 1068867"/>
              <a:gd name="connsiteX71" fmla="*/ 2340483 w 4452260"/>
              <a:gd name="connsiteY71" fmla="*/ 0 h 1068867"/>
              <a:gd name="connsiteX72" fmla="*/ 2341447 w 4452260"/>
              <a:gd name="connsiteY72" fmla="*/ 0 h 1068867"/>
              <a:gd name="connsiteX73" fmla="*/ 2343172 w 4452260"/>
              <a:gd name="connsiteY73" fmla="*/ 0 h 1068867"/>
              <a:gd name="connsiteX74" fmla="*/ 2349122 w 4452260"/>
              <a:gd name="connsiteY74" fmla="*/ 0 h 1068867"/>
              <a:gd name="connsiteX75" fmla="*/ 2350846 w 4452260"/>
              <a:gd name="connsiteY75" fmla="*/ 0 h 1068867"/>
              <a:gd name="connsiteX76" fmla="*/ 2390844 w 4452260"/>
              <a:gd name="connsiteY76" fmla="*/ 0 h 1068867"/>
              <a:gd name="connsiteX77" fmla="*/ 2462317 w 4452260"/>
              <a:gd name="connsiteY77" fmla="*/ 0 h 1068867"/>
              <a:gd name="connsiteX78" fmla="*/ 2499455 w 4452260"/>
              <a:gd name="connsiteY78" fmla="*/ 0 h 1068867"/>
              <a:gd name="connsiteX79" fmla="*/ 2530713 w 4452260"/>
              <a:gd name="connsiteY79" fmla="*/ 0 h 1068867"/>
              <a:gd name="connsiteX80" fmla="*/ 2547403 w 4452260"/>
              <a:gd name="connsiteY80" fmla="*/ 0 h 1068867"/>
              <a:gd name="connsiteX81" fmla="*/ 2549127 w 4452260"/>
              <a:gd name="connsiteY81" fmla="*/ 0 h 1068867"/>
              <a:gd name="connsiteX82" fmla="*/ 2581074 w 4452260"/>
              <a:gd name="connsiteY82" fmla="*/ 0 h 1068867"/>
              <a:gd name="connsiteX83" fmla="*/ 2582112 w 4452260"/>
              <a:gd name="connsiteY83" fmla="*/ 0 h 1068867"/>
              <a:gd name="connsiteX84" fmla="*/ 2669530 w 4452260"/>
              <a:gd name="connsiteY84" fmla="*/ 0 h 1068867"/>
              <a:gd name="connsiteX85" fmla="*/ 2678759 w 4452260"/>
              <a:gd name="connsiteY85" fmla="*/ 0 h 1068867"/>
              <a:gd name="connsiteX86" fmla="*/ 2709527 w 4452260"/>
              <a:gd name="connsiteY86" fmla="*/ 0 h 1068867"/>
              <a:gd name="connsiteX87" fmla="*/ 2711252 w 4452260"/>
              <a:gd name="connsiteY87" fmla="*/ 0 h 1068867"/>
              <a:gd name="connsiteX88" fmla="*/ 2714748 w 4452260"/>
              <a:gd name="connsiteY88" fmla="*/ 0 h 1068867"/>
              <a:gd name="connsiteX89" fmla="*/ 2719890 w 4452260"/>
              <a:gd name="connsiteY89" fmla="*/ 0 h 1068867"/>
              <a:gd name="connsiteX90" fmla="*/ 2831360 w 4452260"/>
              <a:gd name="connsiteY90" fmla="*/ 0 h 1068867"/>
              <a:gd name="connsiteX91" fmla="*/ 2833086 w 4452260"/>
              <a:gd name="connsiteY91" fmla="*/ 0 h 1068867"/>
              <a:gd name="connsiteX92" fmla="*/ 2866087 w 4452260"/>
              <a:gd name="connsiteY92" fmla="*/ 0 h 1068867"/>
              <a:gd name="connsiteX93" fmla="*/ 2918659 w 4452260"/>
              <a:gd name="connsiteY93" fmla="*/ 0 h 1068867"/>
              <a:gd name="connsiteX94" fmla="*/ 2919896 w 4452260"/>
              <a:gd name="connsiteY94" fmla="*/ 0 h 1068867"/>
              <a:gd name="connsiteX95" fmla="*/ 2920383 w 4452260"/>
              <a:gd name="connsiteY95" fmla="*/ 0 h 1068867"/>
              <a:gd name="connsiteX96" fmla="*/ 2977177 w 4452260"/>
              <a:gd name="connsiteY96" fmla="*/ 0 h 1068867"/>
              <a:gd name="connsiteX97" fmla="*/ 2978902 w 4452260"/>
              <a:gd name="connsiteY97" fmla="*/ 0 h 1068867"/>
              <a:gd name="connsiteX98" fmla="*/ 3012671 w 4452260"/>
              <a:gd name="connsiteY98" fmla="*/ 0 h 1068867"/>
              <a:gd name="connsiteX99" fmla="*/ 3014397 w 4452260"/>
              <a:gd name="connsiteY99" fmla="*/ 0 h 1068867"/>
              <a:gd name="connsiteX100" fmla="*/ 3028211 w 4452260"/>
              <a:gd name="connsiteY100" fmla="*/ 0 h 1068867"/>
              <a:gd name="connsiteX101" fmla="*/ 3030899 w 4452260"/>
              <a:gd name="connsiteY101" fmla="*/ 0 h 1068867"/>
              <a:gd name="connsiteX102" fmla="*/ 3032624 w 4452260"/>
              <a:gd name="connsiteY102" fmla="*/ 0 h 1068867"/>
              <a:gd name="connsiteX103" fmla="*/ 3038573 w 4452260"/>
              <a:gd name="connsiteY103" fmla="*/ 0 h 1068867"/>
              <a:gd name="connsiteX104" fmla="*/ 3040298 w 4452260"/>
              <a:gd name="connsiteY104" fmla="*/ 0 h 1068867"/>
              <a:gd name="connsiteX105" fmla="*/ 3082021 w 4452260"/>
              <a:gd name="connsiteY105" fmla="*/ 0 h 1068867"/>
              <a:gd name="connsiteX106" fmla="*/ 3150044 w 4452260"/>
              <a:gd name="connsiteY106" fmla="*/ 0 h 1068867"/>
              <a:gd name="connsiteX107" fmla="*/ 3218441 w 4452260"/>
              <a:gd name="connsiteY107" fmla="*/ 0 h 1068867"/>
              <a:gd name="connsiteX108" fmla="*/ 3236855 w 4452260"/>
              <a:gd name="connsiteY108" fmla="*/ 0 h 1068867"/>
              <a:gd name="connsiteX109" fmla="*/ 3269839 w 4452260"/>
              <a:gd name="connsiteY109" fmla="*/ 0 h 1068867"/>
              <a:gd name="connsiteX110" fmla="*/ 3272250 w 4452260"/>
              <a:gd name="connsiteY110" fmla="*/ 0 h 1068867"/>
              <a:gd name="connsiteX111" fmla="*/ 3320378 w 4452260"/>
              <a:gd name="connsiteY111" fmla="*/ 0 h 1068867"/>
              <a:gd name="connsiteX112" fmla="*/ 3346330 w 4452260"/>
              <a:gd name="connsiteY112" fmla="*/ 0 h 1068867"/>
              <a:gd name="connsiteX113" fmla="*/ 3357257 w 4452260"/>
              <a:gd name="connsiteY113" fmla="*/ 0 h 1068867"/>
              <a:gd name="connsiteX114" fmla="*/ 3369936 w 4452260"/>
              <a:gd name="connsiteY114" fmla="*/ 0 h 1068867"/>
              <a:gd name="connsiteX115" fmla="*/ 3398980 w 4452260"/>
              <a:gd name="connsiteY115" fmla="*/ 0 h 1068867"/>
              <a:gd name="connsiteX116" fmla="*/ 3405925 w 4452260"/>
              <a:gd name="connsiteY116" fmla="*/ 0 h 1068867"/>
              <a:gd name="connsiteX117" fmla="*/ 3411066 w 4452260"/>
              <a:gd name="connsiteY117" fmla="*/ 0 h 1068867"/>
              <a:gd name="connsiteX118" fmla="*/ 3520813 w 4452260"/>
              <a:gd name="connsiteY118" fmla="*/ 0 h 1068867"/>
              <a:gd name="connsiteX119" fmla="*/ 3607623 w 4452260"/>
              <a:gd name="connsiteY119" fmla="*/ 0 h 1068867"/>
              <a:gd name="connsiteX120" fmla="*/ 3608111 w 4452260"/>
              <a:gd name="connsiteY120" fmla="*/ 0 h 1068867"/>
              <a:gd name="connsiteX121" fmla="*/ 3666629 w 4452260"/>
              <a:gd name="connsiteY121" fmla="*/ 0 h 1068867"/>
              <a:gd name="connsiteX122" fmla="*/ 3702124 w 4452260"/>
              <a:gd name="connsiteY122" fmla="*/ 0 h 1068867"/>
              <a:gd name="connsiteX123" fmla="*/ 3720351 w 4452260"/>
              <a:gd name="connsiteY123" fmla="*/ 0 h 1068867"/>
              <a:gd name="connsiteX124" fmla="*/ 3728025 w 4452260"/>
              <a:gd name="connsiteY124" fmla="*/ 0 h 1068867"/>
              <a:gd name="connsiteX125" fmla="*/ 3769748 w 4452260"/>
              <a:gd name="connsiteY125" fmla="*/ 0 h 1068867"/>
              <a:gd name="connsiteX126" fmla="*/ 4098793 w 4452260"/>
              <a:gd name="connsiteY126" fmla="*/ 0 h 1068867"/>
              <a:gd name="connsiteX127" fmla="*/ 4193519 w 4452260"/>
              <a:gd name="connsiteY127" fmla="*/ 54408 h 1068867"/>
              <a:gd name="connsiteX128" fmla="*/ 4439104 w 4452260"/>
              <a:gd name="connsiteY128" fmla="*/ 480025 h 1068867"/>
              <a:gd name="connsiteX129" fmla="*/ 4439104 w 4452260"/>
              <a:gd name="connsiteY129" fmla="*/ 588843 h 1068867"/>
              <a:gd name="connsiteX130" fmla="*/ 4193519 w 4452260"/>
              <a:gd name="connsiteY130" fmla="*/ 1014459 h 1068867"/>
              <a:gd name="connsiteX131" fmla="*/ 4098793 w 4452260"/>
              <a:gd name="connsiteY131" fmla="*/ 1068867 h 1068867"/>
              <a:gd name="connsiteX132" fmla="*/ 3728025 w 4452260"/>
              <a:gd name="connsiteY132" fmla="*/ 1068867 h 1068867"/>
              <a:gd name="connsiteX133" fmla="*/ 3607623 w 4452260"/>
              <a:gd name="connsiteY133" fmla="*/ 1068867 h 1068867"/>
              <a:gd name="connsiteX134" fmla="*/ 3411066 w 4452260"/>
              <a:gd name="connsiteY134" fmla="*/ 1068867 h 1068867"/>
              <a:gd name="connsiteX135" fmla="*/ 3357257 w 4452260"/>
              <a:gd name="connsiteY135" fmla="*/ 1068867 h 1068867"/>
              <a:gd name="connsiteX136" fmla="*/ 3236855 w 4452260"/>
              <a:gd name="connsiteY136" fmla="*/ 1068867 h 1068867"/>
              <a:gd name="connsiteX137" fmla="*/ 3040298 w 4452260"/>
              <a:gd name="connsiteY137" fmla="*/ 1068867 h 1068867"/>
              <a:gd name="connsiteX138" fmla="*/ 3038573 w 4452260"/>
              <a:gd name="connsiteY138" fmla="*/ 1068867 h 1068867"/>
              <a:gd name="connsiteX139" fmla="*/ 2919896 w 4452260"/>
              <a:gd name="connsiteY139" fmla="*/ 1068867 h 1068867"/>
              <a:gd name="connsiteX140" fmla="*/ 2866087 w 4452260"/>
              <a:gd name="connsiteY140" fmla="*/ 1068867 h 1068867"/>
              <a:gd name="connsiteX141" fmla="*/ 2719890 w 4452260"/>
              <a:gd name="connsiteY141" fmla="*/ 1068867 h 1068867"/>
              <a:gd name="connsiteX142" fmla="*/ 2669530 w 4452260"/>
              <a:gd name="connsiteY142" fmla="*/ 1068867 h 1068867"/>
              <a:gd name="connsiteX143" fmla="*/ 2549127 w 4452260"/>
              <a:gd name="connsiteY143" fmla="*/ 1068867 h 1068867"/>
              <a:gd name="connsiteX144" fmla="*/ 2547403 w 4452260"/>
              <a:gd name="connsiteY144" fmla="*/ 1068867 h 1068867"/>
              <a:gd name="connsiteX145" fmla="*/ 2350846 w 4452260"/>
              <a:gd name="connsiteY145" fmla="*/ 1068867 h 1068867"/>
              <a:gd name="connsiteX146" fmla="*/ 2349122 w 4452260"/>
              <a:gd name="connsiteY146" fmla="*/ 1068867 h 1068867"/>
              <a:gd name="connsiteX147" fmla="*/ 2228719 w 4452260"/>
              <a:gd name="connsiteY147" fmla="*/ 1068867 h 1068867"/>
              <a:gd name="connsiteX148" fmla="*/ 2178359 w 4452260"/>
              <a:gd name="connsiteY148" fmla="*/ 1068867 h 1068867"/>
              <a:gd name="connsiteX149" fmla="*/ 2032162 w 4452260"/>
              <a:gd name="connsiteY149" fmla="*/ 1068867 h 1068867"/>
              <a:gd name="connsiteX150" fmla="*/ 1978354 w 4452260"/>
              <a:gd name="connsiteY150" fmla="*/ 1068867 h 1068867"/>
              <a:gd name="connsiteX151" fmla="*/ 1859676 w 4452260"/>
              <a:gd name="connsiteY151" fmla="*/ 1068867 h 1068867"/>
              <a:gd name="connsiteX152" fmla="*/ 1857951 w 4452260"/>
              <a:gd name="connsiteY152" fmla="*/ 1068867 h 1068867"/>
              <a:gd name="connsiteX153" fmla="*/ 1826599 w 4452260"/>
              <a:gd name="connsiteY153" fmla="*/ 1068867 h 1068867"/>
              <a:gd name="connsiteX154" fmla="*/ 1661394 w 4452260"/>
              <a:gd name="connsiteY154" fmla="*/ 1068867 h 1068867"/>
              <a:gd name="connsiteX155" fmla="*/ 1540992 w 4452260"/>
              <a:gd name="connsiteY155" fmla="*/ 1068867 h 1068867"/>
              <a:gd name="connsiteX156" fmla="*/ 1531708 w 4452260"/>
              <a:gd name="connsiteY156" fmla="*/ 1068867 h 1068867"/>
              <a:gd name="connsiteX157" fmla="*/ 1487183 w 4452260"/>
              <a:gd name="connsiteY157" fmla="*/ 1068867 h 1068867"/>
              <a:gd name="connsiteX158" fmla="*/ 1335428 w 4452260"/>
              <a:gd name="connsiteY158" fmla="*/ 1068867 h 1068867"/>
              <a:gd name="connsiteX159" fmla="*/ 1290626 w 4452260"/>
              <a:gd name="connsiteY159" fmla="*/ 1068867 h 1068867"/>
              <a:gd name="connsiteX160" fmla="*/ 1170224 w 4452260"/>
              <a:gd name="connsiteY160" fmla="*/ 1068867 h 1068867"/>
              <a:gd name="connsiteX161" fmla="*/ 1138871 w 4452260"/>
              <a:gd name="connsiteY161" fmla="*/ 1068867 h 1068867"/>
              <a:gd name="connsiteX162" fmla="*/ 1040537 w 4452260"/>
              <a:gd name="connsiteY162" fmla="*/ 1068867 h 1068867"/>
              <a:gd name="connsiteX163" fmla="*/ 843980 w 4452260"/>
              <a:gd name="connsiteY163" fmla="*/ 1068867 h 1068867"/>
              <a:gd name="connsiteX164" fmla="*/ 799455 w 4452260"/>
              <a:gd name="connsiteY164" fmla="*/ 1068867 h 1068867"/>
              <a:gd name="connsiteX165" fmla="*/ 647700 w 4452260"/>
              <a:gd name="connsiteY165" fmla="*/ 1068867 h 1068867"/>
              <a:gd name="connsiteX166" fmla="*/ 352810 w 4452260"/>
              <a:gd name="connsiteY166" fmla="*/ 1068867 h 1068867"/>
              <a:gd name="connsiteX167" fmla="*/ 258084 w 4452260"/>
              <a:gd name="connsiteY167" fmla="*/ 1014459 h 1068867"/>
              <a:gd name="connsiteX168" fmla="*/ 12498 w 4452260"/>
              <a:gd name="connsiteY168" fmla="*/ 588843 h 1068867"/>
              <a:gd name="connsiteX169" fmla="*/ 12498 w 4452260"/>
              <a:gd name="connsiteY169" fmla="*/ 480025 h 1068867"/>
              <a:gd name="connsiteX170" fmla="*/ 258084 w 4452260"/>
              <a:gd name="connsiteY170" fmla="*/ 54408 h 1068867"/>
              <a:gd name="connsiteX171" fmla="*/ 352810 w 4452260"/>
              <a:gd name="connsiteY171" fmla="*/ 0 h 106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452260" h="1068867">
                <a:moveTo>
                  <a:pt x="352810" y="0"/>
                </a:moveTo>
                <a:cubicBezTo>
                  <a:pt x="475602" y="0"/>
                  <a:pt x="567696" y="0"/>
                  <a:pt x="636768" y="0"/>
                </a:cubicBezTo>
                <a:lnTo>
                  <a:pt x="647700" y="0"/>
                </a:lnTo>
                <a:lnTo>
                  <a:pt x="724065" y="0"/>
                </a:lnTo>
                <a:cubicBezTo>
                  <a:pt x="748048" y="0"/>
                  <a:pt x="767235" y="0"/>
                  <a:pt x="782584" y="0"/>
                </a:cubicBezTo>
                <a:lnTo>
                  <a:pt x="799455" y="0"/>
                </a:lnTo>
                <a:lnTo>
                  <a:pt x="809825" y="0"/>
                </a:lnTo>
                <a:lnTo>
                  <a:pt x="818078" y="0"/>
                </a:lnTo>
                <a:cubicBezTo>
                  <a:pt x="843980" y="0"/>
                  <a:pt x="843980" y="0"/>
                  <a:pt x="843980" y="0"/>
                </a:cubicBezTo>
                <a:lnTo>
                  <a:pt x="931658" y="0"/>
                </a:lnTo>
                <a:lnTo>
                  <a:pt x="961580" y="0"/>
                </a:lnTo>
                <a:lnTo>
                  <a:pt x="1000055" y="0"/>
                </a:lnTo>
                <a:lnTo>
                  <a:pt x="1040537" y="0"/>
                </a:lnTo>
                <a:lnTo>
                  <a:pt x="1051453" y="0"/>
                </a:lnTo>
                <a:lnTo>
                  <a:pt x="1083414" y="0"/>
                </a:lnTo>
                <a:lnTo>
                  <a:pt x="1112969" y="0"/>
                </a:lnTo>
                <a:cubicBezTo>
                  <a:pt x="1138871" y="0"/>
                  <a:pt x="1138871" y="0"/>
                  <a:pt x="1138871" y="0"/>
                </a:cubicBezTo>
                <a:lnTo>
                  <a:pt x="1170224" y="0"/>
                </a:lnTo>
                <a:lnTo>
                  <a:pt x="1170711" y="0"/>
                </a:lnTo>
                <a:lnTo>
                  <a:pt x="1202662" y="0"/>
                </a:lnTo>
                <a:lnTo>
                  <a:pt x="1240037" y="0"/>
                </a:lnTo>
                <a:cubicBezTo>
                  <a:pt x="1290626" y="0"/>
                  <a:pt x="1290626" y="0"/>
                  <a:pt x="1290626" y="0"/>
                </a:cubicBezTo>
                <a:lnTo>
                  <a:pt x="1324496" y="0"/>
                </a:lnTo>
                <a:lnTo>
                  <a:pt x="1332348" y="0"/>
                </a:lnTo>
                <a:lnTo>
                  <a:pt x="1335428" y="0"/>
                </a:lnTo>
                <a:lnTo>
                  <a:pt x="1411793" y="0"/>
                </a:lnTo>
                <a:lnTo>
                  <a:pt x="1454182" y="0"/>
                </a:lnTo>
                <a:lnTo>
                  <a:pt x="1470312" y="0"/>
                </a:lnTo>
                <a:lnTo>
                  <a:pt x="1487183" y="0"/>
                </a:lnTo>
                <a:lnTo>
                  <a:pt x="1497552" y="0"/>
                </a:lnTo>
                <a:lnTo>
                  <a:pt x="1505806" y="0"/>
                </a:lnTo>
                <a:lnTo>
                  <a:pt x="1528471" y="0"/>
                </a:lnTo>
                <a:lnTo>
                  <a:pt x="1531708" y="0"/>
                </a:lnTo>
                <a:lnTo>
                  <a:pt x="1540992" y="0"/>
                </a:lnTo>
                <a:lnTo>
                  <a:pt x="1541479" y="0"/>
                </a:lnTo>
                <a:lnTo>
                  <a:pt x="1599998" y="0"/>
                </a:lnTo>
                <a:lnTo>
                  <a:pt x="1619386" y="0"/>
                </a:lnTo>
                <a:lnTo>
                  <a:pt x="1635492" y="0"/>
                </a:lnTo>
                <a:lnTo>
                  <a:pt x="1649308" y="0"/>
                </a:lnTo>
                <a:lnTo>
                  <a:pt x="1653720" y="0"/>
                </a:lnTo>
                <a:lnTo>
                  <a:pt x="1661394" y="0"/>
                </a:lnTo>
                <a:lnTo>
                  <a:pt x="1687782" y="0"/>
                </a:lnTo>
                <a:lnTo>
                  <a:pt x="1703116" y="0"/>
                </a:lnTo>
                <a:lnTo>
                  <a:pt x="1739181" y="0"/>
                </a:lnTo>
                <a:lnTo>
                  <a:pt x="1771141" y="0"/>
                </a:lnTo>
                <a:lnTo>
                  <a:pt x="1800697" y="0"/>
                </a:lnTo>
                <a:lnTo>
                  <a:pt x="1811727" y="0"/>
                </a:lnTo>
                <a:lnTo>
                  <a:pt x="1823361" y="0"/>
                </a:lnTo>
                <a:lnTo>
                  <a:pt x="1826599" y="0"/>
                </a:lnTo>
                <a:lnTo>
                  <a:pt x="1857951" y="0"/>
                </a:lnTo>
                <a:lnTo>
                  <a:pt x="1858439" y="0"/>
                </a:lnTo>
                <a:lnTo>
                  <a:pt x="1859676" y="0"/>
                </a:lnTo>
                <a:lnTo>
                  <a:pt x="1893346" y="0"/>
                </a:lnTo>
                <a:lnTo>
                  <a:pt x="1927765" y="0"/>
                </a:lnTo>
                <a:lnTo>
                  <a:pt x="1963365" y="0"/>
                </a:lnTo>
                <a:lnTo>
                  <a:pt x="1978354" y="0"/>
                </a:lnTo>
                <a:lnTo>
                  <a:pt x="1991032" y="0"/>
                </a:lnTo>
                <a:lnTo>
                  <a:pt x="2020076" y="0"/>
                </a:lnTo>
                <a:lnTo>
                  <a:pt x="2021800" y="0"/>
                </a:lnTo>
                <a:lnTo>
                  <a:pt x="2027021" y="0"/>
                </a:lnTo>
                <a:cubicBezTo>
                  <a:pt x="2032162" y="0"/>
                  <a:pt x="2032162" y="0"/>
                  <a:pt x="2032162" y="0"/>
                </a:cubicBezTo>
                <a:lnTo>
                  <a:pt x="2141909" y="0"/>
                </a:lnTo>
                <a:lnTo>
                  <a:pt x="2143633" y="0"/>
                </a:lnTo>
                <a:lnTo>
                  <a:pt x="2178359" y="0"/>
                </a:lnTo>
                <a:lnTo>
                  <a:pt x="2228719" y="0"/>
                </a:lnTo>
                <a:lnTo>
                  <a:pt x="2229207" y="0"/>
                </a:lnTo>
                <a:lnTo>
                  <a:pt x="2230931" y="0"/>
                </a:lnTo>
                <a:lnTo>
                  <a:pt x="2287725" y="0"/>
                </a:lnTo>
                <a:lnTo>
                  <a:pt x="2289450" y="0"/>
                </a:lnTo>
                <a:lnTo>
                  <a:pt x="2323220" y="0"/>
                </a:lnTo>
                <a:lnTo>
                  <a:pt x="2324944" y="0"/>
                </a:lnTo>
                <a:lnTo>
                  <a:pt x="2340483" y="0"/>
                </a:lnTo>
                <a:lnTo>
                  <a:pt x="2341447" y="0"/>
                </a:lnTo>
                <a:lnTo>
                  <a:pt x="2343172" y="0"/>
                </a:lnTo>
                <a:lnTo>
                  <a:pt x="2349122" y="0"/>
                </a:lnTo>
                <a:lnTo>
                  <a:pt x="2350846" y="0"/>
                </a:lnTo>
                <a:lnTo>
                  <a:pt x="2390844" y="0"/>
                </a:lnTo>
                <a:lnTo>
                  <a:pt x="2462317" y="0"/>
                </a:lnTo>
                <a:lnTo>
                  <a:pt x="2499455" y="0"/>
                </a:lnTo>
                <a:lnTo>
                  <a:pt x="2530713" y="0"/>
                </a:lnTo>
                <a:lnTo>
                  <a:pt x="2547403" y="0"/>
                </a:lnTo>
                <a:lnTo>
                  <a:pt x="2549127" y="0"/>
                </a:lnTo>
                <a:lnTo>
                  <a:pt x="2581074" y="0"/>
                </a:lnTo>
                <a:lnTo>
                  <a:pt x="2582112" y="0"/>
                </a:lnTo>
                <a:cubicBezTo>
                  <a:pt x="2669530" y="0"/>
                  <a:pt x="2669530" y="0"/>
                  <a:pt x="2669530" y="0"/>
                </a:cubicBezTo>
                <a:lnTo>
                  <a:pt x="2678759" y="0"/>
                </a:lnTo>
                <a:lnTo>
                  <a:pt x="2709527" y="0"/>
                </a:lnTo>
                <a:lnTo>
                  <a:pt x="2711252" y="0"/>
                </a:lnTo>
                <a:lnTo>
                  <a:pt x="2714748" y="0"/>
                </a:lnTo>
                <a:lnTo>
                  <a:pt x="2719890" y="0"/>
                </a:lnTo>
                <a:lnTo>
                  <a:pt x="2831360" y="0"/>
                </a:lnTo>
                <a:lnTo>
                  <a:pt x="2833086" y="0"/>
                </a:lnTo>
                <a:lnTo>
                  <a:pt x="2866087" y="0"/>
                </a:lnTo>
                <a:lnTo>
                  <a:pt x="2918659" y="0"/>
                </a:lnTo>
                <a:lnTo>
                  <a:pt x="2919896" y="0"/>
                </a:lnTo>
                <a:lnTo>
                  <a:pt x="2920383" y="0"/>
                </a:lnTo>
                <a:lnTo>
                  <a:pt x="2977177" y="0"/>
                </a:lnTo>
                <a:lnTo>
                  <a:pt x="2978902" y="0"/>
                </a:lnTo>
                <a:lnTo>
                  <a:pt x="3012671" y="0"/>
                </a:lnTo>
                <a:lnTo>
                  <a:pt x="3014397" y="0"/>
                </a:lnTo>
                <a:lnTo>
                  <a:pt x="3028211" y="0"/>
                </a:lnTo>
                <a:lnTo>
                  <a:pt x="3030899" y="0"/>
                </a:lnTo>
                <a:lnTo>
                  <a:pt x="3032624" y="0"/>
                </a:lnTo>
                <a:lnTo>
                  <a:pt x="3038573" y="0"/>
                </a:lnTo>
                <a:lnTo>
                  <a:pt x="3040298" y="0"/>
                </a:lnTo>
                <a:lnTo>
                  <a:pt x="3082021" y="0"/>
                </a:lnTo>
                <a:lnTo>
                  <a:pt x="3150044" y="0"/>
                </a:lnTo>
                <a:lnTo>
                  <a:pt x="3218441" y="0"/>
                </a:lnTo>
                <a:lnTo>
                  <a:pt x="3236855" y="0"/>
                </a:lnTo>
                <a:lnTo>
                  <a:pt x="3269839" y="0"/>
                </a:lnTo>
                <a:lnTo>
                  <a:pt x="3272250" y="0"/>
                </a:lnTo>
                <a:lnTo>
                  <a:pt x="3320378" y="0"/>
                </a:lnTo>
                <a:lnTo>
                  <a:pt x="3346330" y="0"/>
                </a:lnTo>
                <a:lnTo>
                  <a:pt x="3357257" y="0"/>
                </a:lnTo>
                <a:lnTo>
                  <a:pt x="3369936" y="0"/>
                </a:lnTo>
                <a:lnTo>
                  <a:pt x="3398980" y="0"/>
                </a:lnTo>
                <a:lnTo>
                  <a:pt x="3405925" y="0"/>
                </a:lnTo>
                <a:cubicBezTo>
                  <a:pt x="3411066" y="0"/>
                  <a:pt x="3411066" y="0"/>
                  <a:pt x="3411066" y="0"/>
                </a:cubicBezTo>
                <a:lnTo>
                  <a:pt x="3520813" y="0"/>
                </a:lnTo>
                <a:lnTo>
                  <a:pt x="3607623" y="0"/>
                </a:lnTo>
                <a:lnTo>
                  <a:pt x="3608111" y="0"/>
                </a:lnTo>
                <a:lnTo>
                  <a:pt x="3666629" y="0"/>
                </a:lnTo>
                <a:lnTo>
                  <a:pt x="3702124" y="0"/>
                </a:lnTo>
                <a:lnTo>
                  <a:pt x="3720351" y="0"/>
                </a:lnTo>
                <a:lnTo>
                  <a:pt x="3728025" y="0"/>
                </a:lnTo>
                <a:lnTo>
                  <a:pt x="3769748" y="0"/>
                </a:lnTo>
                <a:cubicBezTo>
                  <a:pt x="4098793" y="0"/>
                  <a:pt x="4098793" y="0"/>
                  <a:pt x="4098793" y="0"/>
                </a:cubicBezTo>
                <a:cubicBezTo>
                  <a:pt x="4133877" y="0"/>
                  <a:pt x="4175977" y="24572"/>
                  <a:pt x="4193519" y="54408"/>
                </a:cubicBezTo>
                <a:cubicBezTo>
                  <a:pt x="4439104" y="480025"/>
                  <a:pt x="4439104" y="480025"/>
                  <a:pt x="4439104" y="480025"/>
                </a:cubicBezTo>
                <a:cubicBezTo>
                  <a:pt x="4456646" y="509862"/>
                  <a:pt x="4456646" y="559005"/>
                  <a:pt x="4439104" y="588843"/>
                </a:cubicBezTo>
                <a:cubicBezTo>
                  <a:pt x="4193519" y="1014459"/>
                  <a:pt x="4193519" y="1014459"/>
                  <a:pt x="4193519" y="1014459"/>
                </a:cubicBezTo>
                <a:cubicBezTo>
                  <a:pt x="4175977" y="1044295"/>
                  <a:pt x="4133877" y="1068867"/>
                  <a:pt x="4098793" y="1068867"/>
                </a:cubicBezTo>
                <a:lnTo>
                  <a:pt x="3728025" y="1068867"/>
                </a:lnTo>
                <a:lnTo>
                  <a:pt x="3607623" y="1068867"/>
                </a:lnTo>
                <a:lnTo>
                  <a:pt x="3411066" y="1068867"/>
                </a:lnTo>
                <a:lnTo>
                  <a:pt x="3357257" y="1068867"/>
                </a:lnTo>
                <a:lnTo>
                  <a:pt x="3236855" y="1068867"/>
                </a:lnTo>
                <a:lnTo>
                  <a:pt x="3040298" y="1068867"/>
                </a:lnTo>
                <a:lnTo>
                  <a:pt x="3038573" y="1068867"/>
                </a:lnTo>
                <a:lnTo>
                  <a:pt x="2919896" y="1068867"/>
                </a:lnTo>
                <a:lnTo>
                  <a:pt x="2866087" y="1068867"/>
                </a:lnTo>
                <a:lnTo>
                  <a:pt x="2719890" y="1068867"/>
                </a:lnTo>
                <a:lnTo>
                  <a:pt x="2669530" y="1068867"/>
                </a:lnTo>
                <a:lnTo>
                  <a:pt x="2549127" y="1068867"/>
                </a:lnTo>
                <a:lnTo>
                  <a:pt x="2547403" y="1068867"/>
                </a:lnTo>
                <a:lnTo>
                  <a:pt x="2350846" y="1068867"/>
                </a:lnTo>
                <a:lnTo>
                  <a:pt x="2349122" y="1068867"/>
                </a:lnTo>
                <a:lnTo>
                  <a:pt x="2228719" y="1068867"/>
                </a:lnTo>
                <a:lnTo>
                  <a:pt x="2178359" y="1068867"/>
                </a:lnTo>
                <a:lnTo>
                  <a:pt x="2032162" y="1068867"/>
                </a:lnTo>
                <a:lnTo>
                  <a:pt x="1978354" y="1068867"/>
                </a:lnTo>
                <a:lnTo>
                  <a:pt x="1859676" y="1068867"/>
                </a:lnTo>
                <a:lnTo>
                  <a:pt x="1857951" y="1068867"/>
                </a:lnTo>
                <a:lnTo>
                  <a:pt x="1826599" y="1068867"/>
                </a:lnTo>
                <a:lnTo>
                  <a:pt x="1661394" y="1068867"/>
                </a:lnTo>
                <a:lnTo>
                  <a:pt x="1540992" y="1068867"/>
                </a:lnTo>
                <a:lnTo>
                  <a:pt x="1531708" y="1068867"/>
                </a:lnTo>
                <a:lnTo>
                  <a:pt x="1487183" y="1068867"/>
                </a:lnTo>
                <a:lnTo>
                  <a:pt x="1335428" y="1068867"/>
                </a:lnTo>
                <a:lnTo>
                  <a:pt x="1290626" y="1068867"/>
                </a:lnTo>
                <a:lnTo>
                  <a:pt x="1170224" y="1068867"/>
                </a:lnTo>
                <a:lnTo>
                  <a:pt x="1138871" y="1068867"/>
                </a:lnTo>
                <a:lnTo>
                  <a:pt x="1040537" y="1068867"/>
                </a:lnTo>
                <a:lnTo>
                  <a:pt x="843980" y="1068867"/>
                </a:lnTo>
                <a:lnTo>
                  <a:pt x="799455" y="1068867"/>
                </a:lnTo>
                <a:lnTo>
                  <a:pt x="647700" y="1068867"/>
                </a:lnTo>
                <a:lnTo>
                  <a:pt x="352810" y="1068867"/>
                </a:lnTo>
                <a:cubicBezTo>
                  <a:pt x="318603" y="1068867"/>
                  <a:pt x="275626" y="1044295"/>
                  <a:pt x="258084" y="1014459"/>
                </a:cubicBezTo>
                <a:cubicBezTo>
                  <a:pt x="12498" y="588843"/>
                  <a:pt x="12498" y="588843"/>
                  <a:pt x="12498" y="588843"/>
                </a:cubicBezTo>
                <a:cubicBezTo>
                  <a:pt x="-4166" y="559005"/>
                  <a:pt x="-4166" y="509862"/>
                  <a:pt x="12498" y="480025"/>
                </a:cubicBezTo>
                <a:cubicBezTo>
                  <a:pt x="258084" y="54408"/>
                  <a:pt x="258084" y="54408"/>
                  <a:pt x="258084" y="54408"/>
                </a:cubicBezTo>
                <a:cubicBezTo>
                  <a:pt x="275626" y="24572"/>
                  <a:pt x="318603" y="0"/>
                  <a:pt x="352810" y="0"/>
                </a:cubicBezTo>
                <a:close/>
              </a:path>
            </a:pathLst>
          </a:custGeom>
          <a:gradFill flip="none" rotWithShape="1">
            <a:gsLst>
              <a:gs pos="100000">
                <a:schemeClr val="bg1">
                  <a:lumMod val="95000"/>
                </a:schemeClr>
              </a:gs>
              <a:gs pos="0">
                <a:srgbClr val="D3D3D3"/>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sp>
        <p:nvSpPr>
          <p:cNvPr id="84" name="任意多边形 83"/>
          <p:cNvSpPr/>
          <p:nvPr/>
        </p:nvSpPr>
        <p:spPr bwMode="auto">
          <a:xfrm>
            <a:off x="1855872" y="2101120"/>
            <a:ext cx="3304837" cy="663681"/>
          </a:xfrm>
          <a:custGeom>
            <a:avLst/>
            <a:gdLst>
              <a:gd name="connsiteX0" fmla="*/ 305125 w 4603109"/>
              <a:gd name="connsiteY0" fmla="*/ 0 h 924402"/>
              <a:gd name="connsiteX1" fmla="*/ 432894 w 4603109"/>
              <a:gd name="connsiteY1" fmla="*/ 0 h 924402"/>
              <a:gd name="connsiteX2" fmla="*/ 445336 w 4603109"/>
              <a:gd name="connsiteY2" fmla="*/ 0 h 924402"/>
              <a:gd name="connsiteX3" fmla="*/ 550703 w 4603109"/>
              <a:gd name="connsiteY3" fmla="*/ 0 h 924402"/>
              <a:gd name="connsiteX4" fmla="*/ 560158 w 4603109"/>
              <a:gd name="connsiteY4" fmla="*/ 0 h 924402"/>
              <a:gd name="connsiteX5" fmla="*/ 573105 w 4603109"/>
              <a:gd name="connsiteY5" fmla="*/ 0 h 924402"/>
              <a:gd name="connsiteX6" fmla="*/ 626202 w 4603109"/>
              <a:gd name="connsiteY6" fmla="*/ 0 h 924402"/>
              <a:gd name="connsiteX7" fmla="*/ 676811 w 4603109"/>
              <a:gd name="connsiteY7" fmla="*/ 0 h 924402"/>
              <a:gd name="connsiteX8" fmla="*/ 678472 w 4603109"/>
              <a:gd name="connsiteY8" fmla="*/ 0 h 924402"/>
              <a:gd name="connsiteX9" fmla="*/ 687927 w 4603109"/>
              <a:gd name="connsiteY9" fmla="*/ 0 h 924402"/>
              <a:gd name="connsiteX10" fmla="*/ 691402 w 4603109"/>
              <a:gd name="connsiteY10" fmla="*/ 0 h 924402"/>
              <a:gd name="connsiteX11" fmla="*/ 700371 w 4603109"/>
              <a:gd name="connsiteY11" fmla="*/ 0 h 924402"/>
              <a:gd name="connsiteX12" fmla="*/ 707508 w 4603109"/>
              <a:gd name="connsiteY12" fmla="*/ 0 h 924402"/>
              <a:gd name="connsiteX13" fmla="*/ 729909 w 4603109"/>
              <a:gd name="connsiteY13" fmla="*/ 0 h 924402"/>
              <a:gd name="connsiteX14" fmla="*/ 753971 w 4603109"/>
              <a:gd name="connsiteY14" fmla="*/ 0 h 924402"/>
              <a:gd name="connsiteX15" fmla="*/ 804580 w 4603109"/>
              <a:gd name="connsiteY15" fmla="*/ 0 h 924402"/>
              <a:gd name="connsiteX16" fmla="*/ 805737 w 4603109"/>
              <a:gd name="connsiteY16" fmla="*/ 0 h 924402"/>
              <a:gd name="connsiteX17" fmla="*/ 819171 w 4603109"/>
              <a:gd name="connsiteY17" fmla="*/ 0 h 924402"/>
              <a:gd name="connsiteX18" fmla="*/ 828140 w 4603109"/>
              <a:gd name="connsiteY18" fmla="*/ 0 h 924402"/>
              <a:gd name="connsiteX19" fmla="*/ 831615 w 4603109"/>
              <a:gd name="connsiteY19" fmla="*/ 0 h 924402"/>
              <a:gd name="connsiteX20" fmla="*/ 835277 w 4603109"/>
              <a:gd name="connsiteY20" fmla="*/ 0 h 924402"/>
              <a:gd name="connsiteX21" fmla="*/ 857678 w 4603109"/>
              <a:gd name="connsiteY21" fmla="*/ 0 h 924402"/>
              <a:gd name="connsiteX22" fmla="*/ 864889 w 4603109"/>
              <a:gd name="connsiteY22" fmla="*/ 0 h 924402"/>
              <a:gd name="connsiteX23" fmla="*/ 899900 w 4603109"/>
              <a:gd name="connsiteY23" fmla="*/ 0 h 924402"/>
              <a:gd name="connsiteX24" fmla="*/ 909341 w 4603109"/>
              <a:gd name="connsiteY24" fmla="*/ 0 h 924402"/>
              <a:gd name="connsiteX25" fmla="*/ 929965 w 4603109"/>
              <a:gd name="connsiteY25" fmla="*/ 0 h 924402"/>
              <a:gd name="connsiteX26" fmla="*/ 933506 w 4603109"/>
              <a:gd name="connsiteY26" fmla="*/ 0 h 924402"/>
              <a:gd name="connsiteX27" fmla="*/ 936982 w 4603109"/>
              <a:gd name="connsiteY27" fmla="*/ 0 h 924402"/>
              <a:gd name="connsiteX28" fmla="*/ 959384 w 4603109"/>
              <a:gd name="connsiteY28" fmla="*/ 0 h 924402"/>
              <a:gd name="connsiteX29" fmla="*/ 962542 w 4603109"/>
              <a:gd name="connsiteY29" fmla="*/ 0 h 924402"/>
              <a:gd name="connsiteX30" fmla="*/ 984943 w 4603109"/>
              <a:gd name="connsiteY30" fmla="*/ 0 h 924402"/>
              <a:gd name="connsiteX31" fmla="*/ 992658 w 4603109"/>
              <a:gd name="connsiteY31" fmla="*/ 0 h 924402"/>
              <a:gd name="connsiteX32" fmla="*/ 1012059 w 4603109"/>
              <a:gd name="connsiteY32" fmla="*/ 0 h 924402"/>
              <a:gd name="connsiteX33" fmla="*/ 1012480 w 4603109"/>
              <a:gd name="connsiteY33" fmla="*/ 0 h 924402"/>
              <a:gd name="connsiteX34" fmla="*/ 1027669 w 4603109"/>
              <a:gd name="connsiteY34" fmla="*/ 0 h 924402"/>
              <a:gd name="connsiteX35" fmla="*/ 1037110 w 4603109"/>
              <a:gd name="connsiteY35" fmla="*/ 0 h 924402"/>
              <a:gd name="connsiteX36" fmla="*/ 1040112 w 4603109"/>
              <a:gd name="connsiteY36" fmla="*/ 0 h 924402"/>
              <a:gd name="connsiteX37" fmla="*/ 1057734 w 4603109"/>
              <a:gd name="connsiteY37" fmla="*/ 0 h 924402"/>
              <a:gd name="connsiteX38" fmla="*/ 1064751 w 4603109"/>
              <a:gd name="connsiteY38" fmla="*/ 0 h 924402"/>
              <a:gd name="connsiteX39" fmla="*/ 1070177 w 4603109"/>
              <a:gd name="connsiteY39" fmla="*/ 0 h 924402"/>
              <a:gd name="connsiteX40" fmla="*/ 1072436 w 4603109"/>
              <a:gd name="connsiteY40" fmla="*/ 0 h 924402"/>
              <a:gd name="connsiteX41" fmla="*/ 1090311 w 4603109"/>
              <a:gd name="connsiteY41" fmla="*/ 0 h 924402"/>
              <a:gd name="connsiteX42" fmla="*/ 1110718 w 4603109"/>
              <a:gd name="connsiteY42" fmla="*/ 0 h 924402"/>
              <a:gd name="connsiteX43" fmla="*/ 1112712 w 4603109"/>
              <a:gd name="connsiteY43" fmla="*/ 0 h 924402"/>
              <a:gd name="connsiteX44" fmla="*/ 1116187 w 4603109"/>
              <a:gd name="connsiteY44" fmla="*/ 0 h 924402"/>
              <a:gd name="connsiteX45" fmla="*/ 1139828 w 4603109"/>
              <a:gd name="connsiteY45" fmla="*/ 0 h 924402"/>
              <a:gd name="connsiteX46" fmla="*/ 1140249 w 4603109"/>
              <a:gd name="connsiteY46" fmla="*/ 0 h 924402"/>
              <a:gd name="connsiteX47" fmla="*/ 1145480 w 4603109"/>
              <a:gd name="connsiteY47" fmla="*/ 0 h 924402"/>
              <a:gd name="connsiteX48" fmla="*/ 1152270 w 4603109"/>
              <a:gd name="connsiteY48" fmla="*/ 0 h 924402"/>
              <a:gd name="connsiteX49" fmla="*/ 1154934 w 4603109"/>
              <a:gd name="connsiteY49" fmla="*/ 0 h 924402"/>
              <a:gd name="connsiteX50" fmla="*/ 1167881 w 4603109"/>
              <a:gd name="connsiteY50" fmla="*/ 0 h 924402"/>
              <a:gd name="connsiteX51" fmla="*/ 1175544 w 4603109"/>
              <a:gd name="connsiteY51" fmla="*/ 0 h 924402"/>
              <a:gd name="connsiteX52" fmla="*/ 1184998 w 4603109"/>
              <a:gd name="connsiteY52" fmla="*/ 0 h 924402"/>
              <a:gd name="connsiteX53" fmla="*/ 1197946 w 4603109"/>
              <a:gd name="connsiteY53" fmla="*/ 0 h 924402"/>
              <a:gd name="connsiteX54" fmla="*/ 1200205 w 4603109"/>
              <a:gd name="connsiteY54" fmla="*/ 0 h 924402"/>
              <a:gd name="connsiteX55" fmla="*/ 1220978 w 4603109"/>
              <a:gd name="connsiteY55" fmla="*/ 0 h 924402"/>
              <a:gd name="connsiteX56" fmla="*/ 1238487 w 4603109"/>
              <a:gd name="connsiteY56" fmla="*/ 0 h 924402"/>
              <a:gd name="connsiteX57" fmla="*/ 1243956 w 4603109"/>
              <a:gd name="connsiteY57" fmla="*/ 0 h 924402"/>
              <a:gd name="connsiteX58" fmla="*/ 1251042 w 4603109"/>
              <a:gd name="connsiteY58" fmla="*/ 0 h 924402"/>
              <a:gd name="connsiteX59" fmla="*/ 1257637 w 4603109"/>
              <a:gd name="connsiteY59" fmla="*/ 0 h 924402"/>
              <a:gd name="connsiteX60" fmla="*/ 1271587 w 4603109"/>
              <a:gd name="connsiteY60" fmla="*/ 0 h 924402"/>
              <a:gd name="connsiteX61" fmla="*/ 1273249 w 4603109"/>
              <a:gd name="connsiteY61" fmla="*/ 0 h 924402"/>
              <a:gd name="connsiteX62" fmla="*/ 1280039 w 4603109"/>
              <a:gd name="connsiteY62" fmla="*/ 0 h 924402"/>
              <a:gd name="connsiteX63" fmla="*/ 1282703 w 4603109"/>
              <a:gd name="connsiteY63" fmla="*/ 0 h 924402"/>
              <a:gd name="connsiteX64" fmla="*/ 1286178 w 4603109"/>
              <a:gd name="connsiteY64" fmla="*/ 0 h 924402"/>
              <a:gd name="connsiteX65" fmla="*/ 1295146 w 4603109"/>
              <a:gd name="connsiteY65" fmla="*/ 0 h 924402"/>
              <a:gd name="connsiteX66" fmla="*/ 1301651 w 4603109"/>
              <a:gd name="connsiteY66" fmla="*/ 0 h 924402"/>
              <a:gd name="connsiteX67" fmla="*/ 1302284 w 4603109"/>
              <a:gd name="connsiteY67" fmla="*/ 0 h 924402"/>
              <a:gd name="connsiteX68" fmla="*/ 1303313 w 4603109"/>
              <a:gd name="connsiteY68" fmla="*/ 0 h 924402"/>
              <a:gd name="connsiteX69" fmla="*/ 1312767 w 4603109"/>
              <a:gd name="connsiteY69" fmla="*/ 0 h 924402"/>
              <a:gd name="connsiteX70" fmla="*/ 1316242 w 4603109"/>
              <a:gd name="connsiteY70" fmla="*/ 0 h 924402"/>
              <a:gd name="connsiteX71" fmla="*/ 1321886 w 4603109"/>
              <a:gd name="connsiteY71" fmla="*/ 0 h 924402"/>
              <a:gd name="connsiteX72" fmla="*/ 1324685 w 4603109"/>
              <a:gd name="connsiteY72" fmla="*/ 0 h 924402"/>
              <a:gd name="connsiteX73" fmla="*/ 1325211 w 4603109"/>
              <a:gd name="connsiteY73" fmla="*/ 0 h 924402"/>
              <a:gd name="connsiteX74" fmla="*/ 1332348 w 4603109"/>
              <a:gd name="connsiteY74" fmla="*/ 0 h 924402"/>
              <a:gd name="connsiteX75" fmla="*/ 1332714 w 4603109"/>
              <a:gd name="connsiteY75" fmla="*/ 0 h 924402"/>
              <a:gd name="connsiteX76" fmla="*/ 1333135 w 4603109"/>
              <a:gd name="connsiteY76" fmla="*/ 0 h 924402"/>
              <a:gd name="connsiteX77" fmla="*/ 1348747 w 4603109"/>
              <a:gd name="connsiteY77" fmla="*/ 0 h 924402"/>
              <a:gd name="connsiteX78" fmla="*/ 1354749 w 4603109"/>
              <a:gd name="connsiteY78" fmla="*/ 0 h 924402"/>
              <a:gd name="connsiteX79" fmla="*/ 1378811 w 4603109"/>
              <a:gd name="connsiteY79" fmla="*/ 0 h 924402"/>
              <a:gd name="connsiteX80" fmla="*/ 1383745 w 4603109"/>
              <a:gd name="connsiteY80" fmla="*/ 0 h 924402"/>
              <a:gd name="connsiteX81" fmla="*/ 1385406 w 4603109"/>
              <a:gd name="connsiteY81" fmla="*/ 0 h 924402"/>
              <a:gd name="connsiteX82" fmla="*/ 1399356 w 4603109"/>
              <a:gd name="connsiteY82" fmla="*/ 0 h 924402"/>
              <a:gd name="connsiteX83" fmla="*/ 1400513 w 4603109"/>
              <a:gd name="connsiteY83" fmla="*/ 0 h 924402"/>
              <a:gd name="connsiteX84" fmla="*/ 1413947 w 4603109"/>
              <a:gd name="connsiteY84" fmla="*/ 0 h 924402"/>
              <a:gd name="connsiteX85" fmla="*/ 1414442 w 4603109"/>
              <a:gd name="connsiteY85" fmla="*/ 0 h 924402"/>
              <a:gd name="connsiteX86" fmla="*/ 1422915 w 4603109"/>
              <a:gd name="connsiteY86" fmla="*/ 0 h 924402"/>
              <a:gd name="connsiteX87" fmla="*/ 1426390 w 4603109"/>
              <a:gd name="connsiteY87" fmla="*/ 0 h 924402"/>
              <a:gd name="connsiteX88" fmla="*/ 1429420 w 4603109"/>
              <a:gd name="connsiteY88" fmla="*/ 0 h 924402"/>
              <a:gd name="connsiteX89" fmla="*/ 1430053 w 4603109"/>
              <a:gd name="connsiteY89" fmla="*/ 0 h 924402"/>
              <a:gd name="connsiteX90" fmla="*/ 1430206 w 4603109"/>
              <a:gd name="connsiteY90" fmla="*/ 0 h 924402"/>
              <a:gd name="connsiteX91" fmla="*/ 1430577 w 4603109"/>
              <a:gd name="connsiteY91" fmla="*/ 0 h 924402"/>
              <a:gd name="connsiteX92" fmla="*/ 1436843 w 4603109"/>
              <a:gd name="connsiteY92" fmla="*/ 0 h 924402"/>
              <a:gd name="connsiteX93" fmla="*/ 1444011 w 4603109"/>
              <a:gd name="connsiteY93" fmla="*/ 0 h 924402"/>
              <a:gd name="connsiteX94" fmla="*/ 1449655 w 4603109"/>
              <a:gd name="connsiteY94" fmla="*/ 0 h 924402"/>
              <a:gd name="connsiteX95" fmla="*/ 1452454 w 4603109"/>
              <a:gd name="connsiteY95" fmla="*/ 0 h 924402"/>
              <a:gd name="connsiteX96" fmla="*/ 1452980 w 4603109"/>
              <a:gd name="connsiteY96" fmla="*/ 0 h 924402"/>
              <a:gd name="connsiteX97" fmla="*/ 1456455 w 4603109"/>
              <a:gd name="connsiteY97" fmla="*/ 0 h 924402"/>
              <a:gd name="connsiteX98" fmla="*/ 1459664 w 4603109"/>
              <a:gd name="connsiteY98" fmla="*/ 0 h 924402"/>
              <a:gd name="connsiteX99" fmla="*/ 1460117 w 4603109"/>
              <a:gd name="connsiteY99" fmla="*/ 0 h 924402"/>
              <a:gd name="connsiteX100" fmla="*/ 1460483 w 4603109"/>
              <a:gd name="connsiteY100" fmla="*/ 0 h 924402"/>
              <a:gd name="connsiteX101" fmla="*/ 1460904 w 4603109"/>
              <a:gd name="connsiteY101" fmla="*/ 0 h 924402"/>
              <a:gd name="connsiteX102" fmla="*/ 1472926 w 4603109"/>
              <a:gd name="connsiteY102" fmla="*/ 0 h 924402"/>
              <a:gd name="connsiteX103" fmla="*/ 1482518 w 4603109"/>
              <a:gd name="connsiteY103" fmla="*/ 0 h 924402"/>
              <a:gd name="connsiteX104" fmla="*/ 1489729 w 4603109"/>
              <a:gd name="connsiteY104" fmla="*/ 0 h 924402"/>
              <a:gd name="connsiteX105" fmla="*/ 1504116 w 4603109"/>
              <a:gd name="connsiteY105" fmla="*/ 0 h 924402"/>
              <a:gd name="connsiteX106" fmla="*/ 1511514 w 4603109"/>
              <a:gd name="connsiteY106" fmla="*/ 0 h 924402"/>
              <a:gd name="connsiteX107" fmla="*/ 1524740 w 4603109"/>
              <a:gd name="connsiteY107" fmla="*/ 0 h 924402"/>
              <a:gd name="connsiteX108" fmla="*/ 1528282 w 4603109"/>
              <a:gd name="connsiteY108" fmla="*/ 0 h 924402"/>
              <a:gd name="connsiteX109" fmla="*/ 1531757 w 4603109"/>
              <a:gd name="connsiteY109" fmla="*/ 0 h 924402"/>
              <a:gd name="connsiteX110" fmla="*/ 1534181 w 4603109"/>
              <a:gd name="connsiteY110" fmla="*/ 0 h 924402"/>
              <a:gd name="connsiteX111" fmla="*/ 1542211 w 4603109"/>
              <a:gd name="connsiteY111" fmla="*/ 0 h 924402"/>
              <a:gd name="connsiteX112" fmla="*/ 1554159 w 4603109"/>
              <a:gd name="connsiteY112" fmla="*/ 0 h 924402"/>
              <a:gd name="connsiteX113" fmla="*/ 1557318 w 4603109"/>
              <a:gd name="connsiteY113" fmla="*/ 0 h 924402"/>
              <a:gd name="connsiteX114" fmla="*/ 1557975 w 4603109"/>
              <a:gd name="connsiteY114" fmla="*/ 0 h 924402"/>
              <a:gd name="connsiteX115" fmla="*/ 1558346 w 4603109"/>
              <a:gd name="connsiteY115" fmla="*/ 0 h 924402"/>
              <a:gd name="connsiteX116" fmla="*/ 1561822 w 4603109"/>
              <a:gd name="connsiteY116" fmla="*/ 0 h 924402"/>
              <a:gd name="connsiteX117" fmla="*/ 1564612 w 4603109"/>
              <a:gd name="connsiteY117" fmla="*/ 0 h 924402"/>
              <a:gd name="connsiteX118" fmla="*/ 1566857 w 4603109"/>
              <a:gd name="connsiteY118" fmla="*/ 0 h 924402"/>
              <a:gd name="connsiteX119" fmla="*/ 1576919 w 4603109"/>
              <a:gd name="connsiteY119" fmla="*/ 0 h 924402"/>
              <a:gd name="connsiteX120" fmla="*/ 1579719 w 4603109"/>
              <a:gd name="connsiteY120" fmla="*/ 0 h 924402"/>
              <a:gd name="connsiteX121" fmla="*/ 1584224 w 4603109"/>
              <a:gd name="connsiteY121" fmla="*/ 0 h 924402"/>
              <a:gd name="connsiteX122" fmla="*/ 1587382 w 4603109"/>
              <a:gd name="connsiteY122" fmla="*/ 0 h 924402"/>
              <a:gd name="connsiteX123" fmla="*/ 1587433 w 4603109"/>
              <a:gd name="connsiteY123" fmla="*/ 0 h 924402"/>
              <a:gd name="connsiteX124" fmla="*/ 1600695 w 4603109"/>
              <a:gd name="connsiteY124" fmla="*/ 0 h 924402"/>
              <a:gd name="connsiteX125" fmla="*/ 1606834 w 4603109"/>
              <a:gd name="connsiteY125" fmla="*/ 0 h 924402"/>
              <a:gd name="connsiteX126" fmla="*/ 1607256 w 4603109"/>
              <a:gd name="connsiteY126" fmla="*/ 0 h 924402"/>
              <a:gd name="connsiteX127" fmla="*/ 1608325 w 4603109"/>
              <a:gd name="connsiteY127" fmla="*/ 0 h 924402"/>
              <a:gd name="connsiteX128" fmla="*/ 1609783 w 4603109"/>
              <a:gd name="connsiteY128" fmla="*/ 0 h 924402"/>
              <a:gd name="connsiteX129" fmla="*/ 1617498 w 4603109"/>
              <a:gd name="connsiteY129" fmla="*/ 0 h 924402"/>
              <a:gd name="connsiteX130" fmla="*/ 1631885 w 4603109"/>
              <a:gd name="connsiteY130" fmla="*/ 0 h 924402"/>
              <a:gd name="connsiteX131" fmla="*/ 1636899 w 4603109"/>
              <a:gd name="connsiteY131" fmla="*/ 0 h 924402"/>
              <a:gd name="connsiteX132" fmla="*/ 1637320 w 4603109"/>
              <a:gd name="connsiteY132" fmla="*/ 0 h 924402"/>
              <a:gd name="connsiteX133" fmla="*/ 1637445 w 4603109"/>
              <a:gd name="connsiteY133" fmla="*/ 0 h 924402"/>
              <a:gd name="connsiteX134" fmla="*/ 1652509 w 4603109"/>
              <a:gd name="connsiteY134" fmla="*/ 0 h 924402"/>
              <a:gd name="connsiteX135" fmla="*/ 1659526 w 4603109"/>
              <a:gd name="connsiteY135" fmla="*/ 0 h 924402"/>
              <a:gd name="connsiteX136" fmla="*/ 1661950 w 4603109"/>
              <a:gd name="connsiteY136" fmla="*/ 0 h 924402"/>
              <a:gd name="connsiteX137" fmla="*/ 1664952 w 4603109"/>
              <a:gd name="connsiteY137" fmla="*/ 0 h 924402"/>
              <a:gd name="connsiteX138" fmla="*/ 1667212 w 4603109"/>
              <a:gd name="connsiteY138" fmla="*/ 0 h 924402"/>
              <a:gd name="connsiteX139" fmla="*/ 1685087 w 4603109"/>
              <a:gd name="connsiteY139" fmla="*/ 0 h 924402"/>
              <a:gd name="connsiteX140" fmla="*/ 1689591 w 4603109"/>
              <a:gd name="connsiteY140" fmla="*/ 0 h 924402"/>
              <a:gd name="connsiteX141" fmla="*/ 1694626 w 4603109"/>
              <a:gd name="connsiteY141" fmla="*/ 0 h 924402"/>
              <a:gd name="connsiteX142" fmla="*/ 1697276 w 4603109"/>
              <a:gd name="connsiteY142" fmla="*/ 0 h 924402"/>
              <a:gd name="connsiteX143" fmla="*/ 1698000 w 4603109"/>
              <a:gd name="connsiteY143" fmla="*/ 0 h 924402"/>
              <a:gd name="connsiteX144" fmla="*/ 1704688 w 4603109"/>
              <a:gd name="connsiteY144" fmla="*/ 0 h 924402"/>
              <a:gd name="connsiteX145" fmla="*/ 1707488 w 4603109"/>
              <a:gd name="connsiteY145" fmla="*/ 0 h 924402"/>
              <a:gd name="connsiteX146" fmla="*/ 1710963 w 4603109"/>
              <a:gd name="connsiteY146" fmla="*/ 0 h 924402"/>
              <a:gd name="connsiteX147" fmla="*/ 1715151 w 4603109"/>
              <a:gd name="connsiteY147" fmla="*/ 0 h 924402"/>
              <a:gd name="connsiteX148" fmla="*/ 1721928 w 4603109"/>
              <a:gd name="connsiteY148" fmla="*/ 0 h 924402"/>
              <a:gd name="connsiteX149" fmla="*/ 1734603 w 4603109"/>
              <a:gd name="connsiteY149" fmla="*/ 0 h 924402"/>
              <a:gd name="connsiteX150" fmla="*/ 1735025 w 4603109"/>
              <a:gd name="connsiteY150" fmla="*/ 0 h 924402"/>
              <a:gd name="connsiteX151" fmla="*/ 1735558 w 4603109"/>
              <a:gd name="connsiteY151" fmla="*/ 0 h 924402"/>
              <a:gd name="connsiteX152" fmla="*/ 1736094 w 4603109"/>
              <a:gd name="connsiteY152" fmla="*/ 0 h 924402"/>
              <a:gd name="connsiteX153" fmla="*/ 1737552 w 4603109"/>
              <a:gd name="connsiteY153" fmla="*/ 0 h 924402"/>
              <a:gd name="connsiteX154" fmla="*/ 1741027 w 4603109"/>
              <a:gd name="connsiteY154" fmla="*/ 0 h 924402"/>
              <a:gd name="connsiteX155" fmla="*/ 1747046 w 4603109"/>
              <a:gd name="connsiteY155" fmla="*/ 0 h 924402"/>
              <a:gd name="connsiteX156" fmla="*/ 1748537 w 4603109"/>
              <a:gd name="connsiteY156" fmla="*/ 0 h 924402"/>
              <a:gd name="connsiteX157" fmla="*/ 1753052 w 4603109"/>
              <a:gd name="connsiteY157" fmla="*/ 0 h 924402"/>
              <a:gd name="connsiteX158" fmla="*/ 1757499 w 4603109"/>
              <a:gd name="connsiteY158" fmla="*/ 0 h 924402"/>
              <a:gd name="connsiteX159" fmla="*/ 1764668 w 4603109"/>
              <a:gd name="connsiteY159" fmla="*/ 0 h 924402"/>
              <a:gd name="connsiteX160" fmla="*/ 1765089 w 4603109"/>
              <a:gd name="connsiteY160" fmla="*/ 0 h 924402"/>
              <a:gd name="connsiteX161" fmla="*/ 1765214 w 4603109"/>
              <a:gd name="connsiteY161" fmla="*/ 0 h 924402"/>
              <a:gd name="connsiteX162" fmla="*/ 1770320 w 4603109"/>
              <a:gd name="connsiteY162" fmla="*/ 0 h 924402"/>
              <a:gd name="connsiteX163" fmla="*/ 1777110 w 4603109"/>
              <a:gd name="connsiteY163" fmla="*/ 0 h 924402"/>
              <a:gd name="connsiteX164" fmla="*/ 1779774 w 4603109"/>
              <a:gd name="connsiteY164" fmla="*/ 0 h 924402"/>
              <a:gd name="connsiteX165" fmla="*/ 1792721 w 4603109"/>
              <a:gd name="connsiteY165" fmla="*/ 0 h 924402"/>
              <a:gd name="connsiteX166" fmla="*/ 1794981 w 4603109"/>
              <a:gd name="connsiteY166" fmla="*/ 0 h 924402"/>
              <a:gd name="connsiteX167" fmla="*/ 1825045 w 4603109"/>
              <a:gd name="connsiteY167" fmla="*/ 0 h 924402"/>
              <a:gd name="connsiteX168" fmla="*/ 1825769 w 4603109"/>
              <a:gd name="connsiteY168" fmla="*/ 0 h 924402"/>
              <a:gd name="connsiteX169" fmla="*/ 1838732 w 4603109"/>
              <a:gd name="connsiteY169" fmla="*/ 0 h 924402"/>
              <a:gd name="connsiteX170" fmla="*/ 1845818 w 4603109"/>
              <a:gd name="connsiteY170" fmla="*/ 0 h 924402"/>
              <a:gd name="connsiteX171" fmla="*/ 1849697 w 4603109"/>
              <a:gd name="connsiteY171" fmla="*/ 0 h 924402"/>
              <a:gd name="connsiteX172" fmla="*/ 1852412 w 4603109"/>
              <a:gd name="connsiteY172" fmla="*/ 0 h 924402"/>
              <a:gd name="connsiteX173" fmla="*/ 1853903 w 4603109"/>
              <a:gd name="connsiteY173" fmla="*/ 0 h 924402"/>
              <a:gd name="connsiteX174" fmla="*/ 1863327 w 4603109"/>
              <a:gd name="connsiteY174" fmla="*/ 0 h 924402"/>
              <a:gd name="connsiteX175" fmla="*/ 1868796 w 4603109"/>
              <a:gd name="connsiteY175" fmla="*/ 0 h 924402"/>
              <a:gd name="connsiteX176" fmla="*/ 1874815 w 4603109"/>
              <a:gd name="connsiteY176" fmla="*/ 0 h 924402"/>
              <a:gd name="connsiteX177" fmla="*/ 1876306 w 4603109"/>
              <a:gd name="connsiteY177" fmla="*/ 0 h 924402"/>
              <a:gd name="connsiteX178" fmla="*/ 1880821 w 4603109"/>
              <a:gd name="connsiteY178" fmla="*/ 0 h 924402"/>
              <a:gd name="connsiteX179" fmla="*/ 1882477 w 4603109"/>
              <a:gd name="connsiteY179" fmla="*/ 0 h 924402"/>
              <a:gd name="connsiteX180" fmla="*/ 1883936 w 4603109"/>
              <a:gd name="connsiteY180" fmla="*/ 0 h 924402"/>
              <a:gd name="connsiteX181" fmla="*/ 1885268 w 4603109"/>
              <a:gd name="connsiteY181" fmla="*/ 0 h 924402"/>
              <a:gd name="connsiteX182" fmla="*/ 1896427 w 4603109"/>
              <a:gd name="connsiteY182" fmla="*/ 0 h 924402"/>
              <a:gd name="connsiteX183" fmla="*/ 1898089 w 4603109"/>
              <a:gd name="connsiteY183" fmla="*/ 0 h 924402"/>
              <a:gd name="connsiteX184" fmla="*/ 1904879 w 4603109"/>
              <a:gd name="connsiteY184" fmla="*/ 0 h 924402"/>
              <a:gd name="connsiteX185" fmla="*/ 1907543 w 4603109"/>
              <a:gd name="connsiteY185" fmla="*/ 0 h 924402"/>
              <a:gd name="connsiteX186" fmla="*/ 1911018 w 4603109"/>
              <a:gd name="connsiteY186" fmla="*/ 0 h 924402"/>
              <a:gd name="connsiteX187" fmla="*/ 1919986 w 4603109"/>
              <a:gd name="connsiteY187" fmla="*/ 0 h 924402"/>
              <a:gd name="connsiteX188" fmla="*/ 1927124 w 4603109"/>
              <a:gd name="connsiteY188" fmla="*/ 0 h 924402"/>
              <a:gd name="connsiteX189" fmla="*/ 1927489 w 4603109"/>
              <a:gd name="connsiteY189" fmla="*/ 0 h 924402"/>
              <a:gd name="connsiteX190" fmla="*/ 1927911 w 4603109"/>
              <a:gd name="connsiteY190" fmla="*/ 0 h 924402"/>
              <a:gd name="connsiteX191" fmla="*/ 1929402 w 4603109"/>
              <a:gd name="connsiteY191" fmla="*/ 0 h 924402"/>
              <a:gd name="connsiteX192" fmla="*/ 1946726 w 4603109"/>
              <a:gd name="connsiteY192" fmla="*/ 0 h 924402"/>
              <a:gd name="connsiteX193" fmla="*/ 1949525 w 4603109"/>
              <a:gd name="connsiteY193" fmla="*/ 0 h 924402"/>
              <a:gd name="connsiteX194" fmla="*/ 1957554 w 4603109"/>
              <a:gd name="connsiteY194" fmla="*/ 0 h 924402"/>
              <a:gd name="connsiteX195" fmla="*/ 1957975 w 4603109"/>
              <a:gd name="connsiteY195" fmla="*/ 0 h 924402"/>
              <a:gd name="connsiteX196" fmla="*/ 1973587 w 4603109"/>
              <a:gd name="connsiteY196" fmla="*/ 0 h 924402"/>
              <a:gd name="connsiteX197" fmla="*/ 1978520 w 4603109"/>
              <a:gd name="connsiteY197" fmla="*/ 0 h 924402"/>
              <a:gd name="connsiteX198" fmla="*/ 1980012 w 4603109"/>
              <a:gd name="connsiteY198" fmla="*/ 0 h 924402"/>
              <a:gd name="connsiteX199" fmla="*/ 1980181 w 4603109"/>
              <a:gd name="connsiteY199" fmla="*/ 0 h 924402"/>
              <a:gd name="connsiteX200" fmla="*/ 1981672 w 4603109"/>
              <a:gd name="connsiteY200" fmla="*/ 0 h 924402"/>
              <a:gd name="connsiteX201" fmla="*/ 2008585 w 4603109"/>
              <a:gd name="connsiteY201" fmla="*/ 0 h 924402"/>
              <a:gd name="connsiteX202" fmla="*/ 2009218 w 4603109"/>
              <a:gd name="connsiteY202" fmla="*/ 0 h 924402"/>
              <a:gd name="connsiteX203" fmla="*/ 2010246 w 4603109"/>
              <a:gd name="connsiteY203" fmla="*/ 0 h 924402"/>
              <a:gd name="connsiteX204" fmla="*/ 2010709 w 4603109"/>
              <a:gd name="connsiteY204" fmla="*/ 0 h 924402"/>
              <a:gd name="connsiteX205" fmla="*/ 2011705 w 4603109"/>
              <a:gd name="connsiteY205" fmla="*/ 0 h 924402"/>
              <a:gd name="connsiteX206" fmla="*/ 2024147 w 4603109"/>
              <a:gd name="connsiteY206" fmla="*/ 0 h 924402"/>
              <a:gd name="connsiteX207" fmla="*/ 2024196 w 4603109"/>
              <a:gd name="connsiteY207" fmla="*/ 0 h 924402"/>
              <a:gd name="connsiteX208" fmla="*/ 2024981 w 4603109"/>
              <a:gd name="connsiteY208" fmla="*/ 0 h 924402"/>
              <a:gd name="connsiteX209" fmla="*/ 2025353 w 4603109"/>
              <a:gd name="connsiteY209" fmla="*/ 0 h 924402"/>
              <a:gd name="connsiteX210" fmla="*/ 2026473 w 4603109"/>
              <a:gd name="connsiteY210" fmla="*/ 0 h 924402"/>
              <a:gd name="connsiteX211" fmla="*/ 2031619 w 4603109"/>
              <a:gd name="connsiteY211" fmla="*/ 0 h 924402"/>
              <a:gd name="connsiteX212" fmla="*/ 2033110 w 4603109"/>
              <a:gd name="connsiteY212" fmla="*/ 0 h 924402"/>
              <a:gd name="connsiteX213" fmla="*/ 2038787 w 4603109"/>
              <a:gd name="connsiteY213" fmla="*/ 0 h 924402"/>
              <a:gd name="connsiteX214" fmla="*/ 2039282 w 4603109"/>
              <a:gd name="connsiteY214" fmla="*/ 0 h 924402"/>
              <a:gd name="connsiteX215" fmla="*/ 2047755 w 4603109"/>
              <a:gd name="connsiteY215" fmla="*/ 0 h 924402"/>
              <a:gd name="connsiteX216" fmla="*/ 2051230 w 4603109"/>
              <a:gd name="connsiteY216" fmla="*/ 0 h 924402"/>
              <a:gd name="connsiteX217" fmla="*/ 2054893 w 4603109"/>
              <a:gd name="connsiteY217" fmla="*/ 0 h 924402"/>
              <a:gd name="connsiteX218" fmla="*/ 2055046 w 4603109"/>
              <a:gd name="connsiteY218" fmla="*/ 0 h 924402"/>
              <a:gd name="connsiteX219" fmla="*/ 2055258 w 4603109"/>
              <a:gd name="connsiteY219" fmla="*/ 0 h 924402"/>
              <a:gd name="connsiteX220" fmla="*/ 2055680 w 4603109"/>
              <a:gd name="connsiteY220" fmla="*/ 0 h 924402"/>
              <a:gd name="connsiteX221" fmla="*/ 2057171 w 4603109"/>
              <a:gd name="connsiteY221" fmla="*/ 0 h 924402"/>
              <a:gd name="connsiteX222" fmla="*/ 2061683 w 4603109"/>
              <a:gd name="connsiteY222" fmla="*/ 0 h 924402"/>
              <a:gd name="connsiteX223" fmla="*/ 2067702 w 4603109"/>
              <a:gd name="connsiteY223" fmla="*/ 0 h 924402"/>
              <a:gd name="connsiteX224" fmla="*/ 2074495 w 4603109"/>
              <a:gd name="connsiteY224" fmla="*/ 0 h 924402"/>
              <a:gd name="connsiteX225" fmla="*/ 2077294 w 4603109"/>
              <a:gd name="connsiteY225" fmla="*/ 0 h 924402"/>
              <a:gd name="connsiteX226" fmla="*/ 2084504 w 4603109"/>
              <a:gd name="connsiteY226" fmla="*/ 0 h 924402"/>
              <a:gd name="connsiteX227" fmla="*/ 2085323 w 4603109"/>
              <a:gd name="connsiteY227" fmla="*/ 0 h 924402"/>
              <a:gd name="connsiteX228" fmla="*/ 2085744 w 4603109"/>
              <a:gd name="connsiteY228" fmla="*/ 0 h 924402"/>
              <a:gd name="connsiteX229" fmla="*/ 2097766 w 4603109"/>
              <a:gd name="connsiteY229" fmla="*/ 0 h 924402"/>
              <a:gd name="connsiteX230" fmla="*/ 2106289 w 4603109"/>
              <a:gd name="connsiteY230" fmla="*/ 0 h 924402"/>
              <a:gd name="connsiteX231" fmla="*/ 2107781 w 4603109"/>
              <a:gd name="connsiteY231" fmla="*/ 0 h 924402"/>
              <a:gd name="connsiteX232" fmla="*/ 2128956 w 4603109"/>
              <a:gd name="connsiteY232" fmla="*/ 0 h 924402"/>
              <a:gd name="connsiteX233" fmla="*/ 2129514 w 4603109"/>
              <a:gd name="connsiteY233" fmla="*/ 0 h 924402"/>
              <a:gd name="connsiteX234" fmla="*/ 2136354 w 4603109"/>
              <a:gd name="connsiteY234" fmla="*/ 0 h 924402"/>
              <a:gd name="connsiteX235" fmla="*/ 2136987 w 4603109"/>
              <a:gd name="connsiteY235" fmla="*/ 0 h 924402"/>
              <a:gd name="connsiteX236" fmla="*/ 2138478 w 4603109"/>
              <a:gd name="connsiteY236" fmla="*/ 0 h 924402"/>
              <a:gd name="connsiteX237" fmla="*/ 2151916 w 4603109"/>
              <a:gd name="connsiteY237" fmla="*/ 0 h 924402"/>
              <a:gd name="connsiteX238" fmla="*/ 2152750 w 4603109"/>
              <a:gd name="connsiteY238" fmla="*/ 0 h 924402"/>
              <a:gd name="connsiteX239" fmla="*/ 2153122 w 4603109"/>
              <a:gd name="connsiteY239" fmla="*/ 0 h 924402"/>
              <a:gd name="connsiteX240" fmla="*/ 2154242 w 4603109"/>
              <a:gd name="connsiteY240" fmla="*/ 0 h 924402"/>
              <a:gd name="connsiteX241" fmla="*/ 2156597 w 4603109"/>
              <a:gd name="connsiteY241" fmla="*/ 0 h 924402"/>
              <a:gd name="connsiteX242" fmla="*/ 2159388 w 4603109"/>
              <a:gd name="connsiteY242" fmla="*/ 0 h 924402"/>
              <a:gd name="connsiteX243" fmla="*/ 2160879 w 4603109"/>
              <a:gd name="connsiteY243" fmla="*/ 0 h 924402"/>
              <a:gd name="connsiteX244" fmla="*/ 2161633 w 4603109"/>
              <a:gd name="connsiteY244" fmla="*/ 0 h 924402"/>
              <a:gd name="connsiteX245" fmla="*/ 2167051 w 4603109"/>
              <a:gd name="connsiteY245" fmla="*/ 0 h 924402"/>
              <a:gd name="connsiteX246" fmla="*/ 2178999 w 4603109"/>
              <a:gd name="connsiteY246" fmla="*/ 0 h 924402"/>
              <a:gd name="connsiteX247" fmla="*/ 2182158 w 4603109"/>
              <a:gd name="connsiteY247" fmla="*/ 0 h 924402"/>
              <a:gd name="connsiteX248" fmla="*/ 2182815 w 4603109"/>
              <a:gd name="connsiteY248" fmla="*/ 0 h 924402"/>
              <a:gd name="connsiteX249" fmla="*/ 2188666 w 4603109"/>
              <a:gd name="connsiteY249" fmla="*/ 0 h 924402"/>
              <a:gd name="connsiteX250" fmla="*/ 2189452 w 4603109"/>
              <a:gd name="connsiteY250" fmla="*/ 0 h 924402"/>
              <a:gd name="connsiteX251" fmla="*/ 2191697 w 4603109"/>
              <a:gd name="connsiteY251" fmla="*/ 0 h 924402"/>
              <a:gd name="connsiteX252" fmla="*/ 2195471 w 4603109"/>
              <a:gd name="connsiteY252" fmla="*/ 0 h 924402"/>
              <a:gd name="connsiteX253" fmla="*/ 2201759 w 4603109"/>
              <a:gd name="connsiteY253" fmla="*/ 0 h 924402"/>
              <a:gd name="connsiteX254" fmla="*/ 2203100 w 4603109"/>
              <a:gd name="connsiteY254" fmla="*/ 0 h 924402"/>
              <a:gd name="connsiteX255" fmla="*/ 2204559 w 4603109"/>
              <a:gd name="connsiteY255" fmla="*/ 0 h 924402"/>
              <a:gd name="connsiteX256" fmla="*/ 2204591 w 4603109"/>
              <a:gd name="connsiteY256" fmla="*/ 0 h 924402"/>
              <a:gd name="connsiteX257" fmla="*/ 2212273 w 4603109"/>
              <a:gd name="connsiteY257" fmla="*/ 0 h 924402"/>
              <a:gd name="connsiteX258" fmla="*/ 2225535 w 4603109"/>
              <a:gd name="connsiteY258" fmla="*/ 0 h 924402"/>
              <a:gd name="connsiteX259" fmla="*/ 2231674 w 4603109"/>
              <a:gd name="connsiteY259" fmla="*/ 0 h 924402"/>
              <a:gd name="connsiteX260" fmla="*/ 2232096 w 4603109"/>
              <a:gd name="connsiteY260" fmla="*/ 0 h 924402"/>
              <a:gd name="connsiteX261" fmla="*/ 2232220 w 4603109"/>
              <a:gd name="connsiteY261" fmla="*/ 0 h 924402"/>
              <a:gd name="connsiteX262" fmla="*/ 2233118 w 4603109"/>
              <a:gd name="connsiteY262" fmla="*/ 0 h 924402"/>
              <a:gd name="connsiteX263" fmla="*/ 2233165 w 4603109"/>
              <a:gd name="connsiteY263" fmla="*/ 0 h 924402"/>
              <a:gd name="connsiteX264" fmla="*/ 2256725 w 4603109"/>
              <a:gd name="connsiteY264" fmla="*/ 0 h 924402"/>
              <a:gd name="connsiteX265" fmla="*/ 2257283 w 4603109"/>
              <a:gd name="connsiteY265" fmla="*/ 0 h 924402"/>
              <a:gd name="connsiteX266" fmla="*/ 2262285 w 4603109"/>
              <a:gd name="connsiteY266" fmla="*/ 0 h 924402"/>
              <a:gd name="connsiteX267" fmla="*/ 2284366 w 4603109"/>
              <a:gd name="connsiteY267" fmla="*/ 0 h 924402"/>
              <a:gd name="connsiteX268" fmla="*/ 2289402 w 4603109"/>
              <a:gd name="connsiteY268" fmla="*/ 0 h 924402"/>
              <a:gd name="connsiteX269" fmla="*/ 2292052 w 4603109"/>
              <a:gd name="connsiteY269" fmla="*/ 0 h 924402"/>
              <a:gd name="connsiteX270" fmla="*/ 2299271 w 4603109"/>
              <a:gd name="connsiteY270" fmla="*/ 0 h 924402"/>
              <a:gd name="connsiteX271" fmla="*/ 2308721 w 4603109"/>
              <a:gd name="connsiteY271" fmla="*/ 0 h 924402"/>
              <a:gd name="connsiteX272" fmla="*/ 2309927 w 4603109"/>
              <a:gd name="connsiteY272" fmla="*/ 0 h 924402"/>
              <a:gd name="connsiteX273" fmla="*/ 2316435 w 4603109"/>
              <a:gd name="connsiteY273" fmla="*/ 0 h 924402"/>
              <a:gd name="connsiteX274" fmla="*/ 2316703 w 4603109"/>
              <a:gd name="connsiteY274" fmla="*/ 0 h 924402"/>
              <a:gd name="connsiteX275" fmla="*/ 2319466 w 4603109"/>
              <a:gd name="connsiteY275" fmla="*/ 0 h 924402"/>
              <a:gd name="connsiteX276" fmla="*/ 2322840 w 4603109"/>
              <a:gd name="connsiteY276" fmla="*/ 0 h 924402"/>
              <a:gd name="connsiteX277" fmla="*/ 2329528 w 4603109"/>
              <a:gd name="connsiteY277" fmla="*/ 0 h 924402"/>
              <a:gd name="connsiteX278" fmla="*/ 2330869 w 4603109"/>
              <a:gd name="connsiteY278" fmla="*/ 0 h 924402"/>
              <a:gd name="connsiteX279" fmla="*/ 2332328 w 4603109"/>
              <a:gd name="connsiteY279" fmla="*/ 0 h 924402"/>
              <a:gd name="connsiteX280" fmla="*/ 2332360 w 4603109"/>
              <a:gd name="connsiteY280" fmla="*/ 0 h 924402"/>
              <a:gd name="connsiteX281" fmla="*/ 2335803 w 4603109"/>
              <a:gd name="connsiteY281" fmla="*/ 0 h 924402"/>
              <a:gd name="connsiteX282" fmla="*/ 2343312 w 4603109"/>
              <a:gd name="connsiteY282" fmla="*/ 0 h 924402"/>
              <a:gd name="connsiteX283" fmla="*/ 2344804 w 4603109"/>
              <a:gd name="connsiteY283" fmla="*/ 0 h 924402"/>
              <a:gd name="connsiteX284" fmla="*/ 2346768 w 4603109"/>
              <a:gd name="connsiteY284" fmla="*/ 0 h 924402"/>
              <a:gd name="connsiteX285" fmla="*/ 2347827 w 4603109"/>
              <a:gd name="connsiteY285" fmla="*/ 0 h 924402"/>
              <a:gd name="connsiteX286" fmla="*/ 2352274 w 4603109"/>
              <a:gd name="connsiteY286" fmla="*/ 0 h 924402"/>
              <a:gd name="connsiteX287" fmla="*/ 2359443 w 4603109"/>
              <a:gd name="connsiteY287" fmla="*/ 0 h 924402"/>
              <a:gd name="connsiteX288" fmla="*/ 2359865 w 4603109"/>
              <a:gd name="connsiteY288" fmla="*/ 0 h 924402"/>
              <a:gd name="connsiteX289" fmla="*/ 2359989 w 4603109"/>
              <a:gd name="connsiteY289" fmla="*/ 0 h 924402"/>
              <a:gd name="connsiteX290" fmla="*/ 2360887 w 4603109"/>
              <a:gd name="connsiteY290" fmla="*/ 0 h 924402"/>
              <a:gd name="connsiteX291" fmla="*/ 2360934 w 4603109"/>
              <a:gd name="connsiteY291" fmla="*/ 0 h 924402"/>
              <a:gd name="connsiteX292" fmla="*/ 2371886 w 4603109"/>
              <a:gd name="connsiteY292" fmla="*/ 0 h 924402"/>
              <a:gd name="connsiteX293" fmla="*/ 2373377 w 4603109"/>
              <a:gd name="connsiteY293" fmla="*/ 0 h 924402"/>
              <a:gd name="connsiteX294" fmla="*/ 2377892 w 4603109"/>
              <a:gd name="connsiteY294" fmla="*/ 0 h 924402"/>
              <a:gd name="connsiteX295" fmla="*/ 2382339 w 4603109"/>
              <a:gd name="connsiteY295" fmla="*/ 0 h 924402"/>
              <a:gd name="connsiteX296" fmla="*/ 2390054 w 4603109"/>
              <a:gd name="connsiteY296" fmla="*/ 0 h 924402"/>
              <a:gd name="connsiteX297" fmla="*/ 2419821 w 4603109"/>
              <a:gd name="connsiteY297" fmla="*/ 0 h 924402"/>
              <a:gd name="connsiteX298" fmla="*/ 2427040 w 4603109"/>
              <a:gd name="connsiteY298" fmla="*/ 0 h 924402"/>
              <a:gd name="connsiteX299" fmla="*/ 2436490 w 4603109"/>
              <a:gd name="connsiteY299" fmla="*/ 0 h 924402"/>
              <a:gd name="connsiteX300" fmla="*/ 2444472 w 4603109"/>
              <a:gd name="connsiteY300" fmla="*/ 0 h 924402"/>
              <a:gd name="connsiteX301" fmla="*/ 2448678 w 4603109"/>
              <a:gd name="connsiteY301" fmla="*/ 0 h 924402"/>
              <a:gd name="connsiteX302" fmla="*/ 2450171 w 4603109"/>
              <a:gd name="connsiteY302" fmla="*/ 0 h 924402"/>
              <a:gd name="connsiteX303" fmla="*/ 2450609 w 4603109"/>
              <a:gd name="connsiteY303" fmla="*/ 0 h 924402"/>
              <a:gd name="connsiteX304" fmla="*/ 2463572 w 4603109"/>
              <a:gd name="connsiteY304" fmla="*/ 0 h 924402"/>
              <a:gd name="connsiteX305" fmla="*/ 2471081 w 4603109"/>
              <a:gd name="connsiteY305" fmla="*/ 0 h 924402"/>
              <a:gd name="connsiteX306" fmla="*/ 2472573 w 4603109"/>
              <a:gd name="connsiteY306" fmla="*/ 0 h 924402"/>
              <a:gd name="connsiteX307" fmla="*/ 2474537 w 4603109"/>
              <a:gd name="connsiteY307" fmla="*/ 0 h 924402"/>
              <a:gd name="connsiteX308" fmla="*/ 2475596 w 4603109"/>
              <a:gd name="connsiteY308" fmla="*/ 0 h 924402"/>
              <a:gd name="connsiteX309" fmla="*/ 2477252 w 4603109"/>
              <a:gd name="connsiteY309" fmla="*/ 0 h 924402"/>
              <a:gd name="connsiteX310" fmla="*/ 2478712 w 4603109"/>
              <a:gd name="connsiteY310" fmla="*/ 0 h 924402"/>
              <a:gd name="connsiteX311" fmla="*/ 2478743 w 4603109"/>
              <a:gd name="connsiteY311" fmla="*/ 0 h 924402"/>
              <a:gd name="connsiteX312" fmla="*/ 2480043 w 4603109"/>
              <a:gd name="connsiteY312" fmla="*/ 0 h 924402"/>
              <a:gd name="connsiteX313" fmla="*/ 2499655 w 4603109"/>
              <a:gd name="connsiteY313" fmla="*/ 0 h 924402"/>
              <a:gd name="connsiteX314" fmla="*/ 2501146 w 4603109"/>
              <a:gd name="connsiteY314" fmla="*/ 0 h 924402"/>
              <a:gd name="connsiteX315" fmla="*/ 2505661 w 4603109"/>
              <a:gd name="connsiteY315" fmla="*/ 0 h 924402"/>
              <a:gd name="connsiteX316" fmla="*/ 2508776 w 4603109"/>
              <a:gd name="connsiteY316" fmla="*/ 0 h 924402"/>
              <a:gd name="connsiteX317" fmla="*/ 2510108 w 4603109"/>
              <a:gd name="connsiteY317" fmla="*/ 0 h 924402"/>
              <a:gd name="connsiteX318" fmla="*/ 2524178 w 4603109"/>
              <a:gd name="connsiteY318" fmla="*/ 0 h 924402"/>
              <a:gd name="connsiteX319" fmla="*/ 2525248 w 4603109"/>
              <a:gd name="connsiteY319" fmla="*/ 0 h 924402"/>
              <a:gd name="connsiteX320" fmla="*/ 2525669 w 4603109"/>
              <a:gd name="connsiteY320" fmla="*/ 0 h 924402"/>
              <a:gd name="connsiteX321" fmla="*/ 2552329 w 4603109"/>
              <a:gd name="connsiteY321" fmla="*/ 0 h 924402"/>
              <a:gd name="connsiteX322" fmla="*/ 2552751 w 4603109"/>
              <a:gd name="connsiteY322" fmla="*/ 0 h 924402"/>
              <a:gd name="connsiteX323" fmla="*/ 2554242 w 4603109"/>
              <a:gd name="connsiteY323" fmla="*/ 0 h 924402"/>
              <a:gd name="connsiteX324" fmla="*/ 2574787 w 4603109"/>
              <a:gd name="connsiteY324" fmla="*/ 0 h 924402"/>
              <a:gd name="connsiteX325" fmla="*/ 2576279 w 4603109"/>
              <a:gd name="connsiteY325" fmla="*/ 0 h 924402"/>
              <a:gd name="connsiteX326" fmla="*/ 2576447 w 4603109"/>
              <a:gd name="connsiteY326" fmla="*/ 0 h 924402"/>
              <a:gd name="connsiteX327" fmla="*/ 2577940 w 4603109"/>
              <a:gd name="connsiteY327" fmla="*/ 0 h 924402"/>
              <a:gd name="connsiteX328" fmla="*/ 2603360 w 4603109"/>
              <a:gd name="connsiteY328" fmla="*/ 0 h 924402"/>
              <a:gd name="connsiteX329" fmla="*/ 2604852 w 4603109"/>
              <a:gd name="connsiteY329" fmla="*/ 0 h 924402"/>
              <a:gd name="connsiteX330" fmla="*/ 2605021 w 4603109"/>
              <a:gd name="connsiteY330" fmla="*/ 0 h 924402"/>
              <a:gd name="connsiteX331" fmla="*/ 2605484 w 4603109"/>
              <a:gd name="connsiteY331" fmla="*/ 0 h 924402"/>
              <a:gd name="connsiteX332" fmla="*/ 2606481 w 4603109"/>
              <a:gd name="connsiteY332" fmla="*/ 0 h 924402"/>
              <a:gd name="connsiteX333" fmla="*/ 2606512 w 4603109"/>
              <a:gd name="connsiteY333" fmla="*/ 0 h 924402"/>
              <a:gd name="connsiteX334" fmla="*/ 2606976 w 4603109"/>
              <a:gd name="connsiteY334" fmla="*/ 0 h 924402"/>
              <a:gd name="connsiteX335" fmla="*/ 2618923 w 4603109"/>
              <a:gd name="connsiteY335" fmla="*/ 0 h 924402"/>
              <a:gd name="connsiteX336" fmla="*/ 2621248 w 4603109"/>
              <a:gd name="connsiteY336" fmla="*/ 0 h 924402"/>
              <a:gd name="connsiteX337" fmla="*/ 2622740 w 4603109"/>
              <a:gd name="connsiteY337" fmla="*/ 0 h 924402"/>
              <a:gd name="connsiteX338" fmla="*/ 2627885 w 4603109"/>
              <a:gd name="connsiteY338" fmla="*/ 0 h 924402"/>
              <a:gd name="connsiteX339" fmla="*/ 2629377 w 4603109"/>
              <a:gd name="connsiteY339" fmla="*/ 0 h 924402"/>
              <a:gd name="connsiteX340" fmla="*/ 2634058 w 4603109"/>
              <a:gd name="connsiteY340" fmla="*/ 0 h 924402"/>
              <a:gd name="connsiteX341" fmla="*/ 2635549 w 4603109"/>
              <a:gd name="connsiteY341" fmla="*/ 0 h 924402"/>
              <a:gd name="connsiteX342" fmla="*/ 2636545 w 4603109"/>
              <a:gd name="connsiteY342" fmla="*/ 0 h 924402"/>
              <a:gd name="connsiteX343" fmla="*/ 2648987 w 4603109"/>
              <a:gd name="connsiteY343" fmla="*/ 0 h 924402"/>
              <a:gd name="connsiteX344" fmla="*/ 2649821 w 4603109"/>
              <a:gd name="connsiteY344" fmla="*/ 0 h 924402"/>
              <a:gd name="connsiteX345" fmla="*/ 2651313 w 4603109"/>
              <a:gd name="connsiteY345" fmla="*/ 0 h 924402"/>
              <a:gd name="connsiteX346" fmla="*/ 2651947 w 4603109"/>
              <a:gd name="connsiteY346" fmla="*/ 0 h 924402"/>
              <a:gd name="connsiteX347" fmla="*/ 2653017 w 4603109"/>
              <a:gd name="connsiteY347" fmla="*/ 0 h 924402"/>
              <a:gd name="connsiteX348" fmla="*/ 2653438 w 4603109"/>
              <a:gd name="connsiteY348" fmla="*/ 0 h 924402"/>
              <a:gd name="connsiteX349" fmla="*/ 2656459 w 4603109"/>
              <a:gd name="connsiteY349" fmla="*/ 0 h 924402"/>
              <a:gd name="connsiteX350" fmla="*/ 2657950 w 4603109"/>
              <a:gd name="connsiteY350" fmla="*/ 0 h 924402"/>
              <a:gd name="connsiteX351" fmla="*/ 2665460 w 4603109"/>
              <a:gd name="connsiteY351" fmla="*/ 0 h 924402"/>
              <a:gd name="connsiteX352" fmla="*/ 2680098 w 4603109"/>
              <a:gd name="connsiteY352" fmla="*/ 0 h 924402"/>
              <a:gd name="connsiteX353" fmla="*/ 2680520 w 4603109"/>
              <a:gd name="connsiteY353" fmla="*/ 0 h 924402"/>
              <a:gd name="connsiteX354" fmla="*/ 2682011 w 4603109"/>
              <a:gd name="connsiteY354" fmla="*/ 0 h 924402"/>
              <a:gd name="connsiteX355" fmla="*/ 2692542 w 4603109"/>
              <a:gd name="connsiteY355" fmla="*/ 0 h 924402"/>
              <a:gd name="connsiteX356" fmla="*/ 2702556 w 4603109"/>
              <a:gd name="connsiteY356" fmla="*/ 0 h 924402"/>
              <a:gd name="connsiteX357" fmla="*/ 2704048 w 4603109"/>
              <a:gd name="connsiteY357" fmla="*/ 0 h 924402"/>
              <a:gd name="connsiteX358" fmla="*/ 2724289 w 4603109"/>
              <a:gd name="connsiteY358" fmla="*/ 0 h 924402"/>
              <a:gd name="connsiteX359" fmla="*/ 2731129 w 4603109"/>
              <a:gd name="connsiteY359" fmla="*/ 0 h 924402"/>
              <a:gd name="connsiteX360" fmla="*/ 2732621 w 4603109"/>
              <a:gd name="connsiteY360" fmla="*/ 0 h 924402"/>
              <a:gd name="connsiteX361" fmla="*/ 2733253 w 4603109"/>
              <a:gd name="connsiteY361" fmla="*/ 0 h 924402"/>
              <a:gd name="connsiteX362" fmla="*/ 2734745 w 4603109"/>
              <a:gd name="connsiteY362" fmla="*/ 0 h 924402"/>
              <a:gd name="connsiteX363" fmla="*/ 2746692 w 4603109"/>
              <a:gd name="connsiteY363" fmla="*/ 0 h 924402"/>
              <a:gd name="connsiteX364" fmla="*/ 2749017 w 4603109"/>
              <a:gd name="connsiteY364" fmla="*/ 0 h 924402"/>
              <a:gd name="connsiteX365" fmla="*/ 2750509 w 4603109"/>
              <a:gd name="connsiteY365" fmla="*/ 0 h 924402"/>
              <a:gd name="connsiteX366" fmla="*/ 2754354 w 4603109"/>
              <a:gd name="connsiteY366" fmla="*/ 0 h 924402"/>
              <a:gd name="connsiteX367" fmla="*/ 2755654 w 4603109"/>
              <a:gd name="connsiteY367" fmla="*/ 0 h 924402"/>
              <a:gd name="connsiteX368" fmla="*/ 2757146 w 4603109"/>
              <a:gd name="connsiteY368" fmla="*/ 0 h 924402"/>
              <a:gd name="connsiteX369" fmla="*/ 2761827 w 4603109"/>
              <a:gd name="connsiteY369" fmla="*/ 0 h 924402"/>
              <a:gd name="connsiteX370" fmla="*/ 2763318 w 4603109"/>
              <a:gd name="connsiteY370" fmla="*/ 0 h 924402"/>
              <a:gd name="connsiteX371" fmla="*/ 2776756 w 4603109"/>
              <a:gd name="connsiteY371" fmla="*/ 0 h 924402"/>
              <a:gd name="connsiteX372" fmla="*/ 2777590 w 4603109"/>
              <a:gd name="connsiteY372" fmla="*/ 0 h 924402"/>
              <a:gd name="connsiteX373" fmla="*/ 2779082 w 4603109"/>
              <a:gd name="connsiteY373" fmla="*/ 0 h 924402"/>
              <a:gd name="connsiteX374" fmla="*/ 2783442 w 4603109"/>
              <a:gd name="connsiteY374" fmla="*/ 0 h 924402"/>
              <a:gd name="connsiteX375" fmla="*/ 2784228 w 4603109"/>
              <a:gd name="connsiteY375" fmla="*/ 0 h 924402"/>
              <a:gd name="connsiteX376" fmla="*/ 2785719 w 4603109"/>
              <a:gd name="connsiteY376" fmla="*/ 0 h 924402"/>
              <a:gd name="connsiteX377" fmla="*/ 2786473 w 4603109"/>
              <a:gd name="connsiteY377" fmla="*/ 0 h 924402"/>
              <a:gd name="connsiteX378" fmla="*/ 2793229 w 4603109"/>
              <a:gd name="connsiteY378" fmla="*/ 0 h 924402"/>
              <a:gd name="connsiteX379" fmla="*/ 2799367 w 4603109"/>
              <a:gd name="connsiteY379" fmla="*/ 0 h 924402"/>
              <a:gd name="connsiteX380" fmla="*/ 2813506 w 4603109"/>
              <a:gd name="connsiteY380" fmla="*/ 0 h 924402"/>
              <a:gd name="connsiteX381" fmla="*/ 2820311 w 4603109"/>
              <a:gd name="connsiteY381" fmla="*/ 0 h 924402"/>
              <a:gd name="connsiteX382" fmla="*/ 2827893 w 4603109"/>
              <a:gd name="connsiteY382" fmla="*/ 0 h 924402"/>
              <a:gd name="connsiteX383" fmla="*/ 2827940 w 4603109"/>
              <a:gd name="connsiteY383" fmla="*/ 0 h 924402"/>
              <a:gd name="connsiteX384" fmla="*/ 2829431 w 4603109"/>
              <a:gd name="connsiteY384" fmla="*/ 0 h 924402"/>
              <a:gd name="connsiteX385" fmla="*/ 2829978 w 4603109"/>
              <a:gd name="connsiteY385" fmla="*/ 0 h 924402"/>
              <a:gd name="connsiteX386" fmla="*/ 2852058 w 4603109"/>
              <a:gd name="connsiteY386" fmla="*/ 0 h 924402"/>
              <a:gd name="connsiteX387" fmla="*/ 2857060 w 4603109"/>
              <a:gd name="connsiteY387" fmla="*/ 0 h 924402"/>
              <a:gd name="connsiteX388" fmla="*/ 2857958 w 4603109"/>
              <a:gd name="connsiteY388" fmla="*/ 0 h 924402"/>
              <a:gd name="connsiteX389" fmla="*/ 2871601 w 4603109"/>
              <a:gd name="connsiteY389" fmla="*/ 0 h 924402"/>
              <a:gd name="connsiteX390" fmla="*/ 2882123 w 4603109"/>
              <a:gd name="connsiteY390" fmla="*/ 0 h 924402"/>
              <a:gd name="connsiteX391" fmla="*/ 2894046 w 4603109"/>
              <a:gd name="connsiteY391" fmla="*/ 0 h 924402"/>
              <a:gd name="connsiteX392" fmla="*/ 2903496 w 4603109"/>
              <a:gd name="connsiteY392" fmla="*/ 0 h 924402"/>
              <a:gd name="connsiteX393" fmla="*/ 2911211 w 4603109"/>
              <a:gd name="connsiteY393" fmla="*/ 0 h 924402"/>
              <a:gd name="connsiteX394" fmla="*/ 2914242 w 4603109"/>
              <a:gd name="connsiteY394" fmla="*/ 0 h 924402"/>
              <a:gd name="connsiteX395" fmla="*/ 2914461 w 4603109"/>
              <a:gd name="connsiteY395" fmla="*/ 0 h 924402"/>
              <a:gd name="connsiteX396" fmla="*/ 2924111 w 4603109"/>
              <a:gd name="connsiteY396" fmla="*/ 0 h 924402"/>
              <a:gd name="connsiteX397" fmla="*/ 2927136 w 4603109"/>
              <a:gd name="connsiteY397" fmla="*/ 0 h 924402"/>
              <a:gd name="connsiteX398" fmla="*/ 2933561 w 4603109"/>
              <a:gd name="connsiteY398" fmla="*/ 0 h 924402"/>
              <a:gd name="connsiteX399" fmla="*/ 2939580 w 4603109"/>
              <a:gd name="connsiteY399" fmla="*/ 0 h 924402"/>
              <a:gd name="connsiteX400" fmla="*/ 2941275 w 4603109"/>
              <a:gd name="connsiteY400" fmla="*/ 0 h 924402"/>
              <a:gd name="connsiteX401" fmla="*/ 2941543 w 4603109"/>
              <a:gd name="connsiteY401" fmla="*/ 0 h 924402"/>
              <a:gd name="connsiteX402" fmla="*/ 2945586 w 4603109"/>
              <a:gd name="connsiteY402" fmla="*/ 0 h 924402"/>
              <a:gd name="connsiteX403" fmla="*/ 2950032 w 4603109"/>
              <a:gd name="connsiteY403" fmla="*/ 0 h 924402"/>
              <a:gd name="connsiteX404" fmla="*/ 2955662 w 4603109"/>
              <a:gd name="connsiteY404" fmla="*/ 0 h 924402"/>
              <a:gd name="connsiteX405" fmla="*/ 2955709 w 4603109"/>
              <a:gd name="connsiteY405" fmla="*/ 0 h 924402"/>
              <a:gd name="connsiteX406" fmla="*/ 2957200 w 4603109"/>
              <a:gd name="connsiteY406" fmla="*/ 0 h 924402"/>
              <a:gd name="connsiteX407" fmla="*/ 2957747 w 4603109"/>
              <a:gd name="connsiteY407" fmla="*/ 0 h 924402"/>
              <a:gd name="connsiteX408" fmla="*/ 2968152 w 4603109"/>
              <a:gd name="connsiteY408" fmla="*/ 0 h 924402"/>
              <a:gd name="connsiteX409" fmla="*/ 2969644 w 4603109"/>
              <a:gd name="connsiteY409" fmla="*/ 0 h 924402"/>
              <a:gd name="connsiteX410" fmla="*/ 2972667 w 4603109"/>
              <a:gd name="connsiteY410" fmla="*/ 0 h 924402"/>
              <a:gd name="connsiteX411" fmla="*/ 2977114 w 4603109"/>
              <a:gd name="connsiteY411" fmla="*/ 0 h 924402"/>
              <a:gd name="connsiteX412" fmla="*/ 2984829 w 4603109"/>
              <a:gd name="connsiteY412" fmla="*/ 0 h 924402"/>
              <a:gd name="connsiteX413" fmla="*/ 2985727 w 4603109"/>
              <a:gd name="connsiteY413" fmla="*/ 0 h 924402"/>
              <a:gd name="connsiteX414" fmla="*/ 2999370 w 4603109"/>
              <a:gd name="connsiteY414" fmla="*/ 0 h 924402"/>
              <a:gd name="connsiteX415" fmla="*/ 3021815 w 4603109"/>
              <a:gd name="connsiteY415" fmla="*/ 0 h 924402"/>
              <a:gd name="connsiteX416" fmla="*/ 3031265 w 4603109"/>
              <a:gd name="connsiteY416" fmla="*/ 0 h 924402"/>
              <a:gd name="connsiteX417" fmla="*/ 3042230 w 4603109"/>
              <a:gd name="connsiteY417" fmla="*/ 0 h 924402"/>
              <a:gd name="connsiteX418" fmla="*/ 3044946 w 4603109"/>
              <a:gd name="connsiteY418" fmla="*/ 0 h 924402"/>
              <a:gd name="connsiteX419" fmla="*/ 3051880 w 4603109"/>
              <a:gd name="connsiteY419" fmla="*/ 0 h 924402"/>
              <a:gd name="connsiteX420" fmla="*/ 3061330 w 4603109"/>
              <a:gd name="connsiteY420" fmla="*/ 0 h 924402"/>
              <a:gd name="connsiteX421" fmla="*/ 3067349 w 4603109"/>
              <a:gd name="connsiteY421" fmla="*/ 0 h 924402"/>
              <a:gd name="connsiteX422" fmla="*/ 3069312 w 4603109"/>
              <a:gd name="connsiteY422" fmla="*/ 0 h 924402"/>
              <a:gd name="connsiteX423" fmla="*/ 3073355 w 4603109"/>
              <a:gd name="connsiteY423" fmla="*/ 0 h 924402"/>
              <a:gd name="connsiteX424" fmla="*/ 3073518 w 4603109"/>
              <a:gd name="connsiteY424" fmla="*/ 0 h 924402"/>
              <a:gd name="connsiteX425" fmla="*/ 3075011 w 4603109"/>
              <a:gd name="connsiteY425" fmla="*/ 0 h 924402"/>
              <a:gd name="connsiteX426" fmla="*/ 3077801 w 4603109"/>
              <a:gd name="connsiteY426" fmla="*/ 0 h 924402"/>
              <a:gd name="connsiteX427" fmla="*/ 3095921 w 4603109"/>
              <a:gd name="connsiteY427" fmla="*/ 0 h 924402"/>
              <a:gd name="connsiteX428" fmla="*/ 3097413 w 4603109"/>
              <a:gd name="connsiteY428" fmla="*/ 0 h 924402"/>
              <a:gd name="connsiteX429" fmla="*/ 3100436 w 4603109"/>
              <a:gd name="connsiteY429" fmla="*/ 0 h 924402"/>
              <a:gd name="connsiteX430" fmla="*/ 3103552 w 4603109"/>
              <a:gd name="connsiteY430" fmla="*/ 0 h 924402"/>
              <a:gd name="connsiteX431" fmla="*/ 3104883 w 4603109"/>
              <a:gd name="connsiteY431" fmla="*/ 0 h 924402"/>
              <a:gd name="connsiteX432" fmla="*/ 3120023 w 4603109"/>
              <a:gd name="connsiteY432" fmla="*/ 0 h 924402"/>
              <a:gd name="connsiteX433" fmla="*/ 3120445 w 4603109"/>
              <a:gd name="connsiteY433" fmla="*/ 0 h 924402"/>
              <a:gd name="connsiteX434" fmla="*/ 3149018 w 4603109"/>
              <a:gd name="connsiteY434" fmla="*/ 0 h 924402"/>
              <a:gd name="connsiteX435" fmla="*/ 3150088 w 4603109"/>
              <a:gd name="connsiteY435" fmla="*/ 0 h 924402"/>
              <a:gd name="connsiteX436" fmla="*/ 3150509 w 4603109"/>
              <a:gd name="connsiteY436" fmla="*/ 0 h 924402"/>
              <a:gd name="connsiteX437" fmla="*/ 3171054 w 4603109"/>
              <a:gd name="connsiteY437" fmla="*/ 0 h 924402"/>
              <a:gd name="connsiteX438" fmla="*/ 3172715 w 4603109"/>
              <a:gd name="connsiteY438" fmla="*/ 0 h 924402"/>
              <a:gd name="connsiteX439" fmla="*/ 3199627 w 4603109"/>
              <a:gd name="connsiteY439" fmla="*/ 0 h 924402"/>
              <a:gd name="connsiteX440" fmla="*/ 3201119 w 4603109"/>
              <a:gd name="connsiteY440" fmla="*/ 0 h 924402"/>
              <a:gd name="connsiteX441" fmla="*/ 3201287 w 4603109"/>
              <a:gd name="connsiteY441" fmla="*/ 0 h 924402"/>
              <a:gd name="connsiteX442" fmla="*/ 3201751 w 4603109"/>
              <a:gd name="connsiteY442" fmla="*/ 0 h 924402"/>
              <a:gd name="connsiteX443" fmla="*/ 3202780 w 4603109"/>
              <a:gd name="connsiteY443" fmla="*/ 0 h 924402"/>
              <a:gd name="connsiteX444" fmla="*/ 3217515 w 4603109"/>
              <a:gd name="connsiteY444" fmla="*/ 0 h 924402"/>
              <a:gd name="connsiteX445" fmla="*/ 3224152 w 4603109"/>
              <a:gd name="connsiteY445" fmla="*/ 0 h 924402"/>
              <a:gd name="connsiteX446" fmla="*/ 3230324 w 4603109"/>
              <a:gd name="connsiteY446" fmla="*/ 0 h 924402"/>
              <a:gd name="connsiteX447" fmla="*/ 3231321 w 4603109"/>
              <a:gd name="connsiteY447" fmla="*/ 0 h 924402"/>
              <a:gd name="connsiteX448" fmla="*/ 3231816 w 4603109"/>
              <a:gd name="connsiteY448" fmla="*/ 0 h 924402"/>
              <a:gd name="connsiteX449" fmla="*/ 3243763 w 4603109"/>
              <a:gd name="connsiteY449" fmla="*/ 0 h 924402"/>
              <a:gd name="connsiteX450" fmla="*/ 3246088 w 4603109"/>
              <a:gd name="connsiteY450" fmla="*/ 0 h 924402"/>
              <a:gd name="connsiteX451" fmla="*/ 3247580 w 4603109"/>
              <a:gd name="connsiteY451" fmla="*/ 0 h 924402"/>
              <a:gd name="connsiteX452" fmla="*/ 3247792 w 4603109"/>
              <a:gd name="connsiteY452" fmla="*/ 0 h 924402"/>
              <a:gd name="connsiteX453" fmla="*/ 3248214 w 4603109"/>
              <a:gd name="connsiteY453" fmla="*/ 0 h 924402"/>
              <a:gd name="connsiteX454" fmla="*/ 3252725 w 4603109"/>
              <a:gd name="connsiteY454" fmla="*/ 0 h 924402"/>
              <a:gd name="connsiteX455" fmla="*/ 3254217 w 4603109"/>
              <a:gd name="connsiteY455" fmla="*/ 0 h 924402"/>
              <a:gd name="connsiteX456" fmla="*/ 3260235 w 4603109"/>
              <a:gd name="connsiteY456" fmla="*/ 0 h 924402"/>
              <a:gd name="connsiteX457" fmla="*/ 3276787 w 4603109"/>
              <a:gd name="connsiteY457" fmla="*/ 0 h 924402"/>
              <a:gd name="connsiteX458" fmla="*/ 3277857 w 4603109"/>
              <a:gd name="connsiteY458" fmla="*/ 0 h 924402"/>
              <a:gd name="connsiteX459" fmla="*/ 3278278 w 4603109"/>
              <a:gd name="connsiteY459" fmla="*/ 0 h 924402"/>
              <a:gd name="connsiteX460" fmla="*/ 3290300 w 4603109"/>
              <a:gd name="connsiteY460" fmla="*/ 0 h 924402"/>
              <a:gd name="connsiteX461" fmla="*/ 3298823 w 4603109"/>
              <a:gd name="connsiteY461" fmla="*/ 0 h 924402"/>
              <a:gd name="connsiteX462" fmla="*/ 3327396 w 4603109"/>
              <a:gd name="connsiteY462" fmla="*/ 0 h 924402"/>
              <a:gd name="connsiteX463" fmla="*/ 3328888 w 4603109"/>
              <a:gd name="connsiteY463" fmla="*/ 0 h 924402"/>
              <a:gd name="connsiteX464" fmla="*/ 3329520 w 4603109"/>
              <a:gd name="connsiteY464" fmla="*/ 0 h 924402"/>
              <a:gd name="connsiteX465" fmla="*/ 3345284 w 4603109"/>
              <a:gd name="connsiteY465" fmla="*/ 0 h 924402"/>
              <a:gd name="connsiteX466" fmla="*/ 3349129 w 4603109"/>
              <a:gd name="connsiteY466" fmla="*/ 0 h 924402"/>
              <a:gd name="connsiteX467" fmla="*/ 3351921 w 4603109"/>
              <a:gd name="connsiteY467" fmla="*/ 0 h 924402"/>
              <a:gd name="connsiteX468" fmla="*/ 3358093 w 4603109"/>
              <a:gd name="connsiteY468" fmla="*/ 0 h 924402"/>
              <a:gd name="connsiteX469" fmla="*/ 3359585 w 4603109"/>
              <a:gd name="connsiteY469" fmla="*/ 0 h 924402"/>
              <a:gd name="connsiteX470" fmla="*/ 3371532 w 4603109"/>
              <a:gd name="connsiteY470" fmla="*/ 0 h 924402"/>
              <a:gd name="connsiteX471" fmla="*/ 3373857 w 4603109"/>
              <a:gd name="connsiteY471" fmla="*/ 0 h 924402"/>
              <a:gd name="connsiteX472" fmla="*/ 3375349 w 4603109"/>
              <a:gd name="connsiteY472" fmla="*/ 0 h 924402"/>
              <a:gd name="connsiteX473" fmla="*/ 3380494 w 4603109"/>
              <a:gd name="connsiteY473" fmla="*/ 0 h 924402"/>
              <a:gd name="connsiteX474" fmla="*/ 3381986 w 4603109"/>
              <a:gd name="connsiteY474" fmla="*/ 0 h 924402"/>
              <a:gd name="connsiteX475" fmla="*/ 3388004 w 4603109"/>
              <a:gd name="connsiteY475" fmla="*/ 0 h 924402"/>
              <a:gd name="connsiteX476" fmla="*/ 3408282 w 4603109"/>
              <a:gd name="connsiteY476" fmla="*/ 0 h 924402"/>
              <a:gd name="connsiteX477" fmla="*/ 3418069 w 4603109"/>
              <a:gd name="connsiteY477" fmla="*/ 0 h 924402"/>
              <a:gd name="connsiteX478" fmla="*/ 3424207 w 4603109"/>
              <a:gd name="connsiteY478" fmla="*/ 0 h 924402"/>
              <a:gd name="connsiteX479" fmla="*/ 3424753 w 4603109"/>
              <a:gd name="connsiteY479" fmla="*/ 0 h 924402"/>
              <a:gd name="connsiteX480" fmla="*/ 3452733 w 4603109"/>
              <a:gd name="connsiteY480" fmla="*/ 0 h 924402"/>
              <a:gd name="connsiteX481" fmla="*/ 3454818 w 4603109"/>
              <a:gd name="connsiteY481" fmla="*/ 0 h 924402"/>
              <a:gd name="connsiteX482" fmla="*/ 3476898 w 4603109"/>
              <a:gd name="connsiteY482" fmla="*/ 0 h 924402"/>
              <a:gd name="connsiteX483" fmla="*/ 3496441 w 4603109"/>
              <a:gd name="connsiteY483" fmla="*/ 0 h 924402"/>
              <a:gd name="connsiteX484" fmla="*/ 3509236 w 4603109"/>
              <a:gd name="connsiteY484" fmla="*/ 0 h 924402"/>
              <a:gd name="connsiteX485" fmla="*/ 3518886 w 4603109"/>
              <a:gd name="connsiteY485" fmla="*/ 0 h 924402"/>
              <a:gd name="connsiteX486" fmla="*/ 3528336 w 4603109"/>
              <a:gd name="connsiteY486" fmla="*/ 0 h 924402"/>
              <a:gd name="connsiteX487" fmla="*/ 3536051 w 4603109"/>
              <a:gd name="connsiteY487" fmla="*/ 0 h 924402"/>
              <a:gd name="connsiteX488" fmla="*/ 3539301 w 4603109"/>
              <a:gd name="connsiteY488" fmla="*/ 0 h 924402"/>
              <a:gd name="connsiteX489" fmla="*/ 3540361 w 4603109"/>
              <a:gd name="connsiteY489" fmla="*/ 0 h 924402"/>
              <a:gd name="connsiteX490" fmla="*/ 3544807 w 4603109"/>
              <a:gd name="connsiteY490" fmla="*/ 0 h 924402"/>
              <a:gd name="connsiteX491" fmla="*/ 3551976 w 4603109"/>
              <a:gd name="connsiteY491" fmla="*/ 0 h 924402"/>
              <a:gd name="connsiteX492" fmla="*/ 3552522 w 4603109"/>
              <a:gd name="connsiteY492" fmla="*/ 0 h 924402"/>
              <a:gd name="connsiteX493" fmla="*/ 3564420 w 4603109"/>
              <a:gd name="connsiteY493" fmla="*/ 0 h 924402"/>
              <a:gd name="connsiteX494" fmla="*/ 3570426 w 4603109"/>
              <a:gd name="connsiteY494" fmla="*/ 0 h 924402"/>
              <a:gd name="connsiteX495" fmla="*/ 3574872 w 4603109"/>
              <a:gd name="connsiteY495" fmla="*/ 0 h 924402"/>
              <a:gd name="connsiteX496" fmla="*/ 3580502 w 4603109"/>
              <a:gd name="connsiteY496" fmla="*/ 0 h 924402"/>
              <a:gd name="connsiteX497" fmla="*/ 3582587 w 4603109"/>
              <a:gd name="connsiteY497" fmla="*/ 0 h 924402"/>
              <a:gd name="connsiteX498" fmla="*/ 3624210 w 4603109"/>
              <a:gd name="connsiteY498" fmla="*/ 0 h 924402"/>
              <a:gd name="connsiteX499" fmla="*/ 3637005 w 4603109"/>
              <a:gd name="connsiteY499" fmla="*/ 0 h 924402"/>
              <a:gd name="connsiteX500" fmla="*/ 3646655 w 4603109"/>
              <a:gd name="connsiteY500" fmla="*/ 0 h 924402"/>
              <a:gd name="connsiteX501" fmla="*/ 3656105 w 4603109"/>
              <a:gd name="connsiteY501" fmla="*/ 0 h 924402"/>
              <a:gd name="connsiteX502" fmla="*/ 3667070 w 4603109"/>
              <a:gd name="connsiteY502" fmla="*/ 0 h 924402"/>
              <a:gd name="connsiteX503" fmla="*/ 3668130 w 4603109"/>
              <a:gd name="connsiteY503" fmla="*/ 0 h 924402"/>
              <a:gd name="connsiteX504" fmla="*/ 3669786 w 4603109"/>
              <a:gd name="connsiteY504" fmla="*/ 0 h 924402"/>
              <a:gd name="connsiteX505" fmla="*/ 3672576 w 4603109"/>
              <a:gd name="connsiteY505" fmla="*/ 0 h 924402"/>
              <a:gd name="connsiteX506" fmla="*/ 3692189 w 4603109"/>
              <a:gd name="connsiteY506" fmla="*/ 0 h 924402"/>
              <a:gd name="connsiteX507" fmla="*/ 3698195 w 4603109"/>
              <a:gd name="connsiteY507" fmla="*/ 0 h 924402"/>
              <a:gd name="connsiteX508" fmla="*/ 3702641 w 4603109"/>
              <a:gd name="connsiteY508" fmla="*/ 0 h 924402"/>
              <a:gd name="connsiteX509" fmla="*/ 3744863 w 4603109"/>
              <a:gd name="connsiteY509" fmla="*/ 0 h 924402"/>
              <a:gd name="connsiteX510" fmla="*/ 3745285 w 4603109"/>
              <a:gd name="connsiteY510" fmla="*/ 0 h 924402"/>
              <a:gd name="connsiteX511" fmla="*/ 3795894 w 4603109"/>
              <a:gd name="connsiteY511" fmla="*/ 0 h 924402"/>
              <a:gd name="connsiteX512" fmla="*/ 3797555 w 4603109"/>
              <a:gd name="connsiteY512" fmla="*/ 0 h 924402"/>
              <a:gd name="connsiteX513" fmla="*/ 3826591 w 4603109"/>
              <a:gd name="connsiteY513" fmla="*/ 0 h 924402"/>
              <a:gd name="connsiteX514" fmla="*/ 3842355 w 4603109"/>
              <a:gd name="connsiteY514" fmla="*/ 0 h 924402"/>
              <a:gd name="connsiteX515" fmla="*/ 3848992 w 4603109"/>
              <a:gd name="connsiteY515" fmla="*/ 0 h 924402"/>
              <a:gd name="connsiteX516" fmla="*/ 3872632 w 4603109"/>
              <a:gd name="connsiteY516" fmla="*/ 0 h 924402"/>
              <a:gd name="connsiteX517" fmla="*/ 3873054 w 4603109"/>
              <a:gd name="connsiteY517" fmla="*/ 0 h 924402"/>
              <a:gd name="connsiteX518" fmla="*/ 3885075 w 4603109"/>
              <a:gd name="connsiteY518" fmla="*/ 0 h 924402"/>
              <a:gd name="connsiteX519" fmla="*/ 3923663 w 4603109"/>
              <a:gd name="connsiteY519" fmla="*/ 0 h 924402"/>
              <a:gd name="connsiteX520" fmla="*/ 3954360 w 4603109"/>
              <a:gd name="connsiteY520" fmla="*/ 0 h 924402"/>
              <a:gd name="connsiteX521" fmla="*/ 3970124 w 4603109"/>
              <a:gd name="connsiteY521" fmla="*/ 0 h 924402"/>
              <a:gd name="connsiteX522" fmla="*/ 3976761 w 4603109"/>
              <a:gd name="connsiteY522" fmla="*/ 0 h 924402"/>
              <a:gd name="connsiteX523" fmla="*/ 4012844 w 4603109"/>
              <a:gd name="connsiteY523" fmla="*/ 0 h 924402"/>
              <a:gd name="connsiteX524" fmla="*/ 4049593 w 4603109"/>
              <a:gd name="connsiteY524" fmla="*/ 0 h 924402"/>
              <a:gd name="connsiteX525" fmla="*/ 4169647 w 4603109"/>
              <a:gd name="connsiteY525" fmla="*/ 0 h 924402"/>
              <a:gd name="connsiteX526" fmla="*/ 4177362 w 4603109"/>
              <a:gd name="connsiteY526" fmla="*/ 0 h 924402"/>
              <a:gd name="connsiteX527" fmla="*/ 4297416 w 4603109"/>
              <a:gd name="connsiteY527" fmla="*/ 0 h 924402"/>
              <a:gd name="connsiteX528" fmla="*/ 4379339 w 4603109"/>
              <a:gd name="connsiteY528" fmla="*/ 47054 h 924402"/>
              <a:gd name="connsiteX529" fmla="*/ 4591731 w 4603109"/>
              <a:gd name="connsiteY529" fmla="*/ 415146 h 924402"/>
              <a:gd name="connsiteX530" fmla="*/ 4591731 w 4603109"/>
              <a:gd name="connsiteY530" fmla="*/ 509257 h 924402"/>
              <a:gd name="connsiteX531" fmla="*/ 4379339 w 4603109"/>
              <a:gd name="connsiteY531" fmla="*/ 877348 h 924402"/>
              <a:gd name="connsiteX532" fmla="*/ 4297416 w 4603109"/>
              <a:gd name="connsiteY532" fmla="*/ 924402 h 924402"/>
              <a:gd name="connsiteX533" fmla="*/ 4169647 w 4603109"/>
              <a:gd name="connsiteY533" fmla="*/ 924402 h 924402"/>
              <a:gd name="connsiteX534" fmla="*/ 3976761 w 4603109"/>
              <a:gd name="connsiteY534" fmla="*/ 924402 h 924402"/>
              <a:gd name="connsiteX535" fmla="*/ 3872632 w 4603109"/>
              <a:gd name="connsiteY535" fmla="*/ 924402 h 924402"/>
              <a:gd name="connsiteX536" fmla="*/ 3848992 w 4603109"/>
              <a:gd name="connsiteY536" fmla="*/ 924402 h 924402"/>
              <a:gd name="connsiteX537" fmla="*/ 3744863 w 4603109"/>
              <a:gd name="connsiteY537" fmla="*/ 924402 h 924402"/>
              <a:gd name="connsiteX538" fmla="*/ 3702641 w 4603109"/>
              <a:gd name="connsiteY538" fmla="*/ 924402 h 924402"/>
              <a:gd name="connsiteX539" fmla="*/ 3672576 w 4603109"/>
              <a:gd name="connsiteY539" fmla="*/ 924402 h 924402"/>
              <a:gd name="connsiteX540" fmla="*/ 3656105 w 4603109"/>
              <a:gd name="connsiteY540" fmla="*/ 924402 h 924402"/>
              <a:gd name="connsiteX541" fmla="*/ 3574872 w 4603109"/>
              <a:gd name="connsiteY541" fmla="*/ 924402 h 924402"/>
              <a:gd name="connsiteX542" fmla="*/ 3551976 w 4603109"/>
              <a:gd name="connsiteY542" fmla="*/ 924402 h 924402"/>
              <a:gd name="connsiteX543" fmla="*/ 3544807 w 4603109"/>
              <a:gd name="connsiteY543" fmla="*/ 924402 h 924402"/>
              <a:gd name="connsiteX544" fmla="*/ 3528336 w 4603109"/>
              <a:gd name="connsiteY544" fmla="*/ 924402 h 924402"/>
              <a:gd name="connsiteX545" fmla="*/ 3424207 w 4603109"/>
              <a:gd name="connsiteY545" fmla="*/ 924402 h 924402"/>
              <a:gd name="connsiteX546" fmla="*/ 3381986 w 4603109"/>
              <a:gd name="connsiteY546" fmla="*/ 924402 h 924402"/>
              <a:gd name="connsiteX547" fmla="*/ 3380494 w 4603109"/>
              <a:gd name="connsiteY547" fmla="*/ 924402 h 924402"/>
              <a:gd name="connsiteX548" fmla="*/ 3351921 w 4603109"/>
              <a:gd name="connsiteY548" fmla="*/ 924402 h 924402"/>
              <a:gd name="connsiteX549" fmla="*/ 3277857 w 4603109"/>
              <a:gd name="connsiteY549" fmla="*/ 924402 h 924402"/>
              <a:gd name="connsiteX550" fmla="*/ 3254217 w 4603109"/>
              <a:gd name="connsiteY550" fmla="*/ 924402 h 924402"/>
              <a:gd name="connsiteX551" fmla="*/ 3252725 w 4603109"/>
              <a:gd name="connsiteY551" fmla="*/ 924402 h 924402"/>
              <a:gd name="connsiteX552" fmla="*/ 3247792 w 4603109"/>
              <a:gd name="connsiteY552" fmla="*/ 924402 h 924402"/>
              <a:gd name="connsiteX553" fmla="*/ 3231321 w 4603109"/>
              <a:gd name="connsiteY553" fmla="*/ 924402 h 924402"/>
              <a:gd name="connsiteX554" fmla="*/ 3224152 w 4603109"/>
              <a:gd name="connsiteY554" fmla="*/ 924402 h 924402"/>
              <a:gd name="connsiteX555" fmla="*/ 3150088 w 4603109"/>
              <a:gd name="connsiteY555" fmla="*/ 924402 h 924402"/>
              <a:gd name="connsiteX556" fmla="*/ 3120023 w 4603109"/>
              <a:gd name="connsiteY556" fmla="*/ 924402 h 924402"/>
              <a:gd name="connsiteX557" fmla="*/ 3104883 w 4603109"/>
              <a:gd name="connsiteY557" fmla="*/ 924402 h 924402"/>
              <a:gd name="connsiteX558" fmla="*/ 3103552 w 4603109"/>
              <a:gd name="connsiteY558" fmla="*/ 924402 h 924402"/>
              <a:gd name="connsiteX559" fmla="*/ 3077801 w 4603109"/>
              <a:gd name="connsiteY559" fmla="*/ 924402 h 924402"/>
              <a:gd name="connsiteX560" fmla="*/ 3061330 w 4603109"/>
              <a:gd name="connsiteY560" fmla="*/ 924402 h 924402"/>
              <a:gd name="connsiteX561" fmla="*/ 3031265 w 4603109"/>
              <a:gd name="connsiteY561" fmla="*/ 924402 h 924402"/>
              <a:gd name="connsiteX562" fmla="*/ 2977114 w 4603109"/>
              <a:gd name="connsiteY562" fmla="*/ 924402 h 924402"/>
              <a:gd name="connsiteX563" fmla="*/ 2957200 w 4603109"/>
              <a:gd name="connsiteY563" fmla="*/ 924402 h 924402"/>
              <a:gd name="connsiteX564" fmla="*/ 2955709 w 4603109"/>
              <a:gd name="connsiteY564" fmla="*/ 924402 h 924402"/>
              <a:gd name="connsiteX565" fmla="*/ 2950032 w 4603109"/>
              <a:gd name="connsiteY565" fmla="*/ 924402 h 924402"/>
              <a:gd name="connsiteX566" fmla="*/ 2933561 w 4603109"/>
              <a:gd name="connsiteY566" fmla="*/ 924402 h 924402"/>
              <a:gd name="connsiteX567" fmla="*/ 2927136 w 4603109"/>
              <a:gd name="connsiteY567" fmla="*/ 924402 h 924402"/>
              <a:gd name="connsiteX568" fmla="*/ 2903496 w 4603109"/>
              <a:gd name="connsiteY568" fmla="*/ 924402 h 924402"/>
              <a:gd name="connsiteX569" fmla="*/ 2829431 w 4603109"/>
              <a:gd name="connsiteY569" fmla="*/ 924402 h 924402"/>
              <a:gd name="connsiteX570" fmla="*/ 2827940 w 4603109"/>
              <a:gd name="connsiteY570" fmla="*/ 924402 h 924402"/>
              <a:gd name="connsiteX571" fmla="*/ 2799367 w 4603109"/>
              <a:gd name="connsiteY571" fmla="*/ 924402 h 924402"/>
              <a:gd name="connsiteX572" fmla="*/ 2785719 w 4603109"/>
              <a:gd name="connsiteY572" fmla="*/ 924402 h 924402"/>
              <a:gd name="connsiteX573" fmla="*/ 2784228 w 4603109"/>
              <a:gd name="connsiteY573" fmla="*/ 924402 h 924402"/>
              <a:gd name="connsiteX574" fmla="*/ 2757146 w 4603109"/>
              <a:gd name="connsiteY574" fmla="*/ 924402 h 924402"/>
              <a:gd name="connsiteX575" fmla="*/ 2755654 w 4603109"/>
              <a:gd name="connsiteY575" fmla="*/ 924402 h 924402"/>
              <a:gd name="connsiteX576" fmla="*/ 2680098 w 4603109"/>
              <a:gd name="connsiteY576" fmla="*/ 924402 h 924402"/>
              <a:gd name="connsiteX577" fmla="*/ 2657950 w 4603109"/>
              <a:gd name="connsiteY577" fmla="*/ 924402 h 924402"/>
              <a:gd name="connsiteX578" fmla="*/ 2656459 w 4603109"/>
              <a:gd name="connsiteY578" fmla="*/ 924402 h 924402"/>
              <a:gd name="connsiteX579" fmla="*/ 2653017 w 4603109"/>
              <a:gd name="connsiteY579" fmla="*/ 924402 h 924402"/>
              <a:gd name="connsiteX580" fmla="*/ 2636545 w 4603109"/>
              <a:gd name="connsiteY580" fmla="*/ 924402 h 924402"/>
              <a:gd name="connsiteX581" fmla="*/ 2629377 w 4603109"/>
              <a:gd name="connsiteY581" fmla="*/ 924402 h 924402"/>
              <a:gd name="connsiteX582" fmla="*/ 2627885 w 4603109"/>
              <a:gd name="connsiteY582" fmla="*/ 924402 h 924402"/>
              <a:gd name="connsiteX583" fmla="*/ 2606481 w 4603109"/>
              <a:gd name="connsiteY583" fmla="*/ 924402 h 924402"/>
              <a:gd name="connsiteX584" fmla="*/ 2552329 w 4603109"/>
              <a:gd name="connsiteY584" fmla="*/ 924402 h 924402"/>
              <a:gd name="connsiteX585" fmla="*/ 2525248 w 4603109"/>
              <a:gd name="connsiteY585" fmla="*/ 924402 h 924402"/>
              <a:gd name="connsiteX586" fmla="*/ 2510108 w 4603109"/>
              <a:gd name="connsiteY586" fmla="*/ 924402 h 924402"/>
              <a:gd name="connsiteX587" fmla="*/ 2508776 w 4603109"/>
              <a:gd name="connsiteY587" fmla="*/ 924402 h 924402"/>
              <a:gd name="connsiteX588" fmla="*/ 2480043 w 4603109"/>
              <a:gd name="connsiteY588" fmla="*/ 924402 h 924402"/>
              <a:gd name="connsiteX589" fmla="*/ 2478712 w 4603109"/>
              <a:gd name="connsiteY589" fmla="*/ 924402 h 924402"/>
              <a:gd name="connsiteX590" fmla="*/ 2463572 w 4603109"/>
              <a:gd name="connsiteY590" fmla="*/ 924402 h 924402"/>
              <a:gd name="connsiteX591" fmla="*/ 2436490 w 4603109"/>
              <a:gd name="connsiteY591" fmla="*/ 924402 h 924402"/>
              <a:gd name="connsiteX592" fmla="*/ 2382339 w 4603109"/>
              <a:gd name="connsiteY592" fmla="*/ 924402 h 924402"/>
              <a:gd name="connsiteX593" fmla="*/ 2360934 w 4603109"/>
              <a:gd name="connsiteY593" fmla="*/ 924402 h 924402"/>
              <a:gd name="connsiteX594" fmla="*/ 2359443 w 4603109"/>
              <a:gd name="connsiteY594" fmla="*/ 924402 h 924402"/>
              <a:gd name="connsiteX595" fmla="*/ 2352274 w 4603109"/>
              <a:gd name="connsiteY595" fmla="*/ 924402 h 924402"/>
              <a:gd name="connsiteX596" fmla="*/ 2335803 w 4603109"/>
              <a:gd name="connsiteY596" fmla="*/ 924402 h 924402"/>
              <a:gd name="connsiteX597" fmla="*/ 2332360 w 4603109"/>
              <a:gd name="connsiteY597" fmla="*/ 924402 h 924402"/>
              <a:gd name="connsiteX598" fmla="*/ 2332328 w 4603109"/>
              <a:gd name="connsiteY598" fmla="*/ 924402 h 924402"/>
              <a:gd name="connsiteX599" fmla="*/ 2330869 w 4603109"/>
              <a:gd name="connsiteY599" fmla="*/ 924402 h 924402"/>
              <a:gd name="connsiteX600" fmla="*/ 2308721 w 4603109"/>
              <a:gd name="connsiteY600" fmla="*/ 924402 h 924402"/>
              <a:gd name="connsiteX601" fmla="*/ 2233165 w 4603109"/>
              <a:gd name="connsiteY601" fmla="*/ 924402 h 924402"/>
              <a:gd name="connsiteX602" fmla="*/ 2231674 w 4603109"/>
              <a:gd name="connsiteY602" fmla="*/ 924402 h 924402"/>
              <a:gd name="connsiteX603" fmla="*/ 2204591 w 4603109"/>
              <a:gd name="connsiteY603" fmla="*/ 924402 h 924402"/>
              <a:gd name="connsiteX604" fmla="*/ 2204559 w 4603109"/>
              <a:gd name="connsiteY604" fmla="*/ 924402 h 924402"/>
              <a:gd name="connsiteX605" fmla="*/ 2203100 w 4603109"/>
              <a:gd name="connsiteY605" fmla="*/ 924402 h 924402"/>
              <a:gd name="connsiteX606" fmla="*/ 2189452 w 4603109"/>
              <a:gd name="connsiteY606" fmla="*/ 924402 h 924402"/>
              <a:gd name="connsiteX607" fmla="*/ 2160879 w 4603109"/>
              <a:gd name="connsiteY607" fmla="*/ 924402 h 924402"/>
              <a:gd name="connsiteX608" fmla="*/ 2159388 w 4603109"/>
              <a:gd name="connsiteY608" fmla="*/ 924402 h 924402"/>
              <a:gd name="connsiteX609" fmla="*/ 2085323 w 4603109"/>
              <a:gd name="connsiteY609" fmla="*/ 924402 h 924402"/>
              <a:gd name="connsiteX610" fmla="*/ 2077294 w 4603109"/>
              <a:gd name="connsiteY610" fmla="*/ 924402 h 924402"/>
              <a:gd name="connsiteX611" fmla="*/ 2061683 w 4603109"/>
              <a:gd name="connsiteY611" fmla="*/ 924402 h 924402"/>
              <a:gd name="connsiteX612" fmla="*/ 2055258 w 4603109"/>
              <a:gd name="connsiteY612" fmla="*/ 924402 h 924402"/>
              <a:gd name="connsiteX613" fmla="*/ 2038787 w 4603109"/>
              <a:gd name="connsiteY613" fmla="*/ 924402 h 924402"/>
              <a:gd name="connsiteX614" fmla="*/ 2033110 w 4603109"/>
              <a:gd name="connsiteY614" fmla="*/ 924402 h 924402"/>
              <a:gd name="connsiteX615" fmla="*/ 2031619 w 4603109"/>
              <a:gd name="connsiteY615" fmla="*/ 924402 h 924402"/>
              <a:gd name="connsiteX616" fmla="*/ 2011705 w 4603109"/>
              <a:gd name="connsiteY616" fmla="*/ 924402 h 924402"/>
              <a:gd name="connsiteX617" fmla="*/ 1957554 w 4603109"/>
              <a:gd name="connsiteY617" fmla="*/ 924402 h 924402"/>
              <a:gd name="connsiteX618" fmla="*/ 1949525 w 4603109"/>
              <a:gd name="connsiteY618" fmla="*/ 924402 h 924402"/>
              <a:gd name="connsiteX619" fmla="*/ 1927489 w 4603109"/>
              <a:gd name="connsiteY619" fmla="*/ 924402 h 924402"/>
              <a:gd name="connsiteX620" fmla="*/ 1911018 w 4603109"/>
              <a:gd name="connsiteY620" fmla="*/ 924402 h 924402"/>
              <a:gd name="connsiteX621" fmla="*/ 1907543 w 4603109"/>
              <a:gd name="connsiteY621" fmla="*/ 924402 h 924402"/>
              <a:gd name="connsiteX622" fmla="*/ 1885268 w 4603109"/>
              <a:gd name="connsiteY622" fmla="*/ 924402 h 924402"/>
              <a:gd name="connsiteX623" fmla="*/ 1883936 w 4603109"/>
              <a:gd name="connsiteY623" fmla="*/ 924402 h 924402"/>
              <a:gd name="connsiteX624" fmla="*/ 1868796 w 4603109"/>
              <a:gd name="connsiteY624" fmla="*/ 924402 h 924402"/>
              <a:gd name="connsiteX625" fmla="*/ 1838732 w 4603109"/>
              <a:gd name="connsiteY625" fmla="*/ 924402 h 924402"/>
              <a:gd name="connsiteX626" fmla="*/ 1779774 w 4603109"/>
              <a:gd name="connsiteY626" fmla="*/ 924402 h 924402"/>
              <a:gd name="connsiteX627" fmla="*/ 1764668 w 4603109"/>
              <a:gd name="connsiteY627" fmla="*/ 924402 h 924402"/>
              <a:gd name="connsiteX628" fmla="*/ 1757499 w 4603109"/>
              <a:gd name="connsiteY628" fmla="*/ 924402 h 924402"/>
              <a:gd name="connsiteX629" fmla="*/ 1741027 w 4603109"/>
              <a:gd name="connsiteY629" fmla="*/ 924402 h 924402"/>
              <a:gd name="connsiteX630" fmla="*/ 1737552 w 4603109"/>
              <a:gd name="connsiteY630" fmla="*/ 924402 h 924402"/>
              <a:gd name="connsiteX631" fmla="*/ 1736094 w 4603109"/>
              <a:gd name="connsiteY631" fmla="*/ 924402 h 924402"/>
              <a:gd name="connsiteX632" fmla="*/ 1734603 w 4603109"/>
              <a:gd name="connsiteY632" fmla="*/ 924402 h 924402"/>
              <a:gd name="connsiteX633" fmla="*/ 1710963 w 4603109"/>
              <a:gd name="connsiteY633" fmla="*/ 924402 h 924402"/>
              <a:gd name="connsiteX634" fmla="*/ 1707488 w 4603109"/>
              <a:gd name="connsiteY634" fmla="*/ 924402 h 924402"/>
              <a:gd name="connsiteX635" fmla="*/ 1652509 w 4603109"/>
              <a:gd name="connsiteY635" fmla="*/ 924402 h 924402"/>
              <a:gd name="connsiteX636" fmla="*/ 1636899 w 4603109"/>
              <a:gd name="connsiteY636" fmla="*/ 924402 h 924402"/>
              <a:gd name="connsiteX637" fmla="*/ 1609783 w 4603109"/>
              <a:gd name="connsiteY637" fmla="*/ 924402 h 924402"/>
              <a:gd name="connsiteX638" fmla="*/ 1608325 w 4603109"/>
              <a:gd name="connsiteY638" fmla="*/ 924402 h 924402"/>
              <a:gd name="connsiteX639" fmla="*/ 1606834 w 4603109"/>
              <a:gd name="connsiteY639" fmla="*/ 924402 h 924402"/>
              <a:gd name="connsiteX640" fmla="*/ 1579719 w 4603109"/>
              <a:gd name="connsiteY640" fmla="*/ 924402 h 924402"/>
              <a:gd name="connsiteX641" fmla="*/ 1564612 w 4603109"/>
              <a:gd name="connsiteY641" fmla="*/ 924402 h 924402"/>
              <a:gd name="connsiteX642" fmla="*/ 1524740 w 4603109"/>
              <a:gd name="connsiteY642" fmla="*/ 924402 h 924402"/>
              <a:gd name="connsiteX643" fmla="*/ 1482518 w 4603109"/>
              <a:gd name="connsiteY643" fmla="*/ 924402 h 924402"/>
              <a:gd name="connsiteX644" fmla="*/ 1460483 w 4603109"/>
              <a:gd name="connsiteY644" fmla="*/ 924402 h 924402"/>
              <a:gd name="connsiteX645" fmla="*/ 1452454 w 4603109"/>
              <a:gd name="connsiteY645" fmla="*/ 924402 h 924402"/>
              <a:gd name="connsiteX646" fmla="*/ 1444011 w 4603109"/>
              <a:gd name="connsiteY646" fmla="*/ 924402 h 924402"/>
              <a:gd name="connsiteX647" fmla="*/ 1436843 w 4603109"/>
              <a:gd name="connsiteY647" fmla="*/ 924402 h 924402"/>
              <a:gd name="connsiteX648" fmla="*/ 1413947 w 4603109"/>
              <a:gd name="connsiteY648" fmla="*/ 924402 h 924402"/>
              <a:gd name="connsiteX649" fmla="*/ 1354749 w 4603109"/>
              <a:gd name="connsiteY649" fmla="*/ 924402 h 924402"/>
              <a:gd name="connsiteX650" fmla="*/ 1332714 w 4603109"/>
              <a:gd name="connsiteY650" fmla="*/ 924402 h 924402"/>
              <a:gd name="connsiteX651" fmla="*/ 1324685 w 4603109"/>
              <a:gd name="connsiteY651" fmla="*/ 924402 h 924402"/>
              <a:gd name="connsiteX652" fmla="*/ 1316242 w 4603109"/>
              <a:gd name="connsiteY652" fmla="*/ 924402 h 924402"/>
              <a:gd name="connsiteX653" fmla="*/ 1312767 w 4603109"/>
              <a:gd name="connsiteY653" fmla="*/ 924402 h 924402"/>
              <a:gd name="connsiteX654" fmla="*/ 1286178 w 4603109"/>
              <a:gd name="connsiteY654" fmla="*/ 924402 h 924402"/>
              <a:gd name="connsiteX655" fmla="*/ 1282703 w 4603109"/>
              <a:gd name="connsiteY655" fmla="*/ 924402 h 924402"/>
              <a:gd name="connsiteX656" fmla="*/ 1243956 w 4603109"/>
              <a:gd name="connsiteY656" fmla="*/ 924402 h 924402"/>
              <a:gd name="connsiteX657" fmla="*/ 1184998 w 4603109"/>
              <a:gd name="connsiteY657" fmla="*/ 924402 h 924402"/>
              <a:gd name="connsiteX658" fmla="*/ 1154934 w 4603109"/>
              <a:gd name="connsiteY658" fmla="*/ 924402 h 924402"/>
              <a:gd name="connsiteX659" fmla="*/ 1139828 w 4603109"/>
              <a:gd name="connsiteY659" fmla="*/ 924402 h 924402"/>
              <a:gd name="connsiteX660" fmla="*/ 1116187 w 4603109"/>
              <a:gd name="connsiteY660" fmla="*/ 924402 h 924402"/>
              <a:gd name="connsiteX661" fmla="*/ 1112712 w 4603109"/>
              <a:gd name="connsiteY661" fmla="*/ 924402 h 924402"/>
              <a:gd name="connsiteX662" fmla="*/ 1057734 w 4603109"/>
              <a:gd name="connsiteY662" fmla="*/ 924402 h 924402"/>
              <a:gd name="connsiteX663" fmla="*/ 1027669 w 4603109"/>
              <a:gd name="connsiteY663" fmla="*/ 924402 h 924402"/>
              <a:gd name="connsiteX664" fmla="*/ 1012059 w 4603109"/>
              <a:gd name="connsiteY664" fmla="*/ 924402 h 924402"/>
              <a:gd name="connsiteX665" fmla="*/ 984943 w 4603109"/>
              <a:gd name="connsiteY665" fmla="*/ 924402 h 924402"/>
              <a:gd name="connsiteX666" fmla="*/ 929965 w 4603109"/>
              <a:gd name="connsiteY666" fmla="*/ 924402 h 924402"/>
              <a:gd name="connsiteX667" fmla="*/ 899900 w 4603109"/>
              <a:gd name="connsiteY667" fmla="*/ 924402 h 924402"/>
              <a:gd name="connsiteX668" fmla="*/ 857678 w 4603109"/>
              <a:gd name="connsiteY668" fmla="*/ 924402 h 924402"/>
              <a:gd name="connsiteX669" fmla="*/ 819171 w 4603109"/>
              <a:gd name="connsiteY669" fmla="*/ 924402 h 924402"/>
              <a:gd name="connsiteX670" fmla="*/ 729909 w 4603109"/>
              <a:gd name="connsiteY670" fmla="*/ 924402 h 924402"/>
              <a:gd name="connsiteX671" fmla="*/ 691402 w 4603109"/>
              <a:gd name="connsiteY671" fmla="*/ 924402 h 924402"/>
              <a:gd name="connsiteX672" fmla="*/ 687927 w 4603109"/>
              <a:gd name="connsiteY672" fmla="*/ 924402 h 924402"/>
              <a:gd name="connsiteX673" fmla="*/ 560158 w 4603109"/>
              <a:gd name="connsiteY673" fmla="*/ 924402 h 924402"/>
              <a:gd name="connsiteX674" fmla="*/ 432894 w 4603109"/>
              <a:gd name="connsiteY674" fmla="*/ 924402 h 924402"/>
              <a:gd name="connsiteX675" fmla="*/ 305125 w 4603109"/>
              <a:gd name="connsiteY675" fmla="*/ 924402 h 924402"/>
              <a:gd name="connsiteX676" fmla="*/ 223202 w 4603109"/>
              <a:gd name="connsiteY676" fmla="*/ 877348 h 924402"/>
              <a:gd name="connsiteX677" fmla="*/ 10809 w 4603109"/>
              <a:gd name="connsiteY677" fmla="*/ 509257 h 924402"/>
              <a:gd name="connsiteX678" fmla="*/ 10809 w 4603109"/>
              <a:gd name="connsiteY678" fmla="*/ 415146 h 924402"/>
              <a:gd name="connsiteX679" fmla="*/ 223202 w 4603109"/>
              <a:gd name="connsiteY679" fmla="*/ 47054 h 924402"/>
              <a:gd name="connsiteX680" fmla="*/ 305125 w 4603109"/>
              <a:gd name="connsiteY680" fmla="*/ 0 h 92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Lst>
            <a:rect l="l" t="t" r="r" b="b"/>
            <a:pathLst>
              <a:path w="4603109" h="924402">
                <a:moveTo>
                  <a:pt x="305125" y="0"/>
                </a:moveTo>
                <a:lnTo>
                  <a:pt x="432894" y="0"/>
                </a:lnTo>
                <a:lnTo>
                  <a:pt x="445336" y="0"/>
                </a:lnTo>
                <a:cubicBezTo>
                  <a:pt x="485989" y="0"/>
                  <a:pt x="520835" y="0"/>
                  <a:pt x="550703" y="0"/>
                </a:cubicBezTo>
                <a:lnTo>
                  <a:pt x="560158" y="0"/>
                </a:lnTo>
                <a:lnTo>
                  <a:pt x="573105" y="0"/>
                </a:lnTo>
                <a:lnTo>
                  <a:pt x="626202" y="0"/>
                </a:lnTo>
                <a:cubicBezTo>
                  <a:pt x="646943" y="0"/>
                  <a:pt x="663537" y="0"/>
                  <a:pt x="676811" y="0"/>
                </a:cubicBezTo>
                <a:lnTo>
                  <a:pt x="678472" y="0"/>
                </a:lnTo>
                <a:lnTo>
                  <a:pt x="687927" y="0"/>
                </a:lnTo>
                <a:lnTo>
                  <a:pt x="691402" y="0"/>
                </a:lnTo>
                <a:lnTo>
                  <a:pt x="700371" y="0"/>
                </a:lnTo>
                <a:lnTo>
                  <a:pt x="707508" y="0"/>
                </a:lnTo>
                <a:cubicBezTo>
                  <a:pt x="729909" y="0"/>
                  <a:pt x="729909" y="0"/>
                  <a:pt x="729909" y="0"/>
                </a:cubicBezTo>
                <a:lnTo>
                  <a:pt x="753971" y="0"/>
                </a:lnTo>
                <a:lnTo>
                  <a:pt x="804580" y="0"/>
                </a:lnTo>
                <a:lnTo>
                  <a:pt x="805737" y="0"/>
                </a:lnTo>
                <a:lnTo>
                  <a:pt x="819171" y="0"/>
                </a:lnTo>
                <a:lnTo>
                  <a:pt x="828140" y="0"/>
                </a:lnTo>
                <a:lnTo>
                  <a:pt x="831615" y="0"/>
                </a:lnTo>
                <a:lnTo>
                  <a:pt x="835277" y="0"/>
                </a:lnTo>
                <a:lnTo>
                  <a:pt x="857678" y="0"/>
                </a:lnTo>
                <a:lnTo>
                  <a:pt x="864889" y="0"/>
                </a:lnTo>
                <a:lnTo>
                  <a:pt x="899900" y="0"/>
                </a:lnTo>
                <a:lnTo>
                  <a:pt x="909341" y="0"/>
                </a:lnTo>
                <a:lnTo>
                  <a:pt x="929965" y="0"/>
                </a:lnTo>
                <a:lnTo>
                  <a:pt x="933506" y="0"/>
                </a:lnTo>
                <a:lnTo>
                  <a:pt x="936982" y="0"/>
                </a:lnTo>
                <a:lnTo>
                  <a:pt x="959384" y="0"/>
                </a:lnTo>
                <a:lnTo>
                  <a:pt x="962542" y="0"/>
                </a:lnTo>
                <a:lnTo>
                  <a:pt x="984943" y="0"/>
                </a:lnTo>
                <a:lnTo>
                  <a:pt x="992658" y="0"/>
                </a:lnTo>
                <a:lnTo>
                  <a:pt x="1012059" y="0"/>
                </a:lnTo>
                <a:lnTo>
                  <a:pt x="1012480" y="0"/>
                </a:lnTo>
                <a:lnTo>
                  <a:pt x="1027669" y="0"/>
                </a:lnTo>
                <a:lnTo>
                  <a:pt x="1037110" y="0"/>
                </a:lnTo>
                <a:lnTo>
                  <a:pt x="1040112" y="0"/>
                </a:lnTo>
                <a:lnTo>
                  <a:pt x="1057734" y="0"/>
                </a:lnTo>
                <a:lnTo>
                  <a:pt x="1064751" y="0"/>
                </a:lnTo>
                <a:lnTo>
                  <a:pt x="1070177" y="0"/>
                </a:lnTo>
                <a:lnTo>
                  <a:pt x="1072436" y="0"/>
                </a:lnTo>
                <a:lnTo>
                  <a:pt x="1090311" y="0"/>
                </a:lnTo>
                <a:lnTo>
                  <a:pt x="1110718" y="0"/>
                </a:lnTo>
                <a:lnTo>
                  <a:pt x="1112712" y="0"/>
                </a:lnTo>
                <a:lnTo>
                  <a:pt x="1116187" y="0"/>
                </a:lnTo>
                <a:lnTo>
                  <a:pt x="1139828" y="0"/>
                </a:lnTo>
                <a:lnTo>
                  <a:pt x="1140249" y="0"/>
                </a:lnTo>
                <a:lnTo>
                  <a:pt x="1145480" y="0"/>
                </a:lnTo>
                <a:lnTo>
                  <a:pt x="1152270" y="0"/>
                </a:lnTo>
                <a:lnTo>
                  <a:pt x="1154934" y="0"/>
                </a:lnTo>
                <a:lnTo>
                  <a:pt x="1167881" y="0"/>
                </a:lnTo>
                <a:lnTo>
                  <a:pt x="1175544" y="0"/>
                </a:lnTo>
                <a:lnTo>
                  <a:pt x="1184998" y="0"/>
                </a:lnTo>
                <a:lnTo>
                  <a:pt x="1197946" y="0"/>
                </a:lnTo>
                <a:lnTo>
                  <a:pt x="1200205" y="0"/>
                </a:lnTo>
                <a:lnTo>
                  <a:pt x="1220978" y="0"/>
                </a:lnTo>
                <a:lnTo>
                  <a:pt x="1238487" y="0"/>
                </a:lnTo>
                <a:lnTo>
                  <a:pt x="1243956" y="0"/>
                </a:lnTo>
                <a:lnTo>
                  <a:pt x="1251042" y="0"/>
                </a:lnTo>
                <a:lnTo>
                  <a:pt x="1257637" y="0"/>
                </a:lnTo>
                <a:lnTo>
                  <a:pt x="1271587" y="0"/>
                </a:lnTo>
                <a:lnTo>
                  <a:pt x="1273249" y="0"/>
                </a:lnTo>
                <a:lnTo>
                  <a:pt x="1280039" y="0"/>
                </a:lnTo>
                <a:lnTo>
                  <a:pt x="1282703" y="0"/>
                </a:lnTo>
                <a:lnTo>
                  <a:pt x="1286178" y="0"/>
                </a:lnTo>
                <a:lnTo>
                  <a:pt x="1295146" y="0"/>
                </a:lnTo>
                <a:lnTo>
                  <a:pt x="1301651" y="0"/>
                </a:lnTo>
                <a:lnTo>
                  <a:pt x="1302284" y="0"/>
                </a:lnTo>
                <a:lnTo>
                  <a:pt x="1303313" y="0"/>
                </a:lnTo>
                <a:lnTo>
                  <a:pt x="1312767" y="0"/>
                </a:lnTo>
                <a:lnTo>
                  <a:pt x="1316242" y="0"/>
                </a:lnTo>
                <a:lnTo>
                  <a:pt x="1321886" y="0"/>
                </a:lnTo>
                <a:lnTo>
                  <a:pt x="1324685" y="0"/>
                </a:lnTo>
                <a:lnTo>
                  <a:pt x="1325211" y="0"/>
                </a:lnTo>
                <a:lnTo>
                  <a:pt x="1332348" y="0"/>
                </a:lnTo>
                <a:lnTo>
                  <a:pt x="1332714" y="0"/>
                </a:lnTo>
                <a:lnTo>
                  <a:pt x="1333135" y="0"/>
                </a:lnTo>
                <a:lnTo>
                  <a:pt x="1348747" y="0"/>
                </a:lnTo>
                <a:lnTo>
                  <a:pt x="1354749" y="0"/>
                </a:lnTo>
                <a:lnTo>
                  <a:pt x="1378811" y="0"/>
                </a:lnTo>
                <a:lnTo>
                  <a:pt x="1383745" y="0"/>
                </a:lnTo>
                <a:lnTo>
                  <a:pt x="1385406" y="0"/>
                </a:lnTo>
                <a:lnTo>
                  <a:pt x="1399356" y="0"/>
                </a:lnTo>
                <a:lnTo>
                  <a:pt x="1400513" y="0"/>
                </a:lnTo>
                <a:lnTo>
                  <a:pt x="1413947" y="0"/>
                </a:lnTo>
                <a:lnTo>
                  <a:pt x="1414442" y="0"/>
                </a:lnTo>
                <a:lnTo>
                  <a:pt x="1422915" y="0"/>
                </a:lnTo>
                <a:lnTo>
                  <a:pt x="1426390" y="0"/>
                </a:lnTo>
                <a:lnTo>
                  <a:pt x="1429420" y="0"/>
                </a:lnTo>
                <a:lnTo>
                  <a:pt x="1430053" y="0"/>
                </a:lnTo>
                <a:lnTo>
                  <a:pt x="1430206" y="0"/>
                </a:lnTo>
                <a:lnTo>
                  <a:pt x="1430577" y="0"/>
                </a:lnTo>
                <a:lnTo>
                  <a:pt x="1436843" y="0"/>
                </a:lnTo>
                <a:lnTo>
                  <a:pt x="1444011" y="0"/>
                </a:lnTo>
                <a:lnTo>
                  <a:pt x="1449655" y="0"/>
                </a:lnTo>
                <a:lnTo>
                  <a:pt x="1452454" y="0"/>
                </a:lnTo>
                <a:lnTo>
                  <a:pt x="1452980" y="0"/>
                </a:lnTo>
                <a:lnTo>
                  <a:pt x="1456455" y="0"/>
                </a:lnTo>
                <a:lnTo>
                  <a:pt x="1459664" y="0"/>
                </a:lnTo>
                <a:lnTo>
                  <a:pt x="1460117" y="0"/>
                </a:lnTo>
                <a:lnTo>
                  <a:pt x="1460483" y="0"/>
                </a:lnTo>
                <a:lnTo>
                  <a:pt x="1460904" y="0"/>
                </a:lnTo>
                <a:lnTo>
                  <a:pt x="1472926" y="0"/>
                </a:lnTo>
                <a:lnTo>
                  <a:pt x="1482518" y="0"/>
                </a:lnTo>
                <a:lnTo>
                  <a:pt x="1489729" y="0"/>
                </a:lnTo>
                <a:lnTo>
                  <a:pt x="1504116" y="0"/>
                </a:lnTo>
                <a:lnTo>
                  <a:pt x="1511514" y="0"/>
                </a:lnTo>
                <a:lnTo>
                  <a:pt x="1524740" y="0"/>
                </a:lnTo>
                <a:lnTo>
                  <a:pt x="1528282" y="0"/>
                </a:lnTo>
                <a:lnTo>
                  <a:pt x="1531757" y="0"/>
                </a:lnTo>
                <a:lnTo>
                  <a:pt x="1534181" y="0"/>
                </a:lnTo>
                <a:lnTo>
                  <a:pt x="1542211" y="0"/>
                </a:lnTo>
                <a:lnTo>
                  <a:pt x="1554159" y="0"/>
                </a:lnTo>
                <a:lnTo>
                  <a:pt x="1557318" y="0"/>
                </a:lnTo>
                <a:lnTo>
                  <a:pt x="1557975" y="0"/>
                </a:lnTo>
                <a:lnTo>
                  <a:pt x="1558346" y="0"/>
                </a:lnTo>
                <a:lnTo>
                  <a:pt x="1561822" y="0"/>
                </a:lnTo>
                <a:lnTo>
                  <a:pt x="1564612" y="0"/>
                </a:lnTo>
                <a:lnTo>
                  <a:pt x="1566857" y="0"/>
                </a:lnTo>
                <a:lnTo>
                  <a:pt x="1576919" y="0"/>
                </a:lnTo>
                <a:lnTo>
                  <a:pt x="1579719" y="0"/>
                </a:lnTo>
                <a:lnTo>
                  <a:pt x="1584224" y="0"/>
                </a:lnTo>
                <a:lnTo>
                  <a:pt x="1587382" y="0"/>
                </a:lnTo>
                <a:lnTo>
                  <a:pt x="1587433" y="0"/>
                </a:lnTo>
                <a:lnTo>
                  <a:pt x="1600695" y="0"/>
                </a:lnTo>
                <a:lnTo>
                  <a:pt x="1606834" y="0"/>
                </a:lnTo>
                <a:lnTo>
                  <a:pt x="1607256" y="0"/>
                </a:lnTo>
                <a:lnTo>
                  <a:pt x="1608325" y="0"/>
                </a:lnTo>
                <a:lnTo>
                  <a:pt x="1609783" y="0"/>
                </a:lnTo>
                <a:lnTo>
                  <a:pt x="1617498" y="0"/>
                </a:lnTo>
                <a:lnTo>
                  <a:pt x="1631885" y="0"/>
                </a:lnTo>
                <a:lnTo>
                  <a:pt x="1636899" y="0"/>
                </a:lnTo>
                <a:lnTo>
                  <a:pt x="1637320" y="0"/>
                </a:lnTo>
                <a:lnTo>
                  <a:pt x="1637445" y="0"/>
                </a:lnTo>
                <a:lnTo>
                  <a:pt x="1652509" y="0"/>
                </a:lnTo>
                <a:lnTo>
                  <a:pt x="1659526" y="0"/>
                </a:lnTo>
                <a:lnTo>
                  <a:pt x="1661950" y="0"/>
                </a:lnTo>
                <a:lnTo>
                  <a:pt x="1664952" y="0"/>
                </a:lnTo>
                <a:lnTo>
                  <a:pt x="1667212" y="0"/>
                </a:lnTo>
                <a:lnTo>
                  <a:pt x="1685087" y="0"/>
                </a:lnTo>
                <a:lnTo>
                  <a:pt x="1689591" y="0"/>
                </a:lnTo>
                <a:lnTo>
                  <a:pt x="1694626" y="0"/>
                </a:lnTo>
                <a:lnTo>
                  <a:pt x="1697276" y="0"/>
                </a:lnTo>
                <a:lnTo>
                  <a:pt x="1698000" y="0"/>
                </a:lnTo>
                <a:lnTo>
                  <a:pt x="1704688" y="0"/>
                </a:lnTo>
                <a:lnTo>
                  <a:pt x="1707488" y="0"/>
                </a:lnTo>
                <a:lnTo>
                  <a:pt x="1710963" y="0"/>
                </a:lnTo>
                <a:lnTo>
                  <a:pt x="1715151" y="0"/>
                </a:lnTo>
                <a:lnTo>
                  <a:pt x="1721928" y="0"/>
                </a:lnTo>
                <a:lnTo>
                  <a:pt x="1734603" y="0"/>
                </a:lnTo>
                <a:lnTo>
                  <a:pt x="1735025" y="0"/>
                </a:lnTo>
                <a:lnTo>
                  <a:pt x="1735558" y="0"/>
                </a:lnTo>
                <a:lnTo>
                  <a:pt x="1736094" y="0"/>
                </a:lnTo>
                <a:lnTo>
                  <a:pt x="1737552" y="0"/>
                </a:lnTo>
                <a:lnTo>
                  <a:pt x="1741027" y="0"/>
                </a:lnTo>
                <a:lnTo>
                  <a:pt x="1747046" y="0"/>
                </a:lnTo>
                <a:lnTo>
                  <a:pt x="1748537" y="0"/>
                </a:lnTo>
                <a:lnTo>
                  <a:pt x="1753052" y="0"/>
                </a:lnTo>
                <a:lnTo>
                  <a:pt x="1757499" y="0"/>
                </a:lnTo>
                <a:lnTo>
                  <a:pt x="1764668" y="0"/>
                </a:lnTo>
                <a:lnTo>
                  <a:pt x="1765089" y="0"/>
                </a:lnTo>
                <a:lnTo>
                  <a:pt x="1765214" y="0"/>
                </a:lnTo>
                <a:lnTo>
                  <a:pt x="1770320" y="0"/>
                </a:lnTo>
                <a:lnTo>
                  <a:pt x="1777110" y="0"/>
                </a:lnTo>
                <a:lnTo>
                  <a:pt x="1779774" y="0"/>
                </a:lnTo>
                <a:lnTo>
                  <a:pt x="1792721" y="0"/>
                </a:lnTo>
                <a:lnTo>
                  <a:pt x="1794981" y="0"/>
                </a:lnTo>
                <a:lnTo>
                  <a:pt x="1825045" y="0"/>
                </a:lnTo>
                <a:lnTo>
                  <a:pt x="1825769" y="0"/>
                </a:lnTo>
                <a:lnTo>
                  <a:pt x="1838732" y="0"/>
                </a:lnTo>
                <a:lnTo>
                  <a:pt x="1845818" y="0"/>
                </a:lnTo>
                <a:lnTo>
                  <a:pt x="1849697" y="0"/>
                </a:lnTo>
                <a:lnTo>
                  <a:pt x="1852412" y="0"/>
                </a:lnTo>
                <a:lnTo>
                  <a:pt x="1853903" y="0"/>
                </a:lnTo>
                <a:lnTo>
                  <a:pt x="1863327" y="0"/>
                </a:lnTo>
                <a:lnTo>
                  <a:pt x="1868796" y="0"/>
                </a:lnTo>
                <a:lnTo>
                  <a:pt x="1874815" y="0"/>
                </a:lnTo>
                <a:lnTo>
                  <a:pt x="1876306" y="0"/>
                </a:lnTo>
                <a:lnTo>
                  <a:pt x="1880821" y="0"/>
                </a:lnTo>
                <a:lnTo>
                  <a:pt x="1882477" y="0"/>
                </a:lnTo>
                <a:lnTo>
                  <a:pt x="1883936" y="0"/>
                </a:lnTo>
                <a:lnTo>
                  <a:pt x="1885268" y="0"/>
                </a:lnTo>
                <a:lnTo>
                  <a:pt x="1896427" y="0"/>
                </a:lnTo>
                <a:lnTo>
                  <a:pt x="1898089" y="0"/>
                </a:lnTo>
                <a:lnTo>
                  <a:pt x="1904879" y="0"/>
                </a:lnTo>
                <a:lnTo>
                  <a:pt x="1907543" y="0"/>
                </a:lnTo>
                <a:lnTo>
                  <a:pt x="1911018" y="0"/>
                </a:lnTo>
                <a:lnTo>
                  <a:pt x="1919986" y="0"/>
                </a:lnTo>
                <a:lnTo>
                  <a:pt x="1927124" y="0"/>
                </a:lnTo>
                <a:lnTo>
                  <a:pt x="1927489" y="0"/>
                </a:lnTo>
                <a:lnTo>
                  <a:pt x="1927911" y="0"/>
                </a:lnTo>
                <a:lnTo>
                  <a:pt x="1929402" y="0"/>
                </a:lnTo>
                <a:lnTo>
                  <a:pt x="1946726" y="0"/>
                </a:lnTo>
                <a:lnTo>
                  <a:pt x="1949525" y="0"/>
                </a:lnTo>
                <a:lnTo>
                  <a:pt x="1957554" y="0"/>
                </a:lnTo>
                <a:lnTo>
                  <a:pt x="1957975" y="0"/>
                </a:lnTo>
                <a:lnTo>
                  <a:pt x="1973587" y="0"/>
                </a:lnTo>
                <a:lnTo>
                  <a:pt x="1978520" y="0"/>
                </a:lnTo>
                <a:lnTo>
                  <a:pt x="1980012" y="0"/>
                </a:lnTo>
                <a:lnTo>
                  <a:pt x="1980181" y="0"/>
                </a:lnTo>
                <a:lnTo>
                  <a:pt x="1981672" y="0"/>
                </a:lnTo>
                <a:lnTo>
                  <a:pt x="2008585" y="0"/>
                </a:lnTo>
                <a:lnTo>
                  <a:pt x="2009218" y="0"/>
                </a:lnTo>
                <a:lnTo>
                  <a:pt x="2010246" y="0"/>
                </a:lnTo>
                <a:lnTo>
                  <a:pt x="2010709" y="0"/>
                </a:lnTo>
                <a:lnTo>
                  <a:pt x="2011705" y="0"/>
                </a:lnTo>
                <a:lnTo>
                  <a:pt x="2024147" y="0"/>
                </a:lnTo>
                <a:lnTo>
                  <a:pt x="2024196" y="0"/>
                </a:lnTo>
                <a:lnTo>
                  <a:pt x="2024981" y="0"/>
                </a:lnTo>
                <a:lnTo>
                  <a:pt x="2025353" y="0"/>
                </a:lnTo>
                <a:lnTo>
                  <a:pt x="2026473" y="0"/>
                </a:lnTo>
                <a:lnTo>
                  <a:pt x="2031619" y="0"/>
                </a:lnTo>
                <a:lnTo>
                  <a:pt x="2033110" y="0"/>
                </a:lnTo>
                <a:lnTo>
                  <a:pt x="2038787" y="0"/>
                </a:lnTo>
                <a:lnTo>
                  <a:pt x="2039282" y="0"/>
                </a:lnTo>
                <a:lnTo>
                  <a:pt x="2047755" y="0"/>
                </a:lnTo>
                <a:lnTo>
                  <a:pt x="2051230" y="0"/>
                </a:lnTo>
                <a:lnTo>
                  <a:pt x="2054893" y="0"/>
                </a:lnTo>
                <a:lnTo>
                  <a:pt x="2055046" y="0"/>
                </a:lnTo>
                <a:lnTo>
                  <a:pt x="2055258" y="0"/>
                </a:lnTo>
                <a:lnTo>
                  <a:pt x="2055680" y="0"/>
                </a:lnTo>
                <a:lnTo>
                  <a:pt x="2057171" y="0"/>
                </a:lnTo>
                <a:lnTo>
                  <a:pt x="2061683" y="0"/>
                </a:lnTo>
                <a:lnTo>
                  <a:pt x="2067702" y="0"/>
                </a:lnTo>
                <a:lnTo>
                  <a:pt x="2074495" y="0"/>
                </a:lnTo>
                <a:lnTo>
                  <a:pt x="2077294" y="0"/>
                </a:lnTo>
                <a:lnTo>
                  <a:pt x="2084504" y="0"/>
                </a:lnTo>
                <a:lnTo>
                  <a:pt x="2085323" y="0"/>
                </a:lnTo>
                <a:lnTo>
                  <a:pt x="2085744" y="0"/>
                </a:lnTo>
                <a:lnTo>
                  <a:pt x="2097766" y="0"/>
                </a:lnTo>
                <a:lnTo>
                  <a:pt x="2106289" y="0"/>
                </a:lnTo>
                <a:lnTo>
                  <a:pt x="2107781" y="0"/>
                </a:lnTo>
                <a:lnTo>
                  <a:pt x="2128956" y="0"/>
                </a:lnTo>
                <a:lnTo>
                  <a:pt x="2129514" y="0"/>
                </a:lnTo>
                <a:lnTo>
                  <a:pt x="2136354" y="0"/>
                </a:lnTo>
                <a:lnTo>
                  <a:pt x="2136987" y="0"/>
                </a:lnTo>
                <a:lnTo>
                  <a:pt x="2138478" y="0"/>
                </a:lnTo>
                <a:lnTo>
                  <a:pt x="2151916" y="0"/>
                </a:lnTo>
                <a:lnTo>
                  <a:pt x="2152750" y="0"/>
                </a:lnTo>
                <a:lnTo>
                  <a:pt x="2153122" y="0"/>
                </a:lnTo>
                <a:lnTo>
                  <a:pt x="2154242" y="0"/>
                </a:lnTo>
                <a:lnTo>
                  <a:pt x="2156597" y="0"/>
                </a:lnTo>
                <a:lnTo>
                  <a:pt x="2159388" y="0"/>
                </a:lnTo>
                <a:lnTo>
                  <a:pt x="2160879" y="0"/>
                </a:lnTo>
                <a:lnTo>
                  <a:pt x="2161633" y="0"/>
                </a:lnTo>
                <a:lnTo>
                  <a:pt x="2167051" y="0"/>
                </a:lnTo>
                <a:lnTo>
                  <a:pt x="2178999" y="0"/>
                </a:lnTo>
                <a:lnTo>
                  <a:pt x="2182158" y="0"/>
                </a:lnTo>
                <a:lnTo>
                  <a:pt x="2182815" y="0"/>
                </a:lnTo>
                <a:lnTo>
                  <a:pt x="2188666" y="0"/>
                </a:lnTo>
                <a:lnTo>
                  <a:pt x="2189452" y="0"/>
                </a:lnTo>
                <a:lnTo>
                  <a:pt x="2191697" y="0"/>
                </a:lnTo>
                <a:lnTo>
                  <a:pt x="2195471" y="0"/>
                </a:lnTo>
                <a:lnTo>
                  <a:pt x="2201759" y="0"/>
                </a:lnTo>
                <a:lnTo>
                  <a:pt x="2203100" y="0"/>
                </a:lnTo>
                <a:lnTo>
                  <a:pt x="2204559" y="0"/>
                </a:lnTo>
                <a:lnTo>
                  <a:pt x="2204591" y="0"/>
                </a:lnTo>
                <a:lnTo>
                  <a:pt x="2212273" y="0"/>
                </a:lnTo>
                <a:lnTo>
                  <a:pt x="2225535" y="0"/>
                </a:lnTo>
                <a:lnTo>
                  <a:pt x="2231674" y="0"/>
                </a:lnTo>
                <a:lnTo>
                  <a:pt x="2232096" y="0"/>
                </a:lnTo>
                <a:lnTo>
                  <a:pt x="2232220" y="0"/>
                </a:lnTo>
                <a:lnTo>
                  <a:pt x="2233118" y="0"/>
                </a:lnTo>
                <a:lnTo>
                  <a:pt x="2233165" y="0"/>
                </a:lnTo>
                <a:lnTo>
                  <a:pt x="2256725" y="0"/>
                </a:lnTo>
                <a:lnTo>
                  <a:pt x="2257283" y="0"/>
                </a:lnTo>
                <a:lnTo>
                  <a:pt x="2262285" y="0"/>
                </a:lnTo>
                <a:lnTo>
                  <a:pt x="2284366" y="0"/>
                </a:lnTo>
                <a:lnTo>
                  <a:pt x="2289402" y="0"/>
                </a:lnTo>
                <a:lnTo>
                  <a:pt x="2292052" y="0"/>
                </a:lnTo>
                <a:lnTo>
                  <a:pt x="2299271" y="0"/>
                </a:lnTo>
                <a:lnTo>
                  <a:pt x="2308721" y="0"/>
                </a:lnTo>
                <a:lnTo>
                  <a:pt x="2309927" y="0"/>
                </a:lnTo>
                <a:lnTo>
                  <a:pt x="2316435" y="0"/>
                </a:lnTo>
                <a:lnTo>
                  <a:pt x="2316703" y="0"/>
                </a:lnTo>
                <a:lnTo>
                  <a:pt x="2319466" y="0"/>
                </a:lnTo>
                <a:lnTo>
                  <a:pt x="2322840" y="0"/>
                </a:lnTo>
                <a:lnTo>
                  <a:pt x="2329528" y="0"/>
                </a:lnTo>
                <a:lnTo>
                  <a:pt x="2330869" y="0"/>
                </a:lnTo>
                <a:lnTo>
                  <a:pt x="2332328" y="0"/>
                </a:lnTo>
                <a:lnTo>
                  <a:pt x="2332360" y="0"/>
                </a:lnTo>
                <a:lnTo>
                  <a:pt x="2335803" y="0"/>
                </a:lnTo>
                <a:lnTo>
                  <a:pt x="2343312" y="0"/>
                </a:lnTo>
                <a:lnTo>
                  <a:pt x="2344804" y="0"/>
                </a:lnTo>
                <a:lnTo>
                  <a:pt x="2346768" y="0"/>
                </a:lnTo>
                <a:lnTo>
                  <a:pt x="2347827" y="0"/>
                </a:lnTo>
                <a:lnTo>
                  <a:pt x="2352274" y="0"/>
                </a:lnTo>
                <a:lnTo>
                  <a:pt x="2359443" y="0"/>
                </a:lnTo>
                <a:lnTo>
                  <a:pt x="2359865" y="0"/>
                </a:lnTo>
                <a:lnTo>
                  <a:pt x="2359989" y="0"/>
                </a:lnTo>
                <a:lnTo>
                  <a:pt x="2360887" y="0"/>
                </a:lnTo>
                <a:lnTo>
                  <a:pt x="2360934" y="0"/>
                </a:lnTo>
                <a:lnTo>
                  <a:pt x="2371886" y="0"/>
                </a:lnTo>
                <a:lnTo>
                  <a:pt x="2373377" y="0"/>
                </a:lnTo>
                <a:lnTo>
                  <a:pt x="2377892" y="0"/>
                </a:lnTo>
                <a:cubicBezTo>
                  <a:pt x="2382339" y="0"/>
                  <a:pt x="2382339" y="0"/>
                  <a:pt x="2382339" y="0"/>
                </a:cubicBezTo>
                <a:lnTo>
                  <a:pt x="2390054" y="0"/>
                </a:lnTo>
                <a:lnTo>
                  <a:pt x="2419821" y="0"/>
                </a:lnTo>
                <a:lnTo>
                  <a:pt x="2427040" y="0"/>
                </a:lnTo>
                <a:lnTo>
                  <a:pt x="2436490" y="0"/>
                </a:lnTo>
                <a:lnTo>
                  <a:pt x="2444472" y="0"/>
                </a:lnTo>
                <a:lnTo>
                  <a:pt x="2448678" y="0"/>
                </a:lnTo>
                <a:lnTo>
                  <a:pt x="2450171" y="0"/>
                </a:lnTo>
                <a:lnTo>
                  <a:pt x="2450609" y="0"/>
                </a:lnTo>
                <a:lnTo>
                  <a:pt x="2463572" y="0"/>
                </a:lnTo>
                <a:lnTo>
                  <a:pt x="2471081" y="0"/>
                </a:lnTo>
                <a:lnTo>
                  <a:pt x="2472573" y="0"/>
                </a:lnTo>
                <a:lnTo>
                  <a:pt x="2474537" y="0"/>
                </a:lnTo>
                <a:lnTo>
                  <a:pt x="2475596" y="0"/>
                </a:lnTo>
                <a:lnTo>
                  <a:pt x="2477252" y="0"/>
                </a:lnTo>
                <a:lnTo>
                  <a:pt x="2478712" y="0"/>
                </a:lnTo>
                <a:lnTo>
                  <a:pt x="2478743" y="0"/>
                </a:lnTo>
                <a:lnTo>
                  <a:pt x="2480043" y="0"/>
                </a:lnTo>
                <a:lnTo>
                  <a:pt x="2499655" y="0"/>
                </a:lnTo>
                <a:lnTo>
                  <a:pt x="2501146" y="0"/>
                </a:lnTo>
                <a:lnTo>
                  <a:pt x="2505661" y="0"/>
                </a:lnTo>
                <a:lnTo>
                  <a:pt x="2508776" y="0"/>
                </a:lnTo>
                <a:lnTo>
                  <a:pt x="2510108" y="0"/>
                </a:lnTo>
                <a:lnTo>
                  <a:pt x="2524178" y="0"/>
                </a:lnTo>
                <a:lnTo>
                  <a:pt x="2525248" y="0"/>
                </a:lnTo>
                <a:lnTo>
                  <a:pt x="2525669" y="0"/>
                </a:lnTo>
                <a:lnTo>
                  <a:pt x="2552329" y="0"/>
                </a:lnTo>
                <a:lnTo>
                  <a:pt x="2552751" y="0"/>
                </a:lnTo>
                <a:lnTo>
                  <a:pt x="2554242" y="0"/>
                </a:lnTo>
                <a:lnTo>
                  <a:pt x="2574787" y="0"/>
                </a:lnTo>
                <a:lnTo>
                  <a:pt x="2576279" y="0"/>
                </a:lnTo>
                <a:lnTo>
                  <a:pt x="2576447" y="0"/>
                </a:lnTo>
                <a:lnTo>
                  <a:pt x="2577940" y="0"/>
                </a:lnTo>
                <a:lnTo>
                  <a:pt x="2603360" y="0"/>
                </a:lnTo>
                <a:lnTo>
                  <a:pt x="2604852" y="0"/>
                </a:lnTo>
                <a:lnTo>
                  <a:pt x="2605021" y="0"/>
                </a:lnTo>
                <a:lnTo>
                  <a:pt x="2605484" y="0"/>
                </a:lnTo>
                <a:lnTo>
                  <a:pt x="2606481" y="0"/>
                </a:lnTo>
                <a:lnTo>
                  <a:pt x="2606512" y="0"/>
                </a:lnTo>
                <a:lnTo>
                  <a:pt x="2606976" y="0"/>
                </a:lnTo>
                <a:lnTo>
                  <a:pt x="2618923" y="0"/>
                </a:lnTo>
                <a:lnTo>
                  <a:pt x="2621248" y="0"/>
                </a:lnTo>
                <a:lnTo>
                  <a:pt x="2622740" y="0"/>
                </a:lnTo>
                <a:lnTo>
                  <a:pt x="2627885" y="0"/>
                </a:lnTo>
                <a:lnTo>
                  <a:pt x="2629377" y="0"/>
                </a:lnTo>
                <a:lnTo>
                  <a:pt x="2634058" y="0"/>
                </a:lnTo>
                <a:lnTo>
                  <a:pt x="2635549" y="0"/>
                </a:lnTo>
                <a:lnTo>
                  <a:pt x="2636545" y="0"/>
                </a:lnTo>
                <a:lnTo>
                  <a:pt x="2648987" y="0"/>
                </a:lnTo>
                <a:lnTo>
                  <a:pt x="2649821" y="0"/>
                </a:lnTo>
                <a:lnTo>
                  <a:pt x="2651313" y="0"/>
                </a:lnTo>
                <a:lnTo>
                  <a:pt x="2651947" y="0"/>
                </a:lnTo>
                <a:lnTo>
                  <a:pt x="2653017" y="0"/>
                </a:lnTo>
                <a:lnTo>
                  <a:pt x="2653438" y="0"/>
                </a:lnTo>
                <a:lnTo>
                  <a:pt x="2656459" y="0"/>
                </a:lnTo>
                <a:lnTo>
                  <a:pt x="2657950" y="0"/>
                </a:lnTo>
                <a:lnTo>
                  <a:pt x="2665460" y="0"/>
                </a:lnTo>
                <a:lnTo>
                  <a:pt x="2680098" y="0"/>
                </a:lnTo>
                <a:lnTo>
                  <a:pt x="2680520" y="0"/>
                </a:lnTo>
                <a:lnTo>
                  <a:pt x="2682011" y="0"/>
                </a:lnTo>
                <a:lnTo>
                  <a:pt x="2692542" y="0"/>
                </a:lnTo>
                <a:lnTo>
                  <a:pt x="2702556" y="0"/>
                </a:lnTo>
                <a:lnTo>
                  <a:pt x="2704048" y="0"/>
                </a:lnTo>
                <a:lnTo>
                  <a:pt x="2724289" y="0"/>
                </a:lnTo>
                <a:lnTo>
                  <a:pt x="2731129" y="0"/>
                </a:lnTo>
                <a:lnTo>
                  <a:pt x="2732621" y="0"/>
                </a:lnTo>
                <a:lnTo>
                  <a:pt x="2733253" y="0"/>
                </a:lnTo>
                <a:lnTo>
                  <a:pt x="2734745" y="0"/>
                </a:lnTo>
                <a:lnTo>
                  <a:pt x="2746692" y="0"/>
                </a:lnTo>
                <a:lnTo>
                  <a:pt x="2749017" y="0"/>
                </a:lnTo>
                <a:lnTo>
                  <a:pt x="2750509" y="0"/>
                </a:lnTo>
                <a:lnTo>
                  <a:pt x="2754354" y="0"/>
                </a:lnTo>
                <a:lnTo>
                  <a:pt x="2755654" y="0"/>
                </a:lnTo>
                <a:lnTo>
                  <a:pt x="2757146" y="0"/>
                </a:lnTo>
                <a:lnTo>
                  <a:pt x="2761827" y="0"/>
                </a:lnTo>
                <a:lnTo>
                  <a:pt x="2763318" y="0"/>
                </a:lnTo>
                <a:lnTo>
                  <a:pt x="2776756" y="0"/>
                </a:lnTo>
                <a:lnTo>
                  <a:pt x="2777590" y="0"/>
                </a:lnTo>
                <a:lnTo>
                  <a:pt x="2779082" y="0"/>
                </a:lnTo>
                <a:lnTo>
                  <a:pt x="2783442" y="0"/>
                </a:lnTo>
                <a:lnTo>
                  <a:pt x="2784228" y="0"/>
                </a:lnTo>
                <a:lnTo>
                  <a:pt x="2785719" y="0"/>
                </a:lnTo>
                <a:lnTo>
                  <a:pt x="2786473" y="0"/>
                </a:lnTo>
                <a:lnTo>
                  <a:pt x="2793229" y="0"/>
                </a:lnTo>
                <a:lnTo>
                  <a:pt x="2799367" y="0"/>
                </a:lnTo>
                <a:lnTo>
                  <a:pt x="2813506" y="0"/>
                </a:lnTo>
                <a:lnTo>
                  <a:pt x="2820311" y="0"/>
                </a:lnTo>
                <a:lnTo>
                  <a:pt x="2827893" y="0"/>
                </a:lnTo>
                <a:lnTo>
                  <a:pt x="2827940" y="0"/>
                </a:lnTo>
                <a:lnTo>
                  <a:pt x="2829431" y="0"/>
                </a:lnTo>
                <a:lnTo>
                  <a:pt x="2829978" y="0"/>
                </a:lnTo>
                <a:lnTo>
                  <a:pt x="2852058" y="0"/>
                </a:lnTo>
                <a:lnTo>
                  <a:pt x="2857060" y="0"/>
                </a:lnTo>
                <a:lnTo>
                  <a:pt x="2857958" y="0"/>
                </a:lnTo>
                <a:lnTo>
                  <a:pt x="2871601" y="0"/>
                </a:lnTo>
                <a:lnTo>
                  <a:pt x="2882123" y="0"/>
                </a:lnTo>
                <a:lnTo>
                  <a:pt x="2894046" y="0"/>
                </a:lnTo>
                <a:lnTo>
                  <a:pt x="2903496" y="0"/>
                </a:lnTo>
                <a:lnTo>
                  <a:pt x="2911211" y="0"/>
                </a:lnTo>
                <a:lnTo>
                  <a:pt x="2914242" y="0"/>
                </a:lnTo>
                <a:lnTo>
                  <a:pt x="2914461" y="0"/>
                </a:lnTo>
                <a:lnTo>
                  <a:pt x="2924111" y="0"/>
                </a:lnTo>
                <a:lnTo>
                  <a:pt x="2927136" y="0"/>
                </a:lnTo>
                <a:lnTo>
                  <a:pt x="2933561" y="0"/>
                </a:lnTo>
                <a:lnTo>
                  <a:pt x="2939580" y="0"/>
                </a:lnTo>
                <a:lnTo>
                  <a:pt x="2941275" y="0"/>
                </a:lnTo>
                <a:lnTo>
                  <a:pt x="2941543" y="0"/>
                </a:lnTo>
                <a:lnTo>
                  <a:pt x="2945586" y="0"/>
                </a:lnTo>
                <a:lnTo>
                  <a:pt x="2950032" y="0"/>
                </a:lnTo>
                <a:lnTo>
                  <a:pt x="2955662" y="0"/>
                </a:lnTo>
                <a:lnTo>
                  <a:pt x="2955709" y="0"/>
                </a:lnTo>
                <a:lnTo>
                  <a:pt x="2957200" y="0"/>
                </a:lnTo>
                <a:lnTo>
                  <a:pt x="2957747" y="0"/>
                </a:lnTo>
                <a:lnTo>
                  <a:pt x="2968152" y="0"/>
                </a:lnTo>
                <a:lnTo>
                  <a:pt x="2969644" y="0"/>
                </a:lnTo>
                <a:lnTo>
                  <a:pt x="2972667" y="0"/>
                </a:lnTo>
                <a:lnTo>
                  <a:pt x="2977114" y="0"/>
                </a:lnTo>
                <a:lnTo>
                  <a:pt x="2984829" y="0"/>
                </a:lnTo>
                <a:lnTo>
                  <a:pt x="2985727" y="0"/>
                </a:lnTo>
                <a:lnTo>
                  <a:pt x="2999370" y="0"/>
                </a:lnTo>
                <a:lnTo>
                  <a:pt x="3021815" y="0"/>
                </a:lnTo>
                <a:lnTo>
                  <a:pt x="3031265" y="0"/>
                </a:lnTo>
                <a:lnTo>
                  <a:pt x="3042230" y="0"/>
                </a:lnTo>
                <a:lnTo>
                  <a:pt x="3044946" y="0"/>
                </a:lnTo>
                <a:lnTo>
                  <a:pt x="3051880" y="0"/>
                </a:lnTo>
                <a:lnTo>
                  <a:pt x="3061330" y="0"/>
                </a:lnTo>
                <a:lnTo>
                  <a:pt x="3067349" y="0"/>
                </a:lnTo>
                <a:lnTo>
                  <a:pt x="3069312" y="0"/>
                </a:lnTo>
                <a:lnTo>
                  <a:pt x="3073355" y="0"/>
                </a:lnTo>
                <a:lnTo>
                  <a:pt x="3073518" y="0"/>
                </a:lnTo>
                <a:lnTo>
                  <a:pt x="3075011" y="0"/>
                </a:lnTo>
                <a:lnTo>
                  <a:pt x="3077801" y="0"/>
                </a:lnTo>
                <a:lnTo>
                  <a:pt x="3095921" y="0"/>
                </a:lnTo>
                <a:lnTo>
                  <a:pt x="3097413" y="0"/>
                </a:lnTo>
                <a:lnTo>
                  <a:pt x="3100436" y="0"/>
                </a:lnTo>
                <a:lnTo>
                  <a:pt x="3103552" y="0"/>
                </a:lnTo>
                <a:lnTo>
                  <a:pt x="3104883" y="0"/>
                </a:lnTo>
                <a:lnTo>
                  <a:pt x="3120023" y="0"/>
                </a:lnTo>
                <a:lnTo>
                  <a:pt x="3120445" y="0"/>
                </a:lnTo>
                <a:lnTo>
                  <a:pt x="3149018" y="0"/>
                </a:lnTo>
                <a:lnTo>
                  <a:pt x="3150088" y="0"/>
                </a:lnTo>
                <a:lnTo>
                  <a:pt x="3150509" y="0"/>
                </a:lnTo>
                <a:lnTo>
                  <a:pt x="3171054" y="0"/>
                </a:lnTo>
                <a:lnTo>
                  <a:pt x="3172715" y="0"/>
                </a:lnTo>
                <a:lnTo>
                  <a:pt x="3199627" y="0"/>
                </a:lnTo>
                <a:lnTo>
                  <a:pt x="3201119" y="0"/>
                </a:lnTo>
                <a:lnTo>
                  <a:pt x="3201287" y="0"/>
                </a:lnTo>
                <a:lnTo>
                  <a:pt x="3201751" y="0"/>
                </a:lnTo>
                <a:lnTo>
                  <a:pt x="3202780" y="0"/>
                </a:lnTo>
                <a:lnTo>
                  <a:pt x="3217515" y="0"/>
                </a:lnTo>
                <a:lnTo>
                  <a:pt x="3224152" y="0"/>
                </a:lnTo>
                <a:lnTo>
                  <a:pt x="3230324" y="0"/>
                </a:lnTo>
                <a:lnTo>
                  <a:pt x="3231321" y="0"/>
                </a:lnTo>
                <a:lnTo>
                  <a:pt x="3231816" y="0"/>
                </a:lnTo>
                <a:lnTo>
                  <a:pt x="3243763" y="0"/>
                </a:lnTo>
                <a:lnTo>
                  <a:pt x="3246088" y="0"/>
                </a:lnTo>
                <a:lnTo>
                  <a:pt x="3247580" y="0"/>
                </a:lnTo>
                <a:lnTo>
                  <a:pt x="3247792" y="0"/>
                </a:lnTo>
                <a:lnTo>
                  <a:pt x="3248214" y="0"/>
                </a:lnTo>
                <a:lnTo>
                  <a:pt x="3252725" y="0"/>
                </a:lnTo>
                <a:lnTo>
                  <a:pt x="3254217" y="0"/>
                </a:lnTo>
                <a:lnTo>
                  <a:pt x="3260235" y="0"/>
                </a:lnTo>
                <a:lnTo>
                  <a:pt x="3276787" y="0"/>
                </a:lnTo>
                <a:lnTo>
                  <a:pt x="3277857" y="0"/>
                </a:lnTo>
                <a:lnTo>
                  <a:pt x="3278278" y="0"/>
                </a:lnTo>
                <a:lnTo>
                  <a:pt x="3290300" y="0"/>
                </a:lnTo>
                <a:lnTo>
                  <a:pt x="3298823" y="0"/>
                </a:lnTo>
                <a:lnTo>
                  <a:pt x="3327396" y="0"/>
                </a:lnTo>
                <a:lnTo>
                  <a:pt x="3328888" y="0"/>
                </a:lnTo>
                <a:lnTo>
                  <a:pt x="3329520" y="0"/>
                </a:lnTo>
                <a:lnTo>
                  <a:pt x="3345284" y="0"/>
                </a:lnTo>
                <a:lnTo>
                  <a:pt x="3349129" y="0"/>
                </a:lnTo>
                <a:lnTo>
                  <a:pt x="3351921" y="0"/>
                </a:lnTo>
                <a:lnTo>
                  <a:pt x="3358093" y="0"/>
                </a:lnTo>
                <a:lnTo>
                  <a:pt x="3359585" y="0"/>
                </a:lnTo>
                <a:lnTo>
                  <a:pt x="3371532" y="0"/>
                </a:lnTo>
                <a:lnTo>
                  <a:pt x="3373857" y="0"/>
                </a:lnTo>
                <a:lnTo>
                  <a:pt x="3375349" y="0"/>
                </a:lnTo>
                <a:lnTo>
                  <a:pt x="3380494" y="0"/>
                </a:lnTo>
                <a:lnTo>
                  <a:pt x="3381986" y="0"/>
                </a:lnTo>
                <a:lnTo>
                  <a:pt x="3388004" y="0"/>
                </a:lnTo>
                <a:lnTo>
                  <a:pt x="3408282" y="0"/>
                </a:lnTo>
                <a:lnTo>
                  <a:pt x="3418069" y="0"/>
                </a:lnTo>
                <a:lnTo>
                  <a:pt x="3424207" y="0"/>
                </a:lnTo>
                <a:lnTo>
                  <a:pt x="3424753" y="0"/>
                </a:lnTo>
                <a:lnTo>
                  <a:pt x="3452733" y="0"/>
                </a:lnTo>
                <a:lnTo>
                  <a:pt x="3454818" y="0"/>
                </a:lnTo>
                <a:lnTo>
                  <a:pt x="3476898" y="0"/>
                </a:lnTo>
                <a:lnTo>
                  <a:pt x="3496441" y="0"/>
                </a:lnTo>
                <a:lnTo>
                  <a:pt x="3509236" y="0"/>
                </a:lnTo>
                <a:lnTo>
                  <a:pt x="3518886" y="0"/>
                </a:lnTo>
                <a:lnTo>
                  <a:pt x="3528336" y="0"/>
                </a:lnTo>
                <a:lnTo>
                  <a:pt x="3536051" y="0"/>
                </a:lnTo>
                <a:lnTo>
                  <a:pt x="3539301" y="0"/>
                </a:lnTo>
                <a:lnTo>
                  <a:pt x="3540361" y="0"/>
                </a:lnTo>
                <a:lnTo>
                  <a:pt x="3544807" y="0"/>
                </a:lnTo>
                <a:lnTo>
                  <a:pt x="3551976" y="0"/>
                </a:lnTo>
                <a:lnTo>
                  <a:pt x="3552522" y="0"/>
                </a:lnTo>
                <a:lnTo>
                  <a:pt x="3564420" y="0"/>
                </a:lnTo>
                <a:lnTo>
                  <a:pt x="3570426" y="0"/>
                </a:lnTo>
                <a:cubicBezTo>
                  <a:pt x="3574872" y="0"/>
                  <a:pt x="3574872" y="0"/>
                  <a:pt x="3574872" y="0"/>
                </a:cubicBezTo>
                <a:lnTo>
                  <a:pt x="3580502" y="0"/>
                </a:lnTo>
                <a:lnTo>
                  <a:pt x="3582587" y="0"/>
                </a:lnTo>
                <a:lnTo>
                  <a:pt x="3624210" y="0"/>
                </a:lnTo>
                <a:lnTo>
                  <a:pt x="3637005" y="0"/>
                </a:lnTo>
                <a:lnTo>
                  <a:pt x="3646655" y="0"/>
                </a:lnTo>
                <a:lnTo>
                  <a:pt x="3656105" y="0"/>
                </a:lnTo>
                <a:lnTo>
                  <a:pt x="3667070" y="0"/>
                </a:lnTo>
                <a:lnTo>
                  <a:pt x="3668130" y="0"/>
                </a:lnTo>
                <a:lnTo>
                  <a:pt x="3669786" y="0"/>
                </a:lnTo>
                <a:lnTo>
                  <a:pt x="3672576" y="0"/>
                </a:lnTo>
                <a:lnTo>
                  <a:pt x="3692189" y="0"/>
                </a:lnTo>
                <a:lnTo>
                  <a:pt x="3698195" y="0"/>
                </a:lnTo>
                <a:lnTo>
                  <a:pt x="3702641" y="0"/>
                </a:lnTo>
                <a:lnTo>
                  <a:pt x="3744863" y="0"/>
                </a:lnTo>
                <a:lnTo>
                  <a:pt x="3745285" y="0"/>
                </a:lnTo>
                <a:lnTo>
                  <a:pt x="3795894" y="0"/>
                </a:lnTo>
                <a:lnTo>
                  <a:pt x="3797555" y="0"/>
                </a:lnTo>
                <a:lnTo>
                  <a:pt x="3826591" y="0"/>
                </a:lnTo>
                <a:lnTo>
                  <a:pt x="3842355" y="0"/>
                </a:lnTo>
                <a:lnTo>
                  <a:pt x="3848992" y="0"/>
                </a:lnTo>
                <a:lnTo>
                  <a:pt x="3872632" y="0"/>
                </a:lnTo>
                <a:lnTo>
                  <a:pt x="3873054" y="0"/>
                </a:lnTo>
                <a:lnTo>
                  <a:pt x="3885075" y="0"/>
                </a:lnTo>
                <a:lnTo>
                  <a:pt x="3923663" y="0"/>
                </a:lnTo>
                <a:lnTo>
                  <a:pt x="3954360" y="0"/>
                </a:lnTo>
                <a:lnTo>
                  <a:pt x="3970124" y="0"/>
                </a:lnTo>
                <a:lnTo>
                  <a:pt x="3976761" y="0"/>
                </a:lnTo>
                <a:lnTo>
                  <a:pt x="4012844" y="0"/>
                </a:lnTo>
                <a:lnTo>
                  <a:pt x="4049593" y="0"/>
                </a:lnTo>
                <a:cubicBezTo>
                  <a:pt x="4169647" y="0"/>
                  <a:pt x="4169647" y="0"/>
                  <a:pt x="4169647" y="0"/>
                </a:cubicBezTo>
                <a:lnTo>
                  <a:pt x="4177362" y="0"/>
                </a:lnTo>
                <a:cubicBezTo>
                  <a:pt x="4297416" y="0"/>
                  <a:pt x="4297416" y="0"/>
                  <a:pt x="4297416" y="0"/>
                </a:cubicBezTo>
                <a:cubicBezTo>
                  <a:pt x="4327758" y="0"/>
                  <a:pt x="4364168" y="21251"/>
                  <a:pt x="4379339" y="47054"/>
                </a:cubicBezTo>
                <a:cubicBezTo>
                  <a:pt x="4591731" y="415146"/>
                  <a:pt x="4591731" y="415146"/>
                  <a:pt x="4591731" y="415146"/>
                </a:cubicBezTo>
                <a:cubicBezTo>
                  <a:pt x="4606902" y="440951"/>
                  <a:pt x="4606902" y="483452"/>
                  <a:pt x="4591731" y="509257"/>
                </a:cubicBezTo>
                <a:cubicBezTo>
                  <a:pt x="4379339" y="877348"/>
                  <a:pt x="4379339" y="877348"/>
                  <a:pt x="4379339" y="877348"/>
                </a:cubicBezTo>
                <a:cubicBezTo>
                  <a:pt x="4364168" y="903151"/>
                  <a:pt x="4327758" y="924402"/>
                  <a:pt x="4297416" y="924402"/>
                </a:cubicBezTo>
                <a:lnTo>
                  <a:pt x="4169647" y="924402"/>
                </a:lnTo>
                <a:lnTo>
                  <a:pt x="3976761" y="924402"/>
                </a:lnTo>
                <a:lnTo>
                  <a:pt x="3872632" y="924402"/>
                </a:lnTo>
                <a:lnTo>
                  <a:pt x="3848992" y="924402"/>
                </a:lnTo>
                <a:lnTo>
                  <a:pt x="3744863" y="924402"/>
                </a:lnTo>
                <a:lnTo>
                  <a:pt x="3702641" y="924402"/>
                </a:lnTo>
                <a:lnTo>
                  <a:pt x="3672576" y="924402"/>
                </a:lnTo>
                <a:lnTo>
                  <a:pt x="3656105" y="924402"/>
                </a:lnTo>
                <a:lnTo>
                  <a:pt x="3574872" y="924402"/>
                </a:lnTo>
                <a:lnTo>
                  <a:pt x="3551976" y="924402"/>
                </a:lnTo>
                <a:lnTo>
                  <a:pt x="3544807" y="924402"/>
                </a:lnTo>
                <a:lnTo>
                  <a:pt x="3528336" y="924402"/>
                </a:lnTo>
                <a:lnTo>
                  <a:pt x="3424207" y="924402"/>
                </a:lnTo>
                <a:lnTo>
                  <a:pt x="3381986" y="924402"/>
                </a:lnTo>
                <a:lnTo>
                  <a:pt x="3380494" y="924402"/>
                </a:lnTo>
                <a:lnTo>
                  <a:pt x="3351921" y="924402"/>
                </a:lnTo>
                <a:lnTo>
                  <a:pt x="3277857" y="924402"/>
                </a:lnTo>
                <a:lnTo>
                  <a:pt x="3254217" y="924402"/>
                </a:lnTo>
                <a:lnTo>
                  <a:pt x="3252725" y="924402"/>
                </a:lnTo>
                <a:lnTo>
                  <a:pt x="3247792" y="924402"/>
                </a:lnTo>
                <a:lnTo>
                  <a:pt x="3231321" y="924402"/>
                </a:lnTo>
                <a:lnTo>
                  <a:pt x="3224152" y="924402"/>
                </a:lnTo>
                <a:lnTo>
                  <a:pt x="3150088" y="924402"/>
                </a:lnTo>
                <a:lnTo>
                  <a:pt x="3120023" y="924402"/>
                </a:lnTo>
                <a:lnTo>
                  <a:pt x="3104883" y="924402"/>
                </a:lnTo>
                <a:lnTo>
                  <a:pt x="3103552" y="924402"/>
                </a:lnTo>
                <a:lnTo>
                  <a:pt x="3077801" y="924402"/>
                </a:lnTo>
                <a:lnTo>
                  <a:pt x="3061330" y="924402"/>
                </a:lnTo>
                <a:lnTo>
                  <a:pt x="3031265" y="924402"/>
                </a:lnTo>
                <a:lnTo>
                  <a:pt x="2977114" y="924402"/>
                </a:lnTo>
                <a:lnTo>
                  <a:pt x="2957200" y="924402"/>
                </a:lnTo>
                <a:lnTo>
                  <a:pt x="2955709" y="924402"/>
                </a:lnTo>
                <a:lnTo>
                  <a:pt x="2950032" y="924402"/>
                </a:lnTo>
                <a:lnTo>
                  <a:pt x="2933561" y="924402"/>
                </a:lnTo>
                <a:lnTo>
                  <a:pt x="2927136" y="924402"/>
                </a:lnTo>
                <a:lnTo>
                  <a:pt x="2903496" y="924402"/>
                </a:lnTo>
                <a:lnTo>
                  <a:pt x="2829431" y="924402"/>
                </a:lnTo>
                <a:lnTo>
                  <a:pt x="2827940" y="924402"/>
                </a:lnTo>
                <a:lnTo>
                  <a:pt x="2799367" y="924402"/>
                </a:lnTo>
                <a:lnTo>
                  <a:pt x="2785719" y="924402"/>
                </a:lnTo>
                <a:lnTo>
                  <a:pt x="2784228" y="924402"/>
                </a:lnTo>
                <a:lnTo>
                  <a:pt x="2757146" y="924402"/>
                </a:lnTo>
                <a:lnTo>
                  <a:pt x="2755654" y="924402"/>
                </a:lnTo>
                <a:lnTo>
                  <a:pt x="2680098" y="924402"/>
                </a:lnTo>
                <a:lnTo>
                  <a:pt x="2657950" y="924402"/>
                </a:lnTo>
                <a:lnTo>
                  <a:pt x="2656459" y="924402"/>
                </a:lnTo>
                <a:lnTo>
                  <a:pt x="2653017" y="924402"/>
                </a:lnTo>
                <a:lnTo>
                  <a:pt x="2636545" y="924402"/>
                </a:lnTo>
                <a:lnTo>
                  <a:pt x="2629377" y="924402"/>
                </a:lnTo>
                <a:lnTo>
                  <a:pt x="2627885" y="924402"/>
                </a:lnTo>
                <a:lnTo>
                  <a:pt x="2606481" y="924402"/>
                </a:lnTo>
                <a:lnTo>
                  <a:pt x="2552329" y="924402"/>
                </a:lnTo>
                <a:lnTo>
                  <a:pt x="2525248" y="924402"/>
                </a:lnTo>
                <a:lnTo>
                  <a:pt x="2510108" y="924402"/>
                </a:lnTo>
                <a:lnTo>
                  <a:pt x="2508776" y="924402"/>
                </a:lnTo>
                <a:lnTo>
                  <a:pt x="2480043" y="924402"/>
                </a:lnTo>
                <a:lnTo>
                  <a:pt x="2478712" y="924402"/>
                </a:lnTo>
                <a:lnTo>
                  <a:pt x="2463572" y="924402"/>
                </a:lnTo>
                <a:lnTo>
                  <a:pt x="2436490" y="924402"/>
                </a:lnTo>
                <a:lnTo>
                  <a:pt x="2382339" y="924402"/>
                </a:lnTo>
                <a:lnTo>
                  <a:pt x="2360934" y="924402"/>
                </a:lnTo>
                <a:lnTo>
                  <a:pt x="2359443" y="924402"/>
                </a:lnTo>
                <a:lnTo>
                  <a:pt x="2352274" y="924402"/>
                </a:lnTo>
                <a:lnTo>
                  <a:pt x="2335803" y="924402"/>
                </a:lnTo>
                <a:lnTo>
                  <a:pt x="2332360" y="924402"/>
                </a:lnTo>
                <a:lnTo>
                  <a:pt x="2332328" y="924402"/>
                </a:lnTo>
                <a:lnTo>
                  <a:pt x="2330869" y="924402"/>
                </a:lnTo>
                <a:lnTo>
                  <a:pt x="2308721" y="924402"/>
                </a:lnTo>
                <a:lnTo>
                  <a:pt x="2233165" y="924402"/>
                </a:lnTo>
                <a:lnTo>
                  <a:pt x="2231674" y="924402"/>
                </a:lnTo>
                <a:lnTo>
                  <a:pt x="2204591" y="924402"/>
                </a:lnTo>
                <a:lnTo>
                  <a:pt x="2204559" y="924402"/>
                </a:lnTo>
                <a:lnTo>
                  <a:pt x="2203100" y="924402"/>
                </a:lnTo>
                <a:lnTo>
                  <a:pt x="2189452" y="924402"/>
                </a:lnTo>
                <a:lnTo>
                  <a:pt x="2160879" y="924402"/>
                </a:lnTo>
                <a:lnTo>
                  <a:pt x="2159388" y="924402"/>
                </a:lnTo>
                <a:lnTo>
                  <a:pt x="2085323" y="924402"/>
                </a:lnTo>
                <a:lnTo>
                  <a:pt x="2077294" y="924402"/>
                </a:lnTo>
                <a:lnTo>
                  <a:pt x="2061683" y="924402"/>
                </a:lnTo>
                <a:lnTo>
                  <a:pt x="2055258" y="924402"/>
                </a:lnTo>
                <a:lnTo>
                  <a:pt x="2038787" y="924402"/>
                </a:lnTo>
                <a:lnTo>
                  <a:pt x="2033110" y="924402"/>
                </a:lnTo>
                <a:lnTo>
                  <a:pt x="2031619" y="924402"/>
                </a:lnTo>
                <a:lnTo>
                  <a:pt x="2011705" y="924402"/>
                </a:lnTo>
                <a:lnTo>
                  <a:pt x="1957554" y="924402"/>
                </a:lnTo>
                <a:lnTo>
                  <a:pt x="1949525" y="924402"/>
                </a:lnTo>
                <a:lnTo>
                  <a:pt x="1927489" y="924402"/>
                </a:lnTo>
                <a:lnTo>
                  <a:pt x="1911018" y="924402"/>
                </a:lnTo>
                <a:lnTo>
                  <a:pt x="1907543" y="924402"/>
                </a:lnTo>
                <a:lnTo>
                  <a:pt x="1885268" y="924402"/>
                </a:lnTo>
                <a:lnTo>
                  <a:pt x="1883936" y="924402"/>
                </a:lnTo>
                <a:lnTo>
                  <a:pt x="1868796" y="924402"/>
                </a:lnTo>
                <a:lnTo>
                  <a:pt x="1838732" y="924402"/>
                </a:lnTo>
                <a:lnTo>
                  <a:pt x="1779774" y="924402"/>
                </a:lnTo>
                <a:lnTo>
                  <a:pt x="1764668" y="924402"/>
                </a:lnTo>
                <a:lnTo>
                  <a:pt x="1757499" y="924402"/>
                </a:lnTo>
                <a:lnTo>
                  <a:pt x="1741027" y="924402"/>
                </a:lnTo>
                <a:lnTo>
                  <a:pt x="1737552" y="924402"/>
                </a:lnTo>
                <a:lnTo>
                  <a:pt x="1736094" y="924402"/>
                </a:lnTo>
                <a:lnTo>
                  <a:pt x="1734603" y="924402"/>
                </a:lnTo>
                <a:lnTo>
                  <a:pt x="1710963" y="924402"/>
                </a:lnTo>
                <a:lnTo>
                  <a:pt x="1707488" y="924402"/>
                </a:lnTo>
                <a:lnTo>
                  <a:pt x="1652509" y="924402"/>
                </a:lnTo>
                <a:lnTo>
                  <a:pt x="1636899" y="924402"/>
                </a:lnTo>
                <a:lnTo>
                  <a:pt x="1609783" y="924402"/>
                </a:lnTo>
                <a:lnTo>
                  <a:pt x="1608325" y="924402"/>
                </a:lnTo>
                <a:lnTo>
                  <a:pt x="1606834" y="924402"/>
                </a:lnTo>
                <a:lnTo>
                  <a:pt x="1579719" y="924402"/>
                </a:lnTo>
                <a:lnTo>
                  <a:pt x="1564612" y="924402"/>
                </a:lnTo>
                <a:lnTo>
                  <a:pt x="1524740" y="924402"/>
                </a:lnTo>
                <a:lnTo>
                  <a:pt x="1482518" y="924402"/>
                </a:lnTo>
                <a:lnTo>
                  <a:pt x="1460483" y="924402"/>
                </a:lnTo>
                <a:lnTo>
                  <a:pt x="1452454" y="924402"/>
                </a:lnTo>
                <a:lnTo>
                  <a:pt x="1444011" y="924402"/>
                </a:lnTo>
                <a:lnTo>
                  <a:pt x="1436843" y="924402"/>
                </a:lnTo>
                <a:lnTo>
                  <a:pt x="1413947" y="924402"/>
                </a:lnTo>
                <a:lnTo>
                  <a:pt x="1354749" y="924402"/>
                </a:lnTo>
                <a:lnTo>
                  <a:pt x="1332714" y="924402"/>
                </a:lnTo>
                <a:lnTo>
                  <a:pt x="1324685" y="924402"/>
                </a:lnTo>
                <a:lnTo>
                  <a:pt x="1316242" y="924402"/>
                </a:lnTo>
                <a:lnTo>
                  <a:pt x="1312767" y="924402"/>
                </a:lnTo>
                <a:lnTo>
                  <a:pt x="1286178" y="924402"/>
                </a:lnTo>
                <a:lnTo>
                  <a:pt x="1282703" y="924402"/>
                </a:lnTo>
                <a:lnTo>
                  <a:pt x="1243956" y="924402"/>
                </a:lnTo>
                <a:lnTo>
                  <a:pt x="1184998" y="924402"/>
                </a:lnTo>
                <a:lnTo>
                  <a:pt x="1154934" y="924402"/>
                </a:lnTo>
                <a:lnTo>
                  <a:pt x="1139828" y="924402"/>
                </a:lnTo>
                <a:lnTo>
                  <a:pt x="1116187" y="924402"/>
                </a:lnTo>
                <a:lnTo>
                  <a:pt x="1112712" y="924402"/>
                </a:lnTo>
                <a:lnTo>
                  <a:pt x="1057734" y="924402"/>
                </a:lnTo>
                <a:lnTo>
                  <a:pt x="1027669" y="924402"/>
                </a:lnTo>
                <a:lnTo>
                  <a:pt x="1012059" y="924402"/>
                </a:lnTo>
                <a:lnTo>
                  <a:pt x="984943" y="924402"/>
                </a:lnTo>
                <a:lnTo>
                  <a:pt x="929965" y="924402"/>
                </a:lnTo>
                <a:lnTo>
                  <a:pt x="899900" y="924402"/>
                </a:lnTo>
                <a:lnTo>
                  <a:pt x="857678" y="924402"/>
                </a:lnTo>
                <a:lnTo>
                  <a:pt x="819171" y="924402"/>
                </a:lnTo>
                <a:lnTo>
                  <a:pt x="729909" y="924402"/>
                </a:lnTo>
                <a:lnTo>
                  <a:pt x="691402" y="924402"/>
                </a:lnTo>
                <a:lnTo>
                  <a:pt x="687927" y="924402"/>
                </a:lnTo>
                <a:lnTo>
                  <a:pt x="560158" y="924402"/>
                </a:lnTo>
                <a:lnTo>
                  <a:pt x="432894" y="924402"/>
                </a:lnTo>
                <a:lnTo>
                  <a:pt x="305125" y="924402"/>
                </a:lnTo>
                <a:cubicBezTo>
                  <a:pt x="275541" y="924402"/>
                  <a:pt x="238373" y="903151"/>
                  <a:pt x="223202" y="877348"/>
                </a:cubicBezTo>
                <a:cubicBezTo>
                  <a:pt x="10809" y="509257"/>
                  <a:pt x="10809" y="509257"/>
                  <a:pt x="10809" y="509257"/>
                </a:cubicBezTo>
                <a:cubicBezTo>
                  <a:pt x="-3603" y="483452"/>
                  <a:pt x="-3603" y="440951"/>
                  <a:pt x="10809" y="415146"/>
                </a:cubicBezTo>
                <a:cubicBezTo>
                  <a:pt x="223202" y="47054"/>
                  <a:pt x="223202" y="47054"/>
                  <a:pt x="223202" y="47054"/>
                </a:cubicBezTo>
                <a:cubicBezTo>
                  <a:pt x="238373" y="21251"/>
                  <a:pt x="275541" y="0"/>
                  <a:pt x="305125" y="0"/>
                </a:cubicBezTo>
                <a:close/>
              </a:path>
            </a:pathLst>
          </a:custGeom>
          <a:solidFill>
            <a:schemeClr val="tx2"/>
          </a:solidFill>
          <a:ln w="19050">
            <a:gradFill flip="none" rotWithShape="1">
              <a:gsLst>
                <a:gs pos="0">
                  <a:schemeClr val="bg1">
                    <a:lumMod val="75000"/>
                  </a:schemeClr>
                </a:gs>
                <a:gs pos="100000">
                  <a:schemeClr val="bg1"/>
                </a:gs>
              </a:gsLst>
              <a:lin ang="2700000" scaled="1"/>
              <a:tileRect/>
            </a:gradFill>
          </a:ln>
          <a:effectLst>
            <a:innerShdw blurRad="63500" dist="50800" dir="13500000">
              <a:prstClr val="black">
                <a:alpha val="50000"/>
              </a:prstClr>
            </a:inn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grpSp>
        <p:nvGrpSpPr>
          <p:cNvPr id="85" name="组合 84"/>
          <p:cNvGrpSpPr/>
          <p:nvPr/>
        </p:nvGrpSpPr>
        <p:grpSpPr>
          <a:xfrm rot="5400000" flipH="1">
            <a:off x="4747238" y="1890256"/>
            <a:ext cx="961991" cy="1085408"/>
            <a:chOff x="8439634" y="3544648"/>
            <a:chExt cx="1611146" cy="1817848"/>
          </a:xfrm>
        </p:grpSpPr>
        <p:sp>
          <p:nvSpPr>
            <p:cNvPr id="86" name="Freeform 5"/>
            <p:cNvSpPr/>
            <p:nvPr/>
          </p:nvSpPr>
          <p:spPr bwMode="auto">
            <a:xfrm rot="5400000" flipH="1">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1865">
                <a:solidFill>
                  <a:prstClr val="black"/>
                </a:solidFill>
              </a:endParaRPr>
            </a:p>
          </p:txBody>
        </p:sp>
        <p:sp>
          <p:nvSpPr>
            <p:cNvPr id="87" name="Freeform 5"/>
            <p:cNvSpPr/>
            <p:nvPr/>
          </p:nvSpPr>
          <p:spPr bwMode="auto">
            <a:xfrm rot="5400000" flipH="1">
              <a:off x="8582835" y="3866517"/>
              <a:ext cx="1324743"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1865">
                <a:solidFill>
                  <a:prstClr val="black"/>
                </a:solidFill>
              </a:endParaRPr>
            </a:p>
          </p:txBody>
        </p:sp>
      </p:grpSp>
      <p:sp>
        <p:nvSpPr>
          <p:cNvPr id="88" name="任意多边形 87"/>
          <p:cNvSpPr/>
          <p:nvPr/>
        </p:nvSpPr>
        <p:spPr bwMode="auto">
          <a:xfrm>
            <a:off x="6897444" y="3345507"/>
            <a:ext cx="3559792" cy="854609"/>
          </a:xfrm>
          <a:custGeom>
            <a:avLst/>
            <a:gdLst>
              <a:gd name="connsiteX0" fmla="*/ 352810 w 4452260"/>
              <a:gd name="connsiteY0" fmla="*/ 0 h 1068867"/>
              <a:gd name="connsiteX1" fmla="*/ 636768 w 4452260"/>
              <a:gd name="connsiteY1" fmla="*/ 0 h 1068867"/>
              <a:gd name="connsiteX2" fmla="*/ 647700 w 4452260"/>
              <a:gd name="connsiteY2" fmla="*/ 0 h 1068867"/>
              <a:gd name="connsiteX3" fmla="*/ 724065 w 4452260"/>
              <a:gd name="connsiteY3" fmla="*/ 0 h 1068867"/>
              <a:gd name="connsiteX4" fmla="*/ 782584 w 4452260"/>
              <a:gd name="connsiteY4" fmla="*/ 0 h 1068867"/>
              <a:gd name="connsiteX5" fmla="*/ 799455 w 4452260"/>
              <a:gd name="connsiteY5" fmla="*/ 0 h 1068867"/>
              <a:gd name="connsiteX6" fmla="*/ 809825 w 4452260"/>
              <a:gd name="connsiteY6" fmla="*/ 0 h 1068867"/>
              <a:gd name="connsiteX7" fmla="*/ 818078 w 4452260"/>
              <a:gd name="connsiteY7" fmla="*/ 0 h 1068867"/>
              <a:gd name="connsiteX8" fmla="*/ 843980 w 4452260"/>
              <a:gd name="connsiteY8" fmla="*/ 0 h 1068867"/>
              <a:gd name="connsiteX9" fmla="*/ 931658 w 4452260"/>
              <a:gd name="connsiteY9" fmla="*/ 0 h 1068867"/>
              <a:gd name="connsiteX10" fmla="*/ 961580 w 4452260"/>
              <a:gd name="connsiteY10" fmla="*/ 0 h 1068867"/>
              <a:gd name="connsiteX11" fmla="*/ 1000055 w 4452260"/>
              <a:gd name="connsiteY11" fmla="*/ 0 h 1068867"/>
              <a:gd name="connsiteX12" fmla="*/ 1040537 w 4452260"/>
              <a:gd name="connsiteY12" fmla="*/ 0 h 1068867"/>
              <a:gd name="connsiteX13" fmla="*/ 1051453 w 4452260"/>
              <a:gd name="connsiteY13" fmla="*/ 0 h 1068867"/>
              <a:gd name="connsiteX14" fmla="*/ 1083414 w 4452260"/>
              <a:gd name="connsiteY14" fmla="*/ 0 h 1068867"/>
              <a:gd name="connsiteX15" fmla="*/ 1112969 w 4452260"/>
              <a:gd name="connsiteY15" fmla="*/ 0 h 1068867"/>
              <a:gd name="connsiteX16" fmla="*/ 1138871 w 4452260"/>
              <a:gd name="connsiteY16" fmla="*/ 0 h 1068867"/>
              <a:gd name="connsiteX17" fmla="*/ 1170224 w 4452260"/>
              <a:gd name="connsiteY17" fmla="*/ 0 h 1068867"/>
              <a:gd name="connsiteX18" fmla="*/ 1170711 w 4452260"/>
              <a:gd name="connsiteY18" fmla="*/ 0 h 1068867"/>
              <a:gd name="connsiteX19" fmla="*/ 1202662 w 4452260"/>
              <a:gd name="connsiteY19" fmla="*/ 0 h 1068867"/>
              <a:gd name="connsiteX20" fmla="*/ 1240037 w 4452260"/>
              <a:gd name="connsiteY20" fmla="*/ 0 h 1068867"/>
              <a:gd name="connsiteX21" fmla="*/ 1290626 w 4452260"/>
              <a:gd name="connsiteY21" fmla="*/ 0 h 1068867"/>
              <a:gd name="connsiteX22" fmla="*/ 1324496 w 4452260"/>
              <a:gd name="connsiteY22" fmla="*/ 0 h 1068867"/>
              <a:gd name="connsiteX23" fmla="*/ 1332348 w 4452260"/>
              <a:gd name="connsiteY23" fmla="*/ 0 h 1068867"/>
              <a:gd name="connsiteX24" fmla="*/ 1335428 w 4452260"/>
              <a:gd name="connsiteY24" fmla="*/ 0 h 1068867"/>
              <a:gd name="connsiteX25" fmla="*/ 1411793 w 4452260"/>
              <a:gd name="connsiteY25" fmla="*/ 0 h 1068867"/>
              <a:gd name="connsiteX26" fmla="*/ 1454182 w 4452260"/>
              <a:gd name="connsiteY26" fmla="*/ 0 h 1068867"/>
              <a:gd name="connsiteX27" fmla="*/ 1470312 w 4452260"/>
              <a:gd name="connsiteY27" fmla="*/ 0 h 1068867"/>
              <a:gd name="connsiteX28" fmla="*/ 1487183 w 4452260"/>
              <a:gd name="connsiteY28" fmla="*/ 0 h 1068867"/>
              <a:gd name="connsiteX29" fmla="*/ 1497552 w 4452260"/>
              <a:gd name="connsiteY29" fmla="*/ 0 h 1068867"/>
              <a:gd name="connsiteX30" fmla="*/ 1505806 w 4452260"/>
              <a:gd name="connsiteY30" fmla="*/ 0 h 1068867"/>
              <a:gd name="connsiteX31" fmla="*/ 1528471 w 4452260"/>
              <a:gd name="connsiteY31" fmla="*/ 0 h 1068867"/>
              <a:gd name="connsiteX32" fmla="*/ 1531708 w 4452260"/>
              <a:gd name="connsiteY32" fmla="*/ 0 h 1068867"/>
              <a:gd name="connsiteX33" fmla="*/ 1540992 w 4452260"/>
              <a:gd name="connsiteY33" fmla="*/ 0 h 1068867"/>
              <a:gd name="connsiteX34" fmla="*/ 1541479 w 4452260"/>
              <a:gd name="connsiteY34" fmla="*/ 0 h 1068867"/>
              <a:gd name="connsiteX35" fmla="*/ 1599998 w 4452260"/>
              <a:gd name="connsiteY35" fmla="*/ 0 h 1068867"/>
              <a:gd name="connsiteX36" fmla="*/ 1619386 w 4452260"/>
              <a:gd name="connsiteY36" fmla="*/ 0 h 1068867"/>
              <a:gd name="connsiteX37" fmla="*/ 1635492 w 4452260"/>
              <a:gd name="connsiteY37" fmla="*/ 0 h 1068867"/>
              <a:gd name="connsiteX38" fmla="*/ 1649308 w 4452260"/>
              <a:gd name="connsiteY38" fmla="*/ 0 h 1068867"/>
              <a:gd name="connsiteX39" fmla="*/ 1653720 w 4452260"/>
              <a:gd name="connsiteY39" fmla="*/ 0 h 1068867"/>
              <a:gd name="connsiteX40" fmla="*/ 1661394 w 4452260"/>
              <a:gd name="connsiteY40" fmla="*/ 0 h 1068867"/>
              <a:gd name="connsiteX41" fmla="*/ 1687782 w 4452260"/>
              <a:gd name="connsiteY41" fmla="*/ 0 h 1068867"/>
              <a:gd name="connsiteX42" fmla="*/ 1703116 w 4452260"/>
              <a:gd name="connsiteY42" fmla="*/ 0 h 1068867"/>
              <a:gd name="connsiteX43" fmla="*/ 1739181 w 4452260"/>
              <a:gd name="connsiteY43" fmla="*/ 0 h 1068867"/>
              <a:gd name="connsiteX44" fmla="*/ 1771141 w 4452260"/>
              <a:gd name="connsiteY44" fmla="*/ 0 h 1068867"/>
              <a:gd name="connsiteX45" fmla="*/ 1800697 w 4452260"/>
              <a:gd name="connsiteY45" fmla="*/ 0 h 1068867"/>
              <a:gd name="connsiteX46" fmla="*/ 1811727 w 4452260"/>
              <a:gd name="connsiteY46" fmla="*/ 0 h 1068867"/>
              <a:gd name="connsiteX47" fmla="*/ 1823361 w 4452260"/>
              <a:gd name="connsiteY47" fmla="*/ 0 h 1068867"/>
              <a:gd name="connsiteX48" fmla="*/ 1826599 w 4452260"/>
              <a:gd name="connsiteY48" fmla="*/ 0 h 1068867"/>
              <a:gd name="connsiteX49" fmla="*/ 1857951 w 4452260"/>
              <a:gd name="connsiteY49" fmla="*/ 0 h 1068867"/>
              <a:gd name="connsiteX50" fmla="*/ 1858439 w 4452260"/>
              <a:gd name="connsiteY50" fmla="*/ 0 h 1068867"/>
              <a:gd name="connsiteX51" fmla="*/ 1859676 w 4452260"/>
              <a:gd name="connsiteY51" fmla="*/ 0 h 1068867"/>
              <a:gd name="connsiteX52" fmla="*/ 1893346 w 4452260"/>
              <a:gd name="connsiteY52" fmla="*/ 0 h 1068867"/>
              <a:gd name="connsiteX53" fmla="*/ 1927765 w 4452260"/>
              <a:gd name="connsiteY53" fmla="*/ 0 h 1068867"/>
              <a:gd name="connsiteX54" fmla="*/ 1963365 w 4452260"/>
              <a:gd name="connsiteY54" fmla="*/ 0 h 1068867"/>
              <a:gd name="connsiteX55" fmla="*/ 1978354 w 4452260"/>
              <a:gd name="connsiteY55" fmla="*/ 0 h 1068867"/>
              <a:gd name="connsiteX56" fmla="*/ 1991032 w 4452260"/>
              <a:gd name="connsiteY56" fmla="*/ 0 h 1068867"/>
              <a:gd name="connsiteX57" fmla="*/ 2020076 w 4452260"/>
              <a:gd name="connsiteY57" fmla="*/ 0 h 1068867"/>
              <a:gd name="connsiteX58" fmla="*/ 2021800 w 4452260"/>
              <a:gd name="connsiteY58" fmla="*/ 0 h 1068867"/>
              <a:gd name="connsiteX59" fmla="*/ 2027021 w 4452260"/>
              <a:gd name="connsiteY59" fmla="*/ 0 h 1068867"/>
              <a:gd name="connsiteX60" fmla="*/ 2032162 w 4452260"/>
              <a:gd name="connsiteY60" fmla="*/ 0 h 1068867"/>
              <a:gd name="connsiteX61" fmla="*/ 2141909 w 4452260"/>
              <a:gd name="connsiteY61" fmla="*/ 0 h 1068867"/>
              <a:gd name="connsiteX62" fmla="*/ 2143633 w 4452260"/>
              <a:gd name="connsiteY62" fmla="*/ 0 h 1068867"/>
              <a:gd name="connsiteX63" fmla="*/ 2178359 w 4452260"/>
              <a:gd name="connsiteY63" fmla="*/ 0 h 1068867"/>
              <a:gd name="connsiteX64" fmla="*/ 2228719 w 4452260"/>
              <a:gd name="connsiteY64" fmla="*/ 0 h 1068867"/>
              <a:gd name="connsiteX65" fmla="*/ 2229207 w 4452260"/>
              <a:gd name="connsiteY65" fmla="*/ 0 h 1068867"/>
              <a:gd name="connsiteX66" fmla="*/ 2230931 w 4452260"/>
              <a:gd name="connsiteY66" fmla="*/ 0 h 1068867"/>
              <a:gd name="connsiteX67" fmla="*/ 2287725 w 4452260"/>
              <a:gd name="connsiteY67" fmla="*/ 0 h 1068867"/>
              <a:gd name="connsiteX68" fmla="*/ 2289450 w 4452260"/>
              <a:gd name="connsiteY68" fmla="*/ 0 h 1068867"/>
              <a:gd name="connsiteX69" fmla="*/ 2323220 w 4452260"/>
              <a:gd name="connsiteY69" fmla="*/ 0 h 1068867"/>
              <a:gd name="connsiteX70" fmla="*/ 2324944 w 4452260"/>
              <a:gd name="connsiteY70" fmla="*/ 0 h 1068867"/>
              <a:gd name="connsiteX71" fmla="*/ 2340483 w 4452260"/>
              <a:gd name="connsiteY71" fmla="*/ 0 h 1068867"/>
              <a:gd name="connsiteX72" fmla="*/ 2341447 w 4452260"/>
              <a:gd name="connsiteY72" fmla="*/ 0 h 1068867"/>
              <a:gd name="connsiteX73" fmla="*/ 2343172 w 4452260"/>
              <a:gd name="connsiteY73" fmla="*/ 0 h 1068867"/>
              <a:gd name="connsiteX74" fmla="*/ 2349122 w 4452260"/>
              <a:gd name="connsiteY74" fmla="*/ 0 h 1068867"/>
              <a:gd name="connsiteX75" fmla="*/ 2350846 w 4452260"/>
              <a:gd name="connsiteY75" fmla="*/ 0 h 1068867"/>
              <a:gd name="connsiteX76" fmla="*/ 2390844 w 4452260"/>
              <a:gd name="connsiteY76" fmla="*/ 0 h 1068867"/>
              <a:gd name="connsiteX77" fmla="*/ 2462317 w 4452260"/>
              <a:gd name="connsiteY77" fmla="*/ 0 h 1068867"/>
              <a:gd name="connsiteX78" fmla="*/ 2499455 w 4452260"/>
              <a:gd name="connsiteY78" fmla="*/ 0 h 1068867"/>
              <a:gd name="connsiteX79" fmla="*/ 2530713 w 4452260"/>
              <a:gd name="connsiteY79" fmla="*/ 0 h 1068867"/>
              <a:gd name="connsiteX80" fmla="*/ 2547403 w 4452260"/>
              <a:gd name="connsiteY80" fmla="*/ 0 h 1068867"/>
              <a:gd name="connsiteX81" fmla="*/ 2549127 w 4452260"/>
              <a:gd name="connsiteY81" fmla="*/ 0 h 1068867"/>
              <a:gd name="connsiteX82" fmla="*/ 2581074 w 4452260"/>
              <a:gd name="connsiteY82" fmla="*/ 0 h 1068867"/>
              <a:gd name="connsiteX83" fmla="*/ 2582112 w 4452260"/>
              <a:gd name="connsiteY83" fmla="*/ 0 h 1068867"/>
              <a:gd name="connsiteX84" fmla="*/ 2669530 w 4452260"/>
              <a:gd name="connsiteY84" fmla="*/ 0 h 1068867"/>
              <a:gd name="connsiteX85" fmla="*/ 2678759 w 4452260"/>
              <a:gd name="connsiteY85" fmla="*/ 0 h 1068867"/>
              <a:gd name="connsiteX86" fmla="*/ 2709527 w 4452260"/>
              <a:gd name="connsiteY86" fmla="*/ 0 h 1068867"/>
              <a:gd name="connsiteX87" fmla="*/ 2711252 w 4452260"/>
              <a:gd name="connsiteY87" fmla="*/ 0 h 1068867"/>
              <a:gd name="connsiteX88" fmla="*/ 2714748 w 4452260"/>
              <a:gd name="connsiteY88" fmla="*/ 0 h 1068867"/>
              <a:gd name="connsiteX89" fmla="*/ 2719890 w 4452260"/>
              <a:gd name="connsiteY89" fmla="*/ 0 h 1068867"/>
              <a:gd name="connsiteX90" fmla="*/ 2831360 w 4452260"/>
              <a:gd name="connsiteY90" fmla="*/ 0 h 1068867"/>
              <a:gd name="connsiteX91" fmla="*/ 2833086 w 4452260"/>
              <a:gd name="connsiteY91" fmla="*/ 0 h 1068867"/>
              <a:gd name="connsiteX92" fmla="*/ 2866087 w 4452260"/>
              <a:gd name="connsiteY92" fmla="*/ 0 h 1068867"/>
              <a:gd name="connsiteX93" fmla="*/ 2918659 w 4452260"/>
              <a:gd name="connsiteY93" fmla="*/ 0 h 1068867"/>
              <a:gd name="connsiteX94" fmla="*/ 2919896 w 4452260"/>
              <a:gd name="connsiteY94" fmla="*/ 0 h 1068867"/>
              <a:gd name="connsiteX95" fmla="*/ 2920383 w 4452260"/>
              <a:gd name="connsiteY95" fmla="*/ 0 h 1068867"/>
              <a:gd name="connsiteX96" fmla="*/ 2977177 w 4452260"/>
              <a:gd name="connsiteY96" fmla="*/ 0 h 1068867"/>
              <a:gd name="connsiteX97" fmla="*/ 2978902 w 4452260"/>
              <a:gd name="connsiteY97" fmla="*/ 0 h 1068867"/>
              <a:gd name="connsiteX98" fmla="*/ 3012671 w 4452260"/>
              <a:gd name="connsiteY98" fmla="*/ 0 h 1068867"/>
              <a:gd name="connsiteX99" fmla="*/ 3014397 w 4452260"/>
              <a:gd name="connsiteY99" fmla="*/ 0 h 1068867"/>
              <a:gd name="connsiteX100" fmla="*/ 3028211 w 4452260"/>
              <a:gd name="connsiteY100" fmla="*/ 0 h 1068867"/>
              <a:gd name="connsiteX101" fmla="*/ 3030899 w 4452260"/>
              <a:gd name="connsiteY101" fmla="*/ 0 h 1068867"/>
              <a:gd name="connsiteX102" fmla="*/ 3032624 w 4452260"/>
              <a:gd name="connsiteY102" fmla="*/ 0 h 1068867"/>
              <a:gd name="connsiteX103" fmla="*/ 3038573 w 4452260"/>
              <a:gd name="connsiteY103" fmla="*/ 0 h 1068867"/>
              <a:gd name="connsiteX104" fmla="*/ 3040298 w 4452260"/>
              <a:gd name="connsiteY104" fmla="*/ 0 h 1068867"/>
              <a:gd name="connsiteX105" fmla="*/ 3082021 w 4452260"/>
              <a:gd name="connsiteY105" fmla="*/ 0 h 1068867"/>
              <a:gd name="connsiteX106" fmla="*/ 3150044 w 4452260"/>
              <a:gd name="connsiteY106" fmla="*/ 0 h 1068867"/>
              <a:gd name="connsiteX107" fmla="*/ 3218441 w 4452260"/>
              <a:gd name="connsiteY107" fmla="*/ 0 h 1068867"/>
              <a:gd name="connsiteX108" fmla="*/ 3236855 w 4452260"/>
              <a:gd name="connsiteY108" fmla="*/ 0 h 1068867"/>
              <a:gd name="connsiteX109" fmla="*/ 3269839 w 4452260"/>
              <a:gd name="connsiteY109" fmla="*/ 0 h 1068867"/>
              <a:gd name="connsiteX110" fmla="*/ 3272250 w 4452260"/>
              <a:gd name="connsiteY110" fmla="*/ 0 h 1068867"/>
              <a:gd name="connsiteX111" fmla="*/ 3320378 w 4452260"/>
              <a:gd name="connsiteY111" fmla="*/ 0 h 1068867"/>
              <a:gd name="connsiteX112" fmla="*/ 3346330 w 4452260"/>
              <a:gd name="connsiteY112" fmla="*/ 0 h 1068867"/>
              <a:gd name="connsiteX113" fmla="*/ 3357257 w 4452260"/>
              <a:gd name="connsiteY113" fmla="*/ 0 h 1068867"/>
              <a:gd name="connsiteX114" fmla="*/ 3369936 w 4452260"/>
              <a:gd name="connsiteY114" fmla="*/ 0 h 1068867"/>
              <a:gd name="connsiteX115" fmla="*/ 3398980 w 4452260"/>
              <a:gd name="connsiteY115" fmla="*/ 0 h 1068867"/>
              <a:gd name="connsiteX116" fmla="*/ 3405925 w 4452260"/>
              <a:gd name="connsiteY116" fmla="*/ 0 h 1068867"/>
              <a:gd name="connsiteX117" fmla="*/ 3411066 w 4452260"/>
              <a:gd name="connsiteY117" fmla="*/ 0 h 1068867"/>
              <a:gd name="connsiteX118" fmla="*/ 3520813 w 4452260"/>
              <a:gd name="connsiteY118" fmla="*/ 0 h 1068867"/>
              <a:gd name="connsiteX119" fmla="*/ 3607623 w 4452260"/>
              <a:gd name="connsiteY119" fmla="*/ 0 h 1068867"/>
              <a:gd name="connsiteX120" fmla="*/ 3608111 w 4452260"/>
              <a:gd name="connsiteY120" fmla="*/ 0 h 1068867"/>
              <a:gd name="connsiteX121" fmla="*/ 3666629 w 4452260"/>
              <a:gd name="connsiteY121" fmla="*/ 0 h 1068867"/>
              <a:gd name="connsiteX122" fmla="*/ 3702124 w 4452260"/>
              <a:gd name="connsiteY122" fmla="*/ 0 h 1068867"/>
              <a:gd name="connsiteX123" fmla="*/ 3720351 w 4452260"/>
              <a:gd name="connsiteY123" fmla="*/ 0 h 1068867"/>
              <a:gd name="connsiteX124" fmla="*/ 3728025 w 4452260"/>
              <a:gd name="connsiteY124" fmla="*/ 0 h 1068867"/>
              <a:gd name="connsiteX125" fmla="*/ 3769748 w 4452260"/>
              <a:gd name="connsiteY125" fmla="*/ 0 h 1068867"/>
              <a:gd name="connsiteX126" fmla="*/ 4098793 w 4452260"/>
              <a:gd name="connsiteY126" fmla="*/ 0 h 1068867"/>
              <a:gd name="connsiteX127" fmla="*/ 4193519 w 4452260"/>
              <a:gd name="connsiteY127" fmla="*/ 54408 h 1068867"/>
              <a:gd name="connsiteX128" fmla="*/ 4439104 w 4452260"/>
              <a:gd name="connsiteY128" fmla="*/ 480025 h 1068867"/>
              <a:gd name="connsiteX129" fmla="*/ 4439104 w 4452260"/>
              <a:gd name="connsiteY129" fmla="*/ 588843 h 1068867"/>
              <a:gd name="connsiteX130" fmla="*/ 4193519 w 4452260"/>
              <a:gd name="connsiteY130" fmla="*/ 1014459 h 1068867"/>
              <a:gd name="connsiteX131" fmla="*/ 4098793 w 4452260"/>
              <a:gd name="connsiteY131" fmla="*/ 1068867 h 1068867"/>
              <a:gd name="connsiteX132" fmla="*/ 3728025 w 4452260"/>
              <a:gd name="connsiteY132" fmla="*/ 1068867 h 1068867"/>
              <a:gd name="connsiteX133" fmla="*/ 3607623 w 4452260"/>
              <a:gd name="connsiteY133" fmla="*/ 1068867 h 1068867"/>
              <a:gd name="connsiteX134" fmla="*/ 3411066 w 4452260"/>
              <a:gd name="connsiteY134" fmla="*/ 1068867 h 1068867"/>
              <a:gd name="connsiteX135" fmla="*/ 3357257 w 4452260"/>
              <a:gd name="connsiteY135" fmla="*/ 1068867 h 1068867"/>
              <a:gd name="connsiteX136" fmla="*/ 3236855 w 4452260"/>
              <a:gd name="connsiteY136" fmla="*/ 1068867 h 1068867"/>
              <a:gd name="connsiteX137" fmla="*/ 3040298 w 4452260"/>
              <a:gd name="connsiteY137" fmla="*/ 1068867 h 1068867"/>
              <a:gd name="connsiteX138" fmla="*/ 3038573 w 4452260"/>
              <a:gd name="connsiteY138" fmla="*/ 1068867 h 1068867"/>
              <a:gd name="connsiteX139" fmla="*/ 2919896 w 4452260"/>
              <a:gd name="connsiteY139" fmla="*/ 1068867 h 1068867"/>
              <a:gd name="connsiteX140" fmla="*/ 2866087 w 4452260"/>
              <a:gd name="connsiteY140" fmla="*/ 1068867 h 1068867"/>
              <a:gd name="connsiteX141" fmla="*/ 2719890 w 4452260"/>
              <a:gd name="connsiteY141" fmla="*/ 1068867 h 1068867"/>
              <a:gd name="connsiteX142" fmla="*/ 2669530 w 4452260"/>
              <a:gd name="connsiteY142" fmla="*/ 1068867 h 1068867"/>
              <a:gd name="connsiteX143" fmla="*/ 2549127 w 4452260"/>
              <a:gd name="connsiteY143" fmla="*/ 1068867 h 1068867"/>
              <a:gd name="connsiteX144" fmla="*/ 2547403 w 4452260"/>
              <a:gd name="connsiteY144" fmla="*/ 1068867 h 1068867"/>
              <a:gd name="connsiteX145" fmla="*/ 2350846 w 4452260"/>
              <a:gd name="connsiteY145" fmla="*/ 1068867 h 1068867"/>
              <a:gd name="connsiteX146" fmla="*/ 2349122 w 4452260"/>
              <a:gd name="connsiteY146" fmla="*/ 1068867 h 1068867"/>
              <a:gd name="connsiteX147" fmla="*/ 2228719 w 4452260"/>
              <a:gd name="connsiteY147" fmla="*/ 1068867 h 1068867"/>
              <a:gd name="connsiteX148" fmla="*/ 2178359 w 4452260"/>
              <a:gd name="connsiteY148" fmla="*/ 1068867 h 1068867"/>
              <a:gd name="connsiteX149" fmla="*/ 2032162 w 4452260"/>
              <a:gd name="connsiteY149" fmla="*/ 1068867 h 1068867"/>
              <a:gd name="connsiteX150" fmla="*/ 1978354 w 4452260"/>
              <a:gd name="connsiteY150" fmla="*/ 1068867 h 1068867"/>
              <a:gd name="connsiteX151" fmla="*/ 1859676 w 4452260"/>
              <a:gd name="connsiteY151" fmla="*/ 1068867 h 1068867"/>
              <a:gd name="connsiteX152" fmla="*/ 1857951 w 4452260"/>
              <a:gd name="connsiteY152" fmla="*/ 1068867 h 1068867"/>
              <a:gd name="connsiteX153" fmla="*/ 1826599 w 4452260"/>
              <a:gd name="connsiteY153" fmla="*/ 1068867 h 1068867"/>
              <a:gd name="connsiteX154" fmla="*/ 1661394 w 4452260"/>
              <a:gd name="connsiteY154" fmla="*/ 1068867 h 1068867"/>
              <a:gd name="connsiteX155" fmla="*/ 1540992 w 4452260"/>
              <a:gd name="connsiteY155" fmla="*/ 1068867 h 1068867"/>
              <a:gd name="connsiteX156" fmla="*/ 1531708 w 4452260"/>
              <a:gd name="connsiteY156" fmla="*/ 1068867 h 1068867"/>
              <a:gd name="connsiteX157" fmla="*/ 1487183 w 4452260"/>
              <a:gd name="connsiteY157" fmla="*/ 1068867 h 1068867"/>
              <a:gd name="connsiteX158" fmla="*/ 1335428 w 4452260"/>
              <a:gd name="connsiteY158" fmla="*/ 1068867 h 1068867"/>
              <a:gd name="connsiteX159" fmla="*/ 1290626 w 4452260"/>
              <a:gd name="connsiteY159" fmla="*/ 1068867 h 1068867"/>
              <a:gd name="connsiteX160" fmla="*/ 1170224 w 4452260"/>
              <a:gd name="connsiteY160" fmla="*/ 1068867 h 1068867"/>
              <a:gd name="connsiteX161" fmla="*/ 1138871 w 4452260"/>
              <a:gd name="connsiteY161" fmla="*/ 1068867 h 1068867"/>
              <a:gd name="connsiteX162" fmla="*/ 1040537 w 4452260"/>
              <a:gd name="connsiteY162" fmla="*/ 1068867 h 1068867"/>
              <a:gd name="connsiteX163" fmla="*/ 843980 w 4452260"/>
              <a:gd name="connsiteY163" fmla="*/ 1068867 h 1068867"/>
              <a:gd name="connsiteX164" fmla="*/ 799455 w 4452260"/>
              <a:gd name="connsiteY164" fmla="*/ 1068867 h 1068867"/>
              <a:gd name="connsiteX165" fmla="*/ 647700 w 4452260"/>
              <a:gd name="connsiteY165" fmla="*/ 1068867 h 1068867"/>
              <a:gd name="connsiteX166" fmla="*/ 352810 w 4452260"/>
              <a:gd name="connsiteY166" fmla="*/ 1068867 h 1068867"/>
              <a:gd name="connsiteX167" fmla="*/ 258084 w 4452260"/>
              <a:gd name="connsiteY167" fmla="*/ 1014459 h 1068867"/>
              <a:gd name="connsiteX168" fmla="*/ 12498 w 4452260"/>
              <a:gd name="connsiteY168" fmla="*/ 588843 h 1068867"/>
              <a:gd name="connsiteX169" fmla="*/ 12498 w 4452260"/>
              <a:gd name="connsiteY169" fmla="*/ 480025 h 1068867"/>
              <a:gd name="connsiteX170" fmla="*/ 258084 w 4452260"/>
              <a:gd name="connsiteY170" fmla="*/ 54408 h 1068867"/>
              <a:gd name="connsiteX171" fmla="*/ 352810 w 4452260"/>
              <a:gd name="connsiteY171" fmla="*/ 0 h 106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452260" h="1068867">
                <a:moveTo>
                  <a:pt x="352810" y="0"/>
                </a:moveTo>
                <a:cubicBezTo>
                  <a:pt x="475602" y="0"/>
                  <a:pt x="567696" y="0"/>
                  <a:pt x="636768" y="0"/>
                </a:cubicBezTo>
                <a:lnTo>
                  <a:pt x="647700" y="0"/>
                </a:lnTo>
                <a:lnTo>
                  <a:pt x="724065" y="0"/>
                </a:lnTo>
                <a:cubicBezTo>
                  <a:pt x="748048" y="0"/>
                  <a:pt x="767235" y="0"/>
                  <a:pt x="782584" y="0"/>
                </a:cubicBezTo>
                <a:lnTo>
                  <a:pt x="799455" y="0"/>
                </a:lnTo>
                <a:lnTo>
                  <a:pt x="809825" y="0"/>
                </a:lnTo>
                <a:lnTo>
                  <a:pt x="818078" y="0"/>
                </a:lnTo>
                <a:cubicBezTo>
                  <a:pt x="843980" y="0"/>
                  <a:pt x="843980" y="0"/>
                  <a:pt x="843980" y="0"/>
                </a:cubicBezTo>
                <a:lnTo>
                  <a:pt x="931658" y="0"/>
                </a:lnTo>
                <a:lnTo>
                  <a:pt x="961580" y="0"/>
                </a:lnTo>
                <a:lnTo>
                  <a:pt x="1000055" y="0"/>
                </a:lnTo>
                <a:lnTo>
                  <a:pt x="1040537" y="0"/>
                </a:lnTo>
                <a:lnTo>
                  <a:pt x="1051453" y="0"/>
                </a:lnTo>
                <a:lnTo>
                  <a:pt x="1083414" y="0"/>
                </a:lnTo>
                <a:lnTo>
                  <a:pt x="1112969" y="0"/>
                </a:lnTo>
                <a:cubicBezTo>
                  <a:pt x="1138871" y="0"/>
                  <a:pt x="1138871" y="0"/>
                  <a:pt x="1138871" y="0"/>
                </a:cubicBezTo>
                <a:lnTo>
                  <a:pt x="1170224" y="0"/>
                </a:lnTo>
                <a:lnTo>
                  <a:pt x="1170711" y="0"/>
                </a:lnTo>
                <a:lnTo>
                  <a:pt x="1202662" y="0"/>
                </a:lnTo>
                <a:lnTo>
                  <a:pt x="1240037" y="0"/>
                </a:lnTo>
                <a:cubicBezTo>
                  <a:pt x="1290626" y="0"/>
                  <a:pt x="1290626" y="0"/>
                  <a:pt x="1290626" y="0"/>
                </a:cubicBezTo>
                <a:lnTo>
                  <a:pt x="1324496" y="0"/>
                </a:lnTo>
                <a:lnTo>
                  <a:pt x="1332348" y="0"/>
                </a:lnTo>
                <a:lnTo>
                  <a:pt x="1335428" y="0"/>
                </a:lnTo>
                <a:lnTo>
                  <a:pt x="1411793" y="0"/>
                </a:lnTo>
                <a:lnTo>
                  <a:pt x="1454182" y="0"/>
                </a:lnTo>
                <a:lnTo>
                  <a:pt x="1470312" y="0"/>
                </a:lnTo>
                <a:lnTo>
                  <a:pt x="1487183" y="0"/>
                </a:lnTo>
                <a:lnTo>
                  <a:pt x="1497552" y="0"/>
                </a:lnTo>
                <a:lnTo>
                  <a:pt x="1505806" y="0"/>
                </a:lnTo>
                <a:lnTo>
                  <a:pt x="1528471" y="0"/>
                </a:lnTo>
                <a:lnTo>
                  <a:pt x="1531708" y="0"/>
                </a:lnTo>
                <a:lnTo>
                  <a:pt x="1540992" y="0"/>
                </a:lnTo>
                <a:lnTo>
                  <a:pt x="1541479" y="0"/>
                </a:lnTo>
                <a:lnTo>
                  <a:pt x="1599998" y="0"/>
                </a:lnTo>
                <a:lnTo>
                  <a:pt x="1619386" y="0"/>
                </a:lnTo>
                <a:lnTo>
                  <a:pt x="1635492" y="0"/>
                </a:lnTo>
                <a:lnTo>
                  <a:pt x="1649308" y="0"/>
                </a:lnTo>
                <a:lnTo>
                  <a:pt x="1653720" y="0"/>
                </a:lnTo>
                <a:lnTo>
                  <a:pt x="1661394" y="0"/>
                </a:lnTo>
                <a:lnTo>
                  <a:pt x="1687782" y="0"/>
                </a:lnTo>
                <a:lnTo>
                  <a:pt x="1703116" y="0"/>
                </a:lnTo>
                <a:lnTo>
                  <a:pt x="1739181" y="0"/>
                </a:lnTo>
                <a:lnTo>
                  <a:pt x="1771141" y="0"/>
                </a:lnTo>
                <a:lnTo>
                  <a:pt x="1800697" y="0"/>
                </a:lnTo>
                <a:lnTo>
                  <a:pt x="1811727" y="0"/>
                </a:lnTo>
                <a:lnTo>
                  <a:pt x="1823361" y="0"/>
                </a:lnTo>
                <a:lnTo>
                  <a:pt x="1826599" y="0"/>
                </a:lnTo>
                <a:lnTo>
                  <a:pt x="1857951" y="0"/>
                </a:lnTo>
                <a:lnTo>
                  <a:pt x="1858439" y="0"/>
                </a:lnTo>
                <a:lnTo>
                  <a:pt x="1859676" y="0"/>
                </a:lnTo>
                <a:lnTo>
                  <a:pt x="1893346" y="0"/>
                </a:lnTo>
                <a:lnTo>
                  <a:pt x="1927765" y="0"/>
                </a:lnTo>
                <a:lnTo>
                  <a:pt x="1963365" y="0"/>
                </a:lnTo>
                <a:lnTo>
                  <a:pt x="1978354" y="0"/>
                </a:lnTo>
                <a:lnTo>
                  <a:pt x="1991032" y="0"/>
                </a:lnTo>
                <a:lnTo>
                  <a:pt x="2020076" y="0"/>
                </a:lnTo>
                <a:lnTo>
                  <a:pt x="2021800" y="0"/>
                </a:lnTo>
                <a:lnTo>
                  <a:pt x="2027021" y="0"/>
                </a:lnTo>
                <a:cubicBezTo>
                  <a:pt x="2032162" y="0"/>
                  <a:pt x="2032162" y="0"/>
                  <a:pt x="2032162" y="0"/>
                </a:cubicBezTo>
                <a:lnTo>
                  <a:pt x="2141909" y="0"/>
                </a:lnTo>
                <a:lnTo>
                  <a:pt x="2143633" y="0"/>
                </a:lnTo>
                <a:lnTo>
                  <a:pt x="2178359" y="0"/>
                </a:lnTo>
                <a:lnTo>
                  <a:pt x="2228719" y="0"/>
                </a:lnTo>
                <a:lnTo>
                  <a:pt x="2229207" y="0"/>
                </a:lnTo>
                <a:lnTo>
                  <a:pt x="2230931" y="0"/>
                </a:lnTo>
                <a:lnTo>
                  <a:pt x="2287725" y="0"/>
                </a:lnTo>
                <a:lnTo>
                  <a:pt x="2289450" y="0"/>
                </a:lnTo>
                <a:lnTo>
                  <a:pt x="2323220" y="0"/>
                </a:lnTo>
                <a:lnTo>
                  <a:pt x="2324944" y="0"/>
                </a:lnTo>
                <a:lnTo>
                  <a:pt x="2340483" y="0"/>
                </a:lnTo>
                <a:lnTo>
                  <a:pt x="2341447" y="0"/>
                </a:lnTo>
                <a:lnTo>
                  <a:pt x="2343172" y="0"/>
                </a:lnTo>
                <a:lnTo>
                  <a:pt x="2349122" y="0"/>
                </a:lnTo>
                <a:lnTo>
                  <a:pt x="2350846" y="0"/>
                </a:lnTo>
                <a:lnTo>
                  <a:pt x="2390844" y="0"/>
                </a:lnTo>
                <a:lnTo>
                  <a:pt x="2462317" y="0"/>
                </a:lnTo>
                <a:lnTo>
                  <a:pt x="2499455" y="0"/>
                </a:lnTo>
                <a:lnTo>
                  <a:pt x="2530713" y="0"/>
                </a:lnTo>
                <a:lnTo>
                  <a:pt x="2547403" y="0"/>
                </a:lnTo>
                <a:lnTo>
                  <a:pt x="2549127" y="0"/>
                </a:lnTo>
                <a:lnTo>
                  <a:pt x="2581074" y="0"/>
                </a:lnTo>
                <a:lnTo>
                  <a:pt x="2582112" y="0"/>
                </a:lnTo>
                <a:cubicBezTo>
                  <a:pt x="2669530" y="0"/>
                  <a:pt x="2669530" y="0"/>
                  <a:pt x="2669530" y="0"/>
                </a:cubicBezTo>
                <a:lnTo>
                  <a:pt x="2678759" y="0"/>
                </a:lnTo>
                <a:lnTo>
                  <a:pt x="2709527" y="0"/>
                </a:lnTo>
                <a:lnTo>
                  <a:pt x="2711252" y="0"/>
                </a:lnTo>
                <a:lnTo>
                  <a:pt x="2714748" y="0"/>
                </a:lnTo>
                <a:lnTo>
                  <a:pt x="2719890" y="0"/>
                </a:lnTo>
                <a:lnTo>
                  <a:pt x="2831360" y="0"/>
                </a:lnTo>
                <a:lnTo>
                  <a:pt x="2833086" y="0"/>
                </a:lnTo>
                <a:lnTo>
                  <a:pt x="2866087" y="0"/>
                </a:lnTo>
                <a:lnTo>
                  <a:pt x="2918659" y="0"/>
                </a:lnTo>
                <a:lnTo>
                  <a:pt x="2919896" y="0"/>
                </a:lnTo>
                <a:lnTo>
                  <a:pt x="2920383" y="0"/>
                </a:lnTo>
                <a:lnTo>
                  <a:pt x="2977177" y="0"/>
                </a:lnTo>
                <a:lnTo>
                  <a:pt x="2978902" y="0"/>
                </a:lnTo>
                <a:lnTo>
                  <a:pt x="3012671" y="0"/>
                </a:lnTo>
                <a:lnTo>
                  <a:pt x="3014397" y="0"/>
                </a:lnTo>
                <a:lnTo>
                  <a:pt x="3028211" y="0"/>
                </a:lnTo>
                <a:lnTo>
                  <a:pt x="3030899" y="0"/>
                </a:lnTo>
                <a:lnTo>
                  <a:pt x="3032624" y="0"/>
                </a:lnTo>
                <a:lnTo>
                  <a:pt x="3038573" y="0"/>
                </a:lnTo>
                <a:lnTo>
                  <a:pt x="3040298" y="0"/>
                </a:lnTo>
                <a:lnTo>
                  <a:pt x="3082021" y="0"/>
                </a:lnTo>
                <a:lnTo>
                  <a:pt x="3150044" y="0"/>
                </a:lnTo>
                <a:lnTo>
                  <a:pt x="3218441" y="0"/>
                </a:lnTo>
                <a:lnTo>
                  <a:pt x="3236855" y="0"/>
                </a:lnTo>
                <a:lnTo>
                  <a:pt x="3269839" y="0"/>
                </a:lnTo>
                <a:lnTo>
                  <a:pt x="3272250" y="0"/>
                </a:lnTo>
                <a:lnTo>
                  <a:pt x="3320378" y="0"/>
                </a:lnTo>
                <a:lnTo>
                  <a:pt x="3346330" y="0"/>
                </a:lnTo>
                <a:lnTo>
                  <a:pt x="3357257" y="0"/>
                </a:lnTo>
                <a:lnTo>
                  <a:pt x="3369936" y="0"/>
                </a:lnTo>
                <a:lnTo>
                  <a:pt x="3398980" y="0"/>
                </a:lnTo>
                <a:lnTo>
                  <a:pt x="3405925" y="0"/>
                </a:lnTo>
                <a:cubicBezTo>
                  <a:pt x="3411066" y="0"/>
                  <a:pt x="3411066" y="0"/>
                  <a:pt x="3411066" y="0"/>
                </a:cubicBezTo>
                <a:lnTo>
                  <a:pt x="3520813" y="0"/>
                </a:lnTo>
                <a:lnTo>
                  <a:pt x="3607623" y="0"/>
                </a:lnTo>
                <a:lnTo>
                  <a:pt x="3608111" y="0"/>
                </a:lnTo>
                <a:lnTo>
                  <a:pt x="3666629" y="0"/>
                </a:lnTo>
                <a:lnTo>
                  <a:pt x="3702124" y="0"/>
                </a:lnTo>
                <a:lnTo>
                  <a:pt x="3720351" y="0"/>
                </a:lnTo>
                <a:lnTo>
                  <a:pt x="3728025" y="0"/>
                </a:lnTo>
                <a:lnTo>
                  <a:pt x="3769748" y="0"/>
                </a:lnTo>
                <a:cubicBezTo>
                  <a:pt x="4098793" y="0"/>
                  <a:pt x="4098793" y="0"/>
                  <a:pt x="4098793" y="0"/>
                </a:cubicBezTo>
                <a:cubicBezTo>
                  <a:pt x="4133877" y="0"/>
                  <a:pt x="4175977" y="24572"/>
                  <a:pt x="4193519" y="54408"/>
                </a:cubicBezTo>
                <a:cubicBezTo>
                  <a:pt x="4439104" y="480025"/>
                  <a:pt x="4439104" y="480025"/>
                  <a:pt x="4439104" y="480025"/>
                </a:cubicBezTo>
                <a:cubicBezTo>
                  <a:pt x="4456646" y="509862"/>
                  <a:pt x="4456646" y="559005"/>
                  <a:pt x="4439104" y="588843"/>
                </a:cubicBezTo>
                <a:cubicBezTo>
                  <a:pt x="4193519" y="1014459"/>
                  <a:pt x="4193519" y="1014459"/>
                  <a:pt x="4193519" y="1014459"/>
                </a:cubicBezTo>
                <a:cubicBezTo>
                  <a:pt x="4175977" y="1044295"/>
                  <a:pt x="4133877" y="1068867"/>
                  <a:pt x="4098793" y="1068867"/>
                </a:cubicBezTo>
                <a:lnTo>
                  <a:pt x="3728025" y="1068867"/>
                </a:lnTo>
                <a:lnTo>
                  <a:pt x="3607623" y="1068867"/>
                </a:lnTo>
                <a:lnTo>
                  <a:pt x="3411066" y="1068867"/>
                </a:lnTo>
                <a:lnTo>
                  <a:pt x="3357257" y="1068867"/>
                </a:lnTo>
                <a:lnTo>
                  <a:pt x="3236855" y="1068867"/>
                </a:lnTo>
                <a:lnTo>
                  <a:pt x="3040298" y="1068867"/>
                </a:lnTo>
                <a:lnTo>
                  <a:pt x="3038573" y="1068867"/>
                </a:lnTo>
                <a:lnTo>
                  <a:pt x="2919896" y="1068867"/>
                </a:lnTo>
                <a:lnTo>
                  <a:pt x="2866087" y="1068867"/>
                </a:lnTo>
                <a:lnTo>
                  <a:pt x="2719890" y="1068867"/>
                </a:lnTo>
                <a:lnTo>
                  <a:pt x="2669530" y="1068867"/>
                </a:lnTo>
                <a:lnTo>
                  <a:pt x="2549127" y="1068867"/>
                </a:lnTo>
                <a:lnTo>
                  <a:pt x="2547403" y="1068867"/>
                </a:lnTo>
                <a:lnTo>
                  <a:pt x="2350846" y="1068867"/>
                </a:lnTo>
                <a:lnTo>
                  <a:pt x="2349122" y="1068867"/>
                </a:lnTo>
                <a:lnTo>
                  <a:pt x="2228719" y="1068867"/>
                </a:lnTo>
                <a:lnTo>
                  <a:pt x="2178359" y="1068867"/>
                </a:lnTo>
                <a:lnTo>
                  <a:pt x="2032162" y="1068867"/>
                </a:lnTo>
                <a:lnTo>
                  <a:pt x="1978354" y="1068867"/>
                </a:lnTo>
                <a:lnTo>
                  <a:pt x="1859676" y="1068867"/>
                </a:lnTo>
                <a:lnTo>
                  <a:pt x="1857951" y="1068867"/>
                </a:lnTo>
                <a:lnTo>
                  <a:pt x="1826599" y="1068867"/>
                </a:lnTo>
                <a:lnTo>
                  <a:pt x="1661394" y="1068867"/>
                </a:lnTo>
                <a:lnTo>
                  <a:pt x="1540992" y="1068867"/>
                </a:lnTo>
                <a:lnTo>
                  <a:pt x="1531708" y="1068867"/>
                </a:lnTo>
                <a:lnTo>
                  <a:pt x="1487183" y="1068867"/>
                </a:lnTo>
                <a:lnTo>
                  <a:pt x="1335428" y="1068867"/>
                </a:lnTo>
                <a:lnTo>
                  <a:pt x="1290626" y="1068867"/>
                </a:lnTo>
                <a:lnTo>
                  <a:pt x="1170224" y="1068867"/>
                </a:lnTo>
                <a:lnTo>
                  <a:pt x="1138871" y="1068867"/>
                </a:lnTo>
                <a:lnTo>
                  <a:pt x="1040537" y="1068867"/>
                </a:lnTo>
                <a:lnTo>
                  <a:pt x="843980" y="1068867"/>
                </a:lnTo>
                <a:lnTo>
                  <a:pt x="799455" y="1068867"/>
                </a:lnTo>
                <a:lnTo>
                  <a:pt x="647700" y="1068867"/>
                </a:lnTo>
                <a:lnTo>
                  <a:pt x="352810" y="1068867"/>
                </a:lnTo>
                <a:cubicBezTo>
                  <a:pt x="318603" y="1068867"/>
                  <a:pt x="275626" y="1044295"/>
                  <a:pt x="258084" y="1014459"/>
                </a:cubicBezTo>
                <a:cubicBezTo>
                  <a:pt x="12498" y="588843"/>
                  <a:pt x="12498" y="588843"/>
                  <a:pt x="12498" y="588843"/>
                </a:cubicBezTo>
                <a:cubicBezTo>
                  <a:pt x="-4166" y="559005"/>
                  <a:pt x="-4166" y="509862"/>
                  <a:pt x="12498" y="480025"/>
                </a:cubicBezTo>
                <a:cubicBezTo>
                  <a:pt x="258084" y="54408"/>
                  <a:pt x="258084" y="54408"/>
                  <a:pt x="258084" y="54408"/>
                </a:cubicBezTo>
                <a:cubicBezTo>
                  <a:pt x="275626" y="24572"/>
                  <a:pt x="318603" y="0"/>
                  <a:pt x="352810" y="0"/>
                </a:cubicBezTo>
                <a:close/>
              </a:path>
            </a:pathLst>
          </a:custGeom>
          <a:gradFill flip="none" rotWithShape="1">
            <a:gsLst>
              <a:gs pos="100000">
                <a:schemeClr val="bg1">
                  <a:lumMod val="95000"/>
                </a:schemeClr>
              </a:gs>
              <a:gs pos="0">
                <a:srgbClr val="D3D3D3"/>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sp>
        <p:nvSpPr>
          <p:cNvPr id="89" name="任意多边形 88"/>
          <p:cNvSpPr/>
          <p:nvPr/>
        </p:nvSpPr>
        <p:spPr bwMode="auto">
          <a:xfrm>
            <a:off x="7032492" y="3440969"/>
            <a:ext cx="3304837" cy="663681"/>
          </a:xfrm>
          <a:custGeom>
            <a:avLst/>
            <a:gdLst>
              <a:gd name="connsiteX0" fmla="*/ 305125 w 4603109"/>
              <a:gd name="connsiteY0" fmla="*/ 0 h 924402"/>
              <a:gd name="connsiteX1" fmla="*/ 432894 w 4603109"/>
              <a:gd name="connsiteY1" fmla="*/ 0 h 924402"/>
              <a:gd name="connsiteX2" fmla="*/ 445336 w 4603109"/>
              <a:gd name="connsiteY2" fmla="*/ 0 h 924402"/>
              <a:gd name="connsiteX3" fmla="*/ 550703 w 4603109"/>
              <a:gd name="connsiteY3" fmla="*/ 0 h 924402"/>
              <a:gd name="connsiteX4" fmla="*/ 560158 w 4603109"/>
              <a:gd name="connsiteY4" fmla="*/ 0 h 924402"/>
              <a:gd name="connsiteX5" fmla="*/ 573105 w 4603109"/>
              <a:gd name="connsiteY5" fmla="*/ 0 h 924402"/>
              <a:gd name="connsiteX6" fmla="*/ 626202 w 4603109"/>
              <a:gd name="connsiteY6" fmla="*/ 0 h 924402"/>
              <a:gd name="connsiteX7" fmla="*/ 676811 w 4603109"/>
              <a:gd name="connsiteY7" fmla="*/ 0 h 924402"/>
              <a:gd name="connsiteX8" fmla="*/ 678472 w 4603109"/>
              <a:gd name="connsiteY8" fmla="*/ 0 h 924402"/>
              <a:gd name="connsiteX9" fmla="*/ 687927 w 4603109"/>
              <a:gd name="connsiteY9" fmla="*/ 0 h 924402"/>
              <a:gd name="connsiteX10" fmla="*/ 691402 w 4603109"/>
              <a:gd name="connsiteY10" fmla="*/ 0 h 924402"/>
              <a:gd name="connsiteX11" fmla="*/ 700371 w 4603109"/>
              <a:gd name="connsiteY11" fmla="*/ 0 h 924402"/>
              <a:gd name="connsiteX12" fmla="*/ 707508 w 4603109"/>
              <a:gd name="connsiteY12" fmla="*/ 0 h 924402"/>
              <a:gd name="connsiteX13" fmla="*/ 729909 w 4603109"/>
              <a:gd name="connsiteY13" fmla="*/ 0 h 924402"/>
              <a:gd name="connsiteX14" fmla="*/ 753971 w 4603109"/>
              <a:gd name="connsiteY14" fmla="*/ 0 h 924402"/>
              <a:gd name="connsiteX15" fmla="*/ 804580 w 4603109"/>
              <a:gd name="connsiteY15" fmla="*/ 0 h 924402"/>
              <a:gd name="connsiteX16" fmla="*/ 805737 w 4603109"/>
              <a:gd name="connsiteY16" fmla="*/ 0 h 924402"/>
              <a:gd name="connsiteX17" fmla="*/ 819171 w 4603109"/>
              <a:gd name="connsiteY17" fmla="*/ 0 h 924402"/>
              <a:gd name="connsiteX18" fmla="*/ 828140 w 4603109"/>
              <a:gd name="connsiteY18" fmla="*/ 0 h 924402"/>
              <a:gd name="connsiteX19" fmla="*/ 831615 w 4603109"/>
              <a:gd name="connsiteY19" fmla="*/ 0 h 924402"/>
              <a:gd name="connsiteX20" fmla="*/ 835277 w 4603109"/>
              <a:gd name="connsiteY20" fmla="*/ 0 h 924402"/>
              <a:gd name="connsiteX21" fmla="*/ 857678 w 4603109"/>
              <a:gd name="connsiteY21" fmla="*/ 0 h 924402"/>
              <a:gd name="connsiteX22" fmla="*/ 864889 w 4603109"/>
              <a:gd name="connsiteY22" fmla="*/ 0 h 924402"/>
              <a:gd name="connsiteX23" fmla="*/ 899900 w 4603109"/>
              <a:gd name="connsiteY23" fmla="*/ 0 h 924402"/>
              <a:gd name="connsiteX24" fmla="*/ 909341 w 4603109"/>
              <a:gd name="connsiteY24" fmla="*/ 0 h 924402"/>
              <a:gd name="connsiteX25" fmla="*/ 929965 w 4603109"/>
              <a:gd name="connsiteY25" fmla="*/ 0 h 924402"/>
              <a:gd name="connsiteX26" fmla="*/ 933506 w 4603109"/>
              <a:gd name="connsiteY26" fmla="*/ 0 h 924402"/>
              <a:gd name="connsiteX27" fmla="*/ 936982 w 4603109"/>
              <a:gd name="connsiteY27" fmla="*/ 0 h 924402"/>
              <a:gd name="connsiteX28" fmla="*/ 959384 w 4603109"/>
              <a:gd name="connsiteY28" fmla="*/ 0 h 924402"/>
              <a:gd name="connsiteX29" fmla="*/ 962542 w 4603109"/>
              <a:gd name="connsiteY29" fmla="*/ 0 h 924402"/>
              <a:gd name="connsiteX30" fmla="*/ 984943 w 4603109"/>
              <a:gd name="connsiteY30" fmla="*/ 0 h 924402"/>
              <a:gd name="connsiteX31" fmla="*/ 992658 w 4603109"/>
              <a:gd name="connsiteY31" fmla="*/ 0 h 924402"/>
              <a:gd name="connsiteX32" fmla="*/ 1012059 w 4603109"/>
              <a:gd name="connsiteY32" fmla="*/ 0 h 924402"/>
              <a:gd name="connsiteX33" fmla="*/ 1012480 w 4603109"/>
              <a:gd name="connsiteY33" fmla="*/ 0 h 924402"/>
              <a:gd name="connsiteX34" fmla="*/ 1027669 w 4603109"/>
              <a:gd name="connsiteY34" fmla="*/ 0 h 924402"/>
              <a:gd name="connsiteX35" fmla="*/ 1037110 w 4603109"/>
              <a:gd name="connsiteY35" fmla="*/ 0 h 924402"/>
              <a:gd name="connsiteX36" fmla="*/ 1040112 w 4603109"/>
              <a:gd name="connsiteY36" fmla="*/ 0 h 924402"/>
              <a:gd name="connsiteX37" fmla="*/ 1057734 w 4603109"/>
              <a:gd name="connsiteY37" fmla="*/ 0 h 924402"/>
              <a:gd name="connsiteX38" fmla="*/ 1064751 w 4603109"/>
              <a:gd name="connsiteY38" fmla="*/ 0 h 924402"/>
              <a:gd name="connsiteX39" fmla="*/ 1070177 w 4603109"/>
              <a:gd name="connsiteY39" fmla="*/ 0 h 924402"/>
              <a:gd name="connsiteX40" fmla="*/ 1072436 w 4603109"/>
              <a:gd name="connsiteY40" fmla="*/ 0 h 924402"/>
              <a:gd name="connsiteX41" fmla="*/ 1090311 w 4603109"/>
              <a:gd name="connsiteY41" fmla="*/ 0 h 924402"/>
              <a:gd name="connsiteX42" fmla="*/ 1110718 w 4603109"/>
              <a:gd name="connsiteY42" fmla="*/ 0 h 924402"/>
              <a:gd name="connsiteX43" fmla="*/ 1112712 w 4603109"/>
              <a:gd name="connsiteY43" fmla="*/ 0 h 924402"/>
              <a:gd name="connsiteX44" fmla="*/ 1116187 w 4603109"/>
              <a:gd name="connsiteY44" fmla="*/ 0 h 924402"/>
              <a:gd name="connsiteX45" fmla="*/ 1139828 w 4603109"/>
              <a:gd name="connsiteY45" fmla="*/ 0 h 924402"/>
              <a:gd name="connsiteX46" fmla="*/ 1140249 w 4603109"/>
              <a:gd name="connsiteY46" fmla="*/ 0 h 924402"/>
              <a:gd name="connsiteX47" fmla="*/ 1145480 w 4603109"/>
              <a:gd name="connsiteY47" fmla="*/ 0 h 924402"/>
              <a:gd name="connsiteX48" fmla="*/ 1152270 w 4603109"/>
              <a:gd name="connsiteY48" fmla="*/ 0 h 924402"/>
              <a:gd name="connsiteX49" fmla="*/ 1154934 w 4603109"/>
              <a:gd name="connsiteY49" fmla="*/ 0 h 924402"/>
              <a:gd name="connsiteX50" fmla="*/ 1167881 w 4603109"/>
              <a:gd name="connsiteY50" fmla="*/ 0 h 924402"/>
              <a:gd name="connsiteX51" fmla="*/ 1175544 w 4603109"/>
              <a:gd name="connsiteY51" fmla="*/ 0 h 924402"/>
              <a:gd name="connsiteX52" fmla="*/ 1184998 w 4603109"/>
              <a:gd name="connsiteY52" fmla="*/ 0 h 924402"/>
              <a:gd name="connsiteX53" fmla="*/ 1197946 w 4603109"/>
              <a:gd name="connsiteY53" fmla="*/ 0 h 924402"/>
              <a:gd name="connsiteX54" fmla="*/ 1200205 w 4603109"/>
              <a:gd name="connsiteY54" fmla="*/ 0 h 924402"/>
              <a:gd name="connsiteX55" fmla="*/ 1220978 w 4603109"/>
              <a:gd name="connsiteY55" fmla="*/ 0 h 924402"/>
              <a:gd name="connsiteX56" fmla="*/ 1238487 w 4603109"/>
              <a:gd name="connsiteY56" fmla="*/ 0 h 924402"/>
              <a:gd name="connsiteX57" fmla="*/ 1243956 w 4603109"/>
              <a:gd name="connsiteY57" fmla="*/ 0 h 924402"/>
              <a:gd name="connsiteX58" fmla="*/ 1251042 w 4603109"/>
              <a:gd name="connsiteY58" fmla="*/ 0 h 924402"/>
              <a:gd name="connsiteX59" fmla="*/ 1257637 w 4603109"/>
              <a:gd name="connsiteY59" fmla="*/ 0 h 924402"/>
              <a:gd name="connsiteX60" fmla="*/ 1271587 w 4603109"/>
              <a:gd name="connsiteY60" fmla="*/ 0 h 924402"/>
              <a:gd name="connsiteX61" fmla="*/ 1273249 w 4603109"/>
              <a:gd name="connsiteY61" fmla="*/ 0 h 924402"/>
              <a:gd name="connsiteX62" fmla="*/ 1280039 w 4603109"/>
              <a:gd name="connsiteY62" fmla="*/ 0 h 924402"/>
              <a:gd name="connsiteX63" fmla="*/ 1282703 w 4603109"/>
              <a:gd name="connsiteY63" fmla="*/ 0 h 924402"/>
              <a:gd name="connsiteX64" fmla="*/ 1286178 w 4603109"/>
              <a:gd name="connsiteY64" fmla="*/ 0 h 924402"/>
              <a:gd name="connsiteX65" fmla="*/ 1295146 w 4603109"/>
              <a:gd name="connsiteY65" fmla="*/ 0 h 924402"/>
              <a:gd name="connsiteX66" fmla="*/ 1301651 w 4603109"/>
              <a:gd name="connsiteY66" fmla="*/ 0 h 924402"/>
              <a:gd name="connsiteX67" fmla="*/ 1302284 w 4603109"/>
              <a:gd name="connsiteY67" fmla="*/ 0 h 924402"/>
              <a:gd name="connsiteX68" fmla="*/ 1303313 w 4603109"/>
              <a:gd name="connsiteY68" fmla="*/ 0 h 924402"/>
              <a:gd name="connsiteX69" fmla="*/ 1312767 w 4603109"/>
              <a:gd name="connsiteY69" fmla="*/ 0 h 924402"/>
              <a:gd name="connsiteX70" fmla="*/ 1316242 w 4603109"/>
              <a:gd name="connsiteY70" fmla="*/ 0 h 924402"/>
              <a:gd name="connsiteX71" fmla="*/ 1321886 w 4603109"/>
              <a:gd name="connsiteY71" fmla="*/ 0 h 924402"/>
              <a:gd name="connsiteX72" fmla="*/ 1324685 w 4603109"/>
              <a:gd name="connsiteY72" fmla="*/ 0 h 924402"/>
              <a:gd name="connsiteX73" fmla="*/ 1325211 w 4603109"/>
              <a:gd name="connsiteY73" fmla="*/ 0 h 924402"/>
              <a:gd name="connsiteX74" fmla="*/ 1332348 w 4603109"/>
              <a:gd name="connsiteY74" fmla="*/ 0 h 924402"/>
              <a:gd name="connsiteX75" fmla="*/ 1332714 w 4603109"/>
              <a:gd name="connsiteY75" fmla="*/ 0 h 924402"/>
              <a:gd name="connsiteX76" fmla="*/ 1333135 w 4603109"/>
              <a:gd name="connsiteY76" fmla="*/ 0 h 924402"/>
              <a:gd name="connsiteX77" fmla="*/ 1348747 w 4603109"/>
              <a:gd name="connsiteY77" fmla="*/ 0 h 924402"/>
              <a:gd name="connsiteX78" fmla="*/ 1354749 w 4603109"/>
              <a:gd name="connsiteY78" fmla="*/ 0 h 924402"/>
              <a:gd name="connsiteX79" fmla="*/ 1378811 w 4603109"/>
              <a:gd name="connsiteY79" fmla="*/ 0 h 924402"/>
              <a:gd name="connsiteX80" fmla="*/ 1383745 w 4603109"/>
              <a:gd name="connsiteY80" fmla="*/ 0 h 924402"/>
              <a:gd name="connsiteX81" fmla="*/ 1385406 w 4603109"/>
              <a:gd name="connsiteY81" fmla="*/ 0 h 924402"/>
              <a:gd name="connsiteX82" fmla="*/ 1399356 w 4603109"/>
              <a:gd name="connsiteY82" fmla="*/ 0 h 924402"/>
              <a:gd name="connsiteX83" fmla="*/ 1400513 w 4603109"/>
              <a:gd name="connsiteY83" fmla="*/ 0 h 924402"/>
              <a:gd name="connsiteX84" fmla="*/ 1413947 w 4603109"/>
              <a:gd name="connsiteY84" fmla="*/ 0 h 924402"/>
              <a:gd name="connsiteX85" fmla="*/ 1414442 w 4603109"/>
              <a:gd name="connsiteY85" fmla="*/ 0 h 924402"/>
              <a:gd name="connsiteX86" fmla="*/ 1422915 w 4603109"/>
              <a:gd name="connsiteY86" fmla="*/ 0 h 924402"/>
              <a:gd name="connsiteX87" fmla="*/ 1426390 w 4603109"/>
              <a:gd name="connsiteY87" fmla="*/ 0 h 924402"/>
              <a:gd name="connsiteX88" fmla="*/ 1429420 w 4603109"/>
              <a:gd name="connsiteY88" fmla="*/ 0 h 924402"/>
              <a:gd name="connsiteX89" fmla="*/ 1430053 w 4603109"/>
              <a:gd name="connsiteY89" fmla="*/ 0 h 924402"/>
              <a:gd name="connsiteX90" fmla="*/ 1430206 w 4603109"/>
              <a:gd name="connsiteY90" fmla="*/ 0 h 924402"/>
              <a:gd name="connsiteX91" fmla="*/ 1430577 w 4603109"/>
              <a:gd name="connsiteY91" fmla="*/ 0 h 924402"/>
              <a:gd name="connsiteX92" fmla="*/ 1436843 w 4603109"/>
              <a:gd name="connsiteY92" fmla="*/ 0 h 924402"/>
              <a:gd name="connsiteX93" fmla="*/ 1444011 w 4603109"/>
              <a:gd name="connsiteY93" fmla="*/ 0 h 924402"/>
              <a:gd name="connsiteX94" fmla="*/ 1449655 w 4603109"/>
              <a:gd name="connsiteY94" fmla="*/ 0 h 924402"/>
              <a:gd name="connsiteX95" fmla="*/ 1452454 w 4603109"/>
              <a:gd name="connsiteY95" fmla="*/ 0 h 924402"/>
              <a:gd name="connsiteX96" fmla="*/ 1452980 w 4603109"/>
              <a:gd name="connsiteY96" fmla="*/ 0 h 924402"/>
              <a:gd name="connsiteX97" fmla="*/ 1456455 w 4603109"/>
              <a:gd name="connsiteY97" fmla="*/ 0 h 924402"/>
              <a:gd name="connsiteX98" fmla="*/ 1459664 w 4603109"/>
              <a:gd name="connsiteY98" fmla="*/ 0 h 924402"/>
              <a:gd name="connsiteX99" fmla="*/ 1460117 w 4603109"/>
              <a:gd name="connsiteY99" fmla="*/ 0 h 924402"/>
              <a:gd name="connsiteX100" fmla="*/ 1460483 w 4603109"/>
              <a:gd name="connsiteY100" fmla="*/ 0 h 924402"/>
              <a:gd name="connsiteX101" fmla="*/ 1460904 w 4603109"/>
              <a:gd name="connsiteY101" fmla="*/ 0 h 924402"/>
              <a:gd name="connsiteX102" fmla="*/ 1472926 w 4603109"/>
              <a:gd name="connsiteY102" fmla="*/ 0 h 924402"/>
              <a:gd name="connsiteX103" fmla="*/ 1482518 w 4603109"/>
              <a:gd name="connsiteY103" fmla="*/ 0 h 924402"/>
              <a:gd name="connsiteX104" fmla="*/ 1489729 w 4603109"/>
              <a:gd name="connsiteY104" fmla="*/ 0 h 924402"/>
              <a:gd name="connsiteX105" fmla="*/ 1504116 w 4603109"/>
              <a:gd name="connsiteY105" fmla="*/ 0 h 924402"/>
              <a:gd name="connsiteX106" fmla="*/ 1511514 w 4603109"/>
              <a:gd name="connsiteY106" fmla="*/ 0 h 924402"/>
              <a:gd name="connsiteX107" fmla="*/ 1524740 w 4603109"/>
              <a:gd name="connsiteY107" fmla="*/ 0 h 924402"/>
              <a:gd name="connsiteX108" fmla="*/ 1528282 w 4603109"/>
              <a:gd name="connsiteY108" fmla="*/ 0 h 924402"/>
              <a:gd name="connsiteX109" fmla="*/ 1531757 w 4603109"/>
              <a:gd name="connsiteY109" fmla="*/ 0 h 924402"/>
              <a:gd name="connsiteX110" fmla="*/ 1534181 w 4603109"/>
              <a:gd name="connsiteY110" fmla="*/ 0 h 924402"/>
              <a:gd name="connsiteX111" fmla="*/ 1542211 w 4603109"/>
              <a:gd name="connsiteY111" fmla="*/ 0 h 924402"/>
              <a:gd name="connsiteX112" fmla="*/ 1554159 w 4603109"/>
              <a:gd name="connsiteY112" fmla="*/ 0 h 924402"/>
              <a:gd name="connsiteX113" fmla="*/ 1557318 w 4603109"/>
              <a:gd name="connsiteY113" fmla="*/ 0 h 924402"/>
              <a:gd name="connsiteX114" fmla="*/ 1557975 w 4603109"/>
              <a:gd name="connsiteY114" fmla="*/ 0 h 924402"/>
              <a:gd name="connsiteX115" fmla="*/ 1558346 w 4603109"/>
              <a:gd name="connsiteY115" fmla="*/ 0 h 924402"/>
              <a:gd name="connsiteX116" fmla="*/ 1561822 w 4603109"/>
              <a:gd name="connsiteY116" fmla="*/ 0 h 924402"/>
              <a:gd name="connsiteX117" fmla="*/ 1564612 w 4603109"/>
              <a:gd name="connsiteY117" fmla="*/ 0 h 924402"/>
              <a:gd name="connsiteX118" fmla="*/ 1566857 w 4603109"/>
              <a:gd name="connsiteY118" fmla="*/ 0 h 924402"/>
              <a:gd name="connsiteX119" fmla="*/ 1576919 w 4603109"/>
              <a:gd name="connsiteY119" fmla="*/ 0 h 924402"/>
              <a:gd name="connsiteX120" fmla="*/ 1579719 w 4603109"/>
              <a:gd name="connsiteY120" fmla="*/ 0 h 924402"/>
              <a:gd name="connsiteX121" fmla="*/ 1584224 w 4603109"/>
              <a:gd name="connsiteY121" fmla="*/ 0 h 924402"/>
              <a:gd name="connsiteX122" fmla="*/ 1587382 w 4603109"/>
              <a:gd name="connsiteY122" fmla="*/ 0 h 924402"/>
              <a:gd name="connsiteX123" fmla="*/ 1587433 w 4603109"/>
              <a:gd name="connsiteY123" fmla="*/ 0 h 924402"/>
              <a:gd name="connsiteX124" fmla="*/ 1600695 w 4603109"/>
              <a:gd name="connsiteY124" fmla="*/ 0 h 924402"/>
              <a:gd name="connsiteX125" fmla="*/ 1606834 w 4603109"/>
              <a:gd name="connsiteY125" fmla="*/ 0 h 924402"/>
              <a:gd name="connsiteX126" fmla="*/ 1607256 w 4603109"/>
              <a:gd name="connsiteY126" fmla="*/ 0 h 924402"/>
              <a:gd name="connsiteX127" fmla="*/ 1608325 w 4603109"/>
              <a:gd name="connsiteY127" fmla="*/ 0 h 924402"/>
              <a:gd name="connsiteX128" fmla="*/ 1609783 w 4603109"/>
              <a:gd name="connsiteY128" fmla="*/ 0 h 924402"/>
              <a:gd name="connsiteX129" fmla="*/ 1617498 w 4603109"/>
              <a:gd name="connsiteY129" fmla="*/ 0 h 924402"/>
              <a:gd name="connsiteX130" fmla="*/ 1631885 w 4603109"/>
              <a:gd name="connsiteY130" fmla="*/ 0 h 924402"/>
              <a:gd name="connsiteX131" fmla="*/ 1636899 w 4603109"/>
              <a:gd name="connsiteY131" fmla="*/ 0 h 924402"/>
              <a:gd name="connsiteX132" fmla="*/ 1637320 w 4603109"/>
              <a:gd name="connsiteY132" fmla="*/ 0 h 924402"/>
              <a:gd name="connsiteX133" fmla="*/ 1637445 w 4603109"/>
              <a:gd name="connsiteY133" fmla="*/ 0 h 924402"/>
              <a:gd name="connsiteX134" fmla="*/ 1652509 w 4603109"/>
              <a:gd name="connsiteY134" fmla="*/ 0 h 924402"/>
              <a:gd name="connsiteX135" fmla="*/ 1659526 w 4603109"/>
              <a:gd name="connsiteY135" fmla="*/ 0 h 924402"/>
              <a:gd name="connsiteX136" fmla="*/ 1661950 w 4603109"/>
              <a:gd name="connsiteY136" fmla="*/ 0 h 924402"/>
              <a:gd name="connsiteX137" fmla="*/ 1664952 w 4603109"/>
              <a:gd name="connsiteY137" fmla="*/ 0 h 924402"/>
              <a:gd name="connsiteX138" fmla="*/ 1667212 w 4603109"/>
              <a:gd name="connsiteY138" fmla="*/ 0 h 924402"/>
              <a:gd name="connsiteX139" fmla="*/ 1685087 w 4603109"/>
              <a:gd name="connsiteY139" fmla="*/ 0 h 924402"/>
              <a:gd name="connsiteX140" fmla="*/ 1689591 w 4603109"/>
              <a:gd name="connsiteY140" fmla="*/ 0 h 924402"/>
              <a:gd name="connsiteX141" fmla="*/ 1694626 w 4603109"/>
              <a:gd name="connsiteY141" fmla="*/ 0 h 924402"/>
              <a:gd name="connsiteX142" fmla="*/ 1697276 w 4603109"/>
              <a:gd name="connsiteY142" fmla="*/ 0 h 924402"/>
              <a:gd name="connsiteX143" fmla="*/ 1698000 w 4603109"/>
              <a:gd name="connsiteY143" fmla="*/ 0 h 924402"/>
              <a:gd name="connsiteX144" fmla="*/ 1704688 w 4603109"/>
              <a:gd name="connsiteY144" fmla="*/ 0 h 924402"/>
              <a:gd name="connsiteX145" fmla="*/ 1707488 w 4603109"/>
              <a:gd name="connsiteY145" fmla="*/ 0 h 924402"/>
              <a:gd name="connsiteX146" fmla="*/ 1710963 w 4603109"/>
              <a:gd name="connsiteY146" fmla="*/ 0 h 924402"/>
              <a:gd name="connsiteX147" fmla="*/ 1715151 w 4603109"/>
              <a:gd name="connsiteY147" fmla="*/ 0 h 924402"/>
              <a:gd name="connsiteX148" fmla="*/ 1721928 w 4603109"/>
              <a:gd name="connsiteY148" fmla="*/ 0 h 924402"/>
              <a:gd name="connsiteX149" fmla="*/ 1734603 w 4603109"/>
              <a:gd name="connsiteY149" fmla="*/ 0 h 924402"/>
              <a:gd name="connsiteX150" fmla="*/ 1735025 w 4603109"/>
              <a:gd name="connsiteY150" fmla="*/ 0 h 924402"/>
              <a:gd name="connsiteX151" fmla="*/ 1735558 w 4603109"/>
              <a:gd name="connsiteY151" fmla="*/ 0 h 924402"/>
              <a:gd name="connsiteX152" fmla="*/ 1736094 w 4603109"/>
              <a:gd name="connsiteY152" fmla="*/ 0 h 924402"/>
              <a:gd name="connsiteX153" fmla="*/ 1737552 w 4603109"/>
              <a:gd name="connsiteY153" fmla="*/ 0 h 924402"/>
              <a:gd name="connsiteX154" fmla="*/ 1741027 w 4603109"/>
              <a:gd name="connsiteY154" fmla="*/ 0 h 924402"/>
              <a:gd name="connsiteX155" fmla="*/ 1747046 w 4603109"/>
              <a:gd name="connsiteY155" fmla="*/ 0 h 924402"/>
              <a:gd name="connsiteX156" fmla="*/ 1748537 w 4603109"/>
              <a:gd name="connsiteY156" fmla="*/ 0 h 924402"/>
              <a:gd name="connsiteX157" fmla="*/ 1753052 w 4603109"/>
              <a:gd name="connsiteY157" fmla="*/ 0 h 924402"/>
              <a:gd name="connsiteX158" fmla="*/ 1757499 w 4603109"/>
              <a:gd name="connsiteY158" fmla="*/ 0 h 924402"/>
              <a:gd name="connsiteX159" fmla="*/ 1764668 w 4603109"/>
              <a:gd name="connsiteY159" fmla="*/ 0 h 924402"/>
              <a:gd name="connsiteX160" fmla="*/ 1765089 w 4603109"/>
              <a:gd name="connsiteY160" fmla="*/ 0 h 924402"/>
              <a:gd name="connsiteX161" fmla="*/ 1765214 w 4603109"/>
              <a:gd name="connsiteY161" fmla="*/ 0 h 924402"/>
              <a:gd name="connsiteX162" fmla="*/ 1770320 w 4603109"/>
              <a:gd name="connsiteY162" fmla="*/ 0 h 924402"/>
              <a:gd name="connsiteX163" fmla="*/ 1777110 w 4603109"/>
              <a:gd name="connsiteY163" fmla="*/ 0 h 924402"/>
              <a:gd name="connsiteX164" fmla="*/ 1779774 w 4603109"/>
              <a:gd name="connsiteY164" fmla="*/ 0 h 924402"/>
              <a:gd name="connsiteX165" fmla="*/ 1792721 w 4603109"/>
              <a:gd name="connsiteY165" fmla="*/ 0 h 924402"/>
              <a:gd name="connsiteX166" fmla="*/ 1794981 w 4603109"/>
              <a:gd name="connsiteY166" fmla="*/ 0 h 924402"/>
              <a:gd name="connsiteX167" fmla="*/ 1825045 w 4603109"/>
              <a:gd name="connsiteY167" fmla="*/ 0 h 924402"/>
              <a:gd name="connsiteX168" fmla="*/ 1825769 w 4603109"/>
              <a:gd name="connsiteY168" fmla="*/ 0 h 924402"/>
              <a:gd name="connsiteX169" fmla="*/ 1838732 w 4603109"/>
              <a:gd name="connsiteY169" fmla="*/ 0 h 924402"/>
              <a:gd name="connsiteX170" fmla="*/ 1845818 w 4603109"/>
              <a:gd name="connsiteY170" fmla="*/ 0 h 924402"/>
              <a:gd name="connsiteX171" fmla="*/ 1849697 w 4603109"/>
              <a:gd name="connsiteY171" fmla="*/ 0 h 924402"/>
              <a:gd name="connsiteX172" fmla="*/ 1852412 w 4603109"/>
              <a:gd name="connsiteY172" fmla="*/ 0 h 924402"/>
              <a:gd name="connsiteX173" fmla="*/ 1853903 w 4603109"/>
              <a:gd name="connsiteY173" fmla="*/ 0 h 924402"/>
              <a:gd name="connsiteX174" fmla="*/ 1863327 w 4603109"/>
              <a:gd name="connsiteY174" fmla="*/ 0 h 924402"/>
              <a:gd name="connsiteX175" fmla="*/ 1868796 w 4603109"/>
              <a:gd name="connsiteY175" fmla="*/ 0 h 924402"/>
              <a:gd name="connsiteX176" fmla="*/ 1874815 w 4603109"/>
              <a:gd name="connsiteY176" fmla="*/ 0 h 924402"/>
              <a:gd name="connsiteX177" fmla="*/ 1876306 w 4603109"/>
              <a:gd name="connsiteY177" fmla="*/ 0 h 924402"/>
              <a:gd name="connsiteX178" fmla="*/ 1880821 w 4603109"/>
              <a:gd name="connsiteY178" fmla="*/ 0 h 924402"/>
              <a:gd name="connsiteX179" fmla="*/ 1882477 w 4603109"/>
              <a:gd name="connsiteY179" fmla="*/ 0 h 924402"/>
              <a:gd name="connsiteX180" fmla="*/ 1883936 w 4603109"/>
              <a:gd name="connsiteY180" fmla="*/ 0 h 924402"/>
              <a:gd name="connsiteX181" fmla="*/ 1885268 w 4603109"/>
              <a:gd name="connsiteY181" fmla="*/ 0 h 924402"/>
              <a:gd name="connsiteX182" fmla="*/ 1896427 w 4603109"/>
              <a:gd name="connsiteY182" fmla="*/ 0 h 924402"/>
              <a:gd name="connsiteX183" fmla="*/ 1898089 w 4603109"/>
              <a:gd name="connsiteY183" fmla="*/ 0 h 924402"/>
              <a:gd name="connsiteX184" fmla="*/ 1904879 w 4603109"/>
              <a:gd name="connsiteY184" fmla="*/ 0 h 924402"/>
              <a:gd name="connsiteX185" fmla="*/ 1907543 w 4603109"/>
              <a:gd name="connsiteY185" fmla="*/ 0 h 924402"/>
              <a:gd name="connsiteX186" fmla="*/ 1911018 w 4603109"/>
              <a:gd name="connsiteY186" fmla="*/ 0 h 924402"/>
              <a:gd name="connsiteX187" fmla="*/ 1919986 w 4603109"/>
              <a:gd name="connsiteY187" fmla="*/ 0 h 924402"/>
              <a:gd name="connsiteX188" fmla="*/ 1927124 w 4603109"/>
              <a:gd name="connsiteY188" fmla="*/ 0 h 924402"/>
              <a:gd name="connsiteX189" fmla="*/ 1927489 w 4603109"/>
              <a:gd name="connsiteY189" fmla="*/ 0 h 924402"/>
              <a:gd name="connsiteX190" fmla="*/ 1927911 w 4603109"/>
              <a:gd name="connsiteY190" fmla="*/ 0 h 924402"/>
              <a:gd name="connsiteX191" fmla="*/ 1929402 w 4603109"/>
              <a:gd name="connsiteY191" fmla="*/ 0 h 924402"/>
              <a:gd name="connsiteX192" fmla="*/ 1946726 w 4603109"/>
              <a:gd name="connsiteY192" fmla="*/ 0 h 924402"/>
              <a:gd name="connsiteX193" fmla="*/ 1949525 w 4603109"/>
              <a:gd name="connsiteY193" fmla="*/ 0 h 924402"/>
              <a:gd name="connsiteX194" fmla="*/ 1957554 w 4603109"/>
              <a:gd name="connsiteY194" fmla="*/ 0 h 924402"/>
              <a:gd name="connsiteX195" fmla="*/ 1957975 w 4603109"/>
              <a:gd name="connsiteY195" fmla="*/ 0 h 924402"/>
              <a:gd name="connsiteX196" fmla="*/ 1973587 w 4603109"/>
              <a:gd name="connsiteY196" fmla="*/ 0 h 924402"/>
              <a:gd name="connsiteX197" fmla="*/ 1978520 w 4603109"/>
              <a:gd name="connsiteY197" fmla="*/ 0 h 924402"/>
              <a:gd name="connsiteX198" fmla="*/ 1980012 w 4603109"/>
              <a:gd name="connsiteY198" fmla="*/ 0 h 924402"/>
              <a:gd name="connsiteX199" fmla="*/ 1980181 w 4603109"/>
              <a:gd name="connsiteY199" fmla="*/ 0 h 924402"/>
              <a:gd name="connsiteX200" fmla="*/ 1981672 w 4603109"/>
              <a:gd name="connsiteY200" fmla="*/ 0 h 924402"/>
              <a:gd name="connsiteX201" fmla="*/ 2008585 w 4603109"/>
              <a:gd name="connsiteY201" fmla="*/ 0 h 924402"/>
              <a:gd name="connsiteX202" fmla="*/ 2009218 w 4603109"/>
              <a:gd name="connsiteY202" fmla="*/ 0 h 924402"/>
              <a:gd name="connsiteX203" fmla="*/ 2010246 w 4603109"/>
              <a:gd name="connsiteY203" fmla="*/ 0 h 924402"/>
              <a:gd name="connsiteX204" fmla="*/ 2010709 w 4603109"/>
              <a:gd name="connsiteY204" fmla="*/ 0 h 924402"/>
              <a:gd name="connsiteX205" fmla="*/ 2011705 w 4603109"/>
              <a:gd name="connsiteY205" fmla="*/ 0 h 924402"/>
              <a:gd name="connsiteX206" fmla="*/ 2024147 w 4603109"/>
              <a:gd name="connsiteY206" fmla="*/ 0 h 924402"/>
              <a:gd name="connsiteX207" fmla="*/ 2024196 w 4603109"/>
              <a:gd name="connsiteY207" fmla="*/ 0 h 924402"/>
              <a:gd name="connsiteX208" fmla="*/ 2024981 w 4603109"/>
              <a:gd name="connsiteY208" fmla="*/ 0 h 924402"/>
              <a:gd name="connsiteX209" fmla="*/ 2025353 w 4603109"/>
              <a:gd name="connsiteY209" fmla="*/ 0 h 924402"/>
              <a:gd name="connsiteX210" fmla="*/ 2026473 w 4603109"/>
              <a:gd name="connsiteY210" fmla="*/ 0 h 924402"/>
              <a:gd name="connsiteX211" fmla="*/ 2031619 w 4603109"/>
              <a:gd name="connsiteY211" fmla="*/ 0 h 924402"/>
              <a:gd name="connsiteX212" fmla="*/ 2033110 w 4603109"/>
              <a:gd name="connsiteY212" fmla="*/ 0 h 924402"/>
              <a:gd name="connsiteX213" fmla="*/ 2038787 w 4603109"/>
              <a:gd name="connsiteY213" fmla="*/ 0 h 924402"/>
              <a:gd name="connsiteX214" fmla="*/ 2039282 w 4603109"/>
              <a:gd name="connsiteY214" fmla="*/ 0 h 924402"/>
              <a:gd name="connsiteX215" fmla="*/ 2047755 w 4603109"/>
              <a:gd name="connsiteY215" fmla="*/ 0 h 924402"/>
              <a:gd name="connsiteX216" fmla="*/ 2051230 w 4603109"/>
              <a:gd name="connsiteY216" fmla="*/ 0 h 924402"/>
              <a:gd name="connsiteX217" fmla="*/ 2054893 w 4603109"/>
              <a:gd name="connsiteY217" fmla="*/ 0 h 924402"/>
              <a:gd name="connsiteX218" fmla="*/ 2055046 w 4603109"/>
              <a:gd name="connsiteY218" fmla="*/ 0 h 924402"/>
              <a:gd name="connsiteX219" fmla="*/ 2055258 w 4603109"/>
              <a:gd name="connsiteY219" fmla="*/ 0 h 924402"/>
              <a:gd name="connsiteX220" fmla="*/ 2055680 w 4603109"/>
              <a:gd name="connsiteY220" fmla="*/ 0 h 924402"/>
              <a:gd name="connsiteX221" fmla="*/ 2057171 w 4603109"/>
              <a:gd name="connsiteY221" fmla="*/ 0 h 924402"/>
              <a:gd name="connsiteX222" fmla="*/ 2061683 w 4603109"/>
              <a:gd name="connsiteY222" fmla="*/ 0 h 924402"/>
              <a:gd name="connsiteX223" fmla="*/ 2067702 w 4603109"/>
              <a:gd name="connsiteY223" fmla="*/ 0 h 924402"/>
              <a:gd name="connsiteX224" fmla="*/ 2074495 w 4603109"/>
              <a:gd name="connsiteY224" fmla="*/ 0 h 924402"/>
              <a:gd name="connsiteX225" fmla="*/ 2077294 w 4603109"/>
              <a:gd name="connsiteY225" fmla="*/ 0 h 924402"/>
              <a:gd name="connsiteX226" fmla="*/ 2084504 w 4603109"/>
              <a:gd name="connsiteY226" fmla="*/ 0 h 924402"/>
              <a:gd name="connsiteX227" fmla="*/ 2085323 w 4603109"/>
              <a:gd name="connsiteY227" fmla="*/ 0 h 924402"/>
              <a:gd name="connsiteX228" fmla="*/ 2085744 w 4603109"/>
              <a:gd name="connsiteY228" fmla="*/ 0 h 924402"/>
              <a:gd name="connsiteX229" fmla="*/ 2097766 w 4603109"/>
              <a:gd name="connsiteY229" fmla="*/ 0 h 924402"/>
              <a:gd name="connsiteX230" fmla="*/ 2106289 w 4603109"/>
              <a:gd name="connsiteY230" fmla="*/ 0 h 924402"/>
              <a:gd name="connsiteX231" fmla="*/ 2107781 w 4603109"/>
              <a:gd name="connsiteY231" fmla="*/ 0 h 924402"/>
              <a:gd name="connsiteX232" fmla="*/ 2128956 w 4603109"/>
              <a:gd name="connsiteY232" fmla="*/ 0 h 924402"/>
              <a:gd name="connsiteX233" fmla="*/ 2129514 w 4603109"/>
              <a:gd name="connsiteY233" fmla="*/ 0 h 924402"/>
              <a:gd name="connsiteX234" fmla="*/ 2136354 w 4603109"/>
              <a:gd name="connsiteY234" fmla="*/ 0 h 924402"/>
              <a:gd name="connsiteX235" fmla="*/ 2136987 w 4603109"/>
              <a:gd name="connsiteY235" fmla="*/ 0 h 924402"/>
              <a:gd name="connsiteX236" fmla="*/ 2138478 w 4603109"/>
              <a:gd name="connsiteY236" fmla="*/ 0 h 924402"/>
              <a:gd name="connsiteX237" fmla="*/ 2151916 w 4603109"/>
              <a:gd name="connsiteY237" fmla="*/ 0 h 924402"/>
              <a:gd name="connsiteX238" fmla="*/ 2152750 w 4603109"/>
              <a:gd name="connsiteY238" fmla="*/ 0 h 924402"/>
              <a:gd name="connsiteX239" fmla="*/ 2153122 w 4603109"/>
              <a:gd name="connsiteY239" fmla="*/ 0 h 924402"/>
              <a:gd name="connsiteX240" fmla="*/ 2154242 w 4603109"/>
              <a:gd name="connsiteY240" fmla="*/ 0 h 924402"/>
              <a:gd name="connsiteX241" fmla="*/ 2156597 w 4603109"/>
              <a:gd name="connsiteY241" fmla="*/ 0 h 924402"/>
              <a:gd name="connsiteX242" fmla="*/ 2159388 w 4603109"/>
              <a:gd name="connsiteY242" fmla="*/ 0 h 924402"/>
              <a:gd name="connsiteX243" fmla="*/ 2160879 w 4603109"/>
              <a:gd name="connsiteY243" fmla="*/ 0 h 924402"/>
              <a:gd name="connsiteX244" fmla="*/ 2161633 w 4603109"/>
              <a:gd name="connsiteY244" fmla="*/ 0 h 924402"/>
              <a:gd name="connsiteX245" fmla="*/ 2167051 w 4603109"/>
              <a:gd name="connsiteY245" fmla="*/ 0 h 924402"/>
              <a:gd name="connsiteX246" fmla="*/ 2178999 w 4603109"/>
              <a:gd name="connsiteY246" fmla="*/ 0 h 924402"/>
              <a:gd name="connsiteX247" fmla="*/ 2182158 w 4603109"/>
              <a:gd name="connsiteY247" fmla="*/ 0 h 924402"/>
              <a:gd name="connsiteX248" fmla="*/ 2182815 w 4603109"/>
              <a:gd name="connsiteY248" fmla="*/ 0 h 924402"/>
              <a:gd name="connsiteX249" fmla="*/ 2188666 w 4603109"/>
              <a:gd name="connsiteY249" fmla="*/ 0 h 924402"/>
              <a:gd name="connsiteX250" fmla="*/ 2189452 w 4603109"/>
              <a:gd name="connsiteY250" fmla="*/ 0 h 924402"/>
              <a:gd name="connsiteX251" fmla="*/ 2191697 w 4603109"/>
              <a:gd name="connsiteY251" fmla="*/ 0 h 924402"/>
              <a:gd name="connsiteX252" fmla="*/ 2195471 w 4603109"/>
              <a:gd name="connsiteY252" fmla="*/ 0 h 924402"/>
              <a:gd name="connsiteX253" fmla="*/ 2201759 w 4603109"/>
              <a:gd name="connsiteY253" fmla="*/ 0 h 924402"/>
              <a:gd name="connsiteX254" fmla="*/ 2203100 w 4603109"/>
              <a:gd name="connsiteY254" fmla="*/ 0 h 924402"/>
              <a:gd name="connsiteX255" fmla="*/ 2204559 w 4603109"/>
              <a:gd name="connsiteY255" fmla="*/ 0 h 924402"/>
              <a:gd name="connsiteX256" fmla="*/ 2204591 w 4603109"/>
              <a:gd name="connsiteY256" fmla="*/ 0 h 924402"/>
              <a:gd name="connsiteX257" fmla="*/ 2212273 w 4603109"/>
              <a:gd name="connsiteY257" fmla="*/ 0 h 924402"/>
              <a:gd name="connsiteX258" fmla="*/ 2225535 w 4603109"/>
              <a:gd name="connsiteY258" fmla="*/ 0 h 924402"/>
              <a:gd name="connsiteX259" fmla="*/ 2231674 w 4603109"/>
              <a:gd name="connsiteY259" fmla="*/ 0 h 924402"/>
              <a:gd name="connsiteX260" fmla="*/ 2232096 w 4603109"/>
              <a:gd name="connsiteY260" fmla="*/ 0 h 924402"/>
              <a:gd name="connsiteX261" fmla="*/ 2232220 w 4603109"/>
              <a:gd name="connsiteY261" fmla="*/ 0 h 924402"/>
              <a:gd name="connsiteX262" fmla="*/ 2233118 w 4603109"/>
              <a:gd name="connsiteY262" fmla="*/ 0 h 924402"/>
              <a:gd name="connsiteX263" fmla="*/ 2233165 w 4603109"/>
              <a:gd name="connsiteY263" fmla="*/ 0 h 924402"/>
              <a:gd name="connsiteX264" fmla="*/ 2256725 w 4603109"/>
              <a:gd name="connsiteY264" fmla="*/ 0 h 924402"/>
              <a:gd name="connsiteX265" fmla="*/ 2257283 w 4603109"/>
              <a:gd name="connsiteY265" fmla="*/ 0 h 924402"/>
              <a:gd name="connsiteX266" fmla="*/ 2262285 w 4603109"/>
              <a:gd name="connsiteY266" fmla="*/ 0 h 924402"/>
              <a:gd name="connsiteX267" fmla="*/ 2284366 w 4603109"/>
              <a:gd name="connsiteY267" fmla="*/ 0 h 924402"/>
              <a:gd name="connsiteX268" fmla="*/ 2289402 w 4603109"/>
              <a:gd name="connsiteY268" fmla="*/ 0 h 924402"/>
              <a:gd name="connsiteX269" fmla="*/ 2292052 w 4603109"/>
              <a:gd name="connsiteY269" fmla="*/ 0 h 924402"/>
              <a:gd name="connsiteX270" fmla="*/ 2299271 w 4603109"/>
              <a:gd name="connsiteY270" fmla="*/ 0 h 924402"/>
              <a:gd name="connsiteX271" fmla="*/ 2308721 w 4603109"/>
              <a:gd name="connsiteY271" fmla="*/ 0 h 924402"/>
              <a:gd name="connsiteX272" fmla="*/ 2309927 w 4603109"/>
              <a:gd name="connsiteY272" fmla="*/ 0 h 924402"/>
              <a:gd name="connsiteX273" fmla="*/ 2316435 w 4603109"/>
              <a:gd name="connsiteY273" fmla="*/ 0 h 924402"/>
              <a:gd name="connsiteX274" fmla="*/ 2316703 w 4603109"/>
              <a:gd name="connsiteY274" fmla="*/ 0 h 924402"/>
              <a:gd name="connsiteX275" fmla="*/ 2319466 w 4603109"/>
              <a:gd name="connsiteY275" fmla="*/ 0 h 924402"/>
              <a:gd name="connsiteX276" fmla="*/ 2322840 w 4603109"/>
              <a:gd name="connsiteY276" fmla="*/ 0 h 924402"/>
              <a:gd name="connsiteX277" fmla="*/ 2329528 w 4603109"/>
              <a:gd name="connsiteY277" fmla="*/ 0 h 924402"/>
              <a:gd name="connsiteX278" fmla="*/ 2330869 w 4603109"/>
              <a:gd name="connsiteY278" fmla="*/ 0 h 924402"/>
              <a:gd name="connsiteX279" fmla="*/ 2332328 w 4603109"/>
              <a:gd name="connsiteY279" fmla="*/ 0 h 924402"/>
              <a:gd name="connsiteX280" fmla="*/ 2332360 w 4603109"/>
              <a:gd name="connsiteY280" fmla="*/ 0 h 924402"/>
              <a:gd name="connsiteX281" fmla="*/ 2335803 w 4603109"/>
              <a:gd name="connsiteY281" fmla="*/ 0 h 924402"/>
              <a:gd name="connsiteX282" fmla="*/ 2343312 w 4603109"/>
              <a:gd name="connsiteY282" fmla="*/ 0 h 924402"/>
              <a:gd name="connsiteX283" fmla="*/ 2344804 w 4603109"/>
              <a:gd name="connsiteY283" fmla="*/ 0 h 924402"/>
              <a:gd name="connsiteX284" fmla="*/ 2346768 w 4603109"/>
              <a:gd name="connsiteY284" fmla="*/ 0 h 924402"/>
              <a:gd name="connsiteX285" fmla="*/ 2347827 w 4603109"/>
              <a:gd name="connsiteY285" fmla="*/ 0 h 924402"/>
              <a:gd name="connsiteX286" fmla="*/ 2352274 w 4603109"/>
              <a:gd name="connsiteY286" fmla="*/ 0 h 924402"/>
              <a:gd name="connsiteX287" fmla="*/ 2359443 w 4603109"/>
              <a:gd name="connsiteY287" fmla="*/ 0 h 924402"/>
              <a:gd name="connsiteX288" fmla="*/ 2359865 w 4603109"/>
              <a:gd name="connsiteY288" fmla="*/ 0 h 924402"/>
              <a:gd name="connsiteX289" fmla="*/ 2359989 w 4603109"/>
              <a:gd name="connsiteY289" fmla="*/ 0 h 924402"/>
              <a:gd name="connsiteX290" fmla="*/ 2360887 w 4603109"/>
              <a:gd name="connsiteY290" fmla="*/ 0 h 924402"/>
              <a:gd name="connsiteX291" fmla="*/ 2360934 w 4603109"/>
              <a:gd name="connsiteY291" fmla="*/ 0 h 924402"/>
              <a:gd name="connsiteX292" fmla="*/ 2371886 w 4603109"/>
              <a:gd name="connsiteY292" fmla="*/ 0 h 924402"/>
              <a:gd name="connsiteX293" fmla="*/ 2373377 w 4603109"/>
              <a:gd name="connsiteY293" fmla="*/ 0 h 924402"/>
              <a:gd name="connsiteX294" fmla="*/ 2377892 w 4603109"/>
              <a:gd name="connsiteY294" fmla="*/ 0 h 924402"/>
              <a:gd name="connsiteX295" fmla="*/ 2382339 w 4603109"/>
              <a:gd name="connsiteY295" fmla="*/ 0 h 924402"/>
              <a:gd name="connsiteX296" fmla="*/ 2390054 w 4603109"/>
              <a:gd name="connsiteY296" fmla="*/ 0 h 924402"/>
              <a:gd name="connsiteX297" fmla="*/ 2419821 w 4603109"/>
              <a:gd name="connsiteY297" fmla="*/ 0 h 924402"/>
              <a:gd name="connsiteX298" fmla="*/ 2427040 w 4603109"/>
              <a:gd name="connsiteY298" fmla="*/ 0 h 924402"/>
              <a:gd name="connsiteX299" fmla="*/ 2436490 w 4603109"/>
              <a:gd name="connsiteY299" fmla="*/ 0 h 924402"/>
              <a:gd name="connsiteX300" fmla="*/ 2444472 w 4603109"/>
              <a:gd name="connsiteY300" fmla="*/ 0 h 924402"/>
              <a:gd name="connsiteX301" fmla="*/ 2448678 w 4603109"/>
              <a:gd name="connsiteY301" fmla="*/ 0 h 924402"/>
              <a:gd name="connsiteX302" fmla="*/ 2450171 w 4603109"/>
              <a:gd name="connsiteY302" fmla="*/ 0 h 924402"/>
              <a:gd name="connsiteX303" fmla="*/ 2450609 w 4603109"/>
              <a:gd name="connsiteY303" fmla="*/ 0 h 924402"/>
              <a:gd name="connsiteX304" fmla="*/ 2463572 w 4603109"/>
              <a:gd name="connsiteY304" fmla="*/ 0 h 924402"/>
              <a:gd name="connsiteX305" fmla="*/ 2471081 w 4603109"/>
              <a:gd name="connsiteY305" fmla="*/ 0 h 924402"/>
              <a:gd name="connsiteX306" fmla="*/ 2472573 w 4603109"/>
              <a:gd name="connsiteY306" fmla="*/ 0 h 924402"/>
              <a:gd name="connsiteX307" fmla="*/ 2474537 w 4603109"/>
              <a:gd name="connsiteY307" fmla="*/ 0 h 924402"/>
              <a:gd name="connsiteX308" fmla="*/ 2475596 w 4603109"/>
              <a:gd name="connsiteY308" fmla="*/ 0 h 924402"/>
              <a:gd name="connsiteX309" fmla="*/ 2477252 w 4603109"/>
              <a:gd name="connsiteY309" fmla="*/ 0 h 924402"/>
              <a:gd name="connsiteX310" fmla="*/ 2478712 w 4603109"/>
              <a:gd name="connsiteY310" fmla="*/ 0 h 924402"/>
              <a:gd name="connsiteX311" fmla="*/ 2478743 w 4603109"/>
              <a:gd name="connsiteY311" fmla="*/ 0 h 924402"/>
              <a:gd name="connsiteX312" fmla="*/ 2480043 w 4603109"/>
              <a:gd name="connsiteY312" fmla="*/ 0 h 924402"/>
              <a:gd name="connsiteX313" fmla="*/ 2499655 w 4603109"/>
              <a:gd name="connsiteY313" fmla="*/ 0 h 924402"/>
              <a:gd name="connsiteX314" fmla="*/ 2501146 w 4603109"/>
              <a:gd name="connsiteY314" fmla="*/ 0 h 924402"/>
              <a:gd name="connsiteX315" fmla="*/ 2505661 w 4603109"/>
              <a:gd name="connsiteY315" fmla="*/ 0 h 924402"/>
              <a:gd name="connsiteX316" fmla="*/ 2508776 w 4603109"/>
              <a:gd name="connsiteY316" fmla="*/ 0 h 924402"/>
              <a:gd name="connsiteX317" fmla="*/ 2510108 w 4603109"/>
              <a:gd name="connsiteY317" fmla="*/ 0 h 924402"/>
              <a:gd name="connsiteX318" fmla="*/ 2524178 w 4603109"/>
              <a:gd name="connsiteY318" fmla="*/ 0 h 924402"/>
              <a:gd name="connsiteX319" fmla="*/ 2525248 w 4603109"/>
              <a:gd name="connsiteY319" fmla="*/ 0 h 924402"/>
              <a:gd name="connsiteX320" fmla="*/ 2525669 w 4603109"/>
              <a:gd name="connsiteY320" fmla="*/ 0 h 924402"/>
              <a:gd name="connsiteX321" fmla="*/ 2552329 w 4603109"/>
              <a:gd name="connsiteY321" fmla="*/ 0 h 924402"/>
              <a:gd name="connsiteX322" fmla="*/ 2552751 w 4603109"/>
              <a:gd name="connsiteY322" fmla="*/ 0 h 924402"/>
              <a:gd name="connsiteX323" fmla="*/ 2554242 w 4603109"/>
              <a:gd name="connsiteY323" fmla="*/ 0 h 924402"/>
              <a:gd name="connsiteX324" fmla="*/ 2574787 w 4603109"/>
              <a:gd name="connsiteY324" fmla="*/ 0 h 924402"/>
              <a:gd name="connsiteX325" fmla="*/ 2576279 w 4603109"/>
              <a:gd name="connsiteY325" fmla="*/ 0 h 924402"/>
              <a:gd name="connsiteX326" fmla="*/ 2576447 w 4603109"/>
              <a:gd name="connsiteY326" fmla="*/ 0 h 924402"/>
              <a:gd name="connsiteX327" fmla="*/ 2577940 w 4603109"/>
              <a:gd name="connsiteY327" fmla="*/ 0 h 924402"/>
              <a:gd name="connsiteX328" fmla="*/ 2603360 w 4603109"/>
              <a:gd name="connsiteY328" fmla="*/ 0 h 924402"/>
              <a:gd name="connsiteX329" fmla="*/ 2604852 w 4603109"/>
              <a:gd name="connsiteY329" fmla="*/ 0 h 924402"/>
              <a:gd name="connsiteX330" fmla="*/ 2605021 w 4603109"/>
              <a:gd name="connsiteY330" fmla="*/ 0 h 924402"/>
              <a:gd name="connsiteX331" fmla="*/ 2605484 w 4603109"/>
              <a:gd name="connsiteY331" fmla="*/ 0 h 924402"/>
              <a:gd name="connsiteX332" fmla="*/ 2606481 w 4603109"/>
              <a:gd name="connsiteY332" fmla="*/ 0 h 924402"/>
              <a:gd name="connsiteX333" fmla="*/ 2606512 w 4603109"/>
              <a:gd name="connsiteY333" fmla="*/ 0 h 924402"/>
              <a:gd name="connsiteX334" fmla="*/ 2606976 w 4603109"/>
              <a:gd name="connsiteY334" fmla="*/ 0 h 924402"/>
              <a:gd name="connsiteX335" fmla="*/ 2618923 w 4603109"/>
              <a:gd name="connsiteY335" fmla="*/ 0 h 924402"/>
              <a:gd name="connsiteX336" fmla="*/ 2621248 w 4603109"/>
              <a:gd name="connsiteY336" fmla="*/ 0 h 924402"/>
              <a:gd name="connsiteX337" fmla="*/ 2622740 w 4603109"/>
              <a:gd name="connsiteY337" fmla="*/ 0 h 924402"/>
              <a:gd name="connsiteX338" fmla="*/ 2627885 w 4603109"/>
              <a:gd name="connsiteY338" fmla="*/ 0 h 924402"/>
              <a:gd name="connsiteX339" fmla="*/ 2629377 w 4603109"/>
              <a:gd name="connsiteY339" fmla="*/ 0 h 924402"/>
              <a:gd name="connsiteX340" fmla="*/ 2634058 w 4603109"/>
              <a:gd name="connsiteY340" fmla="*/ 0 h 924402"/>
              <a:gd name="connsiteX341" fmla="*/ 2635549 w 4603109"/>
              <a:gd name="connsiteY341" fmla="*/ 0 h 924402"/>
              <a:gd name="connsiteX342" fmla="*/ 2636545 w 4603109"/>
              <a:gd name="connsiteY342" fmla="*/ 0 h 924402"/>
              <a:gd name="connsiteX343" fmla="*/ 2648987 w 4603109"/>
              <a:gd name="connsiteY343" fmla="*/ 0 h 924402"/>
              <a:gd name="connsiteX344" fmla="*/ 2649821 w 4603109"/>
              <a:gd name="connsiteY344" fmla="*/ 0 h 924402"/>
              <a:gd name="connsiteX345" fmla="*/ 2651313 w 4603109"/>
              <a:gd name="connsiteY345" fmla="*/ 0 h 924402"/>
              <a:gd name="connsiteX346" fmla="*/ 2651947 w 4603109"/>
              <a:gd name="connsiteY346" fmla="*/ 0 h 924402"/>
              <a:gd name="connsiteX347" fmla="*/ 2653017 w 4603109"/>
              <a:gd name="connsiteY347" fmla="*/ 0 h 924402"/>
              <a:gd name="connsiteX348" fmla="*/ 2653438 w 4603109"/>
              <a:gd name="connsiteY348" fmla="*/ 0 h 924402"/>
              <a:gd name="connsiteX349" fmla="*/ 2656459 w 4603109"/>
              <a:gd name="connsiteY349" fmla="*/ 0 h 924402"/>
              <a:gd name="connsiteX350" fmla="*/ 2657950 w 4603109"/>
              <a:gd name="connsiteY350" fmla="*/ 0 h 924402"/>
              <a:gd name="connsiteX351" fmla="*/ 2665460 w 4603109"/>
              <a:gd name="connsiteY351" fmla="*/ 0 h 924402"/>
              <a:gd name="connsiteX352" fmla="*/ 2680098 w 4603109"/>
              <a:gd name="connsiteY352" fmla="*/ 0 h 924402"/>
              <a:gd name="connsiteX353" fmla="*/ 2680520 w 4603109"/>
              <a:gd name="connsiteY353" fmla="*/ 0 h 924402"/>
              <a:gd name="connsiteX354" fmla="*/ 2682011 w 4603109"/>
              <a:gd name="connsiteY354" fmla="*/ 0 h 924402"/>
              <a:gd name="connsiteX355" fmla="*/ 2692542 w 4603109"/>
              <a:gd name="connsiteY355" fmla="*/ 0 h 924402"/>
              <a:gd name="connsiteX356" fmla="*/ 2702556 w 4603109"/>
              <a:gd name="connsiteY356" fmla="*/ 0 h 924402"/>
              <a:gd name="connsiteX357" fmla="*/ 2704048 w 4603109"/>
              <a:gd name="connsiteY357" fmla="*/ 0 h 924402"/>
              <a:gd name="connsiteX358" fmla="*/ 2724289 w 4603109"/>
              <a:gd name="connsiteY358" fmla="*/ 0 h 924402"/>
              <a:gd name="connsiteX359" fmla="*/ 2731129 w 4603109"/>
              <a:gd name="connsiteY359" fmla="*/ 0 h 924402"/>
              <a:gd name="connsiteX360" fmla="*/ 2732621 w 4603109"/>
              <a:gd name="connsiteY360" fmla="*/ 0 h 924402"/>
              <a:gd name="connsiteX361" fmla="*/ 2733253 w 4603109"/>
              <a:gd name="connsiteY361" fmla="*/ 0 h 924402"/>
              <a:gd name="connsiteX362" fmla="*/ 2734745 w 4603109"/>
              <a:gd name="connsiteY362" fmla="*/ 0 h 924402"/>
              <a:gd name="connsiteX363" fmla="*/ 2746692 w 4603109"/>
              <a:gd name="connsiteY363" fmla="*/ 0 h 924402"/>
              <a:gd name="connsiteX364" fmla="*/ 2749017 w 4603109"/>
              <a:gd name="connsiteY364" fmla="*/ 0 h 924402"/>
              <a:gd name="connsiteX365" fmla="*/ 2750509 w 4603109"/>
              <a:gd name="connsiteY365" fmla="*/ 0 h 924402"/>
              <a:gd name="connsiteX366" fmla="*/ 2754354 w 4603109"/>
              <a:gd name="connsiteY366" fmla="*/ 0 h 924402"/>
              <a:gd name="connsiteX367" fmla="*/ 2755654 w 4603109"/>
              <a:gd name="connsiteY367" fmla="*/ 0 h 924402"/>
              <a:gd name="connsiteX368" fmla="*/ 2757146 w 4603109"/>
              <a:gd name="connsiteY368" fmla="*/ 0 h 924402"/>
              <a:gd name="connsiteX369" fmla="*/ 2761827 w 4603109"/>
              <a:gd name="connsiteY369" fmla="*/ 0 h 924402"/>
              <a:gd name="connsiteX370" fmla="*/ 2763318 w 4603109"/>
              <a:gd name="connsiteY370" fmla="*/ 0 h 924402"/>
              <a:gd name="connsiteX371" fmla="*/ 2776756 w 4603109"/>
              <a:gd name="connsiteY371" fmla="*/ 0 h 924402"/>
              <a:gd name="connsiteX372" fmla="*/ 2777590 w 4603109"/>
              <a:gd name="connsiteY372" fmla="*/ 0 h 924402"/>
              <a:gd name="connsiteX373" fmla="*/ 2779082 w 4603109"/>
              <a:gd name="connsiteY373" fmla="*/ 0 h 924402"/>
              <a:gd name="connsiteX374" fmla="*/ 2783442 w 4603109"/>
              <a:gd name="connsiteY374" fmla="*/ 0 h 924402"/>
              <a:gd name="connsiteX375" fmla="*/ 2784228 w 4603109"/>
              <a:gd name="connsiteY375" fmla="*/ 0 h 924402"/>
              <a:gd name="connsiteX376" fmla="*/ 2785719 w 4603109"/>
              <a:gd name="connsiteY376" fmla="*/ 0 h 924402"/>
              <a:gd name="connsiteX377" fmla="*/ 2786473 w 4603109"/>
              <a:gd name="connsiteY377" fmla="*/ 0 h 924402"/>
              <a:gd name="connsiteX378" fmla="*/ 2793229 w 4603109"/>
              <a:gd name="connsiteY378" fmla="*/ 0 h 924402"/>
              <a:gd name="connsiteX379" fmla="*/ 2799367 w 4603109"/>
              <a:gd name="connsiteY379" fmla="*/ 0 h 924402"/>
              <a:gd name="connsiteX380" fmla="*/ 2813506 w 4603109"/>
              <a:gd name="connsiteY380" fmla="*/ 0 h 924402"/>
              <a:gd name="connsiteX381" fmla="*/ 2820311 w 4603109"/>
              <a:gd name="connsiteY381" fmla="*/ 0 h 924402"/>
              <a:gd name="connsiteX382" fmla="*/ 2827893 w 4603109"/>
              <a:gd name="connsiteY382" fmla="*/ 0 h 924402"/>
              <a:gd name="connsiteX383" fmla="*/ 2827940 w 4603109"/>
              <a:gd name="connsiteY383" fmla="*/ 0 h 924402"/>
              <a:gd name="connsiteX384" fmla="*/ 2829431 w 4603109"/>
              <a:gd name="connsiteY384" fmla="*/ 0 h 924402"/>
              <a:gd name="connsiteX385" fmla="*/ 2829978 w 4603109"/>
              <a:gd name="connsiteY385" fmla="*/ 0 h 924402"/>
              <a:gd name="connsiteX386" fmla="*/ 2852058 w 4603109"/>
              <a:gd name="connsiteY386" fmla="*/ 0 h 924402"/>
              <a:gd name="connsiteX387" fmla="*/ 2857060 w 4603109"/>
              <a:gd name="connsiteY387" fmla="*/ 0 h 924402"/>
              <a:gd name="connsiteX388" fmla="*/ 2857958 w 4603109"/>
              <a:gd name="connsiteY388" fmla="*/ 0 h 924402"/>
              <a:gd name="connsiteX389" fmla="*/ 2871601 w 4603109"/>
              <a:gd name="connsiteY389" fmla="*/ 0 h 924402"/>
              <a:gd name="connsiteX390" fmla="*/ 2882123 w 4603109"/>
              <a:gd name="connsiteY390" fmla="*/ 0 h 924402"/>
              <a:gd name="connsiteX391" fmla="*/ 2894046 w 4603109"/>
              <a:gd name="connsiteY391" fmla="*/ 0 h 924402"/>
              <a:gd name="connsiteX392" fmla="*/ 2903496 w 4603109"/>
              <a:gd name="connsiteY392" fmla="*/ 0 h 924402"/>
              <a:gd name="connsiteX393" fmla="*/ 2911211 w 4603109"/>
              <a:gd name="connsiteY393" fmla="*/ 0 h 924402"/>
              <a:gd name="connsiteX394" fmla="*/ 2914242 w 4603109"/>
              <a:gd name="connsiteY394" fmla="*/ 0 h 924402"/>
              <a:gd name="connsiteX395" fmla="*/ 2914461 w 4603109"/>
              <a:gd name="connsiteY395" fmla="*/ 0 h 924402"/>
              <a:gd name="connsiteX396" fmla="*/ 2924111 w 4603109"/>
              <a:gd name="connsiteY396" fmla="*/ 0 h 924402"/>
              <a:gd name="connsiteX397" fmla="*/ 2927136 w 4603109"/>
              <a:gd name="connsiteY397" fmla="*/ 0 h 924402"/>
              <a:gd name="connsiteX398" fmla="*/ 2933561 w 4603109"/>
              <a:gd name="connsiteY398" fmla="*/ 0 h 924402"/>
              <a:gd name="connsiteX399" fmla="*/ 2939580 w 4603109"/>
              <a:gd name="connsiteY399" fmla="*/ 0 h 924402"/>
              <a:gd name="connsiteX400" fmla="*/ 2941275 w 4603109"/>
              <a:gd name="connsiteY400" fmla="*/ 0 h 924402"/>
              <a:gd name="connsiteX401" fmla="*/ 2941543 w 4603109"/>
              <a:gd name="connsiteY401" fmla="*/ 0 h 924402"/>
              <a:gd name="connsiteX402" fmla="*/ 2945586 w 4603109"/>
              <a:gd name="connsiteY402" fmla="*/ 0 h 924402"/>
              <a:gd name="connsiteX403" fmla="*/ 2950032 w 4603109"/>
              <a:gd name="connsiteY403" fmla="*/ 0 h 924402"/>
              <a:gd name="connsiteX404" fmla="*/ 2955662 w 4603109"/>
              <a:gd name="connsiteY404" fmla="*/ 0 h 924402"/>
              <a:gd name="connsiteX405" fmla="*/ 2955709 w 4603109"/>
              <a:gd name="connsiteY405" fmla="*/ 0 h 924402"/>
              <a:gd name="connsiteX406" fmla="*/ 2957200 w 4603109"/>
              <a:gd name="connsiteY406" fmla="*/ 0 h 924402"/>
              <a:gd name="connsiteX407" fmla="*/ 2957747 w 4603109"/>
              <a:gd name="connsiteY407" fmla="*/ 0 h 924402"/>
              <a:gd name="connsiteX408" fmla="*/ 2968152 w 4603109"/>
              <a:gd name="connsiteY408" fmla="*/ 0 h 924402"/>
              <a:gd name="connsiteX409" fmla="*/ 2969644 w 4603109"/>
              <a:gd name="connsiteY409" fmla="*/ 0 h 924402"/>
              <a:gd name="connsiteX410" fmla="*/ 2972667 w 4603109"/>
              <a:gd name="connsiteY410" fmla="*/ 0 h 924402"/>
              <a:gd name="connsiteX411" fmla="*/ 2977114 w 4603109"/>
              <a:gd name="connsiteY411" fmla="*/ 0 h 924402"/>
              <a:gd name="connsiteX412" fmla="*/ 2984829 w 4603109"/>
              <a:gd name="connsiteY412" fmla="*/ 0 h 924402"/>
              <a:gd name="connsiteX413" fmla="*/ 2985727 w 4603109"/>
              <a:gd name="connsiteY413" fmla="*/ 0 h 924402"/>
              <a:gd name="connsiteX414" fmla="*/ 2999370 w 4603109"/>
              <a:gd name="connsiteY414" fmla="*/ 0 h 924402"/>
              <a:gd name="connsiteX415" fmla="*/ 3021815 w 4603109"/>
              <a:gd name="connsiteY415" fmla="*/ 0 h 924402"/>
              <a:gd name="connsiteX416" fmla="*/ 3031265 w 4603109"/>
              <a:gd name="connsiteY416" fmla="*/ 0 h 924402"/>
              <a:gd name="connsiteX417" fmla="*/ 3042230 w 4603109"/>
              <a:gd name="connsiteY417" fmla="*/ 0 h 924402"/>
              <a:gd name="connsiteX418" fmla="*/ 3044946 w 4603109"/>
              <a:gd name="connsiteY418" fmla="*/ 0 h 924402"/>
              <a:gd name="connsiteX419" fmla="*/ 3051880 w 4603109"/>
              <a:gd name="connsiteY419" fmla="*/ 0 h 924402"/>
              <a:gd name="connsiteX420" fmla="*/ 3061330 w 4603109"/>
              <a:gd name="connsiteY420" fmla="*/ 0 h 924402"/>
              <a:gd name="connsiteX421" fmla="*/ 3067349 w 4603109"/>
              <a:gd name="connsiteY421" fmla="*/ 0 h 924402"/>
              <a:gd name="connsiteX422" fmla="*/ 3069312 w 4603109"/>
              <a:gd name="connsiteY422" fmla="*/ 0 h 924402"/>
              <a:gd name="connsiteX423" fmla="*/ 3073355 w 4603109"/>
              <a:gd name="connsiteY423" fmla="*/ 0 h 924402"/>
              <a:gd name="connsiteX424" fmla="*/ 3073518 w 4603109"/>
              <a:gd name="connsiteY424" fmla="*/ 0 h 924402"/>
              <a:gd name="connsiteX425" fmla="*/ 3075011 w 4603109"/>
              <a:gd name="connsiteY425" fmla="*/ 0 h 924402"/>
              <a:gd name="connsiteX426" fmla="*/ 3077801 w 4603109"/>
              <a:gd name="connsiteY426" fmla="*/ 0 h 924402"/>
              <a:gd name="connsiteX427" fmla="*/ 3095921 w 4603109"/>
              <a:gd name="connsiteY427" fmla="*/ 0 h 924402"/>
              <a:gd name="connsiteX428" fmla="*/ 3097413 w 4603109"/>
              <a:gd name="connsiteY428" fmla="*/ 0 h 924402"/>
              <a:gd name="connsiteX429" fmla="*/ 3100436 w 4603109"/>
              <a:gd name="connsiteY429" fmla="*/ 0 h 924402"/>
              <a:gd name="connsiteX430" fmla="*/ 3103552 w 4603109"/>
              <a:gd name="connsiteY430" fmla="*/ 0 h 924402"/>
              <a:gd name="connsiteX431" fmla="*/ 3104883 w 4603109"/>
              <a:gd name="connsiteY431" fmla="*/ 0 h 924402"/>
              <a:gd name="connsiteX432" fmla="*/ 3120023 w 4603109"/>
              <a:gd name="connsiteY432" fmla="*/ 0 h 924402"/>
              <a:gd name="connsiteX433" fmla="*/ 3120445 w 4603109"/>
              <a:gd name="connsiteY433" fmla="*/ 0 h 924402"/>
              <a:gd name="connsiteX434" fmla="*/ 3149018 w 4603109"/>
              <a:gd name="connsiteY434" fmla="*/ 0 h 924402"/>
              <a:gd name="connsiteX435" fmla="*/ 3150088 w 4603109"/>
              <a:gd name="connsiteY435" fmla="*/ 0 h 924402"/>
              <a:gd name="connsiteX436" fmla="*/ 3150509 w 4603109"/>
              <a:gd name="connsiteY436" fmla="*/ 0 h 924402"/>
              <a:gd name="connsiteX437" fmla="*/ 3171054 w 4603109"/>
              <a:gd name="connsiteY437" fmla="*/ 0 h 924402"/>
              <a:gd name="connsiteX438" fmla="*/ 3172715 w 4603109"/>
              <a:gd name="connsiteY438" fmla="*/ 0 h 924402"/>
              <a:gd name="connsiteX439" fmla="*/ 3199627 w 4603109"/>
              <a:gd name="connsiteY439" fmla="*/ 0 h 924402"/>
              <a:gd name="connsiteX440" fmla="*/ 3201119 w 4603109"/>
              <a:gd name="connsiteY440" fmla="*/ 0 h 924402"/>
              <a:gd name="connsiteX441" fmla="*/ 3201287 w 4603109"/>
              <a:gd name="connsiteY441" fmla="*/ 0 h 924402"/>
              <a:gd name="connsiteX442" fmla="*/ 3201751 w 4603109"/>
              <a:gd name="connsiteY442" fmla="*/ 0 h 924402"/>
              <a:gd name="connsiteX443" fmla="*/ 3202780 w 4603109"/>
              <a:gd name="connsiteY443" fmla="*/ 0 h 924402"/>
              <a:gd name="connsiteX444" fmla="*/ 3217515 w 4603109"/>
              <a:gd name="connsiteY444" fmla="*/ 0 h 924402"/>
              <a:gd name="connsiteX445" fmla="*/ 3224152 w 4603109"/>
              <a:gd name="connsiteY445" fmla="*/ 0 h 924402"/>
              <a:gd name="connsiteX446" fmla="*/ 3230324 w 4603109"/>
              <a:gd name="connsiteY446" fmla="*/ 0 h 924402"/>
              <a:gd name="connsiteX447" fmla="*/ 3231321 w 4603109"/>
              <a:gd name="connsiteY447" fmla="*/ 0 h 924402"/>
              <a:gd name="connsiteX448" fmla="*/ 3231816 w 4603109"/>
              <a:gd name="connsiteY448" fmla="*/ 0 h 924402"/>
              <a:gd name="connsiteX449" fmla="*/ 3243763 w 4603109"/>
              <a:gd name="connsiteY449" fmla="*/ 0 h 924402"/>
              <a:gd name="connsiteX450" fmla="*/ 3246088 w 4603109"/>
              <a:gd name="connsiteY450" fmla="*/ 0 h 924402"/>
              <a:gd name="connsiteX451" fmla="*/ 3247580 w 4603109"/>
              <a:gd name="connsiteY451" fmla="*/ 0 h 924402"/>
              <a:gd name="connsiteX452" fmla="*/ 3247792 w 4603109"/>
              <a:gd name="connsiteY452" fmla="*/ 0 h 924402"/>
              <a:gd name="connsiteX453" fmla="*/ 3248214 w 4603109"/>
              <a:gd name="connsiteY453" fmla="*/ 0 h 924402"/>
              <a:gd name="connsiteX454" fmla="*/ 3252725 w 4603109"/>
              <a:gd name="connsiteY454" fmla="*/ 0 h 924402"/>
              <a:gd name="connsiteX455" fmla="*/ 3254217 w 4603109"/>
              <a:gd name="connsiteY455" fmla="*/ 0 h 924402"/>
              <a:gd name="connsiteX456" fmla="*/ 3260235 w 4603109"/>
              <a:gd name="connsiteY456" fmla="*/ 0 h 924402"/>
              <a:gd name="connsiteX457" fmla="*/ 3276787 w 4603109"/>
              <a:gd name="connsiteY457" fmla="*/ 0 h 924402"/>
              <a:gd name="connsiteX458" fmla="*/ 3277857 w 4603109"/>
              <a:gd name="connsiteY458" fmla="*/ 0 h 924402"/>
              <a:gd name="connsiteX459" fmla="*/ 3278278 w 4603109"/>
              <a:gd name="connsiteY459" fmla="*/ 0 h 924402"/>
              <a:gd name="connsiteX460" fmla="*/ 3290300 w 4603109"/>
              <a:gd name="connsiteY460" fmla="*/ 0 h 924402"/>
              <a:gd name="connsiteX461" fmla="*/ 3298823 w 4603109"/>
              <a:gd name="connsiteY461" fmla="*/ 0 h 924402"/>
              <a:gd name="connsiteX462" fmla="*/ 3327396 w 4603109"/>
              <a:gd name="connsiteY462" fmla="*/ 0 h 924402"/>
              <a:gd name="connsiteX463" fmla="*/ 3328888 w 4603109"/>
              <a:gd name="connsiteY463" fmla="*/ 0 h 924402"/>
              <a:gd name="connsiteX464" fmla="*/ 3329520 w 4603109"/>
              <a:gd name="connsiteY464" fmla="*/ 0 h 924402"/>
              <a:gd name="connsiteX465" fmla="*/ 3345284 w 4603109"/>
              <a:gd name="connsiteY465" fmla="*/ 0 h 924402"/>
              <a:gd name="connsiteX466" fmla="*/ 3349129 w 4603109"/>
              <a:gd name="connsiteY466" fmla="*/ 0 h 924402"/>
              <a:gd name="connsiteX467" fmla="*/ 3351921 w 4603109"/>
              <a:gd name="connsiteY467" fmla="*/ 0 h 924402"/>
              <a:gd name="connsiteX468" fmla="*/ 3358093 w 4603109"/>
              <a:gd name="connsiteY468" fmla="*/ 0 h 924402"/>
              <a:gd name="connsiteX469" fmla="*/ 3359585 w 4603109"/>
              <a:gd name="connsiteY469" fmla="*/ 0 h 924402"/>
              <a:gd name="connsiteX470" fmla="*/ 3371532 w 4603109"/>
              <a:gd name="connsiteY470" fmla="*/ 0 h 924402"/>
              <a:gd name="connsiteX471" fmla="*/ 3373857 w 4603109"/>
              <a:gd name="connsiteY471" fmla="*/ 0 h 924402"/>
              <a:gd name="connsiteX472" fmla="*/ 3375349 w 4603109"/>
              <a:gd name="connsiteY472" fmla="*/ 0 h 924402"/>
              <a:gd name="connsiteX473" fmla="*/ 3380494 w 4603109"/>
              <a:gd name="connsiteY473" fmla="*/ 0 h 924402"/>
              <a:gd name="connsiteX474" fmla="*/ 3381986 w 4603109"/>
              <a:gd name="connsiteY474" fmla="*/ 0 h 924402"/>
              <a:gd name="connsiteX475" fmla="*/ 3388004 w 4603109"/>
              <a:gd name="connsiteY475" fmla="*/ 0 h 924402"/>
              <a:gd name="connsiteX476" fmla="*/ 3408282 w 4603109"/>
              <a:gd name="connsiteY476" fmla="*/ 0 h 924402"/>
              <a:gd name="connsiteX477" fmla="*/ 3418069 w 4603109"/>
              <a:gd name="connsiteY477" fmla="*/ 0 h 924402"/>
              <a:gd name="connsiteX478" fmla="*/ 3424207 w 4603109"/>
              <a:gd name="connsiteY478" fmla="*/ 0 h 924402"/>
              <a:gd name="connsiteX479" fmla="*/ 3424753 w 4603109"/>
              <a:gd name="connsiteY479" fmla="*/ 0 h 924402"/>
              <a:gd name="connsiteX480" fmla="*/ 3452733 w 4603109"/>
              <a:gd name="connsiteY480" fmla="*/ 0 h 924402"/>
              <a:gd name="connsiteX481" fmla="*/ 3454818 w 4603109"/>
              <a:gd name="connsiteY481" fmla="*/ 0 h 924402"/>
              <a:gd name="connsiteX482" fmla="*/ 3476898 w 4603109"/>
              <a:gd name="connsiteY482" fmla="*/ 0 h 924402"/>
              <a:gd name="connsiteX483" fmla="*/ 3496441 w 4603109"/>
              <a:gd name="connsiteY483" fmla="*/ 0 h 924402"/>
              <a:gd name="connsiteX484" fmla="*/ 3509236 w 4603109"/>
              <a:gd name="connsiteY484" fmla="*/ 0 h 924402"/>
              <a:gd name="connsiteX485" fmla="*/ 3518886 w 4603109"/>
              <a:gd name="connsiteY485" fmla="*/ 0 h 924402"/>
              <a:gd name="connsiteX486" fmla="*/ 3528336 w 4603109"/>
              <a:gd name="connsiteY486" fmla="*/ 0 h 924402"/>
              <a:gd name="connsiteX487" fmla="*/ 3536051 w 4603109"/>
              <a:gd name="connsiteY487" fmla="*/ 0 h 924402"/>
              <a:gd name="connsiteX488" fmla="*/ 3539301 w 4603109"/>
              <a:gd name="connsiteY488" fmla="*/ 0 h 924402"/>
              <a:gd name="connsiteX489" fmla="*/ 3540361 w 4603109"/>
              <a:gd name="connsiteY489" fmla="*/ 0 h 924402"/>
              <a:gd name="connsiteX490" fmla="*/ 3544807 w 4603109"/>
              <a:gd name="connsiteY490" fmla="*/ 0 h 924402"/>
              <a:gd name="connsiteX491" fmla="*/ 3551976 w 4603109"/>
              <a:gd name="connsiteY491" fmla="*/ 0 h 924402"/>
              <a:gd name="connsiteX492" fmla="*/ 3552522 w 4603109"/>
              <a:gd name="connsiteY492" fmla="*/ 0 h 924402"/>
              <a:gd name="connsiteX493" fmla="*/ 3564420 w 4603109"/>
              <a:gd name="connsiteY493" fmla="*/ 0 h 924402"/>
              <a:gd name="connsiteX494" fmla="*/ 3570426 w 4603109"/>
              <a:gd name="connsiteY494" fmla="*/ 0 h 924402"/>
              <a:gd name="connsiteX495" fmla="*/ 3574872 w 4603109"/>
              <a:gd name="connsiteY495" fmla="*/ 0 h 924402"/>
              <a:gd name="connsiteX496" fmla="*/ 3580502 w 4603109"/>
              <a:gd name="connsiteY496" fmla="*/ 0 h 924402"/>
              <a:gd name="connsiteX497" fmla="*/ 3582587 w 4603109"/>
              <a:gd name="connsiteY497" fmla="*/ 0 h 924402"/>
              <a:gd name="connsiteX498" fmla="*/ 3624210 w 4603109"/>
              <a:gd name="connsiteY498" fmla="*/ 0 h 924402"/>
              <a:gd name="connsiteX499" fmla="*/ 3637005 w 4603109"/>
              <a:gd name="connsiteY499" fmla="*/ 0 h 924402"/>
              <a:gd name="connsiteX500" fmla="*/ 3646655 w 4603109"/>
              <a:gd name="connsiteY500" fmla="*/ 0 h 924402"/>
              <a:gd name="connsiteX501" fmla="*/ 3656105 w 4603109"/>
              <a:gd name="connsiteY501" fmla="*/ 0 h 924402"/>
              <a:gd name="connsiteX502" fmla="*/ 3667070 w 4603109"/>
              <a:gd name="connsiteY502" fmla="*/ 0 h 924402"/>
              <a:gd name="connsiteX503" fmla="*/ 3668130 w 4603109"/>
              <a:gd name="connsiteY503" fmla="*/ 0 h 924402"/>
              <a:gd name="connsiteX504" fmla="*/ 3669786 w 4603109"/>
              <a:gd name="connsiteY504" fmla="*/ 0 h 924402"/>
              <a:gd name="connsiteX505" fmla="*/ 3672576 w 4603109"/>
              <a:gd name="connsiteY505" fmla="*/ 0 h 924402"/>
              <a:gd name="connsiteX506" fmla="*/ 3692189 w 4603109"/>
              <a:gd name="connsiteY506" fmla="*/ 0 h 924402"/>
              <a:gd name="connsiteX507" fmla="*/ 3698195 w 4603109"/>
              <a:gd name="connsiteY507" fmla="*/ 0 h 924402"/>
              <a:gd name="connsiteX508" fmla="*/ 3702641 w 4603109"/>
              <a:gd name="connsiteY508" fmla="*/ 0 h 924402"/>
              <a:gd name="connsiteX509" fmla="*/ 3744863 w 4603109"/>
              <a:gd name="connsiteY509" fmla="*/ 0 h 924402"/>
              <a:gd name="connsiteX510" fmla="*/ 3745285 w 4603109"/>
              <a:gd name="connsiteY510" fmla="*/ 0 h 924402"/>
              <a:gd name="connsiteX511" fmla="*/ 3795894 w 4603109"/>
              <a:gd name="connsiteY511" fmla="*/ 0 h 924402"/>
              <a:gd name="connsiteX512" fmla="*/ 3797555 w 4603109"/>
              <a:gd name="connsiteY512" fmla="*/ 0 h 924402"/>
              <a:gd name="connsiteX513" fmla="*/ 3826591 w 4603109"/>
              <a:gd name="connsiteY513" fmla="*/ 0 h 924402"/>
              <a:gd name="connsiteX514" fmla="*/ 3842355 w 4603109"/>
              <a:gd name="connsiteY514" fmla="*/ 0 h 924402"/>
              <a:gd name="connsiteX515" fmla="*/ 3848992 w 4603109"/>
              <a:gd name="connsiteY515" fmla="*/ 0 h 924402"/>
              <a:gd name="connsiteX516" fmla="*/ 3872632 w 4603109"/>
              <a:gd name="connsiteY516" fmla="*/ 0 h 924402"/>
              <a:gd name="connsiteX517" fmla="*/ 3873054 w 4603109"/>
              <a:gd name="connsiteY517" fmla="*/ 0 h 924402"/>
              <a:gd name="connsiteX518" fmla="*/ 3885075 w 4603109"/>
              <a:gd name="connsiteY518" fmla="*/ 0 h 924402"/>
              <a:gd name="connsiteX519" fmla="*/ 3923663 w 4603109"/>
              <a:gd name="connsiteY519" fmla="*/ 0 h 924402"/>
              <a:gd name="connsiteX520" fmla="*/ 3954360 w 4603109"/>
              <a:gd name="connsiteY520" fmla="*/ 0 h 924402"/>
              <a:gd name="connsiteX521" fmla="*/ 3970124 w 4603109"/>
              <a:gd name="connsiteY521" fmla="*/ 0 h 924402"/>
              <a:gd name="connsiteX522" fmla="*/ 3976761 w 4603109"/>
              <a:gd name="connsiteY522" fmla="*/ 0 h 924402"/>
              <a:gd name="connsiteX523" fmla="*/ 4012844 w 4603109"/>
              <a:gd name="connsiteY523" fmla="*/ 0 h 924402"/>
              <a:gd name="connsiteX524" fmla="*/ 4049593 w 4603109"/>
              <a:gd name="connsiteY524" fmla="*/ 0 h 924402"/>
              <a:gd name="connsiteX525" fmla="*/ 4169647 w 4603109"/>
              <a:gd name="connsiteY525" fmla="*/ 0 h 924402"/>
              <a:gd name="connsiteX526" fmla="*/ 4177362 w 4603109"/>
              <a:gd name="connsiteY526" fmla="*/ 0 h 924402"/>
              <a:gd name="connsiteX527" fmla="*/ 4297416 w 4603109"/>
              <a:gd name="connsiteY527" fmla="*/ 0 h 924402"/>
              <a:gd name="connsiteX528" fmla="*/ 4379339 w 4603109"/>
              <a:gd name="connsiteY528" fmla="*/ 47054 h 924402"/>
              <a:gd name="connsiteX529" fmla="*/ 4591731 w 4603109"/>
              <a:gd name="connsiteY529" fmla="*/ 415146 h 924402"/>
              <a:gd name="connsiteX530" fmla="*/ 4591731 w 4603109"/>
              <a:gd name="connsiteY530" fmla="*/ 509257 h 924402"/>
              <a:gd name="connsiteX531" fmla="*/ 4379339 w 4603109"/>
              <a:gd name="connsiteY531" fmla="*/ 877348 h 924402"/>
              <a:gd name="connsiteX532" fmla="*/ 4297416 w 4603109"/>
              <a:gd name="connsiteY532" fmla="*/ 924402 h 924402"/>
              <a:gd name="connsiteX533" fmla="*/ 4169647 w 4603109"/>
              <a:gd name="connsiteY533" fmla="*/ 924402 h 924402"/>
              <a:gd name="connsiteX534" fmla="*/ 3976761 w 4603109"/>
              <a:gd name="connsiteY534" fmla="*/ 924402 h 924402"/>
              <a:gd name="connsiteX535" fmla="*/ 3872632 w 4603109"/>
              <a:gd name="connsiteY535" fmla="*/ 924402 h 924402"/>
              <a:gd name="connsiteX536" fmla="*/ 3848992 w 4603109"/>
              <a:gd name="connsiteY536" fmla="*/ 924402 h 924402"/>
              <a:gd name="connsiteX537" fmla="*/ 3744863 w 4603109"/>
              <a:gd name="connsiteY537" fmla="*/ 924402 h 924402"/>
              <a:gd name="connsiteX538" fmla="*/ 3702641 w 4603109"/>
              <a:gd name="connsiteY538" fmla="*/ 924402 h 924402"/>
              <a:gd name="connsiteX539" fmla="*/ 3672576 w 4603109"/>
              <a:gd name="connsiteY539" fmla="*/ 924402 h 924402"/>
              <a:gd name="connsiteX540" fmla="*/ 3656105 w 4603109"/>
              <a:gd name="connsiteY540" fmla="*/ 924402 h 924402"/>
              <a:gd name="connsiteX541" fmla="*/ 3574872 w 4603109"/>
              <a:gd name="connsiteY541" fmla="*/ 924402 h 924402"/>
              <a:gd name="connsiteX542" fmla="*/ 3551976 w 4603109"/>
              <a:gd name="connsiteY542" fmla="*/ 924402 h 924402"/>
              <a:gd name="connsiteX543" fmla="*/ 3544807 w 4603109"/>
              <a:gd name="connsiteY543" fmla="*/ 924402 h 924402"/>
              <a:gd name="connsiteX544" fmla="*/ 3528336 w 4603109"/>
              <a:gd name="connsiteY544" fmla="*/ 924402 h 924402"/>
              <a:gd name="connsiteX545" fmla="*/ 3424207 w 4603109"/>
              <a:gd name="connsiteY545" fmla="*/ 924402 h 924402"/>
              <a:gd name="connsiteX546" fmla="*/ 3381986 w 4603109"/>
              <a:gd name="connsiteY546" fmla="*/ 924402 h 924402"/>
              <a:gd name="connsiteX547" fmla="*/ 3380494 w 4603109"/>
              <a:gd name="connsiteY547" fmla="*/ 924402 h 924402"/>
              <a:gd name="connsiteX548" fmla="*/ 3351921 w 4603109"/>
              <a:gd name="connsiteY548" fmla="*/ 924402 h 924402"/>
              <a:gd name="connsiteX549" fmla="*/ 3277857 w 4603109"/>
              <a:gd name="connsiteY549" fmla="*/ 924402 h 924402"/>
              <a:gd name="connsiteX550" fmla="*/ 3254217 w 4603109"/>
              <a:gd name="connsiteY550" fmla="*/ 924402 h 924402"/>
              <a:gd name="connsiteX551" fmla="*/ 3252725 w 4603109"/>
              <a:gd name="connsiteY551" fmla="*/ 924402 h 924402"/>
              <a:gd name="connsiteX552" fmla="*/ 3247792 w 4603109"/>
              <a:gd name="connsiteY552" fmla="*/ 924402 h 924402"/>
              <a:gd name="connsiteX553" fmla="*/ 3231321 w 4603109"/>
              <a:gd name="connsiteY553" fmla="*/ 924402 h 924402"/>
              <a:gd name="connsiteX554" fmla="*/ 3224152 w 4603109"/>
              <a:gd name="connsiteY554" fmla="*/ 924402 h 924402"/>
              <a:gd name="connsiteX555" fmla="*/ 3150088 w 4603109"/>
              <a:gd name="connsiteY555" fmla="*/ 924402 h 924402"/>
              <a:gd name="connsiteX556" fmla="*/ 3120023 w 4603109"/>
              <a:gd name="connsiteY556" fmla="*/ 924402 h 924402"/>
              <a:gd name="connsiteX557" fmla="*/ 3104883 w 4603109"/>
              <a:gd name="connsiteY557" fmla="*/ 924402 h 924402"/>
              <a:gd name="connsiteX558" fmla="*/ 3103552 w 4603109"/>
              <a:gd name="connsiteY558" fmla="*/ 924402 h 924402"/>
              <a:gd name="connsiteX559" fmla="*/ 3077801 w 4603109"/>
              <a:gd name="connsiteY559" fmla="*/ 924402 h 924402"/>
              <a:gd name="connsiteX560" fmla="*/ 3061330 w 4603109"/>
              <a:gd name="connsiteY560" fmla="*/ 924402 h 924402"/>
              <a:gd name="connsiteX561" fmla="*/ 3031265 w 4603109"/>
              <a:gd name="connsiteY561" fmla="*/ 924402 h 924402"/>
              <a:gd name="connsiteX562" fmla="*/ 2977114 w 4603109"/>
              <a:gd name="connsiteY562" fmla="*/ 924402 h 924402"/>
              <a:gd name="connsiteX563" fmla="*/ 2957200 w 4603109"/>
              <a:gd name="connsiteY563" fmla="*/ 924402 h 924402"/>
              <a:gd name="connsiteX564" fmla="*/ 2955709 w 4603109"/>
              <a:gd name="connsiteY564" fmla="*/ 924402 h 924402"/>
              <a:gd name="connsiteX565" fmla="*/ 2950032 w 4603109"/>
              <a:gd name="connsiteY565" fmla="*/ 924402 h 924402"/>
              <a:gd name="connsiteX566" fmla="*/ 2933561 w 4603109"/>
              <a:gd name="connsiteY566" fmla="*/ 924402 h 924402"/>
              <a:gd name="connsiteX567" fmla="*/ 2927136 w 4603109"/>
              <a:gd name="connsiteY567" fmla="*/ 924402 h 924402"/>
              <a:gd name="connsiteX568" fmla="*/ 2903496 w 4603109"/>
              <a:gd name="connsiteY568" fmla="*/ 924402 h 924402"/>
              <a:gd name="connsiteX569" fmla="*/ 2829431 w 4603109"/>
              <a:gd name="connsiteY569" fmla="*/ 924402 h 924402"/>
              <a:gd name="connsiteX570" fmla="*/ 2827940 w 4603109"/>
              <a:gd name="connsiteY570" fmla="*/ 924402 h 924402"/>
              <a:gd name="connsiteX571" fmla="*/ 2799367 w 4603109"/>
              <a:gd name="connsiteY571" fmla="*/ 924402 h 924402"/>
              <a:gd name="connsiteX572" fmla="*/ 2785719 w 4603109"/>
              <a:gd name="connsiteY572" fmla="*/ 924402 h 924402"/>
              <a:gd name="connsiteX573" fmla="*/ 2784228 w 4603109"/>
              <a:gd name="connsiteY573" fmla="*/ 924402 h 924402"/>
              <a:gd name="connsiteX574" fmla="*/ 2757146 w 4603109"/>
              <a:gd name="connsiteY574" fmla="*/ 924402 h 924402"/>
              <a:gd name="connsiteX575" fmla="*/ 2755654 w 4603109"/>
              <a:gd name="connsiteY575" fmla="*/ 924402 h 924402"/>
              <a:gd name="connsiteX576" fmla="*/ 2680098 w 4603109"/>
              <a:gd name="connsiteY576" fmla="*/ 924402 h 924402"/>
              <a:gd name="connsiteX577" fmla="*/ 2657950 w 4603109"/>
              <a:gd name="connsiteY577" fmla="*/ 924402 h 924402"/>
              <a:gd name="connsiteX578" fmla="*/ 2656459 w 4603109"/>
              <a:gd name="connsiteY578" fmla="*/ 924402 h 924402"/>
              <a:gd name="connsiteX579" fmla="*/ 2653017 w 4603109"/>
              <a:gd name="connsiteY579" fmla="*/ 924402 h 924402"/>
              <a:gd name="connsiteX580" fmla="*/ 2636545 w 4603109"/>
              <a:gd name="connsiteY580" fmla="*/ 924402 h 924402"/>
              <a:gd name="connsiteX581" fmla="*/ 2629377 w 4603109"/>
              <a:gd name="connsiteY581" fmla="*/ 924402 h 924402"/>
              <a:gd name="connsiteX582" fmla="*/ 2627885 w 4603109"/>
              <a:gd name="connsiteY582" fmla="*/ 924402 h 924402"/>
              <a:gd name="connsiteX583" fmla="*/ 2606481 w 4603109"/>
              <a:gd name="connsiteY583" fmla="*/ 924402 h 924402"/>
              <a:gd name="connsiteX584" fmla="*/ 2552329 w 4603109"/>
              <a:gd name="connsiteY584" fmla="*/ 924402 h 924402"/>
              <a:gd name="connsiteX585" fmla="*/ 2525248 w 4603109"/>
              <a:gd name="connsiteY585" fmla="*/ 924402 h 924402"/>
              <a:gd name="connsiteX586" fmla="*/ 2510108 w 4603109"/>
              <a:gd name="connsiteY586" fmla="*/ 924402 h 924402"/>
              <a:gd name="connsiteX587" fmla="*/ 2508776 w 4603109"/>
              <a:gd name="connsiteY587" fmla="*/ 924402 h 924402"/>
              <a:gd name="connsiteX588" fmla="*/ 2480043 w 4603109"/>
              <a:gd name="connsiteY588" fmla="*/ 924402 h 924402"/>
              <a:gd name="connsiteX589" fmla="*/ 2478712 w 4603109"/>
              <a:gd name="connsiteY589" fmla="*/ 924402 h 924402"/>
              <a:gd name="connsiteX590" fmla="*/ 2463572 w 4603109"/>
              <a:gd name="connsiteY590" fmla="*/ 924402 h 924402"/>
              <a:gd name="connsiteX591" fmla="*/ 2436490 w 4603109"/>
              <a:gd name="connsiteY591" fmla="*/ 924402 h 924402"/>
              <a:gd name="connsiteX592" fmla="*/ 2382339 w 4603109"/>
              <a:gd name="connsiteY592" fmla="*/ 924402 h 924402"/>
              <a:gd name="connsiteX593" fmla="*/ 2360934 w 4603109"/>
              <a:gd name="connsiteY593" fmla="*/ 924402 h 924402"/>
              <a:gd name="connsiteX594" fmla="*/ 2359443 w 4603109"/>
              <a:gd name="connsiteY594" fmla="*/ 924402 h 924402"/>
              <a:gd name="connsiteX595" fmla="*/ 2352274 w 4603109"/>
              <a:gd name="connsiteY595" fmla="*/ 924402 h 924402"/>
              <a:gd name="connsiteX596" fmla="*/ 2335803 w 4603109"/>
              <a:gd name="connsiteY596" fmla="*/ 924402 h 924402"/>
              <a:gd name="connsiteX597" fmla="*/ 2332360 w 4603109"/>
              <a:gd name="connsiteY597" fmla="*/ 924402 h 924402"/>
              <a:gd name="connsiteX598" fmla="*/ 2332328 w 4603109"/>
              <a:gd name="connsiteY598" fmla="*/ 924402 h 924402"/>
              <a:gd name="connsiteX599" fmla="*/ 2330869 w 4603109"/>
              <a:gd name="connsiteY599" fmla="*/ 924402 h 924402"/>
              <a:gd name="connsiteX600" fmla="*/ 2308721 w 4603109"/>
              <a:gd name="connsiteY600" fmla="*/ 924402 h 924402"/>
              <a:gd name="connsiteX601" fmla="*/ 2233165 w 4603109"/>
              <a:gd name="connsiteY601" fmla="*/ 924402 h 924402"/>
              <a:gd name="connsiteX602" fmla="*/ 2231674 w 4603109"/>
              <a:gd name="connsiteY602" fmla="*/ 924402 h 924402"/>
              <a:gd name="connsiteX603" fmla="*/ 2204591 w 4603109"/>
              <a:gd name="connsiteY603" fmla="*/ 924402 h 924402"/>
              <a:gd name="connsiteX604" fmla="*/ 2204559 w 4603109"/>
              <a:gd name="connsiteY604" fmla="*/ 924402 h 924402"/>
              <a:gd name="connsiteX605" fmla="*/ 2203100 w 4603109"/>
              <a:gd name="connsiteY605" fmla="*/ 924402 h 924402"/>
              <a:gd name="connsiteX606" fmla="*/ 2189452 w 4603109"/>
              <a:gd name="connsiteY606" fmla="*/ 924402 h 924402"/>
              <a:gd name="connsiteX607" fmla="*/ 2160879 w 4603109"/>
              <a:gd name="connsiteY607" fmla="*/ 924402 h 924402"/>
              <a:gd name="connsiteX608" fmla="*/ 2159388 w 4603109"/>
              <a:gd name="connsiteY608" fmla="*/ 924402 h 924402"/>
              <a:gd name="connsiteX609" fmla="*/ 2085323 w 4603109"/>
              <a:gd name="connsiteY609" fmla="*/ 924402 h 924402"/>
              <a:gd name="connsiteX610" fmla="*/ 2077294 w 4603109"/>
              <a:gd name="connsiteY610" fmla="*/ 924402 h 924402"/>
              <a:gd name="connsiteX611" fmla="*/ 2061683 w 4603109"/>
              <a:gd name="connsiteY611" fmla="*/ 924402 h 924402"/>
              <a:gd name="connsiteX612" fmla="*/ 2055258 w 4603109"/>
              <a:gd name="connsiteY612" fmla="*/ 924402 h 924402"/>
              <a:gd name="connsiteX613" fmla="*/ 2038787 w 4603109"/>
              <a:gd name="connsiteY613" fmla="*/ 924402 h 924402"/>
              <a:gd name="connsiteX614" fmla="*/ 2033110 w 4603109"/>
              <a:gd name="connsiteY614" fmla="*/ 924402 h 924402"/>
              <a:gd name="connsiteX615" fmla="*/ 2031619 w 4603109"/>
              <a:gd name="connsiteY615" fmla="*/ 924402 h 924402"/>
              <a:gd name="connsiteX616" fmla="*/ 2011705 w 4603109"/>
              <a:gd name="connsiteY616" fmla="*/ 924402 h 924402"/>
              <a:gd name="connsiteX617" fmla="*/ 1957554 w 4603109"/>
              <a:gd name="connsiteY617" fmla="*/ 924402 h 924402"/>
              <a:gd name="connsiteX618" fmla="*/ 1949525 w 4603109"/>
              <a:gd name="connsiteY618" fmla="*/ 924402 h 924402"/>
              <a:gd name="connsiteX619" fmla="*/ 1927489 w 4603109"/>
              <a:gd name="connsiteY619" fmla="*/ 924402 h 924402"/>
              <a:gd name="connsiteX620" fmla="*/ 1911018 w 4603109"/>
              <a:gd name="connsiteY620" fmla="*/ 924402 h 924402"/>
              <a:gd name="connsiteX621" fmla="*/ 1907543 w 4603109"/>
              <a:gd name="connsiteY621" fmla="*/ 924402 h 924402"/>
              <a:gd name="connsiteX622" fmla="*/ 1885268 w 4603109"/>
              <a:gd name="connsiteY622" fmla="*/ 924402 h 924402"/>
              <a:gd name="connsiteX623" fmla="*/ 1883936 w 4603109"/>
              <a:gd name="connsiteY623" fmla="*/ 924402 h 924402"/>
              <a:gd name="connsiteX624" fmla="*/ 1868796 w 4603109"/>
              <a:gd name="connsiteY624" fmla="*/ 924402 h 924402"/>
              <a:gd name="connsiteX625" fmla="*/ 1838732 w 4603109"/>
              <a:gd name="connsiteY625" fmla="*/ 924402 h 924402"/>
              <a:gd name="connsiteX626" fmla="*/ 1779774 w 4603109"/>
              <a:gd name="connsiteY626" fmla="*/ 924402 h 924402"/>
              <a:gd name="connsiteX627" fmla="*/ 1764668 w 4603109"/>
              <a:gd name="connsiteY627" fmla="*/ 924402 h 924402"/>
              <a:gd name="connsiteX628" fmla="*/ 1757499 w 4603109"/>
              <a:gd name="connsiteY628" fmla="*/ 924402 h 924402"/>
              <a:gd name="connsiteX629" fmla="*/ 1741027 w 4603109"/>
              <a:gd name="connsiteY629" fmla="*/ 924402 h 924402"/>
              <a:gd name="connsiteX630" fmla="*/ 1737552 w 4603109"/>
              <a:gd name="connsiteY630" fmla="*/ 924402 h 924402"/>
              <a:gd name="connsiteX631" fmla="*/ 1736094 w 4603109"/>
              <a:gd name="connsiteY631" fmla="*/ 924402 h 924402"/>
              <a:gd name="connsiteX632" fmla="*/ 1734603 w 4603109"/>
              <a:gd name="connsiteY632" fmla="*/ 924402 h 924402"/>
              <a:gd name="connsiteX633" fmla="*/ 1710963 w 4603109"/>
              <a:gd name="connsiteY633" fmla="*/ 924402 h 924402"/>
              <a:gd name="connsiteX634" fmla="*/ 1707488 w 4603109"/>
              <a:gd name="connsiteY634" fmla="*/ 924402 h 924402"/>
              <a:gd name="connsiteX635" fmla="*/ 1652509 w 4603109"/>
              <a:gd name="connsiteY635" fmla="*/ 924402 h 924402"/>
              <a:gd name="connsiteX636" fmla="*/ 1636899 w 4603109"/>
              <a:gd name="connsiteY636" fmla="*/ 924402 h 924402"/>
              <a:gd name="connsiteX637" fmla="*/ 1609783 w 4603109"/>
              <a:gd name="connsiteY637" fmla="*/ 924402 h 924402"/>
              <a:gd name="connsiteX638" fmla="*/ 1608325 w 4603109"/>
              <a:gd name="connsiteY638" fmla="*/ 924402 h 924402"/>
              <a:gd name="connsiteX639" fmla="*/ 1606834 w 4603109"/>
              <a:gd name="connsiteY639" fmla="*/ 924402 h 924402"/>
              <a:gd name="connsiteX640" fmla="*/ 1579719 w 4603109"/>
              <a:gd name="connsiteY640" fmla="*/ 924402 h 924402"/>
              <a:gd name="connsiteX641" fmla="*/ 1564612 w 4603109"/>
              <a:gd name="connsiteY641" fmla="*/ 924402 h 924402"/>
              <a:gd name="connsiteX642" fmla="*/ 1524740 w 4603109"/>
              <a:gd name="connsiteY642" fmla="*/ 924402 h 924402"/>
              <a:gd name="connsiteX643" fmla="*/ 1482518 w 4603109"/>
              <a:gd name="connsiteY643" fmla="*/ 924402 h 924402"/>
              <a:gd name="connsiteX644" fmla="*/ 1460483 w 4603109"/>
              <a:gd name="connsiteY644" fmla="*/ 924402 h 924402"/>
              <a:gd name="connsiteX645" fmla="*/ 1452454 w 4603109"/>
              <a:gd name="connsiteY645" fmla="*/ 924402 h 924402"/>
              <a:gd name="connsiteX646" fmla="*/ 1444011 w 4603109"/>
              <a:gd name="connsiteY646" fmla="*/ 924402 h 924402"/>
              <a:gd name="connsiteX647" fmla="*/ 1436843 w 4603109"/>
              <a:gd name="connsiteY647" fmla="*/ 924402 h 924402"/>
              <a:gd name="connsiteX648" fmla="*/ 1413947 w 4603109"/>
              <a:gd name="connsiteY648" fmla="*/ 924402 h 924402"/>
              <a:gd name="connsiteX649" fmla="*/ 1354749 w 4603109"/>
              <a:gd name="connsiteY649" fmla="*/ 924402 h 924402"/>
              <a:gd name="connsiteX650" fmla="*/ 1332714 w 4603109"/>
              <a:gd name="connsiteY650" fmla="*/ 924402 h 924402"/>
              <a:gd name="connsiteX651" fmla="*/ 1324685 w 4603109"/>
              <a:gd name="connsiteY651" fmla="*/ 924402 h 924402"/>
              <a:gd name="connsiteX652" fmla="*/ 1316242 w 4603109"/>
              <a:gd name="connsiteY652" fmla="*/ 924402 h 924402"/>
              <a:gd name="connsiteX653" fmla="*/ 1312767 w 4603109"/>
              <a:gd name="connsiteY653" fmla="*/ 924402 h 924402"/>
              <a:gd name="connsiteX654" fmla="*/ 1286178 w 4603109"/>
              <a:gd name="connsiteY654" fmla="*/ 924402 h 924402"/>
              <a:gd name="connsiteX655" fmla="*/ 1282703 w 4603109"/>
              <a:gd name="connsiteY655" fmla="*/ 924402 h 924402"/>
              <a:gd name="connsiteX656" fmla="*/ 1243956 w 4603109"/>
              <a:gd name="connsiteY656" fmla="*/ 924402 h 924402"/>
              <a:gd name="connsiteX657" fmla="*/ 1184998 w 4603109"/>
              <a:gd name="connsiteY657" fmla="*/ 924402 h 924402"/>
              <a:gd name="connsiteX658" fmla="*/ 1154934 w 4603109"/>
              <a:gd name="connsiteY658" fmla="*/ 924402 h 924402"/>
              <a:gd name="connsiteX659" fmla="*/ 1139828 w 4603109"/>
              <a:gd name="connsiteY659" fmla="*/ 924402 h 924402"/>
              <a:gd name="connsiteX660" fmla="*/ 1116187 w 4603109"/>
              <a:gd name="connsiteY660" fmla="*/ 924402 h 924402"/>
              <a:gd name="connsiteX661" fmla="*/ 1112712 w 4603109"/>
              <a:gd name="connsiteY661" fmla="*/ 924402 h 924402"/>
              <a:gd name="connsiteX662" fmla="*/ 1057734 w 4603109"/>
              <a:gd name="connsiteY662" fmla="*/ 924402 h 924402"/>
              <a:gd name="connsiteX663" fmla="*/ 1027669 w 4603109"/>
              <a:gd name="connsiteY663" fmla="*/ 924402 h 924402"/>
              <a:gd name="connsiteX664" fmla="*/ 1012059 w 4603109"/>
              <a:gd name="connsiteY664" fmla="*/ 924402 h 924402"/>
              <a:gd name="connsiteX665" fmla="*/ 984943 w 4603109"/>
              <a:gd name="connsiteY665" fmla="*/ 924402 h 924402"/>
              <a:gd name="connsiteX666" fmla="*/ 929965 w 4603109"/>
              <a:gd name="connsiteY666" fmla="*/ 924402 h 924402"/>
              <a:gd name="connsiteX667" fmla="*/ 899900 w 4603109"/>
              <a:gd name="connsiteY667" fmla="*/ 924402 h 924402"/>
              <a:gd name="connsiteX668" fmla="*/ 857678 w 4603109"/>
              <a:gd name="connsiteY668" fmla="*/ 924402 h 924402"/>
              <a:gd name="connsiteX669" fmla="*/ 819171 w 4603109"/>
              <a:gd name="connsiteY669" fmla="*/ 924402 h 924402"/>
              <a:gd name="connsiteX670" fmla="*/ 729909 w 4603109"/>
              <a:gd name="connsiteY670" fmla="*/ 924402 h 924402"/>
              <a:gd name="connsiteX671" fmla="*/ 691402 w 4603109"/>
              <a:gd name="connsiteY671" fmla="*/ 924402 h 924402"/>
              <a:gd name="connsiteX672" fmla="*/ 687927 w 4603109"/>
              <a:gd name="connsiteY672" fmla="*/ 924402 h 924402"/>
              <a:gd name="connsiteX673" fmla="*/ 560158 w 4603109"/>
              <a:gd name="connsiteY673" fmla="*/ 924402 h 924402"/>
              <a:gd name="connsiteX674" fmla="*/ 432894 w 4603109"/>
              <a:gd name="connsiteY674" fmla="*/ 924402 h 924402"/>
              <a:gd name="connsiteX675" fmla="*/ 305125 w 4603109"/>
              <a:gd name="connsiteY675" fmla="*/ 924402 h 924402"/>
              <a:gd name="connsiteX676" fmla="*/ 223202 w 4603109"/>
              <a:gd name="connsiteY676" fmla="*/ 877348 h 924402"/>
              <a:gd name="connsiteX677" fmla="*/ 10809 w 4603109"/>
              <a:gd name="connsiteY677" fmla="*/ 509257 h 924402"/>
              <a:gd name="connsiteX678" fmla="*/ 10809 w 4603109"/>
              <a:gd name="connsiteY678" fmla="*/ 415146 h 924402"/>
              <a:gd name="connsiteX679" fmla="*/ 223202 w 4603109"/>
              <a:gd name="connsiteY679" fmla="*/ 47054 h 924402"/>
              <a:gd name="connsiteX680" fmla="*/ 305125 w 4603109"/>
              <a:gd name="connsiteY680" fmla="*/ 0 h 92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Lst>
            <a:rect l="l" t="t" r="r" b="b"/>
            <a:pathLst>
              <a:path w="4603109" h="924402">
                <a:moveTo>
                  <a:pt x="305125" y="0"/>
                </a:moveTo>
                <a:lnTo>
                  <a:pt x="432894" y="0"/>
                </a:lnTo>
                <a:lnTo>
                  <a:pt x="445336" y="0"/>
                </a:lnTo>
                <a:cubicBezTo>
                  <a:pt x="485989" y="0"/>
                  <a:pt x="520835" y="0"/>
                  <a:pt x="550703" y="0"/>
                </a:cubicBezTo>
                <a:lnTo>
                  <a:pt x="560158" y="0"/>
                </a:lnTo>
                <a:lnTo>
                  <a:pt x="573105" y="0"/>
                </a:lnTo>
                <a:lnTo>
                  <a:pt x="626202" y="0"/>
                </a:lnTo>
                <a:cubicBezTo>
                  <a:pt x="646943" y="0"/>
                  <a:pt x="663537" y="0"/>
                  <a:pt x="676811" y="0"/>
                </a:cubicBezTo>
                <a:lnTo>
                  <a:pt x="678472" y="0"/>
                </a:lnTo>
                <a:lnTo>
                  <a:pt x="687927" y="0"/>
                </a:lnTo>
                <a:lnTo>
                  <a:pt x="691402" y="0"/>
                </a:lnTo>
                <a:lnTo>
                  <a:pt x="700371" y="0"/>
                </a:lnTo>
                <a:lnTo>
                  <a:pt x="707508" y="0"/>
                </a:lnTo>
                <a:cubicBezTo>
                  <a:pt x="729909" y="0"/>
                  <a:pt x="729909" y="0"/>
                  <a:pt x="729909" y="0"/>
                </a:cubicBezTo>
                <a:lnTo>
                  <a:pt x="753971" y="0"/>
                </a:lnTo>
                <a:lnTo>
                  <a:pt x="804580" y="0"/>
                </a:lnTo>
                <a:lnTo>
                  <a:pt x="805737" y="0"/>
                </a:lnTo>
                <a:lnTo>
                  <a:pt x="819171" y="0"/>
                </a:lnTo>
                <a:lnTo>
                  <a:pt x="828140" y="0"/>
                </a:lnTo>
                <a:lnTo>
                  <a:pt x="831615" y="0"/>
                </a:lnTo>
                <a:lnTo>
                  <a:pt x="835277" y="0"/>
                </a:lnTo>
                <a:lnTo>
                  <a:pt x="857678" y="0"/>
                </a:lnTo>
                <a:lnTo>
                  <a:pt x="864889" y="0"/>
                </a:lnTo>
                <a:lnTo>
                  <a:pt x="899900" y="0"/>
                </a:lnTo>
                <a:lnTo>
                  <a:pt x="909341" y="0"/>
                </a:lnTo>
                <a:lnTo>
                  <a:pt x="929965" y="0"/>
                </a:lnTo>
                <a:lnTo>
                  <a:pt x="933506" y="0"/>
                </a:lnTo>
                <a:lnTo>
                  <a:pt x="936982" y="0"/>
                </a:lnTo>
                <a:lnTo>
                  <a:pt x="959384" y="0"/>
                </a:lnTo>
                <a:lnTo>
                  <a:pt x="962542" y="0"/>
                </a:lnTo>
                <a:lnTo>
                  <a:pt x="984943" y="0"/>
                </a:lnTo>
                <a:lnTo>
                  <a:pt x="992658" y="0"/>
                </a:lnTo>
                <a:lnTo>
                  <a:pt x="1012059" y="0"/>
                </a:lnTo>
                <a:lnTo>
                  <a:pt x="1012480" y="0"/>
                </a:lnTo>
                <a:lnTo>
                  <a:pt x="1027669" y="0"/>
                </a:lnTo>
                <a:lnTo>
                  <a:pt x="1037110" y="0"/>
                </a:lnTo>
                <a:lnTo>
                  <a:pt x="1040112" y="0"/>
                </a:lnTo>
                <a:lnTo>
                  <a:pt x="1057734" y="0"/>
                </a:lnTo>
                <a:lnTo>
                  <a:pt x="1064751" y="0"/>
                </a:lnTo>
                <a:lnTo>
                  <a:pt x="1070177" y="0"/>
                </a:lnTo>
                <a:lnTo>
                  <a:pt x="1072436" y="0"/>
                </a:lnTo>
                <a:lnTo>
                  <a:pt x="1090311" y="0"/>
                </a:lnTo>
                <a:lnTo>
                  <a:pt x="1110718" y="0"/>
                </a:lnTo>
                <a:lnTo>
                  <a:pt x="1112712" y="0"/>
                </a:lnTo>
                <a:lnTo>
                  <a:pt x="1116187" y="0"/>
                </a:lnTo>
                <a:lnTo>
                  <a:pt x="1139828" y="0"/>
                </a:lnTo>
                <a:lnTo>
                  <a:pt x="1140249" y="0"/>
                </a:lnTo>
                <a:lnTo>
                  <a:pt x="1145480" y="0"/>
                </a:lnTo>
                <a:lnTo>
                  <a:pt x="1152270" y="0"/>
                </a:lnTo>
                <a:lnTo>
                  <a:pt x="1154934" y="0"/>
                </a:lnTo>
                <a:lnTo>
                  <a:pt x="1167881" y="0"/>
                </a:lnTo>
                <a:lnTo>
                  <a:pt x="1175544" y="0"/>
                </a:lnTo>
                <a:lnTo>
                  <a:pt x="1184998" y="0"/>
                </a:lnTo>
                <a:lnTo>
                  <a:pt x="1197946" y="0"/>
                </a:lnTo>
                <a:lnTo>
                  <a:pt x="1200205" y="0"/>
                </a:lnTo>
                <a:lnTo>
                  <a:pt x="1220978" y="0"/>
                </a:lnTo>
                <a:lnTo>
                  <a:pt x="1238487" y="0"/>
                </a:lnTo>
                <a:lnTo>
                  <a:pt x="1243956" y="0"/>
                </a:lnTo>
                <a:lnTo>
                  <a:pt x="1251042" y="0"/>
                </a:lnTo>
                <a:lnTo>
                  <a:pt x="1257637" y="0"/>
                </a:lnTo>
                <a:lnTo>
                  <a:pt x="1271587" y="0"/>
                </a:lnTo>
                <a:lnTo>
                  <a:pt x="1273249" y="0"/>
                </a:lnTo>
                <a:lnTo>
                  <a:pt x="1280039" y="0"/>
                </a:lnTo>
                <a:lnTo>
                  <a:pt x="1282703" y="0"/>
                </a:lnTo>
                <a:lnTo>
                  <a:pt x="1286178" y="0"/>
                </a:lnTo>
                <a:lnTo>
                  <a:pt x="1295146" y="0"/>
                </a:lnTo>
                <a:lnTo>
                  <a:pt x="1301651" y="0"/>
                </a:lnTo>
                <a:lnTo>
                  <a:pt x="1302284" y="0"/>
                </a:lnTo>
                <a:lnTo>
                  <a:pt x="1303313" y="0"/>
                </a:lnTo>
                <a:lnTo>
                  <a:pt x="1312767" y="0"/>
                </a:lnTo>
                <a:lnTo>
                  <a:pt x="1316242" y="0"/>
                </a:lnTo>
                <a:lnTo>
                  <a:pt x="1321886" y="0"/>
                </a:lnTo>
                <a:lnTo>
                  <a:pt x="1324685" y="0"/>
                </a:lnTo>
                <a:lnTo>
                  <a:pt x="1325211" y="0"/>
                </a:lnTo>
                <a:lnTo>
                  <a:pt x="1332348" y="0"/>
                </a:lnTo>
                <a:lnTo>
                  <a:pt x="1332714" y="0"/>
                </a:lnTo>
                <a:lnTo>
                  <a:pt x="1333135" y="0"/>
                </a:lnTo>
                <a:lnTo>
                  <a:pt x="1348747" y="0"/>
                </a:lnTo>
                <a:lnTo>
                  <a:pt x="1354749" y="0"/>
                </a:lnTo>
                <a:lnTo>
                  <a:pt x="1378811" y="0"/>
                </a:lnTo>
                <a:lnTo>
                  <a:pt x="1383745" y="0"/>
                </a:lnTo>
                <a:lnTo>
                  <a:pt x="1385406" y="0"/>
                </a:lnTo>
                <a:lnTo>
                  <a:pt x="1399356" y="0"/>
                </a:lnTo>
                <a:lnTo>
                  <a:pt x="1400513" y="0"/>
                </a:lnTo>
                <a:lnTo>
                  <a:pt x="1413947" y="0"/>
                </a:lnTo>
                <a:lnTo>
                  <a:pt x="1414442" y="0"/>
                </a:lnTo>
                <a:lnTo>
                  <a:pt x="1422915" y="0"/>
                </a:lnTo>
                <a:lnTo>
                  <a:pt x="1426390" y="0"/>
                </a:lnTo>
                <a:lnTo>
                  <a:pt x="1429420" y="0"/>
                </a:lnTo>
                <a:lnTo>
                  <a:pt x="1430053" y="0"/>
                </a:lnTo>
                <a:lnTo>
                  <a:pt x="1430206" y="0"/>
                </a:lnTo>
                <a:lnTo>
                  <a:pt x="1430577" y="0"/>
                </a:lnTo>
                <a:lnTo>
                  <a:pt x="1436843" y="0"/>
                </a:lnTo>
                <a:lnTo>
                  <a:pt x="1444011" y="0"/>
                </a:lnTo>
                <a:lnTo>
                  <a:pt x="1449655" y="0"/>
                </a:lnTo>
                <a:lnTo>
                  <a:pt x="1452454" y="0"/>
                </a:lnTo>
                <a:lnTo>
                  <a:pt x="1452980" y="0"/>
                </a:lnTo>
                <a:lnTo>
                  <a:pt x="1456455" y="0"/>
                </a:lnTo>
                <a:lnTo>
                  <a:pt x="1459664" y="0"/>
                </a:lnTo>
                <a:lnTo>
                  <a:pt x="1460117" y="0"/>
                </a:lnTo>
                <a:lnTo>
                  <a:pt x="1460483" y="0"/>
                </a:lnTo>
                <a:lnTo>
                  <a:pt x="1460904" y="0"/>
                </a:lnTo>
                <a:lnTo>
                  <a:pt x="1472926" y="0"/>
                </a:lnTo>
                <a:lnTo>
                  <a:pt x="1482518" y="0"/>
                </a:lnTo>
                <a:lnTo>
                  <a:pt x="1489729" y="0"/>
                </a:lnTo>
                <a:lnTo>
                  <a:pt x="1504116" y="0"/>
                </a:lnTo>
                <a:lnTo>
                  <a:pt x="1511514" y="0"/>
                </a:lnTo>
                <a:lnTo>
                  <a:pt x="1524740" y="0"/>
                </a:lnTo>
                <a:lnTo>
                  <a:pt x="1528282" y="0"/>
                </a:lnTo>
                <a:lnTo>
                  <a:pt x="1531757" y="0"/>
                </a:lnTo>
                <a:lnTo>
                  <a:pt x="1534181" y="0"/>
                </a:lnTo>
                <a:lnTo>
                  <a:pt x="1542211" y="0"/>
                </a:lnTo>
                <a:lnTo>
                  <a:pt x="1554159" y="0"/>
                </a:lnTo>
                <a:lnTo>
                  <a:pt x="1557318" y="0"/>
                </a:lnTo>
                <a:lnTo>
                  <a:pt x="1557975" y="0"/>
                </a:lnTo>
                <a:lnTo>
                  <a:pt x="1558346" y="0"/>
                </a:lnTo>
                <a:lnTo>
                  <a:pt x="1561822" y="0"/>
                </a:lnTo>
                <a:lnTo>
                  <a:pt x="1564612" y="0"/>
                </a:lnTo>
                <a:lnTo>
                  <a:pt x="1566857" y="0"/>
                </a:lnTo>
                <a:lnTo>
                  <a:pt x="1576919" y="0"/>
                </a:lnTo>
                <a:lnTo>
                  <a:pt x="1579719" y="0"/>
                </a:lnTo>
                <a:lnTo>
                  <a:pt x="1584224" y="0"/>
                </a:lnTo>
                <a:lnTo>
                  <a:pt x="1587382" y="0"/>
                </a:lnTo>
                <a:lnTo>
                  <a:pt x="1587433" y="0"/>
                </a:lnTo>
                <a:lnTo>
                  <a:pt x="1600695" y="0"/>
                </a:lnTo>
                <a:lnTo>
                  <a:pt x="1606834" y="0"/>
                </a:lnTo>
                <a:lnTo>
                  <a:pt x="1607256" y="0"/>
                </a:lnTo>
                <a:lnTo>
                  <a:pt x="1608325" y="0"/>
                </a:lnTo>
                <a:lnTo>
                  <a:pt x="1609783" y="0"/>
                </a:lnTo>
                <a:lnTo>
                  <a:pt x="1617498" y="0"/>
                </a:lnTo>
                <a:lnTo>
                  <a:pt x="1631885" y="0"/>
                </a:lnTo>
                <a:lnTo>
                  <a:pt x="1636899" y="0"/>
                </a:lnTo>
                <a:lnTo>
                  <a:pt x="1637320" y="0"/>
                </a:lnTo>
                <a:lnTo>
                  <a:pt x="1637445" y="0"/>
                </a:lnTo>
                <a:lnTo>
                  <a:pt x="1652509" y="0"/>
                </a:lnTo>
                <a:lnTo>
                  <a:pt x="1659526" y="0"/>
                </a:lnTo>
                <a:lnTo>
                  <a:pt x="1661950" y="0"/>
                </a:lnTo>
                <a:lnTo>
                  <a:pt x="1664952" y="0"/>
                </a:lnTo>
                <a:lnTo>
                  <a:pt x="1667212" y="0"/>
                </a:lnTo>
                <a:lnTo>
                  <a:pt x="1685087" y="0"/>
                </a:lnTo>
                <a:lnTo>
                  <a:pt x="1689591" y="0"/>
                </a:lnTo>
                <a:lnTo>
                  <a:pt x="1694626" y="0"/>
                </a:lnTo>
                <a:lnTo>
                  <a:pt x="1697276" y="0"/>
                </a:lnTo>
                <a:lnTo>
                  <a:pt x="1698000" y="0"/>
                </a:lnTo>
                <a:lnTo>
                  <a:pt x="1704688" y="0"/>
                </a:lnTo>
                <a:lnTo>
                  <a:pt x="1707488" y="0"/>
                </a:lnTo>
                <a:lnTo>
                  <a:pt x="1710963" y="0"/>
                </a:lnTo>
                <a:lnTo>
                  <a:pt x="1715151" y="0"/>
                </a:lnTo>
                <a:lnTo>
                  <a:pt x="1721928" y="0"/>
                </a:lnTo>
                <a:lnTo>
                  <a:pt x="1734603" y="0"/>
                </a:lnTo>
                <a:lnTo>
                  <a:pt x="1735025" y="0"/>
                </a:lnTo>
                <a:lnTo>
                  <a:pt x="1735558" y="0"/>
                </a:lnTo>
                <a:lnTo>
                  <a:pt x="1736094" y="0"/>
                </a:lnTo>
                <a:lnTo>
                  <a:pt x="1737552" y="0"/>
                </a:lnTo>
                <a:lnTo>
                  <a:pt x="1741027" y="0"/>
                </a:lnTo>
                <a:lnTo>
                  <a:pt x="1747046" y="0"/>
                </a:lnTo>
                <a:lnTo>
                  <a:pt x="1748537" y="0"/>
                </a:lnTo>
                <a:lnTo>
                  <a:pt x="1753052" y="0"/>
                </a:lnTo>
                <a:lnTo>
                  <a:pt x="1757499" y="0"/>
                </a:lnTo>
                <a:lnTo>
                  <a:pt x="1764668" y="0"/>
                </a:lnTo>
                <a:lnTo>
                  <a:pt x="1765089" y="0"/>
                </a:lnTo>
                <a:lnTo>
                  <a:pt x="1765214" y="0"/>
                </a:lnTo>
                <a:lnTo>
                  <a:pt x="1770320" y="0"/>
                </a:lnTo>
                <a:lnTo>
                  <a:pt x="1777110" y="0"/>
                </a:lnTo>
                <a:lnTo>
                  <a:pt x="1779774" y="0"/>
                </a:lnTo>
                <a:lnTo>
                  <a:pt x="1792721" y="0"/>
                </a:lnTo>
                <a:lnTo>
                  <a:pt x="1794981" y="0"/>
                </a:lnTo>
                <a:lnTo>
                  <a:pt x="1825045" y="0"/>
                </a:lnTo>
                <a:lnTo>
                  <a:pt x="1825769" y="0"/>
                </a:lnTo>
                <a:lnTo>
                  <a:pt x="1838732" y="0"/>
                </a:lnTo>
                <a:lnTo>
                  <a:pt x="1845818" y="0"/>
                </a:lnTo>
                <a:lnTo>
                  <a:pt x="1849697" y="0"/>
                </a:lnTo>
                <a:lnTo>
                  <a:pt x="1852412" y="0"/>
                </a:lnTo>
                <a:lnTo>
                  <a:pt x="1853903" y="0"/>
                </a:lnTo>
                <a:lnTo>
                  <a:pt x="1863327" y="0"/>
                </a:lnTo>
                <a:lnTo>
                  <a:pt x="1868796" y="0"/>
                </a:lnTo>
                <a:lnTo>
                  <a:pt x="1874815" y="0"/>
                </a:lnTo>
                <a:lnTo>
                  <a:pt x="1876306" y="0"/>
                </a:lnTo>
                <a:lnTo>
                  <a:pt x="1880821" y="0"/>
                </a:lnTo>
                <a:lnTo>
                  <a:pt x="1882477" y="0"/>
                </a:lnTo>
                <a:lnTo>
                  <a:pt x="1883936" y="0"/>
                </a:lnTo>
                <a:lnTo>
                  <a:pt x="1885268" y="0"/>
                </a:lnTo>
                <a:lnTo>
                  <a:pt x="1896427" y="0"/>
                </a:lnTo>
                <a:lnTo>
                  <a:pt x="1898089" y="0"/>
                </a:lnTo>
                <a:lnTo>
                  <a:pt x="1904879" y="0"/>
                </a:lnTo>
                <a:lnTo>
                  <a:pt x="1907543" y="0"/>
                </a:lnTo>
                <a:lnTo>
                  <a:pt x="1911018" y="0"/>
                </a:lnTo>
                <a:lnTo>
                  <a:pt x="1919986" y="0"/>
                </a:lnTo>
                <a:lnTo>
                  <a:pt x="1927124" y="0"/>
                </a:lnTo>
                <a:lnTo>
                  <a:pt x="1927489" y="0"/>
                </a:lnTo>
                <a:lnTo>
                  <a:pt x="1927911" y="0"/>
                </a:lnTo>
                <a:lnTo>
                  <a:pt x="1929402" y="0"/>
                </a:lnTo>
                <a:lnTo>
                  <a:pt x="1946726" y="0"/>
                </a:lnTo>
                <a:lnTo>
                  <a:pt x="1949525" y="0"/>
                </a:lnTo>
                <a:lnTo>
                  <a:pt x="1957554" y="0"/>
                </a:lnTo>
                <a:lnTo>
                  <a:pt x="1957975" y="0"/>
                </a:lnTo>
                <a:lnTo>
                  <a:pt x="1973587" y="0"/>
                </a:lnTo>
                <a:lnTo>
                  <a:pt x="1978520" y="0"/>
                </a:lnTo>
                <a:lnTo>
                  <a:pt x="1980012" y="0"/>
                </a:lnTo>
                <a:lnTo>
                  <a:pt x="1980181" y="0"/>
                </a:lnTo>
                <a:lnTo>
                  <a:pt x="1981672" y="0"/>
                </a:lnTo>
                <a:lnTo>
                  <a:pt x="2008585" y="0"/>
                </a:lnTo>
                <a:lnTo>
                  <a:pt x="2009218" y="0"/>
                </a:lnTo>
                <a:lnTo>
                  <a:pt x="2010246" y="0"/>
                </a:lnTo>
                <a:lnTo>
                  <a:pt x="2010709" y="0"/>
                </a:lnTo>
                <a:lnTo>
                  <a:pt x="2011705" y="0"/>
                </a:lnTo>
                <a:lnTo>
                  <a:pt x="2024147" y="0"/>
                </a:lnTo>
                <a:lnTo>
                  <a:pt x="2024196" y="0"/>
                </a:lnTo>
                <a:lnTo>
                  <a:pt x="2024981" y="0"/>
                </a:lnTo>
                <a:lnTo>
                  <a:pt x="2025353" y="0"/>
                </a:lnTo>
                <a:lnTo>
                  <a:pt x="2026473" y="0"/>
                </a:lnTo>
                <a:lnTo>
                  <a:pt x="2031619" y="0"/>
                </a:lnTo>
                <a:lnTo>
                  <a:pt x="2033110" y="0"/>
                </a:lnTo>
                <a:lnTo>
                  <a:pt x="2038787" y="0"/>
                </a:lnTo>
                <a:lnTo>
                  <a:pt x="2039282" y="0"/>
                </a:lnTo>
                <a:lnTo>
                  <a:pt x="2047755" y="0"/>
                </a:lnTo>
                <a:lnTo>
                  <a:pt x="2051230" y="0"/>
                </a:lnTo>
                <a:lnTo>
                  <a:pt x="2054893" y="0"/>
                </a:lnTo>
                <a:lnTo>
                  <a:pt x="2055046" y="0"/>
                </a:lnTo>
                <a:lnTo>
                  <a:pt x="2055258" y="0"/>
                </a:lnTo>
                <a:lnTo>
                  <a:pt x="2055680" y="0"/>
                </a:lnTo>
                <a:lnTo>
                  <a:pt x="2057171" y="0"/>
                </a:lnTo>
                <a:lnTo>
                  <a:pt x="2061683" y="0"/>
                </a:lnTo>
                <a:lnTo>
                  <a:pt x="2067702" y="0"/>
                </a:lnTo>
                <a:lnTo>
                  <a:pt x="2074495" y="0"/>
                </a:lnTo>
                <a:lnTo>
                  <a:pt x="2077294" y="0"/>
                </a:lnTo>
                <a:lnTo>
                  <a:pt x="2084504" y="0"/>
                </a:lnTo>
                <a:lnTo>
                  <a:pt x="2085323" y="0"/>
                </a:lnTo>
                <a:lnTo>
                  <a:pt x="2085744" y="0"/>
                </a:lnTo>
                <a:lnTo>
                  <a:pt x="2097766" y="0"/>
                </a:lnTo>
                <a:lnTo>
                  <a:pt x="2106289" y="0"/>
                </a:lnTo>
                <a:lnTo>
                  <a:pt x="2107781" y="0"/>
                </a:lnTo>
                <a:lnTo>
                  <a:pt x="2128956" y="0"/>
                </a:lnTo>
                <a:lnTo>
                  <a:pt x="2129514" y="0"/>
                </a:lnTo>
                <a:lnTo>
                  <a:pt x="2136354" y="0"/>
                </a:lnTo>
                <a:lnTo>
                  <a:pt x="2136987" y="0"/>
                </a:lnTo>
                <a:lnTo>
                  <a:pt x="2138478" y="0"/>
                </a:lnTo>
                <a:lnTo>
                  <a:pt x="2151916" y="0"/>
                </a:lnTo>
                <a:lnTo>
                  <a:pt x="2152750" y="0"/>
                </a:lnTo>
                <a:lnTo>
                  <a:pt x="2153122" y="0"/>
                </a:lnTo>
                <a:lnTo>
                  <a:pt x="2154242" y="0"/>
                </a:lnTo>
                <a:lnTo>
                  <a:pt x="2156597" y="0"/>
                </a:lnTo>
                <a:lnTo>
                  <a:pt x="2159388" y="0"/>
                </a:lnTo>
                <a:lnTo>
                  <a:pt x="2160879" y="0"/>
                </a:lnTo>
                <a:lnTo>
                  <a:pt x="2161633" y="0"/>
                </a:lnTo>
                <a:lnTo>
                  <a:pt x="2167051" y="0"/>
                </a:lnTo>
                <a:lnTo>
                  <a:pt x="2178999" y="0"/>
                </a:lnTo>
                <a:lnTo>
                  <a:pt x="2182158" y="0"/>
                </a:lnTo>
                <a:lnTo>
                  <a:pt x="2182815" y="0"/>
                </a:lnTo>
                <a:lnTo>
                  <a:pt x="2188666" y="0"/>
                </a:lnTo>
                <a:lnTo>
                  <a:pt x="2189452" y="0"/>
                </a:lnTo>
                <a:lnTo>
                  <a:pt x="2191697" y="0"/>
                </a:lnTo>
                <a:lnTo>
                  <a:pt x="2195471" y="0"/>
                </a:lnTo>
                <a:lnTo>
                  <a:pt x="2201759" y="0"/>
                </a:lnTo>
                <a:lnTo>
                  <a:pt x="2203100" y="0"/>
                </a:lnTo>
                <a:lnTo>
                  <a:pt x="2204559" y="0"/>
                </a:lnTo>
                <a:lnTo>
                  <a:pt x="2204591" y="0"/>
                </a:lnTo>
                <a:lnTo>
                  <a:pt x="2212273" y="0"/>
                </a:lnTo>
                <a:lnTo>
                  <a:pt x="2225535" y="0"/>
                </a:lnTo>
                <a:lnTo>
                  <a:pt x="2231674" y="0"/>
                </a:lnTo>
                <a:lnTo>
                  <a:pt x="2232096" y="0"/>
                </a:lnTo>
                <a:lnTo>
                  <a:pt x="2232220" y="0"/>
                </a:lnTo>
                <a:lnTo>
                  <a:pt x="2233118" y="0"/>
                </a:lnTo>
                <a:lnTo>
                  <a:pt x="2233165" y="0"/>
                </a:lnTo>
                <a:lnTo>
                  <a:pt x="2256725" y="0"/>
                </a:lnTo>
                <a:lnTo>
                  <a:pt x="2257283" y="0"/>
                </a:lnTo>
                <a:lnTo>
                  <a:pt x="2262285" y="0"/>
                </a:lnTo>
                <a:lnTo>
                  <a:pt x="2284366" y="0"/>
                </a:lnTo>
                <a:lnTo>
                  <a:pt x="2289402" y="0"/>
                </a:lnTo>
                <a:lnTo>
                  <a:pt x="2292052" y="0"/>
                </a:lnTo>
                <a:lnTo>
                  <a:pt x="2299271" y="0"/>
                </a:lnTo>
                <a:lnTo>
                  <a:pt x="2308721" y="0"/>
                </a:lnTo>
                <a:lnTo>
                  <a:pt x="2309927" y="0"/>
                </a:lnTo>
                <a:lnTo>
                  <a:pt x="2316435" y="0"/>
                </a:lnTo>
                <a:lnTo>
                  <a:pt x="2316703" y="0"/>
                </a:lnTo>
                <a:lnTo>
                  <a:pt x="2319466" y="0"/>
                </a:lnTo>
                <a:lnTo>
                  <a:pt x="2322840" y="0"/>
                </a:lnTo>
                <a:lnTo>
                  <a:pt x="2329528" y="0"/>
                </a:lnTo>
                <a:lnTo>
                  <a:pt x="2330869" y="0"/>
                </a:lnTo>
                <a:lnTo>
                  <a:pt x="2332328" y="0"/>
                </a:lnTo>
                <a:lnTo>
                  <a:pt x="2332360" y="0"/>
                </a:lnTo>
                <a:lnTo>
                  <a:pt x="2335803" y="0"/>
                </a:lnTo>
                <a:lnTo>
                  <a:pt x="2343312" y="0"/>
                </a:lnTo>
                <a:lnTo>
                  <a:pt x="2344804" y="0"/>
                </a:lnTo>
                <a:lnTo>
                  <a:pt x="2346768" y="0"/>
                </a:lnTo>
                <a:lnTo>
                  <a:pt x="2347827" y="0"/>
                </a:lnTo>
                <a:lnTo>
                  <a:pt x="2352274" y="0"/>
                </a:lnTo>
                <a:lnTo>
                  <a:pt x="2359443" y="0"/>
                </a:lnTo>
                <a:lnTo>
                  <a:pt x="2359865" y="0"/>
                </a:lnTo>
                <a:lnTo>
                  <a:pt x="2359989" y="0"/>
                </a:lnTo>
                <a:lnTo>
                  <a:pt x="2360887" y="0"/>
                </a:lnTo>
                <a:lnTo>
                  <a:pt x="2360934" y="0"/>
                </a:lnTo>
                <a:lnTo>
                  <a:pt x="2371886" y="0"/>
                </a:lnTo>
                <a:lnTo>
                  <a:pt x="2373377" y="0"/>
                </a:lnTo>
                <a:lnTo>
                  <a:pt x="2377892" y="0"/>
                </a:lnTo>
                <a:cubicBezTo>
                  <a:pt x="2382339" y="0"/>
                  <a:pt x="2382339" y="0"/>
                  <a:pt x="2382339" y="0"/>
                </a:cubicBezTo>
                <a:lnTo>
                  <a:pt x="2390054" y="0"/>
                </a:lnTo>
                <a:lnTo>
                  <a:pt x="2419821" y="0"/>
                </a:lnTo>
                <a:lnTo>
                  <a:pt x="2427040" y="0"/>
                </a:lnTo>
                <a:lnTo>
                  <a:pt x="2436490" y="0"/>
                </a:lnTo>
                <a:lnTo>
                  <a:pt x="2444472" y="0"/>
                </a:lnTo>
                <a:lnTo>
                  <a:pt x="2448678" y="0"/>
                </a:lnTo>
                <a:lnTo>
                  <a:pt x="2450171" y="0"/>
                </a:lnTo>
                <a:lnTo>
                  <a:pt x="2450609" y="0"/>
                </a:lnTo>
                <a:lnTo>
                  <a:pt x="2463572" y="0"/>
                </a:lnTo>
                <a:lnTo>
                  <a:pt x="2471081" y="0"/>
                </a:lnTo>
                <a:lnTo>
                  <a:pt x="2472573" y="0"/>
                </a:lnTo>
                <a:lnTo>
                  <a:pt x="2474537" y="0"/>
                </a:lnTo>
                <a:lnTo>
                  <a:pt x="2475596" y="0"/>
                </a:lnTo>
                <a:lnTo>
                  <a:pt x="2477252" y="0"/>
                </a:lnTo>
                <a:lnTo>
                  <a:pt x="2478712" y="0"/>
                </a:lnTo>
                <a:lnTo>
                  <a:pt x="2478743" y="0"/>
                </a:lnTo>
                <a:lnTo>
                  <a:pt x="2480043" y="0"/>
                </a:lnTo>
                <a:lnTo>
                  <a:pt x="2499655" y="0"/>
                </a:lnTo>
                <a:lnTo>
                  <a:pt x="2501146" y="0"/>
                </a:lnTo>
                <a:lnTo>
                  <a:pt x="2505661" y="0"/>
                </a:lnTo>
                <a:lnTo>
                  <a:pt x="2508776" y="0"/>
                </a:lnTo>
                <a:lnTo>
                  <a:pt x="2510108" y="0"/>
                </a:lnTo>
                <a:lnTo>
                  <a:pt x="2524178" y="0"/>
                </a:lnTo>
                <a:lnTo>
                  <a:pt x="2525248" y="0"/>
                </a:lnTo>
                <a:lnTo>
                  <a:pt x="2525669" y="0"/>
                </a:lnTo>
                <a:lnTo>
                  <a:pt x="2552329" y="0"/>
                </a:lnTo>
                <a:lnTo>
                  <a:pt x="2552751" y="0"/>
                </a:lnTo>
                <a:lnTo>
                  <a:pt x="2554242" y="0"/>
                </a:lnTo>
                <a:lnTo>
                  <a:pt x="2574787" y="0"/>
                </a:lnTo>
                <a:lnTo>
                  <a:pt x="2576279" y="0"/>
                </a:lnTo>
                <a:lnTo>
                  <a:pt x="2576447" y="0"/>
                </a:lnTo>
                <a:lnTo>
                  <a:pt x="2577940" y="0"/>
                </a:lnTo>
                <a:lnTo>
                  <a:pt x="2603360" y="0"/>
                </a:lnTo>
                <a:lnTo>
                  <a:pt x="2604852" y="0"/>
                </a:lnTo>
                <a:lnTo>
                  <a:pt x="2605021" y="0"/>
                </a:lnTo>
                <a:lnTo>
                  <a:pt x="2605484" y="0"/>
                </a:lnTo>
                <a:lnTo>
                  <a:pt x="2606481" y="0"/>
                </a:lnTo>
                <a:lnTo>
                  <a:pt x="2606512" y="0"/>
                </a:lnTo>
                <a:lnTo>
                  <a:pt x="2606976" y="0"/>
                </a:lnTo>
                <a:lnTo>
                  <a:pt x="2618923" y="0"/>
                </a:lnTo>
                <a:lnTo>
                  <a:pt x="2621248" y="0"/>
                </a:lnTo>
                <a:lnTo>
                  <a:pt x="2622740" y="0"/>
                </a:lnTo>
                <a:lnTo>
                  <a:pt x="2627885" y="0"/>
                </a:lnTo>
                <a:lnTo>
                  <a:pt x="2629377" y="0"/>
                </a:lnTo>
                <a:lnTo>
                  <a:pt x="2634058" y="0"/>
                </a:lnTo>
                <a:lnTo>
                  <a:pt x="2635549" y="0"/>
                </a:lnTo>
                <a:lnTo>
                  <a:pt x="2636545" y="0"/>
                </a:lnTo>
                <a:lnTo>
                  <a:pt x="2648987" y="0"/>
                </a:lnTo>
                <a:lnTo>
                  <a:pt x="2649821" y="0"/>
                </a:lnTo>
                <a:lnTo>
                  <a:pt x="2651313" y="0"/>
                </a:lnTo>
                <a:lnTo>
                  <a:pt x="2651947" y="0"/>
                </a:lnTo>
                <a:lnTo>
                  <a:pt x="2653017" y="0"/>
                </a:lnTo>
                <a:lnTo>
                  <a:pt x="2653438" y="0"/>
                </a:lnTo>
                <a:lnTo>
                  <a:pt x="2656459" y="0"/>
                </a:lnTo>
                <a:lnTo>
                  <a:pt x="2657950" y="0"/>
                </a:lnTo>
                <a:lnTo>
                  <a:pt x="2665460" y="0"/>
                </a:lnTo>
                <a:lnTo>
                  <a:pt x="2680098" y="0"/>
                </a:lnTo>
                <a:lnTo>
                  <a:pt x="2680520" y="0"/>
                </a:lnTo>
                <a:lnTo>
                  <a:pt x="2682011" y="0"/>
                </a:lnTo>
                <a:lnTo>
                  <a:pt x="2692542" y="0"/>
                </a:lnTo>
                <a:lnTo>
                  <a:pt x="2702556" y="0"/>
                </a:lnTo>
                <a:lnTo>
                  <a:pt x="2704048" y="0"/>
                </a:lnTo>
                <a:lnTo>
                  <a:pt x="2724289" y="0"/>
                </a:lnTo>
                <a:lnTo>
                  <a:pt x="2731129" y="0"/>
                </a:lnTo>
                <a:lnTo>
                  <a:pt x="2732621" y="0"/>
                </a:lnTo>
                <a:lnTo>
                  <a:pt x="2733253" y="0"/>
                </a:lnTo>
                <a:lnTo>
                  <a:pt x="2734745" y="0"/>
                </a:lnTo>
                <a:lnTo>
                  <a:pt x="2746692" y="0"/>
                </a:lnTo>
                <a:lnTo>
                  <a:pt x="2749017" y="0"/>
                </a:lnTo>
                <a:lnTo>
                  <a:pt x="2750509" y="0"/>
                </a:lnTo>
                <a:lnTo>
                  <a:pt x="2754354" y="0"/>
                </a:lnTo>
                <a:lnTo>
                  <a:pt x="2755654" y="0"/>
                </a:lnTo>
                <a:lnTo>
                  <a:pt x="2757146" y="0"/>
                </a:lnTo>
                <a:lnTo>
                  <a:pt x="2761827" y="0"/>
                </a:lnTo>
                <a:lnTo>
                  <a:pt x="2763318" y="0"/>
                </a:lnTo>
                <a:lnTo>
                  <a:pt x="2776756" y="0"/>
                </a:lnTo>
                <a:lnTo>
                  <a:pt x="2777590" y="0"/>
                </a:lnTo>
                <a:lnTo>
                  <a:pt x="2779082" y="0"/>
                </a:lnTo>
                <a:lnTo>
                  <a:pt x="2783442" y="0"/>
                </a:lnTo>
                <a:lnTo>
                  <a:pt x="2784228" y="0"/>
                </a:lnTo>
                <a:lnTo>
                  <a:pt x="2785719" y="0"/>
                </a:lnTo>
                <a:lnTo>
                  <a:pt x="2786473" y="0"/>
                </a:lnTo>
                <a:lnTo>
                  <a:pt x="2793229" y="0"/>
                </a:lnTo>
                <a:lnTo>
                  <a:pt x="2799367" y="0"/>
                </a:lnTo>
                <a:lnTo>
                  <a:pt x="2813506" y="0"/>
                </a:lnTo>
                <a:lnTo>
                  <a:pt x="2820311" y="0"/>
                </a:lnTo>
                <a:lnTo>
                  <a:pt x="2827893" y="0"/>
                </a:lnTo>
                <a:lnTo>
                  <a:pt x="2827940" y="0"/>
                </a:lnTo>
                <a:lnTo>
                  <a:pt x="2829431" y="0"/>
                </a:lnTo>
                <a:lnTo>
                  <a:pt x="2829978" y="0"/>
                </a:lnTo>
                <a:lnTo>
                  <a:pt x="2852058" y="0"/>
                </a:lnTo>
                <a:lnTo>
                  <a:pt x="2857060" y="0"/>
                </a:lnTo>
                <a:lnTo>
                  <a:pt x="2857958" y="0"/>
                </a:lnTo>
                <a:lnTo>
                  <a:pt x="2871601" y="0"/>
                </a:lnTo>
                <a:lnTo>
                  <a:pt x="2882123" y="0"/>
                </a:lnTo>
                <a:lnTo>
                  <a:pt x="2894046" y="0"/>
                </a:lnTo>
                <a:lnTo>
                  <a:pt x="2903496" y="0"/>
                </a:lnTo>
                <a:lnTo>
                  <a:pt x="2911211" y="0"/>
                </a:lnTo>
                <a:lnTo>
                  <a:pt x="2914242" y="0"/>
                </a:lnTo>
                <a:lnTo>
                  <a:pt x="2914461" y="0"/>
                </a:lnTo>
                <a:lnTo>
                  <a:pt x="2924111" y="0"/>
                </a:lnTo>
                <a:lnTo>
                  <a:pt x="2927136" y="0"/>
                </a:lnTo>
                <a:lnTo>
                  <a:pt x="2933561" y="0"/>
                </a:lnTo>
                <a:lnTo>
                  <a:pt x="2939580" y="0"/>
                </a:lnTo>
                <a:lnTo>
                  <a:pt x="2941275" y="0"/>
                </a:lnTo>
                <a:lnTo>
                  <a:pt x="2941543" y="0"/>
                </a:lnTo>
                <a:lnTo>
                  <a:pt x="2945586" y="0"/>
                </a:lnTo>
                <a:lnTo>
                  <a:pt x="2950032" y="0"/>
                </a:lnTo>
                <a:lnTo>
                  <a:pt x="2955662" y="0"/>
                </a:lnTo>
                <a:lnTo>
                  <a:pt x="2955709" y="0"/>
                </a:lnTo>
                <a:lnTo>
                  <a:pt x="2957200" y="0"/>
                </a:lnTo>
                <a:lnTo>
                  <a:pt x="2957747" y="0"/>
                </a:lnTo>
                <a:lnTo>
                  <a:pt x="2968152" y="0"/>
                </a:lnTo>
                <a:lnTo>
                  <a:pt x="2969644" y="0"/>
                </a:lnTo>
                <a:lnTo>
                  <a:pt x="2972667" y="0"/>
                </a:lnTo>
                <a:lnTo>
                  <a:pt x="2977114" y="0"/>
                </a:lnTo>
                <a:lnTo>
                  <a:pt x="2984829" y="0"/>
                </a:lnTo>
                <a:lnTo>
                  <a:pt x="2985727" y="0"/>
                </a:lnTo>
                <a:lnTo>
                  <a:pt x="2999370" y="0"/>
                </a:lnTo>
                <a:lnTo>
                  <a:pt x="3021815" y="0"/>
                </a:lnTo>
                <a:lnTo>
                  <a:pt x="3031265" y="0"/>
                </a:lnTo>
                <a:lnTo>
                  <a:pt x="3042230" y="0"/>
                </a:lnTo>
                <a:lnTo>
                  <a:pt x="3044946" y="0"/>
                </a:lnTo>
                <a:lnTo>
                  <a:pt x="3051880" y="0"/>
                </a:lnTo>
                <a:lnTo>
                  <a:pt x="3061330" y="0"/>
                </a:lnTo>
                <a:lnTo>
                  <a:pt x="3067349" y="0"/>
                </a:lnTo>
                <a:lnTo>
                  <a:pt x="3069312" y="0"/>
                </a:lnTo>
                <a:lnTo>
                  <a:pt x="3073355" y="0"/>
                </a:lnTo>
                <a:lnTo>
                  <a:pt x="3073518" y="0"/>
                </a:lnTo>
                <a:lnTo>
                  <a:pt x="3075011" y="0"/>
                </a:lnTo>
                <a:lnTo>
                  <a:pt x="3077801" y="0"/>
                </a:lnTo>
                <a:lnTo>
                  <a:pt x="3095921" y="0"/>
                </a:lnTo>
                <a:lnTo>
                  <a:pt x="3097413" y="0"/>
                </a:lnTo>
                <a:lnTo>
                  <a:pt x="3100436" y="0"/>
                </a:lnTo>
                <a:lnTo>
                  <a:pt x="3103552" y="0"/>
                </a:lnTo>
                <a:lnTo>
                  <a:pt x="3104883" y="0"/>
                </a:lnTo>
                <a:lnTo>
                  <a:pt x="3120023" y="0"/>
                </a:lnTo>
                <a:lnTo>
                  <a:pt x="3120445" y="0"/>
                </a:lnTo>
                <a:lnTo>
                  <a:pt x="3149018" y="0"/>
                </a:lnTo>
                <a:lnTo>
                  <a:pt x="3150088" y="0"/>
                </a:lnTo>
                <a:lnTo>
                  <a:pt x="3150509" y="0"/>
                </a:lnTo>
                <a:lnTo>
                  <a:pt x="3171054" y="0"/>
                </a:lnTo>
                <a:lnTo>
                  <a:pt x="3172715" y="0"/>
                </a:lnTo>
                <a:lnTo>
                  <a:pt x="3199627" y="0"/>
                </a:lnTo>
                <a:lnTo>
                  <a:pt x="3201119" y="0"/>
                </a:lnTo>
                <a:lnTo>
                  <a:pt x="3201287" y="0"/>
                </a:lnTo>
                <a:lnTo>
                  <a:pt x="3201751" y="0"/>
                </a:lnTo>
                <a:lnTo>
                  <a:pt x="3202780" y="0"/>
                </a:lnTo>
                <a:lnTo>
                  <a:pt x="3217515" y="0"/>
                </a:lnTo>
                <a:lnTo>
                  <a:pt x="3224152" y="0"/>
                </a:lnTo>
                <a:lnTo>
                  <a:pt x="3230324" y="0"/>
                </a:lnTo>
                <a:lnTo>
                  <a:pt x="3231321" y="0"/>
                </a:lnTo>
                <a:lnTo>
                  <a:pt x="3231816" y="0"/>
                </a:lnTo>
                <a:lnTo>
                  <a:pt x="3243763" y="0"/>
                </a:lnTo>
                <a:lnTo>
                  <a:pt x="3246088" y="0"/>
                </a:lnTo>
                <a:lnTo>
                  <a:pt x="3247580" y="0"/>
                </a:lnTo>
                <a:lnTo>
                  <a:pt x="3247792" y="0"/>
                </a:lnTo>
                <a:lnTo>
                  <a:pt x="3248214" y="0"/>
                </a:lnTo>
                <a:lnTo>
                  <a:pt x="3252725" y="0"/>
                </a:lnTo>
                <a:lnTo>
                  <a:pt x="3254217" y="0"/>
                </a:lnTo>
                <a:lnTo>
                  <a:pt x="3260235" y="0"/>
                </a:lnTo>
                <a:lnTo>
                  <a:pt x="3276787" y="0"/>
                </a:lnTo>
                <a:lnTo>
                  <a:pt x="3277857" y="0"/>
                </a:lnTo>
                <a:lnTo>
                  <a:pt x="3278278" y="0"/>
                </a:lnTo>
                <a:lnTo>
                  <a:pt x="3290300" y="0"/>
                </a:lnTo>
                <a:lnTo>
                  <a:pt x="3298823" y="0"/>
                </a:lnTo>
                <a:lnTo>
                  <a:pt x="3327396" y="0"/>
                </a:lnTo>
                <a:lnTo>
                  <a:pt x="3328888" y="0"/>
                </a:lnTo>
                <a:lnTo>
                  <a:pt x="3329520" y="0"/>
                </a:lnTo>
                <a:lnTo>
                  <a:pt x="3345284" y="0"/>
                </a:lnTo>
                <a:lnTo>
                  <a:pt x="3349129" y="0"/>
                </a:lnTo>
                <a:lnTo>
                  <a:pt x="3351921" y="0"/>
                </a:lnTo>
                <a:lnTo>
                  <a:pt x="3358093" y="0"/>
                </a:lnTo>
                <a:lnTo>
                  <a:pt x="3359585" y="0"/>
                </a:lnTo>
                <a:lnTo>
                  <a:pt x="3371532" y="0"/>
                </a:lnTo>
                <a:lnTo>
                  <a:pt x="3373857" y="0"/>
                </a:lnTo>
                <a:lnTo>
                  <a:pt x="3375349" y="0"/>
                </a:lnTo>
                <a:lnTo>
                  <a:pt x="3380494" y="0"/>
                </a:lnTo>
                <a:lnTo>
                  <a:pt x="3381986" y="0"/>
                </a:lnTo>
                <a:lnTo>
                  <a:pt x="3388004" y="0"/>
                </a:lnTo>
                <a:lnTo>
                  <a:pt x="3408282" y="0"/>
                </a:lnTo>
                <a:lnTo>
                  <a:pt x="3418069" y="0"/>
                </a:lnTo>
                <a:lnTo>
                  <a:pt x="3424207" y="0"/>
                </a:lnTo>
                <a:lnTo>
                  <a:pt x="3424753" y="0"/>
                </a:lnTo>
                <a:lnTo>
                  <a:pt x="3452733" y="0"/>
                </a:lnTo>
                <a:lnTo>
                  <a:pt x="3454818" y="0"/>
                </a:lnTo>
                <a:lnTo>
                  <a:pt x="3476898" y="0"/>
                </a:lnTo>
                <a:lnTo>
                  <a:pt x="3496441" y="0"/>
                </a:lnTo>
                <a:lnTo>
                  <a:pt x="3509236" y="0"/>
                </a:lnTo>
                <a:lnTo>
                  <a:pt x="3518886" y="0"/>
                </a:lnTo>
                <a:lnTo>
                  <a:pt x="3528336" y="0"/>
                </a:lnTo>
                <a:lnTo>
                  <a:pt x="3536051" y="0"/>
                </a:lnTo>
                <a:lnTo>
                  <a:pt x="3539301" y="0"/>
                </a:lnTo>
                <a:lnTo>
                  <a:pt x="3540361" y="0"/>
                </a:lnTo>
                <a:lnTo>
                  <a:pt x="3544807" y="0"/>
                </a:lnTo>
                <a:lnTo>
                  <a:pt x="3551976" y="0"/>
                </a:lnTo>
                <a:lnTo>
                  <a:pt x="3552522" y="0"/>
                </a:lnTo>
                <a:lnTo>
                  <a:pt x="3564420" y="0"/>
                </a:lnTo>
                <a:lnTo>
                  <a:pt x="3570426" y="0"/>
                </a:lnTo>
                <a:cubicBezTo>
                  <a:pt x="3574872" y="0"/>
                  <a:pt x="3574872" y="0"/>
                  <a:pt x="3574872" y="0"/>
                </a:cubicBezTo>
                <a:lnTo>
                  <a:pt x="3580502" y="0"/>
                </a:lnTo>
                <a:lnTo>
                  <a:pt x="3582587" y="0"/>
                </a:lnTo>
                <a:lnTo>
                  <a:pt x="3624210" y="0"/>
                </a:lnTo>
                <a:lnTo>
                  <a:pt x="3637005" y="0"/>
                </a:lnTo>
                <a:lnTo>
                  <a:pt x="3646655" y="0"/>
                </a:lnTo>
                <a:lnTo>
                  <a:pt x="3656105" y="0"/>
                </a:lnTo>
                <a:lnTo>
                  <a:pt x="3667070" y="0"/>
                </a:lnTo>
                <a:lnTo>
                  <a:pt x="3668130" y="0"/>
                </a:lnTo>
                <a:lnTo>
                  <a:pt x="3669786" y="0"/>
                </a:lnTo>
                <a:lnTo>
                  <a:pt x="3672576" y="0"/>
                </a:lnTo>
                <a:lnTo>
                  <a:pt x="3692189" y="0"/>
                </a:lnTo>
                <a:lnTo>
                  <a:pt x="3698195" y="0"/>
                </a:lnTo>
                <a:lnTo>
                  <a:pt x="3702641" y="0"/>
                </a:lnTo>
                <a:lnTo>
                  <a:pt x="3744863" y="0"/>
                </a:lnTo>
                <a:lnTo>
                  <a:pt x="3745285" y="0"/>
                </a:lnTo>
                <a:lnTo>
                  <a:pt x="3795894" y="0"/>
                </a:lnTo>
                <a:lnTo>
                  <a:pt x="3797555" y="0"/>
                </a:lnTo>
                <a:lnTo>
                  <a:pt x="3826591" y="0"/>
                </a:lnTo>
                <a:lnTo>
                  <a:pt x="3842355" y="0"/>
                </a:lnTo>
                <a:lnTo>
                  <a:pt x="3848992" y="0"/>
                </a:lnTo>
                <a:lnTo>
                  <a:pt x="3872632" y="0"/>
                </a:lnTo>
                <a:lnTo>
                  <a:pt x="3873054" y="0"/>
                </a:lnTo>
                <a:lnTo>
                  <a:pt x="3885075" y="0"/>
                </a:lnTo>
                <a:lnTo>
                  <a:pt x="3923663" y="0"/>
                </a:lnTo>
                <a:lnTo>
                  <a:pt x="3954360" y="0"/>
                </a:lnTo>
                <a:lnTo>
                  <a:pt x="3970124" y="0"/>
                </a:lnTo>
                <a:lnTo>
                  <a:pt x="3976761" y="0"/>
                </a:lnTo>
                <a:lnTo>
                  <a:pt x="4012844" y="0"/>
                </a:lnTo>
                <a:lnTo>
                  <a:pt x="4049593" y="0"/>
                </a:lnTo>
                <a:cubicBezTo>
                  <a:pt x="4169647" y="0"/>
                  <a:pt x="4169647" y="0"/>
                  <a:pt x="4169647" y="0"/>
                </a:cubicBezTo>
                <a:lnTo>
                  <a:pt x="4177362" y="0"/>
                </a:lnTo>
                <a:cubicBezTo>
                  <a:pt x="4297416" y="0"/>
                  <a:pt x="4297416" y="0"/>
                  <a:pt x="4297416" y="0"/>
                </a:cubicBezTo>
                <a:cubicBezTo>
                  <a:pt x="4327758" y="0"/>
                  <a:pt x="4364168" y="21251"/>
                  <a:pt x="4379339" y="47054"/>
                </a:cubicBezTo>
                <a:cubicBezTo>
                  <a:pt x="4591731" y="415146"/>
                  <a:pt x="4591731" y="415146"/>
                  <a:pt x="4591731" y="415146"/>
                </a:cubicBezTo>
                <a:cubicBezTo>
                  <a:pt x="4606902" y="440951"/>
                  <a:pt x="4606902" y="483452"/>
                  <a:pt x="4591731" y="509257"/>
                </a:cubicBezTo>
                <a:cubicBezTo>
                  <a:pt x="4379339" y="877348"/>
                  <a:pt x="4379339" y="877348"/>
                  <a:pt x="4379339" y="877348"/>
                </a:cubicBezTo>
                <a:cubicBezTo>
                  <a:pt x="4364168" y="903151"/>
                  <a:pt x="4327758" y="924402"/>
                  <a:pt x="4297416" y="924402"/>
                </a:cubicBezTo>
                <a:lnTo>
                  <a:pt x="4169647" y="924402"/>
                </a:lnTo>
                <a:lnTo>
                  <a:pt x="3976761" y="924402"/>
                </a:lnTo>
                <a:lnTo>
                  <a:pt x="3872632" y="924402"/>
                </a:lnTo>
                <a:lnTo>
                  <a:pt x="3848992" y="924402"/>
                </a:lnTo>
                <a:lnTo>
                  <a:pt x="3744863" y="924402"/>
                </a:lnTo>
                <a:lnTo>
                  <a:pt x="3702641" y="924402"/>
                </a:lnTo>
                <a:lnTo>
                  <a:pt x="3672576" y="924402"/>
                </a:lnTo>
                <a:lnTo>
                  <a:pt x="3656105" y="924402"/>
                </a:lnTo>
                <a:lnTo>
                  <a:pt x="3574872" y="924402"/>
                </a:lnTo>
                <a:lnTo>
                  <a:pt x="3551976" y="924402"/>
                </a:lnTo>
                <a:lnTo>
                  <a:pt x="3544807" y="924402"/>
                </a:lnTo>
                <a:lnTo>
                  <a:pt x="3528336" y="924402"/>
                </a:lnTo>
                <a:lnTo>
                  <a:pt x="3424207" y="924402"/>
                </a:lnTo>
                <a:lnTo>
                  <a:pt x="3381986" y="924402"/>
                </a:lnTo>
                <a:lnTo>
                  <a:pt x="3380494" y="924402"/>
                </a:lnTo>
                <a:lnTo>
                  <a:pt x="3351921" y="924402"/>
                </a:lnTo>
                <a:lnTo>
                  <a:pt x="3277857" y="924402"/>
                </a:lnTo>
                <a:lnTo>
                  <a:pt x="3254217" y="924402"/>
                </a:lnTo>
                <a:lnTo>
                  <a:pt x="3252725" y="924402"/>
                </a:lnTo>
                <a:lnTo>
                  <a:pt x="3247792" y="924402"/>
                </a:lnTo>
                <a:lnTo>
                  <a:pt x="3231321" y="924402"/>
                </a:lnTo>
                <a:lnTo>
                  <a:pt x="3224152" y="924402"/>
                </a:lnTo>
                <a:lnTo>
                  <a:pt x="3150088" y="924402"/>
                </a:lnTo>
                <a:lnTo>
                  <a:pt x="3120023" y="924402"/>
                </a:lnTo>
                <a:lnTo>
                  <a:pt x="3104883" y="924402"/>
                </a:lnTo>
                <a:lnTo>
                  <a:pt x="3103552" y="924402"/>
                </a:lnTo>
                <a:lnTo>
                  <a:pt x="3077801" y="924402"/>
                </a:lnTo>
                <a:lnTo>
                  <a:pt x="3061330" y="924402"/>
                </a:lnTo>
                <a:lnTo>
                  <a:pt x="3031265" y="924402"/>
                </a:lnTo>
                <a:lnTo>
                  <a:pt x="2977114" y="924402"/>
                </a:lnTo>
                <a:lnTo>
                  <a:pt x="2957200" y="924402"/>
                </a:lnTo>
                <a:lnTo>
                  <a:pt x="2955709" y="924402"/>
                </a:lnTo>
                <a:lnTo>
                  <a:pt x="2950032" y="924402"/>
                </a:lnTo>
                <a:lnTo>
                  <a:pt x="2933561" y="924402"/>
                </a:lnTo>
                <a:lnTo>
                  <a:pt x="2927136" y="924402"/>
                </a:lnTo>
                <a:lnTo>
                  <a:pt x="2903496" y="924402"/>
                </a:lnTo>
                <a:lnTo>
                  <a:pt x="2829431" y="924402"/>
                </a:lnTo>
                <a:lnTo>
                  <a:pt x="2827940" y="924402"/>
                </a:lnTo>
                <a:lnTo>
                  <a:pt x="2799367" y="924402"/>
                </a:lnTo>
                <a:lnTo>
                  <a:pt x="2785719" y="924402"/>
                </a:lnTo>
                <a:lnTo>
                  <a:pt x="2784228" y="924402"/>
                </a:lnTo>
                <a:lnTo>
                  <a:pt x="2757146" y="924402"/>
                </a:lnTo>
                <a:lnTo>
                  <a:pt x="2755654" y="924402"/>
                </a:lnTo>
                <a:lnTo>
                  <a:pt x="2680098" y="924402"/>
                </a:lnTo>
                <a:lnTo>
                  <a:pt x="2657950" y="924402"/>
                </a:lnTo>
                <a:lnTo>
                  <a:pt x="2656459" y="924402"/>
                </a:lnTo>
                <a:lnTo>
                  <a:pt x="2653017" y="924402"/>
                </a:lnTo>
                <a:lnTo>
                  <a:pt x="2636545" y="924402"/>
                </a:lnTo>
                <a:lnTo>
                  <a:pt x="2629377" y="924402"/>
                </a:lnTo>
                <a:lnTo>
                  <a:pt x="2627885" y="924402"/>
                </a:lnTo>
                <a:lnTo>
                  <a:pt x="2606481" y="924402"/>
                </a:lnTo>
                <a:lnTo>
                  <a:pt x="2552329" y="924402"/>
                </a:lnTo>
                <a:lnTo>
                  <a:pt x="2525248" y="924402"/>
                </a:lnTo>
                <a:lnTo>
                  <a:pt x="2510108" y="924402"/>
                </a:lnTo>
                <a:lnTo>
                  <a:pt x="2508776" y="924402"/>
                </a:lnTo>
                <a:lnTo>
                  <a:pt x="2480043" y="924402"/>
                </a:lnTo>
                <a:lnTo>
                  <a:pt x="2478712" y="924402"/>
                </a:lnTo>
                <a:lnTo>
                  <a:pt x="2463572" y="924402"/>
                </a:lnTo>
                <a:lnTo>
                  <a:pt x="2436490" y="924402"/>
                </a:lnTo>
                <a:lnTo>
                  <a:pt x="2382339" y="924402"/>
                </a:lnTo>
                <a:lnTo>
                  <a:pt x="2360934" y="924402"/>
                </a:lnTo>
                <a:lnTo>
                  <a:pt x="2359443" y="924402"/>
                </a:lnTo>
                <a:lnTo>
                  <a:pt x="2352274" y="924402"/>
                </a:lnTo>
                <a:lnTo>
                  <a:pt x="2335803" y="924402"/>
                </a:lnTo>
                <a:lnTo>
                  <a:pt x="2332360" y="924402"/>
                </a:lnTo>
                <a:lnTo>
                  <a:pt x="2332328" y="924402"/>
                </a:lnTo>
                <a:lnTo>
                  <a:pt x="2330869" y="924402"/>
                </a:lnTo>
                <a:lnTo>
                  <a:pt x="2308721" y="924402"/>
                </a:lnTo>
                <a:lnTo>
                  <a:pt x="2233165" y="924402"/>
                </a:lnTo>
                <a:lnTo>
                  <a:pt x="2231674" y="924402"/>
                </a:lnTo>
                <a:lnTo>
                  <a:pt x="2204591" y="924402"/>
                </a:lnTo>
                <a:lnTo>
                  <a:pt x="2204559" y="924402"/>
                </a:lnTo>
                <a:lnTo>
                  <a:pt x="2203100" y="924402"/>
                </a:lnTo>
                <a:lnTo>
                  <a:pt x="2189452" y="924402"/>
                </a:lnTo>
                <a:lnTo>
                  <a:pt x="2160879" y="924402"/>
                </a:lnTo>
                <a:lnTo>
                  <a:pt x="2159388" y="924402"/>
                </a:lnTo>
                <a:lnTo>
                  <a:pt x="2085323" y="924402"/>
                </a:lnTo>
                <a:lnTo>
                  <a:pt x="2077294" y="924402"/>
                </a:lnTo>
                <a:lnTo>
                  <a:pt x="2061683" y="924402"/>
                </a:lnTo>
                <a:lnTo>
                  <a:pt x="2055258" y="924402"/>
                </a:lnTo>
                <a:lnTo>
                  <a:pt x="2038787" y="924402"/>
                </a:lnTo>
                <a:lnTo>
                  <a:pt x="2033110" y="924402"/>
                </a:lnTo>
                <a:lnTo>
                  <a:pt x="2031619" y="924402"/>
                </a:lnTo>
                <a:lnTo>
                  <a:pt x="2011705" y="924402"/>
                </a:lnTo>
                <a:lnTo>
                  <a:pt x="1957554" y="924402"/>
                </a:lnTo>
                <a:lnTo>
                  <a:pt x="1949525" y="924402"/>
                </a:lnTo>
                <a:lnTo>
                  <a:pt x="1927489" y="924402"/>
                </a:lnTo>
                <a:lnTo>
                  <a:pt x="1911018" y="924402"/>
                </a:lnTo>
                <a:lnTo>
                  <a:pt x="1907543" y="924402"/>
                </a:lnTo>
                <a:lnTo>
                  <a:pt x="1885268" y="924402"/>
                </a:lnTo>
                <a:lnTo>
                  <a:pt x="1883936" y="924402"/>
                </a:lnTo>
                <a:lnTo>
                  <a:pt x="1868796" y="924402"/>
                </a:lnTo>
                <a:lnTo>
                  <a:pt x="1838732" y="924402"/>
                </a:lnTo>
                <a:lnTo>
                  <a:pt x="1779774" y="924402"/>
                </a:lnTo>
                <a:lnTo>
                  <a:pt x="1764668" y="924402"/>
                </a:lnTo>
                <a:lnTo>
                  <a:pt x="1757499" y="924402"/>
                </a:lnTo>
                <a:lnTo>
                  <a:pt x="1741027" y="924402"/>
                </a:lnTo>
                <a:lnTo>
                  <a:pt x="1737552" y="924402"/>
                </a:lnTo>
                <a:lnTo>
                  <a:pt x="1736094" y="924402"/>
                </a:lnTo>
                <a:lnTo>
                  <a:pt x="1734603" y="924402"/>
                </a:lnTo>
                <a:lnTo>
                  <a:pt x="1710963" y="924402"/>
                </a:lnTo>
                <a:lnTo>
                  <a:pt x="1707488" y="924402"/>
                </a:lnTo>
                <a:lnTo>
                  <a:pt x="1652509" y="924402"/>
                </a:lnTo>
                <a:lnTo>
                  <a:pt x="1636899" y="924402"/>
                </a:lnTo>
                <a:lnTo>
                  <a:pt x="1609783" y="924402"/>
                </a:lnTo>
                <a:lnTo>
                  <a:pt x="1608325" y="924402"/>
                </a:lnTo>
                <a:lnTo>
                  <a:pt x="1606834" y="924402"/>
                </a:lnTo>
                <a:lnTo>
                  <a:pt x="1579719" y="924402"/>
                </a:lnTo>
                <a:lnTo>
                  <a:pt x="1564612" y="924402"/>
                </a:lnTo>
                <a:lnTo>
                  <a:pt x="1524740" y="924402"/>
                </a:lnTo>
                <a:lnTo>
                  <a:pt x="1482518" y="924402"/>
                </a:lnTo>
                <a:lnTo>
                  <a:pt x="1460483" y="924402"/>
                </a:lnTo>
                <a:lnTo>
                  <a:pt x="1452454" y="924402"/>
                </a:lnTo>
                <a:lnTo>
                  <a:pt x="1444011" y="924402"/>
                </a:lnTo>
                <a:lnTo>
                  <a:pt x="1436843" y="924402"/>
                </a:lnTo>
                <a:lnTo>
                  <a:pt x="1413947" y="924402"/>
                </a:lnTo>
                <a:lnTo>
                  <a:pt x="1354749" y="924402"/>
                </a:lnTo>
                <a:lnTo>
                  <a:pt x="1332714" y="924402"/>
                </a:lnTo>
                <a:lnTo>
                  <a:pt x="1324685" y="924402"/>
                </a:lnTo>
                <a:lnTo>
                  <a:pt x="1316242" y="924402"/>
                </a:lnTo>
                <a:lnTo>
                  <a:pt x="1312767" y="924402"/>
                </a:lnTo>
                <a:lnTo>
                  <a:pt x="1286178" y="924402"/>
                </a:lnTo>
                <a:lnTo>
                  <a:pt x="1282703" y="924402"/>
                </a:lnTo>
                <a:lnTo>
                  <a:pt x="1243956" y="924402"/>
                </a:lnTo>
                <a:lnTo>
                  <a:pt x="1184998" y="924402"/>
                </a:lnTo>
                <a:lnTo>
                  <a:pt x="1154934" y="924402"/>
                </a:lnTo>
                <a:lnTo>
                  <a:pt x="1139828" y="924402"/>
                </a:lnTo>
                <a:lnTo>
                  <a:pt x="1116187" y="924402"/>
                </a:lnTo>
                <a:lnTo>
                  <a:pt x="1112712" y="924402"/>
                </a:lnTo>
                <a:lnTo>
                  <a:pt x="1057734" y="924402"/>
                </a:lnTo>
                <a:lnTo>
                  <a:pt x="1027669" y="924402"/>
                </a:lnTo>
                <a:lnTo>
                  <a:pt x="1012059" y="924402"/>
                </a:lnTo>
                <a:lnTo>
                  <a:pt x="984943" y="924402"/>
                </a:lnTo>
                <a:lnTo>
                  <a:pt x="929965" y="924402"/>
                </a:lnTo>
                <a:lnTo>
                  <a:pt x="899900" y="924402"/>
                </a:lnTo>
                <a:lnTo>
                  <a:pt x="857678" y="924402"/>
                </a:lnTo>
                <a:lnTo>
                  <a:pt x="819171" y="924402"/>
                </a:lnTo>
                <a:lnTo>
                  <a:pt x="729909" y="924402"/>
                </a:lnTo>
                <a:lnTo>
                  <a:pt x="691402" y="924402"/>
                </a:lnTo>
                <a:lnTo>
                  <a:pt x="687927" y="924402"/>
                </a:lnTo>
                <a:lnTo>
                  <a:pt x="560158" y="924402"/>
                </a:lnTo>
                <a:lnTo>
                  <a:pt x="432894" y="924402"/>
                </a:lnTo>
                <a:lnTo>
                  <a:pt x="305125" y="924402"/>
                </a:lnTo>
                <a:cubicBezTo>
                  <a:pt x="275541" y="924402"/>
                  <a:pt x="238373" y="903151"/>
                  <a:pt x="223202" y="877348"/>
                </a:cubicBezTo>
                <a:cubicBezTo>
                  <a:pt x="10809" y="509257"/>
                  <a:pt x="10809" y="509257"/>
                  <a:pt x="10809" y="509257"/>
                </a:cubicBezTo>
                <a:cubicBezTo>
                  <a:pt x="-3603" y="483452"/>
                  <a:pt x="-3603" y="440951"/>
                  <a:pt x="10809" y="415146"/>
                </a:cubicBezTo>
                <a:cubicBezTo>
                  <a:pt x="223202" y="47054"/>
                  <a:pt x="223202" y="47054"/>
                  <a:pt x="223202" y="47054"/>
                </a:cubicBezTo>
                <a:cubicBezTo>
                  <a:pt x="238373" y="21251"/>
                  <a:pt x="275541" y="0"/>
                  <a:pt x="305125" y="0"/>
                </a:cubicBezTo>
                <a:close/>
              </a:path>
            </a:pathLst>
          </a:custGeom>
          <a:solidFill>
            <a:schemeClr val="tx2"/>
          </a:solidFill>
          <a:ln w="19050">
            <a:gradFill flip="none" rotWithShape="1">
              <a:gsLst>
                <a:gs pos="0">
                  <a:schemeClr val="bg1">
                    <a:lumMod val="75000"/>
                  </a:schemeClr>
                </a:gs>
                <a:gs pos="100000">
                  <a:schemeClr val="bg1"/>
                </a:gs>
              </a:gsLst>
              <a:lin ang="2700000" scaled="1"/>
              <a:tileRect/>
            </a:gradFill>
          </a:ln>
          <a:effectLst>
            <a:innerShdw blurRad="63500" dist="50800" dir="13500000">
              <a:prstClr val="black">
                <a:alpha val="50000"/>
              </a:prstClr>
            </a:inn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grpSp>
        <p:nvGrpSpPr>
          <p:cNvPr id="90" name="组合 89"/>
          <p:cNvGrpSpPr/>
          <p:nvPr/>
        </p:nvGrpSpPr>
        <p:grpSpPr>
          <a:xfrm rot="16200000">
            <a:off x="6483974" y="3230107"/>
            <a:ext cx="961991" cy="1085408"/>
            <a:chOff x="8439634" y="3544648"/>
            <a:chExt cx="1611146" cy="1817848"/>
          </a:xfrm>
        </p:grpSpPr>
        <p:sp>
          <p:nvSpPr>
            <p:cNvPr id="91"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1865">
                <a:solidFill>
                  <a:prstClr val="black"/>
                </a:solidFill>
              </a:endParaRPr>
            </a:p>
          </p:txBody>
        </p:sp>
        <p:sp>
          <p:nvSpPr>
            <p:cNvPr id="92"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1865">
                <a:solidFill>
                  <a:prstClr val="black"/>
                </a:solidFill>
              </a:endParaRPr>
            </a:p>
          </p:txBody>
        </p:sp>
      </p:grpSp>
      <p:sp>
        <p:nvSpPr>
          <p:cNvPr id="93" name="任意多边形 92"/>
          <p:cNvSpPr/>
          <p:nvPr/>
        </p:nvSpPr>
        <p:spPr bwMode="auto">
          <a:xfrm>
            <a:off x="1735964" y="3345507"/>
            <a:ext cx="3559792" cy="854609"/>
          </a:xfrm>
          <a:custGeom>
            <a:avLst/>
            <a:gdLst>
              <a:gd name="connsiteX0" fmla="*/ 352810 w 4452260"/>
              <a:gd name="connsiteY0" fmla="*/ 0 h 1068867"/>
              <a:gd name="connsiteX1" fmla="*/ 636768 w 4452260"/>
              <a:gd name="connsiteY1" fmla="*/ 0 h 1068867"/>
              <a:gd name="connsiteX2" fmla="*/ 647700 w 4452260"/>
              <a:gd name="connsiteY2" fmla="*/ 0 h 1068867"/>
              <a:gd name="connsiteX3" fmla="*/ 724065 w 4452260"/>
              <a:gd name="connsiteY3" fmla="*/ 0 h 1068867"/>
              <a:gd name="connsiteX4" fmla="*/ 782584 w 4452260"/>
              <a:gd name="connsiteY4" fmla="*/ 0 h 1068867"/>
              <a:gd name="connsiteX5" fmla="*/ 799455 w 4452260"/>
              <a:gd name="connsiteY5" fmla="*/ 0 h 1068867"/>
              <a:gd name="connsiteX6" fmla="*/ 809825 w 4452260"/>
              <a:gd name="connsiteY6" fmla="*/ 0 h 1068867"/>
              <a:gd name="connsiteX7" fmla="*/ 818078 w 4452260"/>
              <a:gd name="connsiteY7" fmla="*/ 0 h 1068867"/>
              <a:gd name="connsiteX8" fmla="*/ 843980 w 4452260"/>
              <a:gd name="connsiteY8" fmla="*/ 0 h 1068867"/>
              <a:gd name="connsiteX9" fmla="*/ 931658 w 4452260"/>
              <a:gd name="connsiteY9" fmla="*/ 0 h 1068867"/>
              <a:gd name="connsiteX10" fmla="*/ 961580 w 4452260"/>
              <a:gd name="connsiteY10" fmla="*/ 0 h 1068867"/>
              <a:gd name="connsiteX11" fmla="*/ 1000055 w 4452260"/>
              <a:gd name="connsiteY11" fmla="*/ 0 h 1068867"/>
              <a:gd name="connsiteX12" fmla="*/ 1040537 w 4452260"/>
              <a:gd name="connsiteY12" fmla="*/ 0 h 1068867"/>
              <a:gd name="connsiteX13" fmla="*/ 1051453 w 4452260"/>
              <a:gd name="connsiteY13" fmla="*/ 0 h 1068867"/>
              <a:gd name="connsiteX14" fmla="*/ 1083414 w 4452260"/>
              <a:gd name="connsiteY14" fmla="*/ 0 h 1068867"/>
              <a:gd name="connsiteX15" fmla="*/ 1112969 w 4452260"/>
              <a:gd name="connsiteY15" fmla="*/ 0 h 1068867"/>
              <a:gd name="connsiteX16" fmla="*/ 1138871 w 4452260"/>
              <a:gd name="connsiteY16" fmla="*/ 0 h 1068867"/>
              <a:gd name="connsiteX17" fmla="*/ 1170224 w 4452260"/>
              <a:gd name="connsiteY17" fmla="*/ 0 h 1068867"/>
              <a:gd name="connsiteX18" fmla="*/ 1170711 w 4452260"/>
              <a:gd name="connsiteY18" fmla="*/ 0 h 1068867"/>
              <a:gd name="connsiteX19" fmla="*/ 1202662 w 4452260"/>
              <a:gd name="connsiteY19" fmla="*/ 0 h 1068867"/>
              <a:gd name="connsiteX20" fmla="*/ 1240037 w 4452260"/>
              <a:gd name="connsiteY20" fmla="*/ 0 h 1068867"/>
              <a:gd name="connsiteX21" fmla="*/ 1290626 w 4452260"/>
              <a:gd name="connsiteY21" fmla="*/ 0 h 1068867"/>
              <a:gd name="connsiteX22" fmla="*/ 1324496 w 4452260"/>
              <a:gd name="connsiteY22" fmla="*/ 0 h 1068867"/>
              <a:gd name="connsiteX23" fmla="*/ 1332348 w 4452260"/>
              <a:gd name="connsiteY23" fmla="*/ 0 h 1068867"/>
              <a:gd name="connsiteX24" fmla="*/ 1335428 w 4452260"/>
              <a:gd name="connsiteY24" fmla="*/ 0 h 1068867"/>
              <a:gd name="connsiteX25" fmla="*/ 1411793 w 4452260"/>
              <a:gd name="connsiteY25" fmla="*/ 0 h 1068867"/>
              <a:gd name="connsiteX26" fmla="*/ 1454182 w 4452260"/>
              <a:gd name="connsiteY26" fmla="*/ 0 h 1068867"/>
              <a:gd name="connsiteX27" fmla="*/ 1470312 w 4452260"/>
              <a:gd name="connsiteY27" fmla="*/ 0 h 1068867"/>
              <a:gd name="connsiteX28" fmla="*/ 1487183 w 4452260"/>
              <a:gd name="connsiteY28" fmla="*/ 0 h 1068867"/>
              <a:gd name="connsiteX29" fmla="*/ 1497552 w 4452260"/>
              <a:gd name="connsiteY29" fmla="*/ 0 h 1068867"/>
              <a:gd name="connsiteX30" fmla="*/ 1505806 w 4452260"/>
              <a:gd name="connsiteY30" fmla="*/ 0 h 1068867"/>
              <a:gd name="connsiteX31" fmla="*/ 1528471 w 4452260"/>
              <a:gd name="connsiteY31" fmla="*/ 0 h 1068867"/>
              <a:gd name="connsiteX32" fmla="*/ 1531708 w 4452260"/>
              <a:gd name="connsiteY32" fmla="*/ 0 h 1068867"/>
              <a:gd name="connsiteX33" fmla="*/ 1540992 w 4452260"/>
              <a:gd name="connsiteY33" fmla="*/ 0 h 1068867"/>
              <a:gd name="connsiteX34" fmla="*/ 1541479 w 4452260"/>
              <a:gd name="connsiteY34" fmla="*/ 0 h 1068867"/>
              <a:gd name="connsiteX35" fmla="*/ 1599998 w 4452260"/>
              <a:gd name="connsiteY35" fmla="*/ 0 h 1068867"/>
              <a:gd name="connsiteX36" fmla="*/ 1619386 w 4452260"/>
              <a:gd name="connsiteY36" fmla="*/ 0 h 1068867"/>
              <a:gd name="connsiteX37" fmla="*/ 1635492 w 4452260"/>
              <a:gd name="connsiteY37" fmla="*/ 0 h 1068867"/>
              <a:gd name="connsiteX38" fmla="*/ 1649308 w 4452260"/>
              <a:gd name="connsiteY38" fmla="*/ 0 h 1068867"/>
              <a:gd name="connsiteX39" fmla="*/ 1653720 w 4452260"/>
              <a:gd name="connsiteY39" fmla="*/ 0 h 1068867"/>
              <a:gd name="connsiteX40" fmla="*/ 1661394 w 4452260"/>
              <a:gd name="connsiteY40" fmla="*/ 0 h 1068867"/>
              <a:gd name="connsiteX41" fmla="*/ 1687782 w 4452260"/>
              <a:gd name="connsiteY41" fmla="*/ 0 h 1068867"/>
              <a:gd name="connsiteX42" fmla="*/ 1703116 w 4452260"/>
              <a:gd name="connsiteY42" fmla="*/ 0 h 1068867"/>
              <a:gd name="connsiteX43" fmla="*/ 1739181 w 4452260"/>
              <a:gd name="connsiteY43" fmla="*/ 0 h 1068867"/>
              <a:gd name="connsiteX44" fmla="*/ 1771141 w 4452260"/>
              <a:gd name="connsiteY44" fmla="*/ 0 h 1068867"/>
              <a:gd name="connsiteX45" fmla="*/ 1800697 w 4452260"/>
              <a:gd name="connsiteY45" fmla="*/ 0 h 1068867"/>
              <a:gd name="connsiteX46" fmla="*/ 1811727 w 4452260"/>
              <a:gd name="connsiteY46" fmla="*/ 0 h 1068867"/>
              <a:gd name="connsiteX47" fmla="*/ 1823361 w 4452260"/>
              <a:gd name="connsiteY47" fmla="*/ 0 h 1068867"/>
              <a:gd name="connsiteX48" fmla="*/ 1826599 w 4452260"/>
              <a:gd name="connsiteY48" fmla="*/ 0 h 1068867"/>
              <a:gd name="connsiteX49" fmla="*/ 1857951 w 4452260"/>
              <a:gd name="connsiteY49" fmla="*/ 0 h 1068867"/>
              <a:gd name="connsiteX50" fmla="*/ 1858439 w 4452260"/>
              <a:gd name="connsiteY50" fmla="*/ 0 h 1068867"/>
              <a:gd name="connsiteX51" fmla="*/ 1859676 w 4452260"/>
              <a:gd name="connsiteY51" fmla="*/ 0 h 1068867"/>
              <a:gd name="connsiteX52" fmla="*/ 1893346 w 4452260"/>
              <a:gd name="connsiteY52" fmla="*/ 0 h 1068867"/>
              <a:gd name="connsiteX53" fmla="*/ 1927765 w 4452260"/>
              <a:gd name="connsiteY53" fmla="*/ 0 h 1068867"/>
              <a:gd name="connsiteX54" fmla="*/ 1963365 w 4452260"/>
              <a:gd name="connsiteY54" fmla="*/ 0 h 1068867"/>
              <a:gd name="connsiteX55" fmla="*/ 1978354 w 4452260"/>
              <a:gd name="connsiteY55" fmla="*/ 0 h 1068867"/>
              <a:gd name="connsiteX56" fmla="*/ 1991032 w 4452260"/>
              <a:gd name="connsiteY56" fmla="*/ 0 h 1068867"/>
              <a:gd name="connsiteX57" fmla="*/ 2020076 w 4452260"/>
              <a:gd name="connsiteY57" fmla="*/ 0 h 1068867"/>
              <a:gd name="connsiteX58" fmla="*/ 2021800 w 4452260"/>
              <a:gd name="connsiteY58" fmla="*/ 0 h 1068867"/>
              <a:gd name="connsiteX59" fmla="*/ 2027021 w 4452260"/>
              <a:gd name="connsiteY59" fmla="*/ 0 h 1068867"/>
              <a:gd name="connsiteX60" fmla="*/ 2032162 w 4452260"/>
              <a:gd name="connsiteY60" fmla="*/ 0 h 1068867"/>
              <a:gd name="connsiteX61" fmla="*/ 2141909 w 4452260"/>
              <a:gd name="connsiteY61" fmla="*/ 0 h 1068867"/>
              <a:gd name="connsiteX62" fmla="*/ 2143633 w 4452260"/>
              <a:gd name="connsiteY62" fmla="*/ 0 h 1068867"/>
              <a:gd name="connsiteX63" fmla="*/ 2178359 w 4452260"/>
              <a:gd name="connsiteY63" fmla="*/ 0 h 1068867"/>
              <a:gd name="connsiteX64" fmla="*/ 2228719 w 4452260"/>
              <a:gd name="connsiteY64" fmla="*/ 0 h 1068867"/>
              <a:gd name="connsiteX65" fmla="*/ 2229207 w 4452260"/>
              <a:gd name="connsiteY65" fmla="*/ 0 h 1068867"/>
              <a:gd name="connsiteX66" fmla="*/ 2230931 w 4452260"/>
              <a:gd name="connsiteY66" fmla="*/ 0 h 1068867"/>
              <a:gd name="connsiteX67" fmla="*/ 2287725 w 4452260"/>
              <a:gd name="connsiteY67" fmla="*/ 0 h 1068867"/>
              <a:gd name="connsiteX68" fmla="*/ 2289450 w 4452260"/>
              <a:gd name="connsiteY68" fmla="*/ 0 h 1068867"/>
              <a:gd name="connsiteX69" fmla="*/ 2323220 w 4452260"/>
              <a:gd name="connsiteY69" fmla="*/ 0 h 1068867"/>
              <a:gd name="connsiteX70" fmla="*/ 2324944 w 4452260"/>
              <a:gd name="connsiteY70" fmla="*/ 0 h 1068867"/>
              <a:gd name="connsiteX71" fmla="*/ 2340483 w 4452260"/>
              <a:gd name="connsiteY71" fmla="*/ 0 h 1068867"/>
              <a:gd name="connsiteX72" fmla="*/ 2341447 w 4452260"/>
              <a:gd name="connsiteY72" fmla="*/ 0 h 1068867"/>
              <a:gd name="connsiteX73" fmla="*/ 2343172 w 4452260"/>
              <a:gd name="connsiteY73" fmla="*/ 0 h 1068867"/>
              <a:gd name="connsiteX74" fmla="*/ 2349122 w 4452260"/>
              <a:gd name="connsiteY74" fmla="*/ 0 h 1068867"/>
              <a:gd name="connsiteX75" fmla="*/ 2350846 w 4452260"/>
              <a:gd name="connsiteY75" fmla="*/ 0 h 1068867"/>
              <a:gd name="connsiteX76" fmla="*/ 2390844 w 4452260"/>
              <a:gd name="connsiteY76" fmla="*/ 0 h 1068867"/>
              <a:gd name="connsiteX77" fmla="*/ 2462317 w 4452260"/>
              <a:gd name="connsiteY77" fmla="*/ 0 h 1068867"/>
              <a:gd name="connsiteX78" fmla="*/ 2499455 w 4452260"/>
              <a:gd name="connsiteY78" fmla="*/ 0 h 1068867"/>
              <a:gd name="connsiteX79" fmla="*/ 2530713 w 4452260"/>
              <a:gd name="connsiteY79" fmla="*/ 0 h 1068867"/>
              <a:gd name="connsiteX80" fmla="*/ 2547403 w 4452260"/>
              <a:gd name="connsiteY80" fmla="*/ 0 h 1068867"/>
              <a:gd name="connsiteX81" fmla="*/ 2549127 w 4452260"/>
              <a:gd name="connsiteY81" fmla="*/ 0 h 1068867"/>
              <a:gd name="connsiteX82" fmla="*/ 2581074 w 4452260"/>
              <a:gd name="connsiteY82" fmla="*/ 0 h 1068867"/>
              <a:gd name="connsiteX83" fmla="*/ 2582112 w 4452260"/>
              <a:gd name="connsiteY83" fmla="*/ 0 h 1068867"/>
              <a:gd name="connsiteX84" fmla="*/ 2669530 w 4452260"/>
              <a:gd name="connsiteY84" fmla="*/ 0 h 1068867"/>
              <a:gd name="connsiteX85" fmla="*/ 2678759 w 4452260"/>
              <a:gd name="connsiteY85" fmla="*/ 0 h 1068867"/>
              <a:gd name="connsiteX86" fmla="*/ 2709527 w 4452260"/>
              <a:gd name="connsiteY86" fmla="*/ 0 h 1068867"/>
              <a:gd name="connsiteX87" fmla="*/ 2711252 w 4452260"/>
              <a:gd name="connsiteY87" fmla="*/ 0 h 1068867"/>
              <a:gd name="connsiteX88" fmla="*/ 2714748 w 4452260"/>
              <a:gd name="connsiteY88" fmla="*/ 0 h 1068867"/>
              <a:gd name="connsiteX89" fmla="*/ 2719890 w 4452260"/>
              <a:gd name="connsiteY89" fmla="*/ 0 h 1068867"/>
              <a:gd name="connsiteX90" fmla="*/ 2831360 w 4452260"/>
              <a:gd name="connsiteY90" fmla="*/ 0 h 1068867"/>
              <a:gd name="connsiteX91" fmla="*/ 2833086 w 4452260"/>
              <a:gd name="connsiteY91" fmla="*/ 0 h 1068867"/>
              <a:gd name="connsiteX92" fmla="*/ 2866087 w 4452260"/>
              <a:gd name="connsiteY92" fmla="*/ 0 h 1068867"/>
              <a:gd name="connsiteX93" fmla="*/ 2918659 w 4452260"/>
              <a:gd name="connsiteY93" fmla="*/ 0 h 1068867"/>
              <a:gd name="connsiteX94" fmla="*/ 2919896 w 4452260"/>
              <a:gd name="connsiteY94" fmla="*/ 0 h 1068867"/>
              <a:gd name="connsiteX95" fmla="*/ 2920383 w 4452260"/>
              <a:gd name="connsiteY95" fmla="*/ 0 h 1068867"/>
              <a:gd name="connsiteX96" fmla="*/ 2977177 w 4452260"/>
              <a:gd name="connsiteY96" fmla="*/ 0 h 1068867"/>
              <a:gd name="connsiteX97" fmla="*/ 2978902 w 4452260"/>
              <a:gd name="connsiteY97" fmla="*/ 0 h 1068867"/>
              <a:gd name="connsiteX98" fmla="*/ 3012671 w 4452260"/>
              <a:gd name="connsiteY98" fmla="*/ 0 h 1068867"/>
              <a:gd name="connsiteX99" fmla="*/ 3014397 w 4452260"/>
              <a:gd name="connsiteY99" fmla="*/ 0 h 1068867"/>
              <a:gd name="connsiteX100" fmla="*/ 3028211 w 4452260"/>
              <a:gd name="connsiteY100" fmla="*/ 0 h 1068867"/>
              <a:gd name="connsiteX101" fmla="*/ 3030899 w 4452260"/>
              <a:gd name="connsiteY101" fmla="*/ 0 h 1068867"/>
              <a:gd name="connsiteX102" fmla="*/ 3032624 w 4452260"/>
              <a:gd name="connsiteY102" fmla="*/ 0 h 1068867"/>
              <a:gd name="connsiteX103" fmla="*/ 3038573 w 4452260"/>
              <a:gd name="connsiteY103" fmla="*/ 0 h 1068867"/>
              <a:gd name="connsiteX104" fmla="*/ 3040298 w 4452260"/>
              <a:gd name="connsiteY104" fmla="*/ 0 h 1068867"/>
              <a:gd name="connsiteX105" fmla="*/ 3082021 w 4452260"/>
              <a:gd name="connsiteY105" fmla="*/ 0 h 1068867"/>
              <a:gd name="connsiteX106" fmla="*/ 3150044 w 4452260"/>
              <a:gd name="connsiteY106" fmla="*/ 0 h 1068867"/>
              <a:gd name="connsiteX107" fmla="*/ 3218441 w 4452260"/>
              <a:gd name="connsiteY107" fmla="*/ 0 h 1068867"/>
              <a:gd name="connsiteX108" fmla="*/ 3236855 w 4452260"/>
              <a:gd name="connsiteY108" fmla="*/ 0 h 1068867"/>
              <a:gd name="connsiteX109" fmla="*/ 3269839 w 4452260"/>
              <a:gd name="connsiteY109" fmla="*/ 0 h 1068867"/>
              <a:gd name="connsiteX110" fmla="*/ 3272250 w 4452260"/>
              <a:gd name="connsiteY110" fmla="*/ 0 h 1068867"/>
              <a:gd name="connsiteX111" fmla="*/ 3320378 w 4452260"/>
              <a:gd name="connsiteY111" fmla="*/ 0 h 1068867"/>
              <a:gd name="connsiteX112" fmla="*/ 3346330 w 4452260"/>
              <a:gd name="connsiteY112" fmla="*/ 0 h 1068867"/>
              <a:gd name="connsiteX113" fmla="*/ 3357257 w 4452260"/>
              <a:gd name="connsiteY113" fmla="*/ 0 h 1068867"/>
              <a:gd name="connsiteX114" fmla="*/ 3369936 w 4452260"/>
              <a:gd name="connsiteY114" fmla="*/ 0 h 1068867"/>
              <a:gd name="connsiteX115" fmla="*/ 3398980 w 4452260"/>
              <a:gd name="connsiteY115" fmla="*/ 0 h 1068867"/>
              <a:gd name="connsiteX116" fmla="*/ 3405925 w 4452260"/>
              <a:gd name="connsiteY116" fmla="*/ 0 h 1068867"/>
              <a:gd name="connsiteX117" fmla="*/ 3411066 w 4452260"/>
              <a:gd name="connsiteY117" fmla="*/ 0 h 1068867"/>
              <a:gd name="connsiteX118" fmla="*/ 3520813 w 4452260"/>
              <a:gd name="connsiteY118" fmla="*/ 0 h 1068867"/>
              <a:gd name="connsiteX119" fmla="*/ 3607623 w 4452260"/>
              <a:gd name="connsiteY119" fmla="*/ 0 h 1068867"/>
              <a:gd name="connsiteX120" fmla="*/ 3608111 w 4452260"/>
              <a:gd name="connsiteY120" fmla="*/ 0 h 1068867"/>
              <a:gd name="connsiteX121" fmla="*/ 3666629 w 4452260"/>
              <a:gd name="connsiteY121" fmla="*/ 0 h 1068867"/>
              <a:gd name="connsiteX122" fmla="*/ 3702124 w 4452260"/>
              <a:gd name="connsiteY122" fmla="*/ 0 h 1068867"/>
              <a:gd name="connsiteX123" fmla="*/ 3720351 w 4452260"/>
              <a:gd name="connsiteY123" fmla="*/ 0 h 1068867"/>
              <a:gd name="connsiteX124" fmla="*/ 3728025 w 4452260"/>
              <a:gd name="connsiteY124" fmla="*/ 0 h 1068867"/>
              <a:gd name="connsiteX125" fmla="*/ 3769748 w 4452260"/>
              <a:gd name="connsiteY125" fmla="*/ 0 h 1068867"/>
              <a:gd name="connsiteX126" fmla="*/ 4098793 w 4452260"/>
              <a:gd name="connsiteY126" fmla="*/ 0 h 1068867"/>
              <a:gd name="connsiteX127" fmla="*/ 4193519 w 4452260"/>
              <a:gd name="connsiteY127" fmla="*/ 54408 h 1068867"/>
              <a:gd name="connsiteX128" fmla="*/ 4439104 w 4452260"/>
              <a:gd name="connsiteY128" fmla="*/ 480025 h 1068867"/>
              <a:gd name="connsiteX129" fmla="*/ 4439104 w 4452260"/>
              <a:gd name="connsiteY129" fmla="*/ 588843 h 1068867"/>
              <a:gd name="connsiteX130" fmla="*/ 4193519 w 4452260"/>
              <a:gd name="connsiteY130" fmla="*/ 1014459 h 1068867"/>
              <a:gd name="connsiteX131" fmla="*/ 4098793 w 4452260"/>
              <a:gd name="connsiteY131" fmla="*/ 1068867 h 1068867"/>
              <a:gd name="connsiteX132" fmla="*/ 3728025 w 4452260"/>
              <a:gd name="connsiteY132" fmla="*/ 1068867 h 1068867"/>
              <a:gd name="connsiteX133" fmla="*/ 3607623 w 4452260"/>
              <a:gd name="connsiteY133" fmla="*/ 1068867 h 1068867"/>
              <a:gd name="connsiteX134" fmla="*/ 3411066 w 4452260"/>
              <a:gd name="connsiteY134" fmla="*/ 1068867 h 1068867"/>
              <a:gd name="connsiteX135" fmla="*/ 3357257 w 4452260"/>
              <a:gd name="connsiteY135" fmla="*/ 1068867 h 1068867"/>
              <a:gd name="connsiteX136" fmla="*/ 3236855 w 4452260"/>
              <a:gd name="connsiteY136" fmla="*/ 1068867 h 1068867"/>
              <a:gd name="connsiteX137" fmla="*/ 3040298 w 4452260"/>
              <a:gd name="connsiteY137" fmla="*/ 1068867 h 1068867"/>
              <a:gd name="connsiteX138" fmla="*/ 3038573 w 4452260"/>
              <a:gd name="connsiteY138" fmla="*/ 1068867 h 1068867"/>
              <a:gd name="connsiteX139" fmla="*/ 2919896 w 4452260"/>
              <a:gd name="connsiteY139" fmla="*/ 1068867 h 1068867"/>
              <a:gd name="connsiteX140" fmla="*/ 2866087 w 4452260"/>
              <a:gd name="connsiteY140" fmla="*/ 1068867 h 1068867"/>
              <a:gd name="connsiteX141" fmla="*/ 2719890 w 4452260"/>
              <a:gd name="connsiteY141" fmla="*/ 1068867 h 1068867"/>
              <a:gd name="connsiteX142" fmla="*/ 2669530 w 4452260"/>
              <a:gd name="connsiteY142" fmla="*/ 1068867 h 1068867"/>
              <a:gd name="connsiteX143" fmla="*/ 2549127 w 4452260"/>
              <a:gd name="connsiteY143" fmla="*/ 1068867 h 1068867"/>
              <a:gd name="connsiteX144" fmla="*/ 2547403 w 4452260"/>
              <a:gd name="connsiteY144" fmla="*/ 1068867 h 1068867"/>
              <a:gd name="connsiteX145" fmla="*/ 2350846 w 4452260"/>
              <a:gd name="connsiteY145" fmla="*/ 1068867 h 1068867"/>
              <a:gd name="connsiteX146" fmla="*/ 2349122 w 4452260"/>
              <a:gd name="connsiteY146" fmla="*/ 1068867 h 1068867"/>
              <a:gd name="connsiteX147" fmla="*/ 2228719 w 4452260"/>
              <a:gd name="connsiteY147" fmla="*/ 1068867 h 1068867"/>
              <a:gd name="connsiteX148" fmla="*/ 2178359 w 4452260"/>
              <a:gd name="connsiteY148" fmla="*/ 1068867 h 1068867"/>
              <a:gd name="connsiteX149" fmla="*/ 2032162 w 4452260"/>
              <a:gd name="connsiteY149" fmla="*/ 1068867 h 1068867"/>
              <a:gd name="connsiteX150" fmla="*/ 1978354 w 4452260"/>
              <a:gd name="connsiteY150" fmla="*/ 1068867 h 1068867"/>
              <a:gd name="connsiteX151" fmla="*/ 1859676 w 4452260"/>
              <a:gd name="connsiteY151" fmla="*/ 1068867 h 1068867"/>
              <a:gd name="connsiteX152" fmla="*/ 1857951 w 4452260"/>
              <a:gd name="connsiteY152" fmla="*/ 1068867 h 1068867"/>
              <a:gd name="connsiteX153" fmla="*/ 1826599 w 4452260"/>
              <a:gd name="connsiteY153" fmla="*/ 1068867 h 1068867"/>
              <a:gd name="connsiteX154" fmla="*/ 1661394 w 4452260"/>
              <a:gd name="connsiteY154" fmla="*/ 1068867 h 1068867"/>
              <a:gd name="connsiteX155" fmla="*/ 1540992 w 4452260"/>
              <a:gd name="connsiteY155" fmla="*/ 1068867 h 1068867"/>
              <a:gd name="connsiteX156" fmla="*/ 1531708 w 4452260"/>
              <a:gd name="connsiteY156" fmla="*/ 1068867 h 1068867"/>
              <a:gd name="connsiteX157" fmla="*/ 1487183 w 4452260"/>
              <a:gd name="connsiteY157" fmla="*/ 1068867 h 1068867"/>
              <a:gd name="connsiteX158" fmla="*/ 1335428 w 4452260"/>
              <a:gd name="connsiteY158" fmla="*/ 1068867 h 1068867"/>
              <a:gd name="connsiteX159" fmla="*/ 1290626 w 4452260"/>
              <a:gd name="connsiteY159" fmla="*/ 1068867 h 1068867"/>
              <a:gd name="connsiteX160" fmla="*/ 1170224 w 4452260"/>
              <a:gd name="connsiteY160" fmla="*/ 1068867 h 1068867"/>
              <a:gd name="connsiteX161" fmla="*/ 1138871 w 4452260"/>
              <a:gd name="connsiteY161" fmla="*/ 1068867 h 1068867"/>
              <a:gd name="connsiteX162" fmla="*/ 1040537 w 4452260"/>
              <a:gd name="connsiteY162" fmla="*/ 1068867 h 1068867"/>
              <a:gd name="connsiteX163" fmla="*/ 843980 w 4452260"/>
              <a:gd name="connsiteY163" fmla="*/ 1068867 h 1068867"/>
              <a:gd name="connsiteX164" fmla="*/ 799455 w 4452260"/>
              <a:gd name="connsiteY164" fmla="*/ 1068867 h 1068867"/>
              <a:gd name="connsiteX165" fmla="*/ 647700 w 4452260"/>
              <a:gd name="connsiteY165" fmla="*/ 1068867 h 1068867"/>
              <a:gd name="connsiteX166" fmla="*/ 352810 w 4452260"/>
              <a:gd name="connsiteY166" fmla="*/ 1068867 h 1068867"/>
              <a:gd name="connsiteX167" fmla="*/ 258084 w 4452260"/>
              <a:gd name="connsiteY167" fmla="*/ 1014459 h 1068867"/>
              <a:gd name="connsiteX168" fmla="*/ 12498 w 4452260"/>
              <a:gd name="connsiteY168" fmla="*/ 588843 h 1068867"/>
              <a:gd name="connsiteX169" fmla="*/ 12498 w 4452260"/>
              <a:gd name="connsiteY169" fmla="*/ 480025 h 1068867"/>
              <a:gd name="connsiteX170" fmla="*/ 258084 w 4452260"/>
              <a:gd name="connsiteY170" fmla="*/ 54408 h 1068867"/>
              <a:gd name="connsiteX171" fmla="*/ 352810 w 4452260"/>
              <a:gd name="connsiteY171" fmla="*/ 0 h 106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452260" h="1068867">
                <a:moveTo>
                  <a:pt x="352810" y="0"/>
                </a:moveTo>
                <a:cubicBezTo>
                  <a:pt x="475602" y="0"/>
                  <a:pt x="567696" y="0"/>
                  <a:pt x="636768" y="0"/>
                </a:cubicBezTo>
                <a:lnTo>
                  <a:pt x="647700" y="0"/>
                </a:lnTo>
                <a:lnTo>
                  <a:pt x="724065" y="0"/>
                </a:lnTo>
                <a:cubicBezTo>
                  <a:pt x="748048" y="0"/>
                  <a:pt x="767235" y="0"/>
                  <a:pt x="782584" y="0"/>
                </a:cubicBezTo>
                <a:lnTo>
                  <a:pt x="799455" y="0"/>
                </a:lnTo>
                <a:lnTo>
                  <a:pt x="809825" y="0"/>
                </a:lnTo>
                <a:lnTo>
                  <a:pt x="818078" y="0"/>
                </a:lnTo>
                <a:cubicBezTo>
                  <a:pt x="843980" y="0"/>
                  <a:pt x="843980" y="0"/>
                  <a:pt x="843980" y="0"/>
                </a:cubicBezTo>
                <a:lnTo>
                  <a:pt x="931658" y="0"/>
                </a:lnTo>
                <a:lnTo>
                  <a:pt x="961580" y="0"/>
                </a:lnTo>
                <a:lnTo>
                  <a:pt x="1000055" y="0"/>
                </a:lnTo>
                <a:lnTo>
                  <a:pt x="1040537" y="0"/>
                </a:lnTo>
                <a:lnTo>
                  <a:pt x="1051453" y="0"/>
                </a:lnTo>
                <a:lnTo>
                  <a:pt x="1083414" y="0"/>
                </a:lnTo>
                <a:lnTo>
                  <a:pt x="1112969" y="0"/>
                </a:lnTo>
                <a:cubicBezTo>
                  <a:pt x="1138871" y="0"/>
                  <a:pt x="1138871" y="0"/>
                  <a:pt x="1138871" y="0"/>
                </a:cubicBezTo>
                <a:lnTo>
                  <a:pt x="1170224" y="0"/>
                </a:lnTo>
                <a:lnTo>
                  <a:pt x="1170711" y="0"/>
                </a:lnTo>
                <a:lnTo>
                  <a:pt x="1202662" y="0"/>
                </a:lnTo>
                <a:lnTo>
                  <a:pt x="1240037" y="0"/>
                </a:lnTo>
                <a:cubicBezTo>
                  <a:pt x="1290626" y="0"/>
                  <a:pt x="1290626" y="0"/>
                  <a:pt x="1290626" y="0"/>
                </a:cubicBezTo>
                <a:lnTo>
                  <a:pt x="1324496" y="0"/>
                </a:lnTo>
                <a:lnTo>
                  <a:pt x="1332348" y="0"/>
                </a:lnTo>
                <a:lnTo>
                  <a:pt x="1335428" y="0"/>
                </a:lnTo>
                <a:lnTo>
                  <a:pt x="1411793" y="0"/>
                </a:lnTo>
                <a:lnTo>
                  <a:pt x="1454182" y="0"/>
                </a:lnTo>
                <a:lnTo>
                  <a:pt x="1470312" y="0"/>
                </a:lnTo>
                <a:lnTo>
                  <a:pt x="1487183" y="0"/>
                </a:lnTo>
                <a:lnTo>
                  <a:pt x="1497552" y="0"/>
                </a:lnTo>
                <a:lnTo>
                  <a:pt x="1505806" y="0"/>
                </a:lnTo>
                <a:lnTo>
                  <a:pt x="1528471" y="0"/>
                </a:lnTo>
                <a:lnTo>
                  <a:pt x="1531708" y="0"/>
                </a:lnTo>
                <a:lnTo>
                  <a:pt x="1540992" y="0"/>
                </a:lnTo>
                <a:lnTo>
                  <a:pt x="1541479" y="0"/>
                </a:lnTo>
                <a:lnTo>
                  <a:pt x="1599998" y="0"/>
                </a:lnTo>
                <a:lnTo>
                  <a:pt x="1619386" y="0"/>
                </a:lnTo>
                <a:lnTo>
                  <a:pt x="1635492" y="0"/>
                </a:lnTo>
                <a:lnTo>
                  <a:pt x="1649308" y="0"/>
                </a:lnTo>
                <a:lnTo>
                  <a:pt x="1653720" y="0"/>
                </a:lnTo>
                <a:lnTo>
                  <a:pt x="1661394" y="0"/>
                </a:lnTo>
                <a:lnTo>
                  <a:pt x="1687782" y="0"/>
                </a:lnTo>
                <a:lnTo>
                  <a:pt x="1703116" y="0"/>
                </a:lnTo>
                <a:lnTo>
                  <a:pt x="1739181" y="0"/>
                </a:lnTo>
                <a:lnTo>
                  <a:pt x="1771141" y="0"/>
                </a:lnTo>
                <a:lnTo>
                  <a:pt x="1800697" y="0"/>
                </a:lnTo>
                <a:lnTo>
                  <a:pt x="1811727" y="0"/>
                </a:lnTo>
                <a:lnTo>
                  <a:pt x="1823361" y="0"/>
                </a:lnTo>
                <a:lnTo>
                  <a:pt x="1826599" y="0"/>
                </a:lnTo>
                <a:lnTo>
                  <a:pt x="1857951" y="0"/>
                </a:lnTo>
                <a:lnTo>
                  <a:pt x="1858439" y="0"/>
                </a:lnTo>
                <a:lnTo>
                  <a:pt x="1859676" y="0"/>
                </a:lnTo>
                <a:lnTo>
                  <a:pt x="1893346" y="0"/>
                </a:lnTo>
                <a:lnTo>
                  <a:pt x="1927765" y="0"/>
                </a:lnTo>
                <a:lnTo>
                  <a:pt x="1963365" y="0"/>
                </a:lnTo>
                <a:lnTo>
                  <a:pt x="1978354" y="0"/>
                </a:lnTo>
                <a:lnTo>
                  <a:pt x="1991032" y="0"/>
                </a:lnTo>
                <a:lnTo>
                  <a:pt x="2020076" y="0"/>
                </a:lnTo>
                <a:lnTo>
                  <a:pt x="2021800" y="0"/>
                </a:lnTo>
                <a:lnTo>
                  <a:pt x="2027021" y="0"/>
                </a:lnTo>
                <a:cubicBezTo>
                  <a:pt x="2032162" y="0"/>
                  <a:pt x="2032162" y="0"/>
                  <a:pt x="2032162" y="0"/>
                </a:cubicBezTo>
                <a:lnTo>
                  <a:pt x="2141909" y="0"/>
                </a:lnTo>
                <a:lnTo>
                  <a:pt x="2143633" y="0"/>
                </a:lnTo>
                <a:lnTo>
                  <a:pt x="2178359" y="0"/>
                </a:lnTo>
                <a:lnTo>
                  <a:pt x="2228719" y="0"/>
                </a:lnTo>
                <a:lnTo>
                  <a:pt x="2229207" y="0"/>
                </a:lnTo>
                <a:lnTo>
                  <a:pt x="2230931" y="0"/>
                </a:lnTo>
                <a:lnTo>
                  <a:pt x="2287725" y="0"/>
                </a:lnTo>
                <a:lnTo>
                  <a:pt x="2289450" y="0"/>
                </a:lnTo>
                <a:lnTo>
                  <a:pt x="2323220" y="0"/>
                </a:lnTo>
                <a:lnTo>
                  <a:pt x="2324944" y="0"/>
                </a:lnTo>
                <a:lnTo>
                  <a:pt x="2340483" y="0"/>
                </a:lnTo>
                <a:lnTo>
                  <a:pt x="2341447" y="0"/>
                </a:lnTo>
                <a:lnTo>
                  <a:pt x="2343172" y="0"/>
                </a:lnTo>
                <a:lnTo>
                  <a:pt x="2349122" y="0"/>
                </a:lnTo>
                <a:lnTo>
                  <a:pt x="2350846" y="0"/>
                </a:lnTo>
                <a:lnTo>
                  <a:pt x="2390844" y="0"/>
                </a:lnTo>
                <a:lnTo>
                  <a:pt x="2462317" y="0"/>
                </a:lnTo>
                <a:lnTo>
                  <a:pt x="2499455" y="0"/>
                </a:lnTo>
                <a:lnTo>
                  <a:pt x="2530713" y="0"/>
                </a:lnTo>
                <a:lnTo>
                  <a:pt x="2547403" y="0"/>
                </a:lnTo>
                <a:lnTo>
                  <a:pt x="2549127" y="0"/>
                </a:lnTo>
                <a:lnTo>
                  <a:pt x="2581074" y="0"/>
                </a:lnTo>
                <a:lnTo>
                  <a:pt x="2582112" y="0"/>
                </a:lnTo>
                <a:cubicBezTo>
                  <a:pt x="2669530" y="0"/>
                  <a:pt x="2669530" y="0"/>
                  <a:pt x="2669530" y="0"/>
                </a:cubicBezTo>
                <a:lnTo>
                  <a:pt x="2678759" y="0"/>
                </a:lnTo>
                <a:lnTo>
                  <a:pt x="2709527" y="0"/>
                </a:lnTo>
                <a:lnTo>
                  <a:pt x="2711252" y="0"/>
                </a:lnTo>
                <a:lnTo>
                  <a:pt x="2714748" y="0"/>
                </a:lnTo>
                <a:lnTo>
                  <a:pt x="2719890" y="0"/>
                </a:lnTo>
                <a:lnTo>
                  <a:pt x="2831360" y="0"/>
                </a:lnTo>
                <a:lnTo>
                  <a:pt x="2833086" y="0"/>
                </a:lnTo>
                <a:lnTo>
                  <a:pt x="2866087" y="0"/>
                </a:lnTo>
                <a:lnTo>
                  <a:pt x="2918659" y="0"/>
                </a:lnTo>
                <a:lnTo>
                  <a:pt x="2919896" y="0"/>
                </a:lnTo>
                <a:lnTo>
                  <a:pt x="2920383" y="0"/>
                </a:lnTo>
                <a:lnTo>
                  <a:pt x="2977177" y="0"/>
                </a:lnTo>
                <a:lnTo>
                  <a:pt x="2978902" y="0"/>
                </a:lnTo>
                <a:lnTo>
                  <a:pt x="3012671" y="0"/>
                </a:lnTo>
                <a:lnTo>
                  <a:pt x="3014397" y="0"/>
                </a:lnTo>
                <a:lnTo>
                  <a:pt x="3028211" y="0"/>
                </a:lnTo>
                <a:lnTo>
                  <a:pt x="3030899" y="0"/>
                </a:lnTo>
                <a:lnTo>
                  <a:pt x="3032624" y="0"/>
                </a:lnTo>
                <a:lnTo>
                  <a:pt x="3038573" y="0"/>
                </a:lnTo>
                <a:lnTo>
                  <a:pt x="3040298" y="0"/>
                </a:lnTo>
                <a:lnTo>
                  <a:pt x="3082021" y="0"/>
                </a:lnTo>
                <a:lnTo>
                  <a:pt x="3150044" y="0"/>
                </a:lnTo>
                <a:lnTo>
                  <a:pt x="3218441" y="0"/>
                </a:lnTo>
                <a:lnTo>
                  <a:pt x="3236855" y="0"/>
                </a:lnTo>
                <a:lnTo>
                  <a:pt x="3269839" y="0"/>
                </a:lnTo>
                <a:lnTo>
                  <a:pt x="3272250" y="0"/>
                </a:lnTo>
                <a:lnTo>
                  <a:pt x="3320378" y="0"/>
                </a:lnTo>
                <a:lnTo>
                  <a:pt x="3346330" y="0"/>
                </a:lnTo>
                <a:lnTo>
                  <a:pt x="3357257" y="0"/>
                </a:lnTo>
                <a:lnTo>
                  <a:pt x="3369936" y="0"/>
                </a:lnTo>
                <a:lnTo>
                  <a:pt x="3398980" y="0"/>
                </a:lnTo>
                <a:lnTo>
                  <a:pt x="3405925" y="0"/>
                </a:lnTo>
                <a:cubicBezTo>
                  <a:pt x="3411066" y="0"/>
                  <a:pt x="3411066" y="0"/>
                  <a:pt x="3411066" y="0"/>
                </a:cubicBezTo>
                <a:lnTo>
                  <a:pt x="3520813" y="0"/>
                </a:lnTo>
                <a:lnTo>
                  <a:pt x="3607623" y="0"/>
                </a:lnTo>
                <a:lnTo>
                  <a:pt x="3608111" y="0"/>
                </a:lnTo>
                <a:lnTo>
                  <a:pt x="3666629" y="0"/>
                </a:lnTo>
                <a:lnTo>
                  <a:pt x="3702124" y="0"/>
                </a:lnTo>
                <a:lnTo>
                  <a:pt x="3720351" y="0"/>
                </a:lnTo>
                <a:lnTo>
                  <a:pt x="3728025" y="0"/>
                </a:lnTo>
                <a:lnTo>
                  <a:pt x="3769748" y="0"/>
                </a:lnTo>
                <a:cubicBezTo>
                  <a:pt x="4098793" y="0"/>
                  <a:pt x="4098793" y="0"/>
                  <a:pt x="4098793" y="0"/>
                </a:cubicBezTo>
                <a:cubicBezTo>
                  <a:pt x="4133877" y="0"/>
                  <a:pt x="4175977" y="24572"/>
                  <a:pt x="4193519" y="54408"/>
                </a:cubicBezTo>
                <a:cubicBezTo>
                  <a:pt x="4439104" y="480025"/>
                  <a:pt x="4439104" y="480025"/>
                  <a:pt x="4439104" y="480025"/>
                </a:cubicBezTo>
                <a:cubicBezTo>
                  <a:pt x="4456646" y="509862"/>
                  <a:pt x="4456646" y="559005"/>
                  <a:pt x="4439104" y="588843"/>
                </a:cubicBezTo>
                <a:cubicBezTo>
                  <a:pt x="4193519" y="1014459"/>
                  <a:pt x="4193519" y="1014459"/>
                  <a:pt x="4193519" y="1014459"/>
                </a:cubicBezTo>
                <a:cubicBezTo>
                  <a:pt x="4175977" y="1044295"/>
                  <a:pt x="4133877" y="1068867"/>
                  <a:pt x="4098793" y="1068867"/>
                </a:cubicBezTo>
                <a:lnTo>
                  <a:pt x="3728025" y="1068867"/>
                </a:lnTo>
                <a:lnTo>
                  <a:pt x="3607623" y="1068867"/>
                </a:lnTo>
                <a:lnTo>
                  <a:pt x="3411066" y="1068867"/>
                </a:lnTo>
                <a:lnTo>
                  <a:pt x="3357257" y="1068867"/>
                </a:lnTo>
                <a:lnTo>
                  <a:pt x="3236855" y="1068867"/>
                </a:lnTo>
                <a:lnTo>
                  <a:pt x="3040298" y="1068867"/>
                </a:lnTo>
                <a:lnTo>
                  <a:pt x="3038573" y="1068867"/>
                </a:lnTo>
                <a:lnTo>
                  <a:pt x="2919896" y="1068867"/>
                </a:lnTo>
                <a:lnTo>
                  <a:pt x="2866087" y="1068867"/>
                </a:lnTo>
                <a:lnTo>
                  <a:pt x="2719890" y="1068867"/>
                </a:lnTo>
                <a:lnTo>
                  <a:pt x="2669530" y="1068867"/>
                </a:lnTo>
                <a:lnTo>
                  <a:pt x="2549127" y="1068867"/>
                </a:lnTo>
                <a:lnTo>
                  <a:pt x="2547403" y="1068867"/>
                </a:lnTo>
                <a:lnTo>
                  <a:pt x="2350846" y="1068867"/>
                </a:lnTo>
                <a:lnTo>
                  <a:pt x="2349122" y="1068867"/>
                </a:lnTo>
                <a:lnTo>
                  <a:pt x="2228719" y="1068867"/>
                </a:lnTo>
                <a:lnTo>
                  <a:pt x="2178359" y="1068867"/>
                </a:lnTo>
                <a:lnTo>
                  <a:pt x="2032162" y="1068867"/>
                </a:lnTo>
                <a:lnTo>
                  <a:pt x="1978354" y="1068867"/>
                </a:lnTo>
                <a:lnTo>
                  <a:pt x="1859676" y="1068867"/>
                </a:lnTo>
                <a:lnTo>
                  <a:pt x="1857951" y="1068867"/>
                </a:lnTo>
                <a:lnTo>
                  <a:pt x="1826599" y="1068867"/>
                </a:lnTo>
                <a:lnTo>
                  <a:pt x="1661394" y="1068867"/>
                </a:lnTo>
                <a:lnTo>
                  <a:pt x="1540992" y="1068867"/>
                </a:lnTo>
                <a:lnTo>
                  <a:pt x="1531708" y="1068867"/>
                </a:lnTo>
                <a:lnTo>
                  <a:pt x="1487183" y="1068867"/>
                </a:lnTo>
                <a:lnTo>
                  <a:pt x="1335428" y="1068867"/>
                </a:lnTo>
                <a:lnTo>
                  <a:pt x="1290626" y="1068867"/>
                </a:lnTo>
                <a:lnTo>
                  <a:pt x="1170224" y="1068867"/>
                </a:lnTo>
                <a:lnTo>
                  <a:pt x="1138871" y="1068867"/>
                </a:lnTo>
                <a:lnTo>
                  <a:pt x="1040537" y="1068867"/>
                </a:lnTo>
                <a:lnTo>
                  <a:pt x="843980" y="1068867"/>
                </a:lnTo>
                <a:lnTo>
                  <a:pt x="799455" y="1068867"/>
                </a:lnTo>
                <a:lnTo>
                  <a:pt x="647700" y="1068867"/>
                </a:lnTo>
                <a:lnTo>
                  <a:pt x="352810" y="1068867"/>
                </a:lnTo>
                <a:cubicBezTo>
                  <a:pt x="318603" y="1068867"/>
                  <a:pt x="275626" y="1044295"/>
                  <a:pt x="258084" y="1014459"/>
                </a:cubicBezTo>
                <a:cubicBezTo>
                  <a:pt x="12498" y="588843"/>
                  <a:pt x="12498" y="588843"/>
                  <a:pt x="12498" y="588843"/>
                </a:cubicBezTo>
                <a:cubicBezTo>
                  <a:pt x="-4166" y="559005"/>
                  <a:pt x="-4166" y="509862"/>
                  <a:pt x="12498" y="480025"/>
                </a:cubicBezTo>
                <a:cubicBezTo>
                  <a:pt x="258084" y="54408"/>
                  <a:pt x="258084" y="54408"/>
                  <a:pt x="258084" y="54408"/>
                </a:cubicBezTo>
                <a:cubicBezTo>
                  <a:pt x="275626" y="24572"/>
                  <a:pt x="318603" y="0"/>
                  <a:pt x="352810" y="0"/>
                </a:cubicBezTo>
                <a:close/>
              </a:path>
            </a:pathLst>
          </a:custGeom>
          <a:gradFill flip="none" rotWithShape="1">
            <a:gsLst>
              <a:gs pos="100000">
                <a:schemeClr val="bg1">
                  <a:lumMod val="95000"/>
                </a:schemeClr>
              </a:gs>
              <a:gs pos="0">
                <a:srgbClr val="D3D3D3"/>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sp>
        <p:nvSpPr>
          <p:cNvPr id="94" name="任意多边形 93"/>
          <p:cNvSpPr/>
          <p:nvPr/>
        </p:nvSpPr>
        <p:spPr bwMode="auto">
          <a:xfrm>
            <a:off x="1855872" y="3440969"/>
            <a:ext cx="3304837" cy="663681"/>
          </a:xfrm>
          <a:custGeom>
            <a:avLst/>
            <a:gdLst>
              <a:gd name="connsiteX0" fmla="*/ 305125 w 4603109"/>
              <a:gd name="connsiteY0" fmla="*/ 0 h 924402"/>
              <a:gd name="connsiteX1" fmla="*/ 432894 w 4603109"/>
              <a:gd name="connsiteY1" fmla="*/ 0 h 924402"/>
              <a:gd name="connsiteX2" fmla="*/ 445336 w 4603109"/>
              <a:gd name="connsiteY2" fmla="*/ 0 h 924402"/>
              <a:gd name="connsiteX3" fmla="*/ 550703 w 4603109"/>
              <a:gd name="connsiteY3" fmla="*/ 0 h 924402"/>
              <a:gd name="connsiteX4" fmla="*/ 560158 w 4603109"/>
              <a:gd name="connsiteY4" fmla="*/ 0 h 924402"/>
              <a:gd name="connsiteX5" fmla="*/ 573105 w 4603109"/>
              <a:gd name="connsiteY5" fmla="*/ 0 h 924402"/>
              <a:gd name="connsiteX6" fmla="*/ 626202 w 4603109"/>
              <a:gd name="connsiteY6" fmla="*/ 0 h 924402"/>
              <a:gd name="connsiteX7" fmla="*/ 676811 w 4603109"/>
              <a:gd name="connsiteY7" fmla="*/ 0 h 924402"/>
              <a:gd name="connsiteX8" fmla="*/ 678472 w 4603109"/>
              <a:gd name="connsiteY8" fmla="*/ 0 h 924402"/>
              <a:gd name="connsiteX9" fmla="*/ 687927 w 4603109"/>
              <a:gd name="connsiteY9" fmla="*/ 0 h 924402"/>
              <a:gd name="connsiteX10" fmla="*/ 691402 w 4603109"/>
              <a:gd name="connsiteY10" fmla="*/ 0 h 924402"/>
              <a:gd name="connsiteX11" fmla="*/ 700371 w 4603109"/>
              <a:gd name="connsiteY11" fmla="*/ 0 h 924402"/>
              <a:gd name="connsiteX12" fmla="*/ 707508 w 4603109"/>
              <a:gd name="connsiteY12" fmla="*/ 0 h 924402"/>
              <a:gd name="connsiteX13" fmla="*/ 729909 w 4603109"/>
              <a:gd name="connsiteY13" fmla="*/ 0 h 924402"/>
              <a:gd name="connsiteX14" fmla="*/ 753971 w 4603109"/>
              <a:gd name="connsiteY14" fmla="*/ 0 h 924402"/>
              <a:gd name="connsiteX15" fmla="*/ 804580 w 4603109"/>
              <a:gd name="connsiteY15" fmla="*/ 0 h 924402"/>
              <a:gd name="connsiteX16" fmla="*/ 805737 w 4603109"/>
              <a:gd name="connsiteY16" fmla="*/ 0 h 924402"/>
              <a:gd name="connsiteX17" fmla="*/ 819171 w 4603109"/>
              <a:gd name="connsiteY17" fmla="*/ 0 h 924402"/>
              <a:gd name="connsiteX18" fmla="*/ 828140 w 4603109"/>
              <a:gd name="connsiteY18" fmla="*/ 0 h 924402"/>
              <a:gd name="connsiteX19" fmla="*/ 831615 w 4603109"/>
              <a:gd name="connsiteY19" fmla="*/ 0 h 924402"/>
              <a:gd name="connsiteX20" fmla="*/ 835277 w 4603109"/>
              <a:gd name="connsiteY20" fmla="*/ 0 h 924402"/>
              <a:gd name="connsiteX21" fmla="*/ 857678 w 4603109"/>
              <a:gd name="connsiteY21" fmla="*/ 0 h 924402"/>
              <a:gd name="connsiteX22" fmla="*/ 864889 w 4603109"/>
              <a:gd name="connsiteY22" fmla="*/ 0 h 924402"/>
              <a:gd name="connsiteX23" fmla="*/ 899900 w 4603109"/>
              <a:gd name="connsiteY23" fmla="*/ 0 h 924402"/>
              <a:gd name="connsiteX24" fmla="*/ 909341 w 4603109"/>
              <a:gd name="connsiteY24" fmla="*/ 0 h 924402"/>
              <a:gd name="connsiteX25" fmla="*/ 929965 w 4603109"/>
              <a:gd name="connsiteY25" fmla="*/ 0 h 924402"/>
              <a:gd name="connsiteX26" fmla="*/ 933506 w 4603109"/>
              <a:gd name="connsiteY26" fmla="*/ 0 h 924402"/>
              <a:gd name="connsiteX27" fmla="*/ 936982 w 4603109"/>
              <a:gd name="connsiteY27" fmla="*/ 0 h 924402"/>
              <a:gd name="connsiteX28" fmla="*/ 959384 w 4603109"/>
              <a:gd name="connsiteY28" fmla="*/ 0 h 924402"/>
              <a:gd name="connsiteX29" fmla="*/ 962542 w 4603109"/>
              <a:gd name="connsiteY29" fmla="*/ 0 h 924402"/>
              <a:gd name="connsiteX30" fmla="*/ 984943 w 4603109"/>
              <a:gd name="connsiteY30" fmla="*/ 0 h 924402"/>
              <a:gd name="connsiteX31" fmla="*/ 992658 w 4603109"/>
              <a:gd name="connsiteY31" fmla="*/ 0 h 924402"/>
              <a:gd name="connsiteX32" fmla="*/ 1012059 w 4603109"/>
              <a:gd name="connsiteY32" fmla="*/ 0 h 924402"/>
              <a:gd name="connsiteX33" fmla="*/ 1012480 w 4603109"/>
              <a:gd name="connsiteY33" fmla="*/ 0 h 924402"/>
              <a:gd name="connsiteX34" fmla="*/ 1027669 w 4603109"/>
              <a:gd name="connsiteY34" fmla="*/ 0 h 924402"/>
              <a:gd name="connsiteX35" fmla="*/ 1037110 w 4603109"/>
              <a:gd name="connsiteY35" fmla="*/ 0 h 924402"/>
              <a:gd name="connsiteX36" fmla="*/ 1040112 w 4603109"/>
              <a:gd name="connsiteY36" fmla="*/ 0 h 924402"/>
              <a:gd name="connsiteX37" fmla="*/ 1057734 w 4603109"/>
              <a:gd name="connsiteY37" fmla="*/ 0 h 924402"/>
              <a:gd name="connsiteX38" fmla="*/ 1064751 w 4603109"/>
              <a:gd name="connsiteY38" fmla="*/ 0 h 924402"/>
              <a:gd name="connsiteX39" fmla="*/ 1070177 w 4603109"/>
              <a:gd name="connsiteY39" fmla="*/ 0 h 924402"/>
              <a:gd name="connsiteX40" fmla="*/ 1072436 w 4603109"/>
              <a:gd name="connsiteY40" fmla="*/ 0 h 924402"/>
              <a:gd name="connsiteX41" fmla="*/ 1090311 w 4603109"/>
              <a:gd name="connsiteY41" fmla="*/ 0 h 924402"/>
              <a:gd name="connsiteX42" fmla="*/ 1110718 w 4603109"/>
              <a:gd name="connsiteY42" fmla="*/ 0 h 924402"/>
              <a:gd name="connsiteX43" fmla="*/ 1112712 w 4603109"/>
              <a:gd name="connsiteY43" fmla="*/ 0 h 924402"/>
              <a:gd name="connsiteX44" fmla="*/ 1116187 w 4603109"/>
              <a:gd name="connsiteY44" fmla="*/ 0 h 924402"/>
              <a:gd name="connsiteX45" fmla="*/ 1139828 w 4603109"/>
              <a:gd name="connsiteY45" fmla="*/ 0 h 924402"/>
              <a:gd name="connsiteX46" fmla="*/ 1140249 w 4603109"/>
              <a:gd name="connsiteY46" fmla="*/ 0 h 924402"/>
              <a:gd name="connsiteX47" fmla="*/ 1145480 w 4603109"/>
              <a:gd name="connsiteY47" fmla="*/ 0 h 924402"/>
              <a:gd name="connsiteX48" fmla="*/ 1152270 w 4603109"/>
              <a:gd name="connsiteY48" fmla="*/ 0 h 924402"/>
              <a:gd name="connsiteX49" fmla="*/ 1154934 w 4603109"/>
              <a:gd name="connsiteY49" fmla="*/ 0 h 924402"/>
              <a:gd name="connsiteX50" fmla="*/ 1167881 w 4603109"/>
              <a:gd name="connsiteY50" fmla="*/ 0 h 924402"/>
              <a:gd name="connsiteX51" fmla="*/ 1175544 w 4603109"/>
              <a:gd name="connsiteY51" fmla="*/ 0 h 924402"/>
              <a:gd name="connsiteX52" fmla="*/ 1184998 w 4603109"/>
              <a:gd name="connsiteY52" fmla="*/ 0 h 924402"/>
              <a:gd name="connsiteX53" fmla="*/ 1197946 w 4603109"/>
              <a:gd name="connsiteY53" fmla="*/ 0 h 924402"/>
              <a:gd name="connsiteX54" fmla="*/ 1200205 w 4603109"/>
              <a:gd name="connsiteY54" fmla="*/ 0 h 924402"/>
              <a:gd name="connsiteX55" fmla="*/ 1220978 w 4603109"/>
              <a:gd name="connsiteY55" fmla="*/ 0 h 924402"/>
              <a:gd name="connsiteX56" fmla="*/ 1238487 w 4603109"/>
              <a:gd name="connsiteY56" fmla="*/ 0 h 924402"/>
              <a:gd name="connsiteX57" fmla="*/ 1243956 w 4603109"/>
              <a:gd name="connsiteY57" fmla="*/ 0 h 924402"/>
              <a:gd name="connsiteX58" fmla="*/ 1251042 w 4603109"/>
              <a:gd name="connsiteY58" fmla="*/ 0 h 924402"/>
              <a:gd name="connsiteX59" fmla="*/ 1257637 w 4603109"/>
              <a:gd name="connsiteY59" fmla="*/ 0 h 924402"/>
              <a:gd name="connsiteX60" fmla="*/ 1271587 w 4603109"/>
              <a:gd name="connsiteY60" fmla="*/ 0 h 924402"/>
              <a:gd name="connsiteX61" fmla="*/ 1273249 w 4603109"/>
              <a:gd name="connsiteY61" fmla="*/ 0 h 924402"/>
              <a:gd name="connsiteX62" fmla="*/ 1280039 w 4603109"/>
              <a:gd name="connsiteY62" fmla="*/ 0 h 924402"/>
              <a:gd name="connsiteX63" fmla="*/ 1282703 w 4603109"/>
              <a:gd name="connsiteY63" fmla="*/ 0 h 924402"/>
              <a:gd name="connsiteX64" fmla="*/ 1286178 w 4603109"/>
              <a:gd name="connsiteY64" fmla="*/ 0 h 924402"/>
              <a:gd name="connsiteX65" fmla="*/ 1295146 w 4603109"/>
              <a:gd name="connsiteY65" fmla="*/ 0 h 924402"/>
              <a:gd name="connsiteX66" fmla="*/ 1301651 w 4603109"/>
              <a:gd name="connsiteY66" fmla="*/ 0 h 924402"/>
              <a:gd name="connsiteX67" fmla="*/ 1302284 w 4603109"/>
              <a:gd name="connsiteY67" fmla="*/ 0 h 924402"/>
              <a:gd name="connsiteX68" fmla="*/ 1303313 w 4603109"/>
              <a:gd name="connsiteY68" fmla="*/ 0 h 924402"/>
              <a:gd name="connsiteX69" fmla="*/ 1312767 w 4603109"/>
              <a:gd name="connsiteY69" fmla="*/ 0 h 924402"/>
              <a:gd name="connsiteX70" fmla="*/ 1316242 w 4603109"/>
              <a:gd name="connsiteY70" fmla="*/ 0 h 924402"/>
              <a:gd name="connsiteX71" fmla="*/ 1321886 w 4603109"/>
              <a:gd name="connsiteY71" fmla="*/ 0 h 924402"/>
              <a:gd name="connsiteX72" fmla="*/ 1324685 w 4603109"/>
              <a:gd name="connsiteY72" fmla="*/ 0 h 924402"/>
              <a:gd name="connsiteX73" fmla="*/ 1325211 w 4603109"/>
              <a:gd name="connsiteY73" fmla="*/ 0 h 924402"/>
              <a:gd name="connsiteX74" fmla="*/ 1332348 w 4603109"/>
              <a:gd name="connsiteY74" fmla="*/ 0 h 924402"/>
              <a:gd name="connsiteX75" fmla="*/ 1332714 w 4603109"/>
              <a:gd name="connsiteY75" fmla="*/ 0 h 924402"/>
              <a:gd name="connsiteX76" fmla="*/ 1333135 w 4603109"/>
              <a:gd name="connsiteY76" fmla="*/ 0 h 924402"/>
              <a:gd name="connsiteX77" fmla="*/ 1348747 w 4603109"/>
              <a:gd name="connsiteY77" fmla="*/ 0 h 924402"/>
              <a:gd name="connsiteX78" fmla="*/ 1354749 w 4603109"/>
              <a:gd name="connsiteY78" fmla="*/ 0 h 924402"/>
              <a:gd name="connsiteX79" fmla="*/ 1378811 w 4603109"/>
              <a:gd name="connsiteY79" fmla="*/ 0 h 924402"/>
              <a:gd name="connsiteX80" fmla="*/ 1383745 w 4603109"/>
              <a:gd name="connsiteY80" fmla="*/ 0 h 924402"/>
              <a:gd name="connsiteX81" fmla="*/ 1385406 w 4603109"/>
              <a:gd name="connsiteY81" fmla="*/ 0 h 924402"/>
              <a:gd name="connsiteX82" fmla="*/ 1399356 w 4603109"/>
              <a:gd name="connsiteY82" fmla="*/ 0 h 924402"/>
              <a:gd name="connsiteX83" fmla="*/ 1400513 w 4603109"/>
              <a:gd name="connsiteY83" fmla="*/ 0 h 924402"/>
              <a:gd name="connsiteX84" fmla="*/ 1413947 w 4603109"/>
              <a:gd name="connsiteY84" fmla="*/ 0 h 924402"/>
              <a:gd name="connsiteX85" fmla="*/ 1414442 w 4603109"/>
              <a:gd name="connsiteY85" fmla="*/ 0 h 924402"/>
              <a:gd name="connsiteX86" fmla="*/ 1422915 w 4603109"/>
              <a:gd name="connsiteY86" fmla="*/ 0 h 924402"/>
              <a:gd name="connsiteX87" fmla="*/ 1426390 w 4603109"/>
              <a:gd name="connsiteY87" fmla="*/ 0 h 924402"/>
              <a:gd name="connsiteX88" fmla="*/ 1429420 w 4603109"/>
              <a:gd name="connsiteY88" fmla="*/ 0 h 924402"/>
              <a:gd name="connsiteX89" fmla="*/ 1430053 w 4603109"/>
              <a:gd name="connsiteY89" fmla="*/ 0 h 924402"/>
              <a:gd name="connsiteX90" fmla="*/ 1430206 w 4603109"/>
              <a:gd name="connsiteY90" fmla="*/ 0 h 924402"/>
              <a:gd name="connsiteX91" fmla="*/ 1430577 w 4603109"/>
              <a:gd name="connsiteY91" fmla="*/ 0 h 924402"/>
              <a:gd name="connsiteX92" fmla="*/ 1436843 w 4603109"/>
              <a:gd name="connsiteY92" fmla="*/ 0 h 924402"/>
              <a:gd name="connsiteX93" fmla="*/ 1444011 w 4603109"/>
              <a:gd name="connsiteY93" fmla="*/ 0 h 924402"/>
              <a:gd name="connsiteX94" fmla="*/ 1449655 w 4603109"/>
              <a:gd name="connsiteY94" fmla="*/ 0 h 924402"/>
              <a:gd name="connsiteX95" fmla="*/ 1452454 w 4603109"/>
              <a:gd name="connsiteY95" fmla="*/ 0 h 924402"/>
              <a:gd name="connsiteX96" fmla="*/ 1452980 w 4603109"/>
              <a:gd name="connsiteY96" fmla="*/ 0 h 924402"/>
              <a:gd name="connsiteX97" fmla="*/ 1456455 w 4603109"/>
              <a:gd name="connsiteY97" fmla="*/ 0 h 924402"/>
              <a:gd name="connsiteX98" fmla="*/ 1459664 w 4603109"/>
              <a:gd name="connsiteY98" fmla="*/ 0 h 924402"/>
              <a:gd name="connsiteX99" fmla="*/ 1460117 w 4603109"/>
              <a:gd name="connsiteY99" fmla="*/ 0 h 924402"/>
              <a:gd name="connsiteX100" fmla="*/ 1460483 w 4603109"/>
              <a:gd name="connsiteY100" fmla="*/ 0 h 924402"/>
              <a:gd name="connsiteX101" fmla="*/ 1460904 w 4603109"/>
              <a:gd name="connsiteY101" fmla="*/ 0 h 924402"/>
              <a:gd name="connsiteX102" fmla="*/ 1472926 w 4603109"/>
              <a:gd name="connsiteY102" fmla="*/ 0 h 924402"/>
              <a:gd name="connsiteX103" fmla="*/ 1482518 w 4603109"/>
              <a:gd name="connsiteY103" fmla="*/ 0 h 924402"/>
              <a:gd name="connsiteX104" fmla="*/ 1489729 w 4603109"/>
              <a:gd name="connsiteY104" fmla="*/ 0 h 924402"/>
              <a:gd name="connsiteX105" fmla="*/ 1504116 w 4603109"/>
              <a:gd name="connsiteY105" fmla="*/ 0 h 924402"/>
              <a:gd name="connsiteX106" fmla="*/ 1511514 w 4603109"/>
              <a:gd name="connsiteY106" fmla="*/ 0 h 924402"/>
              <a:gd name="connsiteX107" fmla="*/ 1524740 w 4603109"/>
              <a:gd name="connsiteY107" fmla="*/ 0 h 924402"/>
              <a:gd name="connsiteX108" fmla="*/ 1528282 w 4603109"/>
              <a:gd name="connsiteY108" fmla="*/ 0 h 924402"/>
              <a:gd name="connsiteX109" fmla="*/ 1531757 w 4603109"/>
              <a:gd name="connsiteY109" fmla="*/ 0 h 924402"/>
              <a:gd name="connsiteX110" fmla="*/ 1534181 w 4603109"/>
              <a:gd name="connsiteY110" fmla="*/ 0 h 924402"/>
              <a:gd name="connsiteX111" fmla="*/ 1542211 w 4603109"/>
              <a:gd name="connsiteY111" fmla="*/ 0 h 924402"/>
              <a:gd name="connsiteX112" fmla="*/ 1554159 w 4603109"/>
              <a:gd name="connsiteY112" fmla="*/ 0 h 924402"/>
              <a:gd name="connsiteX113" fmla="*/ 1557318 w 4603109"/>
              <a:gd name="connsiteY113" fmla="*/ 0 h 924402"/>
              <a:gd name="connsiteX114" fmla="*/ 1557975 w 4603109"/>
              <a:gd name="connsiteY114" fmla="*/ 0 h 924402"/>
              <a:gd name="connsiteX115" fmla="*/ 1558346 w 4603109"/>
              <a:gd name="connsiteY115" fmla="*/ 0 h 924402"/>
              <a:gd name="connsiteX116" fmla="*/ 1561822 w 4603109"/>
              <a:gd name="connsiteY116" fmla="*/ 0 h 924402"/>
              <a:gd name="connsiteX117" fmla="*/ 1564612 w 4603109"/>
              <a:gd name="connsiteY117" fmla="*/ 0 h 924402"/>
              <a:gd name="connsiteX118" fmla="*/ 1566857 w 4603109"/>
              <a:gd name="connsiteY118" fmla="*/ 0 h 924402"/>
              <a:gd name="connsiteX119" fmla="*/ 1576919 w 4603109"/>
              <a:gd name="connsiteY119" fmla="*/ 0 h 924402"/>
              <a:gd name="connsiteX120" fmla="*/ 1579719 w 4603109"/>
              <a:gd name="connsiteY120" fmla="*/ 0 h 924402"/>
              <a:gd name="connsiteX121" fmla="*/ 1584224 w 4603109"/>
              <a:gd name="connsiteY121" fmla="*/ 0 h 924402"/>
              <a:gd name="connsiteX122" fmla="*/ 1587382 w 4603109"/>
              <a:gd name="connsiteY122" fmla="*/ 0 h 924402"/>
              <a:gd name="connsiteX123" fmla="*/ 1587433 w 4603109"/>
              <a:gd name="connsiteY123" fmla="*/ 0 h 924402"/>
              <a:gd name="connsiteX124" fmla="*/ 1600695 w 4603109"/>
              <a:gd name="connsiteY124" fmla="*/ 0 h 924402"/>
              <a:gd name="connsiteX125" fmla="*/ 1606834 w 4603109"/>
              <a:gd name="connsiteY125" fmla="*/ 0 h 924402"/>
              <a:gd name="connsiteX126" fmla="*/ 1607256 w 4603109"/>
              <a:gd name="connsiteY126" fmla="*/ 0 h 924402"/>
              <a:gd name="connsiteX127" fmla="*/ 1608325 w 4603109"/>
              <a:gd name="connsiteY127" fmla="*/ 0 h 924402"/>
              <a:gd name="connsiteX128" fmla="*/ 1609783 w 4603109"/>
              <a:gd name="connsiteY128" fmla="*/ 0 h 924402"/>
              <a:gd name="connsiteX129" fmla="*/ 1617498 w 4603109"/>
              <a:gd name="connsiteY129" fmla="*/ 0 h 924402"/>
              <a:gd name="connsiteX130" fmla="*/ 1631885 w 4603109"/>
              <a:gd name="connsiteY130" fmla="*/ 0 h 924402"/>
              <a:gd name="connsiteX131" fmla="*/ 1636899 w 4603109"/>
              <a:gd name="connsiteY131" fmla="*/ 0 h 924402"/>
              <a:gd name="connsiteX132" fmla="*/ 1637320 w 4603109"/>
              <a:gd name="connsiteY132" fmla="*/ 0 h 924402"/>
              <a:gd name="connsiteX133" fmla="*/ 1637445 w 4603109"/>
              <a:gd name="connsiteY133" fmla="*/ 0 h 924402"/>
              <a:gd name="connsiteX134" fmla="*/ 1652509 w 4603109"/>
              <a:gd name="connsiteY134" fmla="*/ 0 h 924402"/>
              <a:gd name="connsiteX135" fmla="*/ 1659526 w 4603109"/>
              <a:gd name="connsiteY135" fmla="*/ 0 h 924402"/>
              <a:gd name="connsiteX136" fmla="*/ 1661950 w 4603109"/>
              <a:gd name="connsiteY136" fmla="*/ 0 h 924402"/>
              <a:gd name="connsiteX137" fmla="*/ 1664952 w 4603109"/>
              <a:gd name="connsiteY137" fmla="*/ 0 h 924402"/>
              <a:gd name="connsiteX138" fmla="*/ 1667212 w 4603109"/>
              <a:gd name="connsiteY138" fmla="*/ 0 h 924402"/>
              <a:gd name="connsiteX139" fmla="*/ 1685087 w 4603109"/>
              <a:gd name="connsiteY139" fmla="*/ 0 h 924402"/>
              <a:gd name="connsiteX140" fmla="*/ 1689591 w 4603109"/>
              <a:gd name="connsiteY140" fmla="*/ 0 h 924402"/>
              <a:gd name="connsiteX141" fmla="*/ 1694626 w 4603109"/>
              <a:gd name="connsiteY141" fmla="*/ 0 h 924402"/>
              <a:gd name="connsiteX142" fmla="*/ 1697276 w 4603109"/>
              <a:gd name="connsiteY142" fmla="*/ 0 h 924402"/>
              <a:gd name="connsiteX143" fmla="*/ 1698000 w 4603109"/>
              <a:gd name="connsiteY143" fmla="*/ 0 h 924402"/>
              <a:gd name="connsiteX144" fmla="*/ 1704688 w 4603109"/>
              <a:gd name="connsiteY144" fmla="*/ 0 h 924402"/>
              <a:gd name="connsiteX145" fmla="*/ 1707488 w 4603109"/>
              <a:gd name="connsiteY145" fmla="*/ 0 h 924402"/>
              <a:gd name="connsiteX146" fmla="*/ 1710963 w 4603109"/>
              <a:gd name="connsiteY146" fmla="*/ 0 h 924402"/>
              <a:gd name="connsiteX147" fmla="*/ 1715151 w 4603109"/>
              <a:gd name="connsiteY147" fmla="*/ 0 h 924402"/>
              <a:gd name="connsiteX148" fmla="*/ 1721928 w 4603109"/>
              <a:gd name="connsiteY148" fmla="*/ 0 h 924402"/>
              <a:gd name="connsiteX149" fmla="*/ 1734603 w 4603109"/>
              <a:gd name="connsiteY149" fmla="*/ 0 h 924402"/>
              <a:gd name="connsiteX150" fmla="*/ 1735025 w 4603109"/>
              <a:gd name="connsiteY150" fmla="*/ 0 h 924402"/>
              <a:gd name="connsiteX151" fmla="*/ 1735558 w 4603109"/>
              <a:gd name="connsiteY151" fmla="*/ 0 h 924402"/>
              <a:gd name="connsiteX152" fmla="*/ 1736094 w 4603109"/>
              <a:gd name="connsiteY152" fmla="*/ 0 h 924402"/>
              <a:gd name="connsiteX153" fmla="*/ 1737552 w 4603109"/>
              <a:gd name="connsiteY153" fmla="*/ 0 h 924402"/>
              <a:gd name="connsiteX154" fmla="*/ 1741027 w 4603109"/>
              <a:gd name="connsiteY154" fmla="*/ 0 h 924402"/>
              <a:gd name="connsiteX155" fmla="*/ 1747046 w 4603109"/>
              <a:gd name="connsiteY155" fmla="*/ 0 h 924402"/>
              <a:gd name="connsiteX156" fmla="*/ 1748537 w 4603109"/>
              <a:gd name="connsiteY156" fmla="*/ 0 h 924402"/>
              <a:gd name="connsiteX157" fmla="*/ 1753052 w 4603109"/>
              <a:gd name="connsiteY157" fmla="*/ 0 h 924402"/>
              <a:gd name="connsiteX158" fmla="*/ 1757499 w 4603109"/>
              <a:gd name="connsiteY158" fmla="*/ 0 h 924402"/>
              <a:gd name="connsiteX159" fmla="*/ 1764668 w 4603109"/>
              <a:gd name="connsiteY159" fmla="*/ 0 h 924402"/>
              <a:gd name="connsiteX160" fmla="*/ 1765089 w 4603109"/>
              <a:gd name="connsiteY160" fmla="*/ 0 h 924402"/>
              <a:gd name="connsiteX161" fmla="*/ 1765214 w 4603109"/>
              <a:gd name="connsiteY161" fmla="*/ 0 h 924402"/>
              <a:gd name="connsiteX162" fmla="*/ 1770320 w 4603109"/>
              <a:gd name="connsiteY162" fmla="*/ 0 h 924402"/>
              <a:gd name="connsiteX163" fmla="*/ 1777110 w 4603109"/>
              <a:gd name="connsiteY163" fmla="*/ 0 h 924402"/>
              <a:gd name="connsiteX164" fmla="*/ 1779774 w 4603109"/>
              <a:gd name="connsiteY164" fmla="*/ 0 h 924402"/>
              <a:gd name="connsiteX165" fmla="*/ 1792721 w 4603109"/>
              <a:gd name="connsiteY165" fmla="*/ 0 h 924402"/>
              <a:gd name="connsiteX166" fmla="*/ 1794981 w 4603109"/>
              <a:gd name="connsiteY166" fmla="*/ 0 h 924402"/>
              <a:gd name="connsiteX167" fmla="*/ 1825045 w 4603109"/>
              <a:gd name="connsiteY167" fmla="*/ 0 h 924402"/>
              <a:gd name="connsiteX168" fmla="*/ 1825769 w 4603109"/>
              <a:gd name="connsiteY168" fmla="*/ 0 h 924402"/>
              <a:gd name="connsiteX169" fmla="*/ 1838732 w 4603109"/>
              <a:gd name="connsiteY169" fmla="*/ 0 h 924402"/>
              <a:gd name="connsiteX170" fmla="*/ 1845818 w 4603109"/>
              <a:gd name="connsiteY170" fmla="*/ 0 h 924402"/>
              <a:gd name="connsiteX171" fmla="*/ 1849697 w 4603109"/>
              <a:gd name="connsiteY171" fmla="*/ 0 h 924402"/>
              <a:gd name="connsiteX172" fmla="*/ 1852412 w 4603109"/>
              <a:gd name="connsiteY172" fmla="*/ 0 h 924402"/>
              <a:gd name="connsiteX173" fmla="*/ 1853903 w 4603109"/>
              <a:gd name="connsiteY173" fmla="*/ 0 h 924402"/>
              <a:gd name="connsiteX174" fmla="*/ 1863327 w 4603109"/>
              <a:gd name="connsiteY174" fmla="*/ 0 h 924402"/>
              <a:gd name="connsiteX175" fmla="*/ 1868796 w 4603109"/>
              <a:gd name="connsiteY175" fmla="*/ 0 h 924402"/>
              <a:gd name="connsiteX176" fmla="*/ 1874815 w 4603109"/>
              <a:gd name="connsiteY176" fmla="*/ 0 h 924402"/>
              <a:gd name="connsiteX177" fmla="*/ 1876306 w 4603109"/>
              <a:gd name="connsiteY177" fmla="*/ 0 h 924402"/>
              <a:gd name="connsiteX178" fmla="*/ 1880821 w 4603109"/>
              <a:gd name="connsiteY178" fmla="*/ 0 h 924402"/>
              <a:gd name="connsiteX179" fmla="*/ 1882477 w 4603109"/>
              <a:gd name="connsiteY179" fmla="*/ 0 h 924402"/>
              <a:gd name="connsiteX180" fmla="*/ 1883936 w 4603109"/>
              <a:gd name="connsiteY180" fmla="*/ 0 h 924402"/>
              <a:gd name="connsiteX181" fmla="*/ 1885268 w 4603109"/>
              <a:gd name="connsiteY181" fmla="*/ 0 h 924402"/>
              <a:gd name="connsiteX182" fmla="*/ 1896427 w 4603109"/>
              <a:gd name="connsiteY182" fmla="*/ 0 h 924402"/>
              <a:gd name="connsiteX183" fmla="*/ 1898089 w 4603109"/>
              <a:gd name="connsiteY183" fmla="*/ 0 h 924402"/>
              <a:gd name="connsiteX184" fmla="*/ 1904879 w 4603109"/>
              <a:gd name="connsiteY184" fmla="*/ 0 h 924402"/>
              <a:gd name="connsiteX185" fmla="*/ 1907543 w 4603109"/>
              <a:gd name="connsiteY185" fmla="*/ 0 h 924402"/>
              <a:gd name="connsiteX186" fmla="*/ 1911018 w 4603109"/>
              <a:gd name="connsiteY186" fmla="*/ 0 h 924402"/>
              <a:gd name="connsiteX187" fmla="*/ 1919986 w 4603109"/>
              <a:gd name="connsiteY187" fmla="*/ 0 h 924402"/>
              <a:gd name="connsiteX188" fmla="*/ 1927124 w 4603109"/>
              <a:gd name="connsiteY188" fmla="*/ 0 h 924402"/>
              <a:gd name="connsiteX189" fmla="*/ 1927489 w 4603109"/>
              <a:gd name="connsiteY189" fmla="*/ 0 h 924402"/>
              <a:gd name="connsiteX190" fmla="*/ 1927911 w 4603109"/>
              <a:gd name="connsiteY190" fmla="*/ 0 h 924402"/>
              <a:gd name="connsiteX191" fmla="*/ 1929402 w 4603109"/>
              <a:gd name="connsiteY191" fmla="*/ 0 h 924402"/>
              <a:gd name="connsiteX192" fmla="*/ 1946726 w 4603109"/>
              <a:gd name="connsiteY192" fmla="*/ 0 h 924402"/>
              <a:gd name="connsiteX193" fmla="*/ 1949525 w 4603109"/>
              <a:gd name="connsiteY193" fmla="*/ 0 h 924402"/>
              <a:gd name="connsiteX194" fmla="*/ 1957554 w 4603109"/>
              <a:gd name="connsiteY194" fmla="*/ 0 h 924402"/>
              <a:gd name="connsiteX195" fmla="*/ 1957975 w 4603109"/>
              <a:gd name="connsiteY195" fmla="*/ 0 h 924402"/>
              <a:gd name="connsiteX196" fmla="*/ 1973587 w 4603109"/>
              <a:gd name="connsiteY196" fmla="*/ 0 h 924402"/>
              <a:gd name="connsiteX197" fmla="*/ 1978520 w 4603109"/>
              <a:gd name="connsiteY197" fmla="*/ 0 h 924402"/>
              <a:gd name="connsiteX198" fmla="*/ 1980012 w 4603109"/>
              <a:gd name="connsiteY198" fmla="*/ 0 h 924402"/>
              <a:gd name="connsiteX199" fmla="*/ 1980181 w 4603109"/>
              <a:gd name="connsiteY199" fmla="*/ 0 h 924402"/>
              <a:gd name="connsiteX200" fmla="*/ 1981672 w 4603109"/>
              <a:gd name="connsiteY200" fmla="*/ 0 h 924402"/>
              <a:gd name="connsiteX201" fmla="*/ 2008585 w 4603109"/>
              <a:gd name="connsiteY201" fmla="*/ 0 h 924402"/>
              <a:gd name="connsiteX202" fmla="*/ 2009218 w 4603109"/>
              <a:gd name="connsiteY202" fmla="*/ 0 h 924402"/>
              <a:gd name="connsiteX203" fmla="*/ 2010246 w 4603109"/>
              <a:gd name="connsiteY203" fmla="*/ 0 h 924402"/>
              <a:gd name="connsiteX204" fmla="*/ 2010709 w 4603109"/>
              <a:gd name="connsiteY204" fmla="*/ 0 h 924402"/>
              <a:gd name="connsiteX205" fmla="*/ 2011705 w 4603109"/>
              <a:gd name="connsiteY205" fmla="*/ 0 h 924402"/>
              <a:gd name="connsiteX206" fmla="*/ 2024147 w 4603109"/>
              <a:gd name="connsiteY206" fmla="*/ 0 h 924402"/>
              <a:gd name="connsiteX207" fmla="*/ 2024196 w 4603109"/>
              <a:gd name="connsiteY207" fmla="*/ 0 h 924402"/>
              <a:gd name="connsiteX208" fmla="*/ 2024981 w 4603109"/>
              <a:gd name="connsiteY208" fmla="*/ 0 h 924402"/>
              <a:gd name="connsiteX209" fmla="*/ 2025353 w 4603109"/>
              <a:gd name="connsiteY209" fmla="*/ 0 h 924402"/>
              <a:gd name="connsiteX210" fmla="*/ 2026473 w 4603109"/>
              <a:gd name="connsiteY210" fmla="*/ 0 h 924402"/>
              <a:gd name="connsiteX211" fmla="*/ 2031619 w 4603109"/>
              <a:gd name="connsiteY211" fmla="*/ 0 h 924402"/>
              <a:gd name="connsiteX212" fmla="*/ 2033110 w 4603109"/>
              <a:gd name="connsiteY212" fmla="*/ 0 h 924402"/>
              <a:gd name="connsiteX213" fmla="*/ 2038787 w 4603109"/>
              <a:gd name="connsiteY213" fmla="*/ 0 h 924402"/>
              <a:gd name="connsiteX214" fmla="*/ 2039282 w 4603109"/>
              <a:gd name="connsiteY214" fmla="*/ 0 h 924402"/>
              <a:gd name="connsiteX215" fmla="*/ 2047755 w 4603109"/>
              <a:gd name="connsiteY215" fmla="*/ 0 h 924402"/>
              <a:gd name="connsiteX216" fmla="*/ 2051230 w 4603109"/>
              <a:gd name="connsiteY216" fmla="*/ 0 h 924402"/>
              <a:gd name="connsiteX217" fmla="*/ 2054893 w 4603109"/>
              <a:gd name="connsiteY217" fmla="*/ 0 h 924402"/>
              <a:gd name="connsiteX218" fmla="*/ 2055046 w 4603109"/>
              <a:gd name="connsiteY218" fmla="*/ 0 h 924402"/>
              <a:gd name="connsiteX219" fmla="*/ 2055258 w 4603109"/>
              <a:gd name="connsiteY219" fmla="*/ 0 h 924402"/>
              <a:gd name="connsiteX220" fmla="*/ 2055680 w 4603109"/>
              <a:gd name="connsiteY220" fmla="*/ 0 h 924402"/>
              <a:gd name="connsiteX221" fmla="*/ 2057171 w 4603109"/>
              <a:gd name="connsiteY221" fmla="*/ 0 h 924402"/>
              <a:gd name="connsiteX222" fmla="*/ 2061683 w 4603109"/>
              <a:gd name="connsiteY222" fmla="*/ 0 h 924402"/>
              <a:gd name="connsiteX223" fmla="*/ 2067702 w 4603109"/>
              <a:gd name="connsiteY223" fmla="*/ 0 h 924402"/>
              <a:gd name="connsiteX224" fmla="*/ 2074495 w 4603109"/>
              <a:gd name="connsiteY224" fmla="*/ 0 h 924402"/>
              <a:gd name="connsiteX225" fmla="*/ 2077294 w 4603109"/>
              <a:gd name="connsiteY225" fmla="*/ 0 h 924402"/>
              <a:gd name="connsiteX226" fmla="*/ 2084504 w 4603109"/>
              <a:gd name="connsiteY226" fmla="*/ 0 h 924402"/>
              <a:gd name="connsiteX227" fmla="*/ 2085323 w 4603109"/>
              <a:gd name="connsiteY227" fmla="*/ 0 h 924402"/>
              <a:gd name="connsiteX228" fmla="*/ 2085744 w 4603109"/>
              <a:gd name="connsiteY228" fmla="*/ 0 h 924402"/>
              <a:gd name="connsiteX229" fmla="*/ 2097766 w 4603109"/>
              <a:gd name="connsiteY229" fmla="*/ 0 h 924402"/>
              <a:gd name="connsiteX230" fmla="*/ 2106289 w 4603109"/>
              <a:gd name="connsiteY230" fmla="*/ 0 h 924402"/>
              <a:gd name="connsiteX231" fmla="*/ 2107781 w 4603109"/>
              <a:gd name="connsiteY231" fmla="*/ 0 h 924402"/>
              <a:gd name="connsiteX232" fmla="*/ 2128956 w 4603109"/>
              <a:gd name="connsiteY232" fmla="*/ 0 h 924402"/>
              <a:gd name="connsiteX233" fmla="*/ 2129514 w 4603109"/>
              <a:gd name="connsiteY233" fmla="*/ 0 h 924402"/>
              <a:gd name="connsiteX234" fmla="*/ 2136354 w 4603109"/>
              <a:gd name="connsiteY234" fmla="*/ 0 h 924402"/>
              <a:gd name="connsiteX235" fmla="*/ 2136987 w 4603109"/>
              <a:gd name="connsiteY235" fmla="*/ 0 h 924402"/>
              <a:gd name="connsiteX236" fmla="*/ 2138478 w 4603109"/>
              <a:gd name="connsiteY236" fmla="*/ 0 h 924402"/>
              <a:gd name="connsiteX237" fmla="*/ 2151916 w 4603109"/>
              <a:gd name="connsiteY237" fmla="*/ 0 h 924402"/>
              <a:gd name="connsiteX238" fmla="*/ 2152750 w 4603109"/>
              <a:gd name="connsiteY238" fmla="*/ 0 h 924402"/>
              <a:gd name="connsiteX239" fmla="*/ 2153122 w 4603109"/>
              <a:gd name="connsiteY239" fmla="*/ 0 h 924402"/>
              <a:gd name="connsiteX240" fmla="*/ 2154242 w 4603109"/>
              <a:gd name="connsiteY240" fmla="*/ 0 h 924402"/>
              <a:gd name="connsiteX241" fmla="*/ 2156597 w 4603109"/>
              <a:gd name="connsiteY241" fmla="*/ 0 h 924402"/>
              <a:gd name="connsiteX242" fmla="*/ 2159388 w 4603109"/>
              <a:gd name="connsiteY242" fmla="*/ 0 h 924402"/>
              <a:gd name="connsiteX243" fmla="*/ 2160879 w 4603109"/>
              <a:gd name="connsiteY243" fmla="*/ 0 h 924402"/>
              <a:gd name="connsiteX244" fmla="*/ 2161633 w 4603109"/>
              <a:gd name="connsiteY244" fmla="*/ 0 h 924402"/>
              <a:gd name="connsiteX245" fmla="*/ 2167051 w 4603109"/>
              <a:gd name="connsiteY245" fmla="*/ 0 h 924402"/>
              <a:gd name="connsiteX246" fmla="*/ 2178999 w 4603109"/>
              <a:gd name="connsiteY246" fmla="*/ 0 h 924402"/>
              <a:gd name="connsiteX247" fmla="*/ 2182158 w 4603109"/>
              <a:gd name="connsiteY247" fmla="*/ 0 h 924402"/>
              <a:gd name="connsiteX248" fmla="*/ 2182815 w 4603109"/>
              <a:gd name="connsiteY248" fmla="*/ 0 h 924402"/>
              <a:gd name="connsiteX249" fmla="*/ 2188666 w 4603109"/>
              <a:gd name="connsiteY249" fmla="*/ 0 h 924402"/>
              <a:gd name="connsiteX250" fmla="*/ 2189452 w 4603109"/>
              <a:gd name="connsiteY250" fmla="*/ 0 h 924402"/>
              <a:gd name="connsiteX251" fmla="*/ 2191697 w 4603109"/>
              <a:gd name="connsiteY251" fmla="*/ 0 h 924402"/>
              <a:gd name="connsiteX252" fmla="*/ 2195471 w 4603109"/>
              <a:gd name="connsiteY252" fmla="*/ 0 h 924402"/>
              <a:gd name="connsiteX253" fmla="*/ 2201759 w 4603109"/>
              <a:gd name="connsiteY253" fmla="*/ 0 h 924402"/>
              <a:gd name="connsiteX254" fmla="*/ 2203100 w 4603109"/>
              <a:gd name="connsiteY254" fmla="*/ 0 h 924402"/>
              <a:gd name="connsiteX255" fmla="*/ 2204559 w 4603109"/>
              <a:gd name="connsiteY255" fmla="*/ 0 h 924402"/>
              <a:gd name="connsiteX256" fmla="*/ 2204591 w 4603109"/>
              <a:gd name="connsiteY256" fmla="*/ 0 h 924402"/>
              <a:gd name="connsiteX257" fmla="*/ 2212273 w 4603109"/>
              <a:gd name="connsiteY257" fmla="*/ 0 h 924402"/>
              <a:gd name="connsiteX258" fmla="*/ 2225535 w 4603109"/>
              <a:gd name="connsiteY258" fmla="*/ 0 h 924402"/>
              <a:gd name="connsiteX259" fmla="*/ 2231674 w 4603109"/>
              <a:gd name="connsiteY259" fmla="*/ 0 h 924402"/>
              <a:gd name="connsiteX260" fmla="*/ 2232096 w 4603109"/>
              <a:gd name="connsiteY260" fmla="*/ 0 h 924402"/>
              <a:gd name="connsiteX261" fmla="*/ 2232220 w 4603109"/>
              <a:gd name="connsiteY261" fmla="*/ 0 h 924402"/>
              <a:gd name="connsiteX262" fmla="*/ 2233118 w 4603109"/>
              <a:gd name="connsiteY262" fmla="*/ 0 h 924402"/>
              <a:gd name="connsiteX263" fmla="*/ 2233165 w 4603109"/>
              <a:gd name="connsiteY263" fmla="*/ 0 h 924402"/>
              <a:gd name="connsiteX264" fmla="*/ 2256725 w 4603109"/>
              <a:gd name="connsiteY264" fmla="*/ 0 h 924402"/>
              <a:gd name="connsiteX265" fmla="*/ 2257283 w 4603109"/>
              <a:gd name="connsiteY265" fmla="*/ 0 h 924402"/>
              <a:gd name="connsiteX266" fmla="*/ 2262285 w 4603109"/>
              <a:gd name="connsiteY266" fmla="*/ 0 h 924402"/>
              <a:gd name="connsiteX267" fmla="*/ 2284366 w 4603109"/>
              <a:gd name="connsiteY267" fmla="*/ 0 h 924402"/>
              <a:gd name="connsiteX268" fmla="*/ 2289402 w 4603109"/>
              <a:gd name="connsiteY268" fmla="*/ 0 h 924402"/>
              <a:gd name="connsiteX269" fmla="*/ 2292052 w 4603109"/>
              <a:gd name="connsiteY269" fmla="*/ 0 h 924402"/>
              <a:gd name="connsiteX270" fmla="*/ 2299271 w 4603109"/>
              <a:gd name="connsiteY270" fmla="*/ 0 h 924402"/>
              <a:gd name="connsiteX271" fmla="*/ 2308721 w 4603109"/>
              <a:gd name="connsiteY271" fmla="*/ 0 h 924402"/>
              <a:gd name="connsiteX272" fmla="*/ 2309927 w 4603109"/>
              <a:gd name="connsiteY272" fmla="*/ 0 h 924402"/>
              <a:gd name="connsiteX273" fmla="*/ 2316435 w 4603109"/>
              <a:gd name="connsiteY273" fmla="*/ 0 h 924402"/>
              <a:gd name="connsiteX274" fmla="*/ 2316703 w 4603109"/>
              <a:gd name="connsiteY274" fmla="*/ 0 h 924402"/>
              <a:gd name="connsiteX275" fmla="*/ 2319466 w 4603109"/>
              <a:gd name="connsiteY275" fmla="*/ 0 h 924402"/>
              <a:gd name="connsiteX276" fmla="*/ 2322840 w 4603109"/>
              <a:gd name="connsiteY276" fmla="*/ 0 h 924402"/>
              <a:gd name="connsiteX277" fmla="*/ 2329528 w 4603109"/>
              <a:gd name="connsiteY277" fmla="*/ 0 h 924402"/>
              <a:gd name="connsiteX278" fmla="*/ 2330869 w 4603109"/>
              <a:gd name="connsiteY278" fmla="*/ 0 h 924402"/>
              <a:gd name="connsiteX279" fmla="*/ 2332328 w 4603109"/>
              <a:gd name="connsiteY279" fmla="*/ 0 h 924402"/>
              <a:gd name="connsiteX280" fmla="*/ 2332360 w 4603109"/>
              <a:gd name="connsiteY280" fmla="*/ 0 h 924402"/>
              <a:gd name="connsiteX281" fmla="*/ 2335803 w 4603109"/>
              <a:gd name="connsiteY281" fmla="*/ 0 h 924402"/>
              <a:gd name="connsiteX282" fmla="*/ 2343312 w 4603109"/>
              <a:gd name="connsiteY282" fmla="*/ 0 h 924402"/>
              <a:gd name="connsiteX283" fmla="*/ 2344804 w 4603109"/>
              <a:gd name="connsiteY283" fmla="*/ 0 h 924402"/>
              <a:gd name="connsiteX284" fmla="*/ 2346768 w 4603109"/>
              <a:gd name="connsiteY284" fmla="*/ 0 h 924402"/>
              <a:gd name="connsiteX285" fmla="*/ 2347827 w 4603109"/>
              <a:gd name="connsiteY285" fmla="*/ 0 h 924402"/>
              <a:gd name="connsiteX286" fmla="*/ 2352274 w 4603109"/>
              <a:gd name="connsiteY286" fmla="*/ 0 h 924402"/>
              <a:gd name="connsiteX287" fmla="*/ 2359443 w 4603109"/>
              <a:gd name="connsiteY287" fmla="*/ 0 h 924402"/>
              <a:gd name="connsiteX288" fmla="*/ 2359865 w 4603109"/>
              <a:gd name="connsiteY288" fmla="*/ 0 h 924402"/>
              <a:gd name="connsiteX289" fmla="*/ 2359989 w 4603109"/>
              <a:gd name="connsiteY289" fmla="*/ 0 h 924402"/>
              <a:gd name="connsiteX290" fmla="*/ 2360887 w 4603109"/>
              <a:gd name="connsiteY290" fmla="*/ 0 h 924402"/>
              <a:gd name="connsiteX291" fmla="*/ 2360934 w 4603109"/>
              <a:gd name="connsiteY291" fmla="*/ 0 h 924402"/>
              <a:gd name="connsiteX292" fmla="*/ 2371886 w 4603109"/>
              <a:gd name="connsiteY292" fmla="*/ 0 h 924402"/>
              <a:gd name="connsiteX293" fmla="*/ 2373377 w 4603109"/>
              <a:gd name="connsiteY293" fmla="*/ 0 h 924402"/>
              <a:gd name="connsiteX294" fmla="*/ 2377892 w 4603109"/>
              <a:gd name="connsiteY294" fmla="*/ 0 h 924402"/>
              <a:gd name="connsiteX295" fmla="*/ 2382339 w 4603109"/>
              <a:gd name="connsiteY295" fmla="*/ 0 h 924402"/>
              <a:gd name="connsiteX296" fmla="*/ 2390054 w 4603109"/>
              <a:gd name="connsiteY296" fmla="*/ 0 h 924402"/>
              <a:gd name="connsiteX297" fmla="*/ 2419821 w 4603109"/>
              <a:gd name="connsiteY297" fmla="*/ 0 h 924402"/>
              <a:gd name="connsiteX298" fmla="*/ 2427040 w 4603109"/>
              <a:gd name="connsiteY298" fmla="*/ 0 h 924402"/>
              <a:gd name="connsiteX299" fmla="*/ 2436490 w 4603109"/>
              <a:gd name="connsiteY299" fmla="*/ 0 h 924402"/>
              <a:gd name="connsiteX300" fmla="*/ 2444472 w 4603109"/>
              <a:gd name="connsiteY300" fmla="*/ 0 h 924402"/>
              <a:gd name="connsiteX301" fmla="*/ 2448678 w 4603109"/>
              <a:gd name="connsiteY301" fmla="*/ 0 h 924402"/>
              <a:gd name="connsiteX302" fmla="*/ 2450171 w 4603109"/>
              <a:gd name="connsiteY302" fmla="*/ 0 h 924402"/>
              <a:gd name="connsiteX303" fmla="*/ 2450609 w 4603109"/>
              <a:gd name="connsiteY303" fmla="*/ 0 h 924402"/>
              <a:gd name="connsiteX304" fmla="*/ 2463572 w 4603109"/>
              <a:gd name="connsiteY304" fmla="*/ 0 h 924402"/>
              <a:gd name="connsiteX305" fmla="*/ 2471081 w 4603109"/>
              <a:gd name="connsiteY305" fmla="*/ 0 h 924402"/>
              <a:gd name="connsiteX306" fmla="*/ 2472573 w 4603109"/>
              <a:gd name="connsiteY306" fmla="*/ 0 h 924402"/>
              <a:gd name="connsiteX307" fmla="*/ 2474537 w 4603109"/>
              <a:gd name="connsiteY307" fmla="*/ 0 h 924402"/>
              <a:gd name="connsiteX308" fmla="*/ 2475596 w 4603109"/>
              <a:gd name="connsiteY308" fmla="*/ 0 h 924402"/>
              <a:gd name="connsiteX309" fmla="*/ 2477252 w 4603109"/>
              <a:gd name="connsiteY309" fmla="*/ 0 h 924402"/>
              <a:gd name="connsiteX310" fmla="*/ 2478712 w 4603109"/>
              <a:gd name="connsiteY310" fmla="*/ 0 h 924402"/>
              <a:gd name="connsiteX311" fmla="*/ 2478743 w 4603109"/>
              <a:gd name="connsiteY311" fmla="*/ 0 h 924402"/>
              <a:gd name="connsiteX312" fmla="*/ 2480043 w 4603109"/>
              <a:gd name="connsiteY312" fmla="*/ 0 h 924402"/>
              <a:gd name="connsiteX313" fmla="*/ 2499655 w 4603109"/>
              <a:gd name="connsiteY313" fmla="*/ 0 h 924402"/>
              <a:gd name="connsiteX314" fmla="*/ 2501146 w 4603109"/>
              <a:gd name="connsiteY314" fmla="*/ 0 h 924402"/>
              <a:gd name="connsiteX315" fmla="*/ 2505661 w 4603109"/>
              <a:gd name="connsiteY315" fmla="*/ 0 h 924402"/>
              <a:gd name="connsiteX316" fmla="*/ 2508776 w 4603109"/>
              <a:gd name="connsiteY316" fmla="*/ 0 h 924402"/>
              <a:gd name="connsiteX317" fmla="*/ 2510108 w 4603109"/>
              <a:gd name="connsiteY317" fmla="*/ 0 h 924402"/>
              <a:gd name="connsiteX318" fmla="*/ 2524178 w 4603109"/>
              <a:gd name="connsiteY318" fmla="*/ 0 h 924402"/>
              <a:gd name="connsiteX319" fmla="*/ 2525248 w 4603109"/>
              <a:gd name="connsiteY319" fmla="*/ 0 h 924402"/>
              <a:gd name="connsiteX320" fmla="*/ 2525669 w 4603109"/>
              <a:gd name="connsiteY320" fmla="*/ 0 h 924402"/>
              <a:gd name="connsiteX321" fmla="*/ 2552329 w 4603109"/>
              <a:gd name="connsiteY321" fmla="*/ 0 h 924402"/>
              <a:gd name="connsiteX322" fmla="*/ 2552751 w 4603109"/>
              <a:gd name="connsiteY322" fmla="*/ 0 h 924402"/>
              <a:gd name="connsiteX323" fmla="*/ 2554242 w 4603109"/>
              <a:gd name="connsiteY323" fmla="*/ 0 h 924402"/>
              <a:gd name="connsiteX324" fmla="*/ 2574787 w 4603109"/>
              <a:gd name="connsiteY324" fmla="*/ 0 h 924402"/>
              <a:gd name="connsiteX325" fmla="*/ 2576279 w 4603109"/>
              <a:gd name="connsiteY325" fmla="*/ 0 h 924402"/>
              <a:gd name="connsiteX326" fmla="*/ 2576447 w 4603109"/>
              <a:gd name="connsiteY326" fmla="*/ 0 h 924402"/>
              <a:gd name="connsiteX327" fmla="*/ 2577940 w 4603109"/>
              <a:gd name="connsiteY327" fmla="*/ 0 h 924402"/>
              <a:gd name="connsiteX328" fmla="*/ 2603360 w 4603109"/>
              <a:gd name="connsiteY328" fmla="*/ 0 h 924402"/>
              <a:gd name="connsiteX329" fmla="*/ 2604852 w 4603109"/>
              <a:gd name="connsiteY329" fmla="*/ 0 h 924402"/>
              <a:gd name="connsiteX330" fmla="*/ 2605021 w 4603109"/>
              <a:gd name="connsiteY330" fmla="*/ 0 h 924402"/>
              <a:gd name="connsiteX331" fmla="*/ 2605484 w 4603109"/>
              <a:gd name="connsiteY331" fmla="*/ 0 h 924402"/>
              <a:gd name="connsiteX332" fmla="*/ 2606481 w 4603109"/>
              <a:gd name="connsiteY332" fmla="*/ 0 h 924402"/>
              <a:gd name="connsiteX333" fmla="*/ 2606512 w 4603109"/>
              <a:gd name="connsiteY333" fmla="*/ 0 h 924402"/>
              <a:gd name="connsiteX334" fmla="*/ 2606976 w 4603109"/>
              <a:gd name="connsiteY334" fmla="*/ 0 h 924402"/>
              <a:gd name="connsiteX335" fmla="*/ 2618923 w 4603109"/>
              <a:gd name="connsiteY335" fmla="*/ 0 h 924402"/>
              <a:gd name="connsiteX336" fmla="*/ 2621248 w 4603109"/>
              <a:gd name="connsiteY336" fmla="*/ 0 h 924402"/>
              <a:gd name="connsiteX337" fmla="*/ 2622740 w 4603109"/>
              <a:gd name="connsiteY337" fmla="*/ 0 h 924402"/>
              <a:gd name="connsiteX338" fmla="*/ 2627885 w 4603109"/>
              <a:gd name="connsiteY338" fmla="*/ 0 h 924402"/>
              <a:gd name="connsiteX339" fmla="*/ 2629377 w 4603109"/>
              <a:gd name="connsiteY339" fmla="*/ 0 h 924402"/>
              <a:gd name="connsiteX340" fmla="*/ 2634058 w 4603109"/>
              <a:gd name="connsiteY340" fmla="*/ 0 h 924402"/>
              <a:gd name="connsiteX341" fmla="*/ 2635549 w 4603109"/>
              <a:gd name="connsiteY341" fmla="*/ 0 h 924402"/>
              <a:gd name="connsiteX342" fmla="*/ 2636545 w 4603109"/>
              <a:gd name="connsiteY342" fmla="*/ 0 h 924402"/>
              <a:gd name="connsiteX343" fmla="*/ 2648987 w 4603109"/>
              <a:gd name="connsiteY343" fmla="*/ 0 h 924402"/>
              <a:gd name="connsiteX344" fmla="*/ 2649821 w 4603109"/>
              <a:gd name="connsiteY344" fmla="*/ 0 h 924402"/>
              <a:gd name="connsiteX345" fmla="*/ 2651313 w 4603109"/>
              <a:gd name="connsiteY345" fmla="*/ 0 h 924402"/>
              <a:gd name="connsiteX346" fmla="*/ 2651947 w 4603109"/>
              <a:gd name="connsiteY346" fmla="*/ 0 h 924402"/>
              <a:gd name="connsiteX347" fmla="*/ 2653017 w 4603109"/>
              <a:gd name="connsiteY347" fmla="*/ 0 h 924402"/>
              <a:gd name="connsiteX348" fmla="*/ 2653438 w 4603109"/>
              <a:gd name="connsiteY348" fmla="*/ 0 h 924402"/>
              <a:gd name="connsiteX349" fmla="*/ 2656459 w 4603109"/>
              <a:gd name="connsiteY349" fmla="*/ 0 h 924402"/>
              <a:gd name="connsiteX350" fmla="*/ 2657950 w 4603109"/>
              <a:gd name="connsiteY350" fmla="*/ 0 h 924402"/>
              <a:gd name="connsiteX351" fmla="*/ 2665460 w 4603109"/>
              <a:gd name="connsiteY351" fmla="*/ 0 h 924402"/>
              <a:gd name="connsiteX352" fmla="*/ 2680098 w 4603109"/>
              <a:gd name="connsiteY352" fmla="*/ 0 h 924402"/>
              <a:gd name="connsiteX353" fmla="*/ 2680520 w 4603109"/>
              <a:gd name="connsiteY353" fmla="*/ 0 h 924402"/>
              <a:gd name="connsiteX354" fmla="*/ 2682011 w 4603109"/>
              <a:gd name="connsiteY354" fmla="*/ 0 h 924402"/>
              <a:gd name="connsiteX355" fmla="*/ 2692542 w 4603109"/>
              <a:gd name="connsiteY355" fmla="*/ 0 h 924402"/>
              <a:gd name="connsiteX356" fmla="*/ 2702556 w 4603109"/>
              <a:gd name="connsiteY356" fmla="*/ 0 h 924402"/>
              <a:gd name="connsiteX357" fmla="*/ 2704048 w 4603109"/>
              <a:gd name="connsiteY357" fmla="*/ 0 h 924402"/>
              <a:gd name="connsiteX358" fmla="*/ 2724289 w 4603109"/>
              <a:gd name="connsiteY358" fmla="*/ 0 h 924402"/>
              <a:gd name="connsiteX359" fmla="*/ 2731129 w 4603109"/>
              <a:gd name="connsiteY359" fmla="*/ 0 h 924402"/>
              <a:gd name="connsiteX360" fmla="*/ 2732621 w 4603109"/>
              <a:gd name="connsiteY360" fmla="*/ 0 h 924402"/>
              <a:gd name="connsiteX361" fmla="*/ 2733253 w 4603109"/>
              <a:gd name="connsiteY361" fmla="*/ 0 h 924402"/>
              <a:gd name="connsiteX362" fmla="*/ 2734745 w 4603109"/>
              <a:gd name="connsiteY362" fmla="*/ 0 h 924402"/>
              <a:gd name="connsiteX363" fmla="*/ 2746692 w 4603109"/>
              <a:gd name="connsiteY363" fmla="*/ 0 h 924402"/>
              <a:gd name="connsiteX364" fmla="*/ 2749017 w 4603109"/>
              <a:gd name="connsiteY364" fmla="*/ 0 h 924402"/>
              <a:gd name="connsiteX365" fmla="*/ 2750509 w 4603109"/>
              <a:gd name="connsiteY365" fmla="*/ 0 h 924402"/>
              <a:gd name="connsiteX366" fmla="*/ 2754354 w 4603109"/>
              <a:gd name="connsiteY366" fmla="*/ 0 h 924402"/>
              <a:gd name="connsiteX367" fmla="*/ 2755654 w 4603109"/>
              <a:gd name="connsiteY367" fmla="*/ 0 h 924402"/>
              <a:gd name="connsiteX368" fmla="*/ 2757146 w 4603109"/>
              <a:gd name="connsiteY368" fmla="*/ 0 h 924402"/>
              <a:gd name="connsiteX369" fmla="*/ 2761827 w 4603109"/>
              <a:gd name="connsiteY369" fmla="*/ 0 h 924402"/>
              <a:gd name="connsiteX370" fmla="*/ 2763318 w 4603109"/>
              <a:gd name="connsiteY370" fmla="*/ 0 h 924402"/>
              <a:gd name="connsiteX371" fmla="*/ 2776756 w 4603109"/>
              <a:gd name="connsiteY371" fmla="*/ 0 h 924402"/>
              <a:gd name="connsiteX372" fmla="*/ 2777590 w 4603109"/>
              <a:gd name="connsiteY372" fmla="*/ 0 h 924402"/>
              <a:gd name="connsiteX373" fmla="*/ 2779082 w 4603109"/>
              <a:gd name="connsiteY373" fmla="*/ 0 h 924402"/>
              <a:gd name="connsiteX374" fmla="*/ 2783442 w 4603109"/>
              <a:gd name="connsiteY374" fmla="*/ 0 h 924402"/>
              <a:gd name="connsiteX375" fmla="*/ 2784228 w 4603109"/>
              <a:gd name="connsiteY375" fmla="*/ 0 h 924402"/>
              <a:gd name="connsiteX376" fmla="*/ 2785719 w 4603109"/>
              <a:gd name="connsiteY376" fmla="*/ 0 h 924402"/>
              <a:gd name="connsiteX377" fmla="*/ 2786473 w 4603109"/>
              <a:gd name="connsiteY377" fmla="*/ 0 h 924402"/>
              <a:gd name="connsiteX378" fmla="*/ 2793229 w 4603109"/>
              <a:gd name="connsiteY378" fmla="*/ 0 h 924402"/>
              <a:gd name="connsiteX379" fmla="*/ 2799367 w 4603109"/>
              <a:gd name="connsiteY379" fmla="*/ 0 h 924402"/>
              <a:gd name="connsiteX380" fmla="*/ 2813506 w 4603109"/>
              <a:gd name="connsiteY380" fmla="*/ 0 h 924402"/>
              <a:gd name="connsiteX381" fmla="*/ 2820311 w 4603109"/>
              <a:gd name="connsiteY381" fmla="*/ 0 h 924402"/>
              <a:gd name="connsiteX382" fmla="*/ 2827893 w 4603109"/>
              <a:gd name="connsiteY382" fmla="*/ 0 h 924402"/>
              <a:gd name="connsiteX383" fmla="*/ 2827940 w 4603109"/>
              <a:gd name="connsiteY383" fmla="*/ 0 h 924402"/>
              <a:gd name="connsiteX384" fmla="*/ 2829431 w 4603109"/>
              <a:gd name="connsiteY384" fmla="*/ 0 h 924402"/>
              <a:gd name="connsiteX385" fmla="*/ 2829978 w 4603109"/>
              <a:gd name="connsiteY385" fmla="*/ 0 h 924402"/>
              <a:gd name="connsiteX386" fmla="*/ 2852058 w 4603109"/>
              <a:gd name="connsiteY386" fmla="*/ 0 h 924402"/>
              <a:gd name="connsiteX387" fmla="*/ 2857060 w 4603109"/>
              <a:gd name="connsiteY387" fmla="*/ 0 h 924402"/>
              <a:gd name="connsiteX388" fmla="*/ 2857958 w 4603109"/>
              <a:gd name="connsiteY388" fmla="*/ 0 h 924402"/>
              <a:gd name="connsiteX389" fmla="*/ 2871601 w 4603109"/>
              <a:gd name="connsiteY389" fmla="*/ 0 h 924402"/>
              <a:gd name="connsiteX390" fmla="*/ 2882123 w 4603109"/>
              <a:gd name="connsiteY390" fmla="*/ 0 h 924402"/>
              <a:gd name="connsiteX391" fmla="*/ 2894046 w 4603109"/>
              <a:gd name="connsiteY391" fmla="*/ 0 h 924402"/>
              <a:gd name="connsiteX392" fmla="*/ 2903496 w 4603109"/>
              <a:gd name="connsiteY392" fmla="*/ 0 h 924402"/>
              <a:gd name="connsiteX393" fmla="*/ 2911211 w 4603109"/>
              <a:gd name="connsiteY393" fmla="*/ 0 h 924402"/>
              <a:gd name="connsiteX394" fmla="*/ 2914242 w 4603109"/>
              <a:gd name="connsiteY394" fmla="*/ 0 h 924402"/>
              <a:gd name="connsiteX395" fmla="*/ 2914461 w 4603109"/>
              <a:gd name="connsiteY395" fmla="*/ 0 h 924402"/>
              <a:gd name="connsiteX396" fmla="*/ 2924111 w 4603109"/>
              <a:gd name="connsiteY396" fmla="*/ 0 h 924402"/>
              <a:gd name="connsiteX397" fmla="*/ 2927136 w 4603109"/>
              <a:gd name="connsiteY397" fmla="*/ 0 h 924402"/>
              <a:gd name="connsiteX398" fmla="*/ 2933561 w 4603109"/>
              <a:gd name="connsiteY398" fmla="*/ 0 h 924402"/>
              <a:gd name="connsiteX399" fmla="*/ 2939580 w 4603109"/>
              <a:gd name="connsiteY399" fmla="*/ 0 h 924402"/>
              <a:gd name="connsiteX400" fmla="*/ 2941275 w 4603109"/>
              <a:gd name="connsiteY400" fmla="*/ 0 h 924402"/>
              <a:gd name="connsiteX401" fmla="*/ 2941543 w 4603109"/>
              <a:gd name="connsiteY401" fmla="*/ 0 h 924402"/>
              <a:gd name="connsiteX402" fmla="*/ 2945586 w 4603109"/>
              <a:gd name="connsiteY402" fmla="*/ 0 h 924402"/>
              <a:gd name="connsiteX403" fmla="*/ 2950032 w 4603109"/>
              <a:gd name="connsiteY403" fmla="*/ 0 h 924402"/>
              <a:gd name="connsiteX404" fmla="*/ 2955662 w 4603109"/>
              <a:gd name="connsiteY404" fmla="*/ 0 h 924402"/>
              <a:gd name="connsiteX405" fmla="*/ 2955709 w 4603109"/>
              <a:gd name="connsiteY405" fmla="*/ 0 h 924402"/>
              <a:gd name="connsiteX406" fmla="*/ 2957200 w 4603109"/>
              <a:gd name="connsiteY406" fmla="*/ 0 h 924402"/>
              <a:gd name="connsiteX407" fmla="*/ 2957747 w 4603109"/>
              <a:gd name="connsiteY407" fmla="*/ 0 h 924402"/>
              <a:gd name="connsiteX408" fmla="*/ 2968152 w 4603109"/>
              <a:gd name="connsiteY408" fmla="*/ 0 h 924402"/>
              <a:gd name="connsiteX409" fmla="*/ 2969644 w 4603109"/>
              <a:gd name="connsiteY409" fmla="*/ 0 h 924402"/>
              <a:gd name="connsiteX410" fmla="*/ 2972667 w 4603109"/>
              <a:gd name="connsiteY410" fmla="*/ 0 h 924402"/>
              <a:gd name="connsiteX411" fmla="*/ 2977114 w 4603109"/>
              <a:gd name="connsiteY411" fmla="*/ 0 h 924402"/>
              <a:gd name="connsiteX412" fmla="*/ 2984829 w 4603109"/>
              <a:gd name="connsiteY412" fmla="*/ 0 h 924402"/>
              <a:gd name="connsiteX413" fmla="*/ 2985727 w 4603109"/>
              <a:gd name="connsiteY413" fmla="*/ 0 h 924402"/>
              <a:gd name="connsiteX414" fmla="*/ 2999370 w 4603109"/>
              <a:gd name="connsiteY414" fmla="*/ 0 h 924402"/>
              <a:gd name="connsiteX415" fmla="*/ 3021815 w 4603109"/>
              <a:gd name="connsiteY415" fmla="*/ 0 h 924402"/>
              <a:gd name="connsiteX416" fmla="*/ 3031265 w 4603109"/>
              <a:gd name="connsiteY416" fmla="*/ 0 h 924402"/>
              <a:gd name="connsiteX417" fmla="*/ 3042230 w 4603109"/>
              <a:gd name="connsiteY417" fmla="*/ 0 h 924402"/>
              <a:gd name="connsiteX418" fmla="*/ 3044946 w 4603109"/>
              <a:gd name="connsiteY418" fmla="*/ 0 h 924402"/>
              <a:gd name="connsiteX419" fmla="*/ 3051880 w 4603109"/>
              <a:gd name="connsiteY419" fmla="*/ 0 h 924402"/>
              <a:gd name="connsiteX420" fmla="*/ 3061330 w 4603109"/>
              <a:gd name="connsiteY420" fmla="*/ 0 h 924402"/>
              <a:gd name="connsiteX421" fmla="*/ 3067349 w 4603109"/>
              <a:gd name="connsiteY421" fmla="*/ 0 h 924402"/>
              <a:gd name="connsiteX422" fmla="*/ 3069312 w 4603109"/>
              <a:gd name="connsiteY422" fmla="*/ 0 h 924402"/>
              <a:gd name="connsiteX423" fmla="*/ 3073355 w 4603109"/>
              <a:gd name="connsiteY423" fmla="*/ 0 h 924402"/>
              <a:gd name="connsiteX424" fmla="*/ 3073518 w 4603109"/>
              <a:gd name="connsiteY424" fmla="*/ 0 h 924402"/>
              <a:gd name="connsiteX425" fmla="*/ 3075011 w 4603109"/>
              <a:gd name="connsiteY425" fmla="*/ 0 h 924402"/>
              <a:gd name="connsiteX426" fmla="*/ 3077801 w 4603109"/>
              <a:gd name="connsiteY426" fmla="*/ 0 h 924402"/>
              <a:gd name="connsiteX427" fmla="*/ 3095921 w 4603109"/>
              <a:gd name="connsiteY427" fmla="*/ 0 h 924402"/>
              <a:gd name="connsiteX428" fmla="*/ 3097413 w 4603109"/>
              <a:gd name="connsiteY428" fmla="*/ 0 h 924402"/>
              <a:gd name="connsiteX429" fmla="*/ 3100436 w 4603109"/>
              <a:gd name="connsiteY429" fmla="*/ 0 h 924402"/>
              <a:gd name="connsiteX430" fmla="*/ 3103552 w 4603109"/>
              <a:gd name="connsiteY430" fmla="*/ 0 h 924402"/>
              <a:gd name="connsiteX431" fmla="*/ 3104883 w 4603109"/>
              <a:gd name="connsiteY431" fmla="*/ 0 h 924402"/>
              <a:gd name="connsiteX432" fmla="*/ 3120023 w 4603109"/>
              <a:gd name="connsiteY432" fmla="*/ 0 h 924402"/>
              <a:gd name="connsiteX433" fmla="*/ 3120445 w 4603109"/>
              <a:gd name="connsiteY433" fmla="*/ 0 h 924402"/>
              <a:gd name="connsiteX434" fmla="*/ 3149018 w 4603109"/>
              <a:gd name="connsiteY434" fmla="*/ 0 h 924402"/>
              <a:gd name="connsiteX435" fmla="*/ 3150088 w 4603109"/>
              <a:gd name="connsiteY435" fmla="*/ 0 h 924402"/>
              <a:gd name="connsiteX436" fmla="*/ 3150509 w 4603109"/>
              <a:gd name="connsiteY436" fmla="*/ 0 h 924402"/>
              <a:gd name="connsiteX437" fmla="*/ 3171054 w 4603109"/>
              <a:gd name="connsiteY437" fmla="*/ 0 h 924402"/>
              <a:gd name="connsiteX438" fmla="*/ 3172715 w 4603109"/>
              <a:gd name="connsiteY438" fmla="*/ 0 h 924402"/>
              <a:gd name="connsiteX439" fmla="*/ 3199627 w 4603109"/>
              <a:gd name="connsiteY439" fmla="*/ 0 h 924402"/>
              <a:gd name="connsiteX440" fmla="*/ 3201119 w 4603109"/>
              <a:gd name="connsiteY440" fmla="*/ 0 h 924402"/>
              <a:gd name="connsiteX441" fmla="*/ 3201287 w 4603109"/>
              <a:gd name="connsiteY441" fmla="*/ 0 h 924402"/>
              <a:gd name="connsiteX442" fmla="*/ 3201751 w 4603109"/>
              <a:gd name="connsiteY442" fmla="*/ 0 h 924402"/>
              <a:gd name="connsiteX443" fmla="*/ 3202780 w 4603109"/>
              <a:gd name="connsiteY443" fmla="*/ 0 h 924402"/>
              <a:gd name="connsiteX444" fmla="*/ 3217515 w 4603109"/>
              <a:gd name="connsiteY444" fmla="*/ 0 h 924402"/>
              <a:gd name="connsiteX445" fmla="*/ 3224152 w 4603109"/>
              <a:gd name="connsiteY445" fmla="*/ 0 h 924402"/>
              <a:gd name="connsiteX446" fmla="*/ 3230324 w 4603109"/>
              <a:gd name="connsiteY446" fmla="*/ 0 h 924402"/>
              <a:gd name="connsiteX447" fmla="*/ 3231321 w 4603109"/>
              <a:gd name="connsiteY447" fmla="*/ 0 h 924402"/>
              <a:gd name="connsiteX448" fmla="*/ 3231816 w 4603109"/>
              <a:gd name="connsiteY448" fmla="*/ 0 h 924402"/>
              <a:gd name="connsiteX449" fmla="*/ 3243763 w 4603109"/>
              <a:gd name="connsiteY449" fmla="*/ 0 h 924402"/>
              <a:gd name="connsiteX450" fmla="*/ 3246088 w 4603109"/>
              <a:gd name="connsiteY450" fmla="*/ 0 h 924402"/>
              <a:gd name="connsiteX451" fmla="*/ 3247580 w 4603109"/>
              <a:gd name="connsiteY451" fmla="*/ 0 h 924402"/>
              <a:gd name="connsiteX452" fmla="*/ 3247792 w 4603109"/>
              <a:gd name="connsiteY452" fmla="*/ 0 h 924402"/>
              <a:gd name="connsiteX453" fmla="*/ 3248214 w 4603109"/>
              <a:gd name="connsiteY453" fmla="*/ 0 h 924402"/>
              <a:gd name="connsiteX454" fmla="*/ 3252725 w 4603109"/>
              <a:gd name="connsiteY454" fmla="*/ 0 h 924402"/>
              <a:gd name="connsiteX455" fmla="*/ 3254217 w 4603109"/>
              <a:gd name="connsiteY455" fmla="*/ 0 h 924402"/>
              <a:gd name="connsiteX456" fmla="*/ 3260235 w 4603109"/>
              <a:gd name="connsiteY456" fmla="*/ 0 h 924402"/>
              <a:gd name="connsiteX457" fmla="*/ 3276787 w 4603109"/>
              <a:gd name="connsiteY457" fmla="*/ 0 h 924402"/>
              <a:gd name="connsiteX458" fmla="*/ 3277857 w 4603109"/>
              <a:gd name="connsiteY458" fmla="*/ 0 h 924402"/>
              <a:gd name="connsiteX459" fmla="*/ 3278278 w 4603109"/>
              <a:gd name="connsiteY459" fmla="*/ 0 h 924402"/>
              <a:gd name="connsiteX460" fmla="*/ 3290300 w 4603109"/>
              <a:gd name="connsiteY460" fmla="*/ 0 h 924402"/>
              <a:gd name="connsiteX461" fmla="*/ 3298823 w 4603109"/>
              <a:gd name="connsiteY461" fmla="*/ 0 h 924402"/>
              <a:gd name="connsiteX462" fmla="*/ 3327396 w 4603109"/>
              <a:gd name="connsiteY462" fmla="*/ 0 h 924402"/>
              <a:gd name="connsiteX463" fmla="*/ 3328888 w 4603109"/>
              <a:gd name="connsiteY463" fmla="*/ 0 h 924402"/>
              <a:gd name="connsiteX464" fmla="*/ 3329520 w 4603109"/>
              <a:gd name="connsiteY464" fmla="*/ 0 h 924402"/>
              <a:gd name="connsiteX465" fmla="*/ 3345284 w 4603109"/>
              <a:gd name="connsiteY465" fmla="*/ 0 h 924402"/>
              <a:gd name="connsiteX466" fmla="*/ 3349129 w 4603109"/>
              <a:gd name="connsiteY466" fmla="*/ 0 h 924402"/>
              <a:gd name="connsiteX467" fmla="*/ 3351921 w 4603109"/>
              <a:gd name="connsiteY467" fmla="*/ 0 h 924402"/>
              <a:gd name="connsiteX468" fmla="*/ 3358093 w 4603109"/>
              <a:gd name="connsiteY468" fmla="*/ 0 h 924402"/>
              <a:gd name="connsiteX469" fmla="*/ 3359585 w 4603109"/>
              <a:gd name="connsiteY469" fmla="*/ 0 h 924402"/>
              <a:gd name="connsiteX470" fmla="*/ 3371532 w 4603109"/>
              <a:gd name="connsiteY470" fmla="*/ 0 h 924402"/>
              <a:gd name="connsiteX471" fmla="*/ 3373857 w 4603109"/>
              <a:gd name="connsiteY471" fmla="*/ 0 h 924402"/>
              <a:gd name="connsiteX472" fmla="*/ 3375349 w 4603109"/>
              <a:gd name="connsiteY472" fmla="*/ 0 h 924402"/>
              <a:gd name="connsiteX473" fmla="*/ 3380494 w 4603109"/>
              <a:gd name="connsiteY473" fmla="*/ 0 h 924402"/>
              <a:gd name="connsiteX474" fmla="*/ 3381986 w 4603109"/>
              <a:gd name="connsiteY474" fmla="*/ 0 h 924402"/>
              <a:gd name="connsiteX475" fmla="*/ 3388004 w 4603109"/>
              <a:gd name="connsiteY475" fmla="*/ 0 h 924402"/>
              <a:gd name="connsiteX476" fmla="*/ 3408282 w 4603109"/>
              <a:gd name="connsiteY476" fmla="*/ 0 h 924402"/>
              <a:gd name="connsiteX477" fmla="*/ 3418069 w 4603109"/>
              <a:gd name="connsiteY477" fmla="*/ 0 h 924402"/>
              <a:gd name="connsiteX478" fmla="*/ 3424207 w 4603109"/>
              <a:gd name="connsiteY478" fmla="*/ 0 h 924402"/>
              <a:gd name="connsiteX479" fmla="*/ 3424753 w 4603109"/>
              <a:gd name="connsiteY479" fmla="*/ 0 h 924402"/>
              <a:gd name="connsiteX480" fmla="*/ 3452733 w 4603109"/>
              <a:gd name="connsiteY480" fmla="*/ 0 h 924402"/>
              <a:gd name="connsiteX481" fmla="*/ 3454818 w 4603109"/>
              <a:gd name="connsiteY481" fmla="*/ 0 h 924402"/>
              <a:gd name="connsiteX482" fmla="*/ 3476898 w 4603109"/>
              <a:gd name="connsiteY482" fmla="*/ 0 h 924402"/>
              <a:gd name="connsiteX483" fmla="*/ 3496441 w 4603109"/>
              <a:gd name="connsiteY483" fmla="*/ 0 h 924402"/>
              <a:gd name="connsiteX484" fmla="*/ 3509236 w 4603109"/>
              <a:gd name="connsiteY484" fmla="*/ 0 h 924402"/>
              <a:gd name="connsiteX485" fmla="*/ 3518886 w 4603109"/>
              <a:gd name="connsiteY485" fmla="*/ 0 h 924402"/>
              <a:gd name="connsiteX486" fmla="*/ 3528336 w 4603109"/>
              <a:gd name="connsiteY486" fmla="*/ 0 h 924402"/>
              <a:gd name="connsiteX487" fmla="*/ 3536051 w 4603109"/>
              <a:gd name="connsiteY487" fmla="*/ 0 h 924402"/>
              <a:gd name="connsiteX488" fmla="*/ 3539301 w 4603109"/>
              <a:gd name="connsiteY488" fmla="*/ 0 h 924402"/>
              <a:gd name="connsiteX489" fmla="*/ 3540361 w 4603109"/>
              <a:gd name="connsiteY489" fmla="*/ 0 h 924402"/>
              <a:gd name="connsiteX490" fmla="*/ 3544807 w 4603109"/>
              <a:gd name="connsiteY490" fmla="*/ 0 h 924402"/>
              <a:gd name="connsiteX491" fmla="*/ 3551976 w 4603109"/>
              <a:gd name="connsiteY491" fmla="*/ 0 h 924402"/>
              <a:gd name="connsiteX492" fmla="*/ 3552522 w 4603109"/>
              <a:gd name="connsiteY492" fmla="*/ 0 h 924402"/>
              <a:gd name="connsiteX493" fmla="*/ 3564420 w 4603109"/>
              <a:gd name="connsiteY493" fmla="*/ 0 h 924402"/>
              <a:gd name="connsiteX494" fmla="*/ 3570426 w 4603109"/>
              <a:gd name="connsiteY494" fmla="*/ 0 h 924402"/>
              <a:gd name="connsiteX495" fmla="*/ 3574872 w 4603109"/>
              <a:gd name="connsiteY495" fmla="*/ 0 h 924402"/>
              <a:gd name="connsiteX496" fmla="*/ 3580502 w 4603109"/>
              <a:gd name="connsiteY496" fmla="*/ 0 h 924402"/>
              <a:gd name="connsiteX497" fmla="*/ 3582587 w 4603109"/>
              <a:gd name="connsiteY497" fmla="*/ 0 h 924402"/>
              <a:gd name="connsiteX498" fmla="*/ 3624210 w 4603109"/>
              <a:gd name="connsiteY498" fmla="*/ 0 h 924402"/>
              <a:gd name="connsiteX499" fmla="*/ 3637005 w 4603109"/>
              <a:gd name="connsiteY499" fmla="*/ 0 h 924402"/>
              <a:gd name="connsiteX500" fmla="*/ 3646655 w 4603109"/>
              <a:gd name="connsiteY500" fmla="*/ 0 h 924402"/>
              <a:gd name="connsiteX501" fmla="*/ 3656105 w 4603109"/>
              <a:gd name="connsiteY501" fmla="*/ 0 h 924402"/>
              <a:gd name="connsiteX502" fmla="*/ 3667070 w 4603109"/>
              <a:gd name="connsiteY502" fmla="*/ 0 h 924402"/>
              <a:gd name="connsiteX503" fmla="*/ 3668130 w 4603109"/>
              <a:gd name="connsiteY503" fmla="*/ 0 h 924402"/>
              <a:gd name="connsiteX504" fmla="*/ 3669786 w 4603109"/>
              <a:gd name="connsiteY504" fmla="*/ 0 h 924402"/>
              <a:gd name="connsiteX505" fmla="*/ 3672576 w 4603109"/>
              <a:gd name="connsiteY505" fmla="*/ 0 h 924402"/>
              <a:gd name="connsiteX506" fmla="*/ 3692189 w 4603109"/>
              <a:gd name="connsiteY506" fmla="*/ 0 h 924402"/>
              <a:gd name="connsiteX507" fmla="*/ 3698195 w 4603109"/>
              <a:gd name="connsiteY507" fmla="*/ 0 h 924402"/>
              <a:gd name="connsiteX508" fmla="*/ 3702641 w 4603109"/>
              <a:gd name="connsiteY508" fmla="*/ 0 h 924402"/>
              <a:gd name="connsiteX509" fmla="*/ 3744863 w 4603109"/>
              <a:gd name="connsiteY509" fmla="*/ 0 h 924402"/>
              <a:gd name="connsiteX510" fmla="*/ 3745285 w 4603109"/>
              <a:gd name="connsiteY510" fmla="*/ 0 h 924402"/>
              <a:gd name="connsiteX511" fmla="*/ 3795894 w 4603109"/>
              <a:gd name="connsiteY511" fmla="*/ 0 h 924402"/>
              <a:gd name="connsiteX512" fmla="*/ 3797555 w 4603109"/>
              <a:gd name="connsiteY512" fmla="*/ 0 h 924402"/>
              <a:gd name="connsiteX513" fmla="*/ 3826591 w 4603109"/>
              <a:gd name="connsiteY513" fmla="*/ 0 h 924402"/>
              <a:gd name="connsiteX514" fmla="*/ 3842355 w 4603109"/>
              <a:gd name="connsiteY514" fmla="*/ 0 h 924402"/>
              <a:gd name="connsiteX515" fmla="*/ 3848992 w 4603109"/>
              <a:gd name="connsiteY515" fmla="*/ 0 h 924402"/>
              <a:gd name="connsiteX516" fmla="*/ 3872632 w 4603109"/>
              <a:gd name="connsiteY516" fmla="*/ 0 h 924402"/>
              <a:gd name="connsiteX517" fmla="*/ 3873054 w 4603109"/>
              <a:gd name="connsiteY517" fmla="*/ 0 h 924402"/>
              <a:gd name="connsiteX518" fmla="*/ 3885075 w 4603109"/>
              <a:gd name="connsiteY518" fmla="*/ 0 h 924402"/>
              <a:gd name="connsiteX519" fmla="*/ 3923663 w 4603109"/>
              <a:gd name="connsiteY519" fmla="*/ 0 h 924402"/>
              <a:gd name="connsiteX520" fmla="*/ 3954360 w 4603109"/>
              <a:gd name="connsiteY520" fmla="*/ 0 h 924402"/>
              <a:gd name="connsiteX521" fmla="*/ 3970124 w 4603109"/>
              <a:gd name="connsiteY521" fmla="*/ 0 h 924402"/>
              <a:gd name="connsiteX522" fmla="*/ 3976761 w 4603109"/>
              <a:gd name="connsiteY522" fmla="*/ 0 h 924402"/>
              <a:gd name="connsiteX523" fmla="*/ 4012844 w 4603109"/>
              <a:gd name="connsiteY523" fmla="*/ 0 h 924402"/>
              <a:gd name="connsiteX524" fmla="*/ 4049593 w 4603109"/>
              <a:gd name="connsiteY524" fmla="*/ 0 h 924402"/>
              <a:gd name="connsiteX525" fmla="*/ 4169647 w 4603109"/>
              <a:gd name="connsiteY525" fmla="*/ 0 h 924402"/>
              <a:gd name="connsiteX526" fmla="*/ 4177362 w 4603109"/>
              <a:gd name="connsiteY526" fmla="*/ 0 h 924402"/>
              <a:gd name="connsiteX527" fmla="*/ 4297416 w 4603109"/>
              <a:gd name="connsiteY527" fmla="*/ 0 h 924402"/>
              <a:gd name="connsiteX528" fmla="*/ 4379339 w 4603109"/>
              <a:gd name="connsiteY528" fmla="*/ 47054 h 924402"/>
              <a:gd name="connsiteX529" fmla="*/ 4591731 w 4603109"/>
              <a:gd name="connsiteY529" fmla="*/ 415146 h 924402"/>
              <a:gd name="connsiteX530" fmla="*/ 4591731 w 4603109"/>
              <a:gd name="connsiteY530" fmla="*/ 509257 h 924402"/>
              <a:gd name="connsiteX531" fmla="*/ 4379339 w 4603109"/>
              <a:gd name="connsiteY531" fmla="*/ 877348 h 924402"/>
              <a:gd name="connsiteX532" fmla="*/ 4297416 w 4603109"/>
              <a:gd name="connsiteY532" fmla="*/ 924402 h 924402"/>
              <a:gd name="connsiteX533" fmla="*/ 4169647 w 4603109"/>
              <a:gd name="connsiteY533" fmla="*/ 924402 h 924402"/>
              <a:gd name="connsiteX534" fmla="*/ 3976761 w 4603109"/>
              <a:gd name="connsiteY534" fmla="*/ 924402 h 924402"/>
              <a:gd name="connsiteX535" fmla="*/ 3872632 w 4603109"/>
              <a:gd name="connsiteY535" fmla="*/ 924402 h 924402"/>
              <a:gd name="connsiteX536" fmla="*/ 3848992 w 4603109"/>
              <a:gd name="connsiteY536" fmla="*/ 924402 h 924402"/>
              <a:gd name="connsiteX537" fmla="*/ 3744863 w 4603109"/>
              <a:gd name="connsiteY537" fmla="*/ 924402 h 924402"/>
              <a:gd name="connsiteX538" fmla="*/ 3702641 w 4603109"/>
              <a:gd name="connsiteY538" fmla="*/ 924402 h 924402"/>
              <a:gd name="connsiteX539" fmla="*/ 3672576 w 4603109"/>
              <a:gd name="connsiteY539" fmla="*/ 924402 h 924402"/>
              <a:gd name="connsiteX540" fmla="*/ 3656105 w 4603109"/>
              <a:gd name="connsiteY540" fmla="*/ 924402 h 924402"/>
              <a:gd name="connsiteX541" fmla="*/ 3574872 w 4603109"/>
              <a:gd name="connsiteY541" fmla="*/ 924402 h 924402"/>
              <a:gd name="connsiteX542" fmla="*/ 3551976 w 4603109"/>
              <a:gd name="connsiteY542" fmla="*/ 924402 h 924402"/>
              <a:gd name="connsiteX543" fmla="*/ 3544807 w 4603109"/>
              <a:gd name="connsiteY543" fmla="*/ 924402 h 924402"/>
              <a:gd name="connsiteX544" fmla="*/ 3528336 w 4603109"/>
              <a:gd name="connsiteY544" fmla="*/ 924402 h 924402"/>
              <a:gd name="connsiteX545" fmla="*/ 3424207 w 4603109"/>
              <a:gd name="connsiteY545" fmla="*/ 924402 h 924402"/>
              <a:gd name="connsiteX546" fmla="*/ 3381986 w 4603109"/>
              <a:gd name="connsiteY546" fmla="*/ 924402 h 924402"/>
              <a:gd name="connsiteX547" fmla="*/ 3380494 w 4603109"/>
              <a:gd name="connsiteY547" fmla="*/ 924402 h 924402"/>
              <a:gd name="connsiteX548" fmla="*/ 3351921 w 4603109"/>
              <a:gd name="connsiteY548" fmla="*/ 924402 h 924402"/>
              <a:gd name="connsiteX549" fmla="*/ 3277857 w 4603109"/>
              <a:gd name="connsiteY549" fmla="*/ 924402 h 924402"/>
              <a:gd name="connsiteX550" fmla="*/ 3254217 w 4603109"/>
              <a:gd name="connsiteY550" fmla="*/ 924402 h 924402"/>
              <a:gd name="connsiteX551" fmla="*/ 3252725 w 4603109"/>
              <a:gd name="connsiteY551" fmla="*/ 924402 h 924402"/>
              <a:gd name="connsiteX552" fmla="*/ 3247792 w 4603109"/>
              <a:gd name="connsiteY552" fmla="*/ 924402 h 924402"/>
              <a:gd name="connsiteX553" fmla="*/ 3231321 w 4603109"/>
              <a:gd name="connsiteY553" fmla="*/ 924402 h 924402"/>
              <a:gd name="connsiteX554" fmla="*/ 3224152 w 4603109"/>
              <a:gd name="connsiteY554" fmla="*/ 924402 h 924402"/>
              <a:gd name="connsiteX555" fmla="*/ 3150088 w 4603109"/>
              <a:gd name="connsiteY555" fmla="*/ 924402 h 924402"/>
              <a:gd name="connsiteX556" fmla="*/ 3120023 w 4603109"/>
              <a:gd name="connsiteY556" fmla="*/ 924402 h 924402"/>
              <a:gd name="connsiteX557" fmla="*/ 3104883 w 4603109"/>
              <a:gd name="connsiteY557" fmla="*/ 924402 h 924402"/>
              <a:gd name="connsiteX558" fmla="*/ 3103552 w 4603109"/>
              <a:gd name="connsiteY558" fmla="*/ 924402 h 924402"/>
              <a:gd name="connsiteX559" fmla="*/ 3077801 w 4603109"/>
              <a:gd name="connsiteY559" fmla="*/ 924402 h 924402"/>
              <a:gd name="connsiteX560" fmla="*/ 3061330 w 4603109"/>
              <a:gd name="connsiteY560" fmla="*/ 924402 h 924402"/>
              <a:gd name="connsiteX561" fmla="*/ 3031265 w 4603109"/>
              <a:gd name="connsiteY561" fmla="*/ 924402 h 924402"/>
              <a:gd name="connsiteX562" fmla="*/ 2977114 w 4603109"/>
              <a:gd name="connsiteY562" fmla="*/ 924402 h 924402"/>
              <a:gd name="connsiteX563" fmla="*/ 2957200 w 4603109"/>
              <a:gd name="connsiteY563" fmla="*/ 924402 h 924402"/>
              <a:gd name="connsiteX564" fmla="*/ 2955709 w 4603109"/>
              <a:gd name="connsiteY564" fmla="*/ 924402 h 924402"/>
              <a:gd name="connsiteX565" fmla="*/ 2950032 w 4603109"/>
              <a:gd name="connsiteY565" fmla="*/ 924402 h 924402"/>
              <a:gd name="connsiteX566" fmla="*/ 2933561 w 4603109"/>
              <a:gd name="connsiteY566" fmla="*/ 924402 h 924402"/>
              <a:gd name="connsiteX567" fmla="*/ 2927136 w 4603109"/>
              <a:gd name="connsiteY567" fmla="*/ 924402 h 924402"/>
              <a:gd name="connsiteX568" fmla="*/ 2903496 w 4603109"/>
              <a:gd name="connsiteY568" fmla="*/ 924402 h 924402"/>
              <a:gd name="connsiteX569" fmla="*/ 2829431 w 4603109"/>
              <a:gd name="connsiteY569" fmla="*/ 924402 h 924402"/>
              <a:gd name="connsiteX570" fmla="*/ 2827940 w 4603109"/>
              <a:gd name="connsiteY570" fmla="*/ 924402 h 924402"/>
              <a:gd name="connsiteX571" fmla="*/ 2799367 w 4603109"/>
              <a:gd name="connsiteY571" fmla="*/ 924402 h 924402"/>
              <a:gd name="connsiteX572" fmla="*/ 2785719 w 4603109"/>
              <a:gd name="connsiteY572" fmla="*/ 924402 h 924402"/>
              <a:gd name="connsiteX573" fmla="*/ 2784228 w 4603109"/>
              <a:gd name="connsiteY573" fmla="*/ 924402 h 924402"/>
              <a:gd name="connsiteX574" fmla="*/ 2757146 w 4603109"/>
              <a:gd name="connsiteY574" fmla="*/ 924402 h 924402"/>
              <a:gd name="connsiteX575" fmla="*/ 2755654 w 4603109"/>
              <a:gd name="connsiteY575" fmla="*/ 924402 h 924402"/>
              <a:gd name="connsiteX576" fmla="*/ 2680098 w 4603109"/>
              <a:gd name="connsiteY576" fmla="*/ 924402 h 924402"/>
              <a:gd name="connsiteX577" fmla="*/ 2657950 w 4603109"/>
              <a:gd name="connsiteY577" fmla="*/ 924402 h 924402"/>
              <a:gd name="connsiteX578" fmla="*/ 2656459 w 4603109"/>
              <a:gd name="connsiteY578" fmla="*/ 924402 h 924402"/>
              <a:gd name="connsiteX579" fmla="*/ 2653017 w 4603109"/>
              <a:gd name="connsiteY579" fmla="*/ 924402 h 924402"/>
              <a:gd name="connsiteX580" fmla="*/ 2636545 w 4603109"/>
              <a:gd name="connsiteY580" fmla="*/ 924402 h 924402"/>
              <a:gd name="connsiteX581" fmla="*/ 2629377 w 4603109"/>
              <a:gd name="connsiteY581" fmla="*/ 924402 h 924402"/>
              <a:gd name="connsiteX582" fmla="*/ 2627885 w 4603109"/>
              <a:gd name="connsiteY582" fmla="*/ 924402 h 924402"/>
              <a:gd name="connsiteX583" fmla="*/ 2606481 w 4603109"/>
              <a:gd name="connsiteY583" fmla="*/ 924402 h 924402"/>
              <a:gd name="connsiteX584" fmla="*/ 2552329 w 4603109"/>
              <a:gd name="connsiteY584" fmla="*/ 924402 h 924402"/>
              <a:gd name="connsiteX585" fmla="*/ 2525248 w 4603109"/>
              <a:gd name="connsiteY585" fmla="*/ 924402 h 924402"/>
              <a:gd name="connsiteX586" fmla="*/ 2510108 w 4603109"/>
              <a:gd name="connsiteY586" fmla="*/ 924402 h 924402"/>
              <a:gd name="connsiteX587" fmla="*/ 2508776 w 4603109"/>
              <a:gd name="connsiteY587" fmla="*/ 924402 h 924402"/>
              <a:gd name="connsiteX588" fmla="*/ 2480043 w 4603109"/>
              <a:gd name="connsiteY588" fmla="*/ 924402 h 924402"/>
              <a:gd name="connsiteX589" fmla="*/ 2478712 w 4603109"/>
              <a:gd name="connsiteY589" fmla="*/ 924402 h 924402"/>
              <a:gd name="connsiteX590" fmla="*/ 2463572 w 4603109"/>
              <a:gd name="connsiteY590" fmla="*/ 924402 h 924402"/>
              <a:gd name="connsiteX591" fmla="*/ 2436490 w 4603109"/>
              <a:gd name="connsiteY591" fmla="*/ 924402 h 924402"/>
              <a:gd name="connsiteX592" fmla="*/ 2382339 w 4603109"/>
              <a:gd name="connsiteY592" fmla="*/ 924402 h 924402"/>
              <a:gd name="connsiteX593" fmla="*/ 2360934 w 4603109"/>
              <a:gd name="connsiteY593" fmla="*/ 924402 h 924402"/>
              <a:gd name="connsiteX594" fmla="*/ 2359443 w 4603109"/>
              <a:gd name="connsiteY594" fmla="*/ 924402 h 924402"/>
              <a:gd name="connsiteX595" fmla="*/ 2352274 w 4603109"/>
              <a:gd name="connsiteY595" fmla="*/ 924402 h 924402"/>
              <a:gd name="connsiteX596" fmla="*/ 2335803 w 4603109"/>
              <a:gd name="connsiteY596" fmla="*/ 924402 h 924402"/>
              <a:gd name="connsiteX597" fmla="*/ 2332360 w 4603109"/>
              <a:gd name="connsiteY597" fmla="*/ 924402 h 924402"/>
              <a:gd name="connsiteX598" fmla="*/ 2332328 w 4603109"/>
              <a:gd name="connsiteY598" fmla="*/ 924402 h 924402"/>
              <a:gd name="connsiteX599" fmla="*/ 2330869 w 4603109"/>
              <a:gd name="connsiteY599" fmla="*/ 924402 h 924402"/>
              <a:gd name="connsiteX600" fmla="*/ 2308721 w 4603109"/>
              <a:gd name="connsiteY600" fmla="*/ 924402 h 924402"/>
              <a:gd name="connsiteX601" fmla="*/ 2233165 w 4603109"/>
              <a:gd name="connsiteY601" fmla="*/ 924402 h 924402"/>
              <a:gd name="connsiteX602" fmla="*/ 2231674 w 4603109"/>
              <a:gd name="connsiteY602" fmla="*/ 924402 h 924402"/>
              <a:gd name="connsiteX603" fmla="*/ 2204591 w 4603109"/>
              <a:gd name="connsiteY603" fmla="*/ 924402 h 924402"/>
              <a:gd name="connsiteX604" fmla="*/ 2204559 w 4603109"/>
              <a:gd name="connsiteY604" fmla="*/ 924402 h 924402"/>
              <a:gd name="connsiteX605" fmla="*/ 2203100 w 4603109"/>
              <a:gd name="connsiteY605" fmla="*/ 924402 h 924402"/>
              <a:gd name="connsiteX606" fmla="*/ 2189452 w 4603109"/>
              <a:gd name="connsiteY606" fmla="*/ 924402 h 924402"/>
              <a:gd name="connsiteX607" fmla="*/ 2160879 w 4603109"/>
              <a:gd name="connsiteY607" fmla="*/ 924402 h 924402"/>
              <a:gd name="connsiteX608" fmla="*/ 2159388 w 4603109"/>
              <a:gd name="connsiteY608" fmla="*/ 924402 h 924402"/>
              <a:gd name="connsiteX609" fmla="*/ 2085323 w 4603109"/>
              <a:gd name="connsiteY609" fmla="*/ 924402 h 924402"/>
              <a:gd name="connsiteX610" fmla="*/ 2077294 w 4603109"/>
              <a:gd name="connsiteY610" fmla="*/ 924402 h 924402"/>
              <a:gd name="connsiteX611" fmla="*/ 2061683 w 4603109"/>
              <a:gd name="connsiteY611" fmla="*/ 924402 h 924402"/>
              <a:gd name="connsiteX612" fmla="*/ 2055258 w 4603109"/>
              <a:gd name="connsiteY612" fmla="*/ 924402 h 924402"/>
              <a:gd name="connsiteX613" fmla="*/ 2038787 w 4603109"/>
              <a:gd name="connsiteY613" fmla="*/ 924402 h 924402"/>
              <a:gd name="connsiteX614" fmla="*/ 2033110 w 4603109"/>
              <a:gd name="connsiteY614" fmla="*/ 924402 h 924402"/>
              <a:gd name="connsiteX615" fmla="*/ 2031619 w 4603109"/>
              <a:gd name="connsiteY615" fmla="*/ 924402 h 924402"/>
              <a:gd name="connsiteX616" fmla="*/ 2011705 w 4603109"/>
              <a:gd name="connsiteY616" fmla="*/ 924402 h 924402"/>
              <a:gd name="connsiteX617" fmla="*/ 1957554 w 4603109"/>
              <a:gd name="connsiteY617" fmla="*/ 924402 h 924402"/>
              <a:gd name="connsiteX618" fmla="*/ 1949525 w 4603109"/>
              <a:gd name="connsiteY618" fmla="*/ 924402 h 924402"/>
              <a:gd name="connsiteX619" fmla="*/ 1927489 w 4603109"/>
              <a:gd name="connsiteY619" fmla="*/ 924402 h 924402"/>
              <a:gd name="connsiteX620" fmla="*/ 1911018 w 4603109"/>
              <a:gd name="connsiteY620" fmla="*/ 924402 h 924402"/>
              <a:gd name="connsiteX621" fmla="*/ 1907543 w 4603109"/>
              <a:gd name="connsiteY621" fmla="*/ 924402 h 924402"/>
              <a:gd name="connsiteX622" fmla="*/ 1885268 w 4603109"/>
              <a:gd name="connsiteY622" fmla="*/ 924402 h 924402"/>
              <a:gd name="connsiteX623" fmla="*/ 1883936 w 4603109"/>
              <a:gd name="connsiteY623" fmla="*/ 924402 h 924402"/>
              <a:gd name="connsiteX624" fmla="*/ 1868796 w 4603109"/>
              <a:gd name="connsiteY624" fmla="*/ 924402 h 924402"/>
              <a:gd name="connsiteX625" fmla="*/ 1838732 w 4603109"/>
              <a:gd name="connsiteY625" fmla="*/ 924402 h 924402"/>
              <a:gd name="connsiteX626" fmla="*/ 1779774 w 4603109"/>
              <a:gd name="connsiteY626" fmla="*/ 924402 h 924402"/>
              <a:gd name="connsiteX627" fmla="*/ 1764668 w 4603109"/>
              <a:gd name="connsiteY627" fmla="*/ 924402 h 924402"/>
              <a:gd name="connsiteX628" fmla="*/ 1757499 w 4603109"/>
              <a:gd name="connsiteY628" fmla="*/ 924402 h 924402"/>
              <a:gd name="connsiteX629" fmla="*/ 1741027 w 4603109"/>
              <a:gd name="connsiteY629" fmla="*/ 924402 h 924402"/>
              <a:gd name="connsiteX630" fmla="*/ 1737552 w 4603109"/>
              <a:gd name="connsiteY630" fmla="*/ 924402 h 924402"/>
              <a:gd name="connsiteX631" fmla="*/ 1736094 w 4603109"/>
              <a:gd name="connsiteY631" fmla="*/ 924402 h 924402"/>
              <a:gd name="connsiteX632" fmla="*/ 1734603 w 4603109"/>
              <a:gd name="connsiteY632" fmla="*/ 924402 h 924402"/>
              <a:gd name="connsiteX633" fmla="*/ 1710963 w 4603109"/>
              <a:gd name="connsiteY633" fmla="*/ 924402 h 924402"/>
              <a:gd name="connsiteX634" fmla="*/ 1707488 w 4603109"/>
              <a:gd name="connsiteY634" fmla="*/ 924402 h 924402"/>
              <a:gd name="connsiteX635" fmla="*/ 1652509 w 4603109"/>
              <a:gd name="connsiteY635" fmla="*/ 924402 h 924402"/>
              <a:gd name="connsiteX636" fmla="*/ 1636899 w 4603109"/>
              <a:gd name="connsiteY636" fmla="*/ 924402 h 924402"/>
              <a:gd name="connsiteX637" fmla="*/ 1609783 w 4603109"/>
              <a:gd name="connsiteY637" fmla="*/ 924402 h 924402"/>
              <a:gd name="connsiteX638" fmla="*/ 1608325 w 4603109"/>
              <a:gd name="connsiteY638" fmla="*/ 924402 h 924402"/>
              <a:gd name="connsiteX639" fmla="*/ 1606834 w 4603109"/>
              <a:gd name="connsiteY639" fmla="*/ 924402 h 924402"/>
              <a:gd name="connsiteX640" fmla="*/ 1579719 w 4603109"/>
              <a:gd name="connsiteY640" fmla="*/ 924402 h 924402"/>
              <a:gd name="connsiteX641" fmla="*/ 1564612 w 4603109"/>
              <a:gd name="connsiteY641" fmla="*/ 924402 h 924402"/>
              <a:gd name="connsiteX642" fmla="*/ 1524740 w 4603109"/>
              <a:gd name="connsiteY642" fmla="*/ 924402 h 924402"/>
              <a:gd name="connsiteX643" fmla="*/ 1482518 w 4603109"/>
              <a:gd name="connsiteY643" fmla="*/ 924402 h 924402"/>
              <a:gd name="connsiteX644" fmla="*/ 1460483 w 4603109"/>
              <a:gd name="connsiteY644" fmla="*/ 924402 h 924402"/>
              <a:gd name="connsiteX645" fmla="*/ 1452454 w 4603109"/>
              <a:gd name="connsiteY645" fmla="*/ 924402 h 924402"/>
              <a:gd name="connsiteX646" fmla="*/ 1444011 w 4603109"/>
              <a:gd name="connsiteY646" fmla="*/ 924402 h 924402"/>
              <a:gd name="connsiteX647" fmla="*/ 1436843 w 4603109"/>
              <a:gd name="connsiteY647" fmla="*/ 924402 h 924402"/>
              <a:gd name="connsiteX648" fmla="*/ 1413947 w 4603109"/>
              <a:gd name="connsiteY648" fmla="*/ 924402 h 924402"/>
              <a:gd name="connsiteX649" fmla="*/ 1354749 w 4603109"/>
              <a:gd name="connsiteY649" fmla="*/ 924402 h 924402"/>
              <a:gd name="connsiteX650" fmla="*/ 1332714 w 4603109"/>
              <a:gd name="connsiteY650" fmla="*/ 924402 h 924402"/>
              <a:gd name="connsiteX651" fmla="*/ 1324685 w 4603109"/>
              <a:gd name="connsiteY651" fmla="*/ 924402 h 924402"/>
              <a:gd name="connsiteX652" fmla="*/ 1316242 w 4603109"/>
              <a:gd name="connsiteY652" fmla="*/ 924402 h 924402"/>
              <a:gd name="connsiteX653" fmla="*/ 1312767 w 4603109"/>
              <a:gd name="connsiteY653" fmla="*/ 924402 h 924402"/>
              <a:gd name="connsiteX654" fmla="*/ 1286178 w 4603109"/>
              <a:gd name="connsiteY654" fmla="*/ 924402 h 924402"/>
              <a:gd name="connsiteX655" fmla="*/ 1282703 w 4603109"/>
              <a:gd name="connsiteY655" fmla="*/ 924402 h 924402"/>
              <a:gd name="connsiteX656" fmla="*/ 1243956 w 4603109"/>
              <a:gd name="connsiteY656" fmla="*/ 924402 h 924402"/>
              <a:gd name="connsiteX657" fmla="*/ 1184998 w 4603109"/>
              <a:gd name="connsiteY657" fmla="*/ 924402 h 924402"/>
              <a:gd name="connsiteX658" fmla="*/ 1154934 w 4603109"/>
              <a:gd name="connsiteY658" fmla="*/ 924402 h 924402"/>
              <a:gd name="connsiteX659" fmla="*/ 1139828 w 4603109"/>
              <a:gd name="connsiteY659" fmla="*/ 924402 h 924402"/>
              <a:gd name="connsiteX660" fmla="*/ 1116187 w 4603109"/>
              <a:gd name="connsiteY660" fmla="*/ 924402 h 924402"/>
              <a:gd name="connsiteX661" fmla="*/ 1112712 w 4603109"/>
              <a:gd name="connsiteY661" fmla="*/ 924402 h 924402"/>
              <a:gd name="connsiteX662" fmla="*/ 1057734 w 4603109"/>
              <a:gd name="connsiteY662" fmla="*/ 924402 h 924402"/>
              <a:gd name="connsiteX663" fmla="*/ 1027669 w 4603109"/>
              <a:gd name="connsiteY663" fmla="*/ 924402 h 924402"/>
              <a:gd name="connsiteX664" fmla="*/ 1012059 w 4603109"/>
              <a:gd name="connsiteY664" fmla="*/ 924402 h 924402"/>
              <a:gd name="connsiteX665" fmla="*/ 984943 w 4603109"/>
              <a:gd name="connsiteY665" fmla="*/ 924402 h 924402"/>
              <a:gd name="connsiteX666" fmla="*/ 929965 w 4603109"/>
              <a:gd name="connsiteY666" fmla="*/ 924402 h 924402"/>
              <a:gd name="connsiteX667" fmla="*/ 899900 w 4603109"/>
              <a:gd name="connsiteY667" fmla="*/ 924402 h 924402"/>
              <a:gd name="connsiteX668" fmla="*/ 857678 w 4603109"/>
              <a:gd name="connsiteY668" fmla="*/ 924402 h 924402"/>
              <a:gd name="connsiteX669" fmla="*/ 819171 w 4603109"/>
              <a:gd name="connsiteY669" fmla="*/ 924402 h 924402"/>
              <a:gd name="connsiteX670" fmla="*/ 729909 w 4603109"/>
              <a:gd name="connsiteY670" fmla="*/ 924402 h 924402"/>
              <a:gd name="connsiteX671" fmla="*/ 691402 w 4603109"/>
              <a:gd name="connsiteY671" fmla="*/ 924402 h 924402"/>
              <a:gd name="connsiteX672" fmla="*/ 687927 w 4603109"/>
              <a:gd name="connsiteY672" fmla="*/ 924402 h 924402"/>
              <a:gd name="connsiteX673" fmla="*/ 560158 w 4603109"/>
              <a:gd name="connsiteY673" fmla="*/ 924402 h 924402"/>
              <a:gd name="connsiteX674" fmla="*/ 432894 w 4603109"/>
              <a:gd name="connsiteY674" fmla="*/ 924402 h 924402"/>
              <a:gd name="connsiteX675" fmla="*/ 305125 w 4603109"/>
              <a:gd name="connsiteY675" fmla="*/ 924402 h 924402"/>
              <a:gd name="connsiteX676" fmla="*/ 223202 w 4603109"/>
              <a:gd name="connsiteY676" fmla="*/ 877348 h 924402"/>
              <a:gd name="connsiteX677" fmla="*/ 10809 w 4603109"/>
              <a:gd name="connsiteY677" fmla="*/ 509257 h 924402"/>
              <a:gd name="connsiteX678" fmla="*/ 10809 w 4603109"/>
              <a:gd name="connsiteY678" fmla="*/ 415146 h 924402"/>
              <a:gd name="connsiteX679" fmla="*/ 223202 w 4603109"/>
              <a:gd name="connsiteY679" fmla="*/ 47054 h 924402"/>
              <a:gd name="connsiteX680" fmla="*/ 305125 w 4603109"/>
              <a:gd name="connsiteY680" fmla="*/ 0 h 92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Lst>
            <a:rect l="l" t="t" r="r" b="b"/>
            <a:pathLst>
              <a:path w="4603109" h="924402">
                <a:moveTo>
                  <a:pt x="305125" y="0"/>
                </a:moveTo>
                <a:lnTo>
                  <a:pt x="432894" y="0"/>
                </a:lnTo>
                <a:lnTo>
                  <a:pt x="445336" y="0"/>
                </a:lnTo>
                <a:cubicBezTo>
                  <a:pt x="485989" y="0"/>
                  <a:pt x="520835" y="0"/>
                  <a:pt x="550703" y="0"/>
                </a:cubicBezTo>
                <a:lnTo>
                  <a:pt x="560158" y="0"/>
                </a:lnTo>
                <a:lnTo>
                  <a:pt x="573105" y="0"/>
                </a:lnTo>
                <a:lnTo>
                  <a:pt x="626202" y="0"/>
                </a:lnTo>
                <a:cubicBezTo>
                  <a:pt x="646943" y="0"/>
                  <a:pt x="663537" y="0"/>
                  <a:pt x="676811" y="0"/>
                </a:cubicBezTo>
                <a:lnTo>
                  <a:pt x="678472" y="0"/>
                </a:lnTo>
                <a:lnTo>
                  <a:pt x="687927" y="0"/>
                </a:lnTo>
                <a:lnTo>
                  <a:pt x="691402" y="0"/>
                </a:lnTo>
                <a:lnTo>
                  <a:pt x="700371" y="0"/>
                </a:lnTo>
                <a:lnTo>
                  <a:pt x="707508" y="0"/>
                </a:lnTo>
                <a:cubicBezTo>
                  <a:pt x="729909" y="0"/>
                  <a:pt x="729909" y="0"/>
                  <a:pt x="729909" y="0"/>
                </a:cubicBezTo>
                <a:lnTo>
                  <a:pt x="753971" y="0"/>
                </a:lnTo>
                <a:lnTo>
                  <a:pt x="804580" y="0"/>
                </a:lnTo>
                <a:lnTo>
                  <a:pt x="805737" y="0"/>
                </a:lnTo>
                <a:lnTo>
                  <a:pt x="819171" y="0"/>
                </a:lnTo>
                <a:lnTo>
                  <a:pt x="828140" y="0"/>
                </a:lnTo>
                <a:lnTo>
                  <a:pt x="831615" y="0"/>
                </a:lnTo>
                <a:lnTo>
                  <a:pt x="835277" y="0"/>
                </a:lnTo>
                <a:lnTo>
                  <a:pt x="857678" y="0"/>
                </a:lnTo>
                <a:lnTo>
                  <a:pt x="864889" y="0"/>
                </a:lnTo>
                <a:lnTo>
                  <a:pt x="899900" y="0"/>
                </a:lnTo>
                <a:lnTo>
                  <a:pt x="909341" y="0"/>
                </a:lnTo>
                <a:lnTo>
                  <a:pt x="929965" y="0"/>
                </a:lnTo>
                <a:lnTo>
                  <a:pt x="933506" y="0"/>
                </a:lnTo>
                <a:lnTo>
                  <a:pt x="936982" y="0"/>
                </a:lnTo>
                <a:lnTo>
                  <a:pt x="959384" y="0"/>
                </a:lnTo>
                <a:lnTo>
                  <a:pt x="962542" y="0"/>
                </a:lnTo>
                <a:lnTo>
                  <a:pt x="984943" y="0"/>
                </a:lnTo>
                <a:lnTo>
                  <a:pt x="992658" y="0"/>
                </a:lnTo>
                <a:lnTo>
                  <a:pt x="1012059" y="0"/>
                </a:lnTo>
                <a:lnTo>
                  <a:pt x="1012480" y="0"/>
                </a:lnTo>
                <a:lnTo>
                  <a:pt x="1027669" y="0"/>
                </a:lnTo>
                <a:lnTo>
                  <a:pt x="1037110" y="0"/>
                </a:lnTo>
                <a:lnTo>
                  <a:pt x="1040112" y="0"/>
                </a:lnTo>
                <a:lnTo>
                  <a:pt x="1057734" y="0"/>
                </a:lnTo>
                <a:lnTo>
                  <a:pt x="1064751" y="0"/>
                </a:lnTo>
                <a:lnTo>
                  <a:pt x="1070177" y="0"/>
                </a:lnTo>
                <a:lnTo>
                  <a:pt x="1072436" y="0"/>
                </a:lnTo>
                <a:lnTo>
                  <a:pt x="1090311" y="0"/>
                </a:lnTo>
                <a:lnTo>
                  <a:pt x="1110718" y="0"/>
                </a:lnTo>
                <a:lnTo>
                  <a:pt x="1112712" y="0"/>
                </a:lnTo>
                <a:lnTo>
                  <a:pt x="1116187" y="0"/>
                </a:lnTo>
                <a:lnTo>
                  <a:pt x="1139828" y="0"/>
                </a:lnTo>
                <a:lnTo>
                  <a:pt x="1140249" y="0"/>
                </a:lnTo>
                <a:lnTo>
                  <a:pt x="1145480" y="0"/>
                </a:lnTo>
                <a:lnTo>
                  <a:pt x="1152270" y="0"/>
                </a:lnTo>
                <a:lnTo>
                  <a:pt x="1154934" y="0"/>
                </a:lnTo>
                <a:lnTo>
                  <a:pt x="1167881" y="0"/>
                </a:lnTo>
                <a:lnTo>
                  <a:pt x="1175544" y="0"/>
                </a:lnTo>
                <a:lnTo>
                  <a:pt x="1184998" y="0"/>
                </a:lnTo>
                <a:lnTo>
                  <a:pt x="1197946" y="0"/>
                </a:lnTo>
                <a:lnTo>
                  <a:pt x="1200205" y="0"/>
                </a:lnTo>
                <a:lnTo>
                  <a:pt x="1220978" y="0"/>
                </a:lnTo>
                <a:lnTo>
                  <a:pt x="1238487" y="0"/>
                </a:lnTo>
                <a:lnTo>
                  <a:pt x="1243956" y="0"/>
                </a:lnTo>
                <a:lnTo>
                  <a:pt x="1251042" y="0"/>
                </a:lnTo>
                <a:lnTo>
                  <a:pt x="1257637" y="0"/>
                </a:lnTo>
                <a:lnTo>
                  <a:pt x="1271587" y="0"/>
                </a:lnTo>
                <a:lnTo>
                  <a:pt x="1273249" y="0"/>
                </a:lnTo>
                <a:lnTo>
                  <a:pt x="1280039" y="0"/>
                </a:lnTo>
                <a:lnTo>
                  <a:pt x="1282703" y="0"/>
                </a:lnTo>
                <a:lnTo>
                  <a:pt x="1286178" y="0"/>
                </a:lnTo>
                <a:lnTo>
                  <a:pt x="1295146" y="0"/>
                </a:lnTo>
                <a:lnTo>
                  <a:pt x="1301651" y="0"/>
                </a:lnTo>
                <a:lnTo>
                  <a:pt x="1302284" y="0"/>
                </a:lnTo>
                <a:lnTo>
                  <a:pt x="1303313" y="0"/>
                </a:lnTo>
                <a:lnTo>
                  <a:pt x="1312767" y="0"/>
                </a:lnTo>
                <a:lnTo>
                  <a:pt x="1316242" y="0"/>
                </a:lnTo>
                <a:lnTo>
                  <a:pt x="1321886" y="0"/>
                </a:lnTo>
                <a:lnTo>
                  <a:pt x="1324685" y="0"/>
                </a:lnTo>
                <a:lnTo>
                  <a:pt x="1325211" y="0"/>
                </a:lnTo>
                <a:lnTo>
                  <a:pt x="1332348" y="0"/>
                </a:lnTo>
                <a:lnTo>
                  <a:pt x="1332714" y="0"/>
                </a:lnTo>
                <a:lnTo>
                  <a:pt x="1333135" y="0"/>
                </a:lnTo>
                <a:lnTo>
                  <a:pt x="1348747" y="0"/>
                </a:lnTo>
                <a:lnTo>
                  <a:pt x="1354749" y="0"/>
                </a:lnTo>
                <a:lnTo>
                  <a:pt x="1378811" y="0"/>
                </a:lnTo>
                <a:lnTo>
                  <a:pt x="1383745" y="0"/>
                </a:lnTo>
                <a:lnTo>
                  <a:pt x="1385406" y="0"/>
                </a:lnTo>
                <a:lnTo>
                  <a:pt x="1399356" y="0"/>
                </a:lnTo>
                <a:lnTo>
                  <a:pt x="1400513" y="0"/>
                </a:lnTo>
                <a:lnTo>
                  <a:pt x="1413947" y="0"/>
                </a:lnTo>
                <a:lnTo>
                  <a:pt x="1414442" y="0"/>
                </a:lnTo>
                <a:lnTo>
                  <a:pt x="1422915" y="0"/>
                </a:lnTo>
                <a:lnTo>
                  <a:pt x="1426390" y="0"/>
                </a:lnTo>
                <a:lnTo>
                  <a:pt x="1429420" y="0"/>
                </a:lnTo>
                <a:lnTo>
                  <a:pt x="1430053" y="0"/>
                </a:lnTo>
                <a:lnTo>
                  <a:pt x="1430206" y="0"/>
                </a:lnTo>
                <a:lnTo>
                  <a:pt x="1430577" y="0"/>
                </a:lnTo>
                <a:lnTo>
                  <a:pt x="1436843" y="0"/>
                </a:lnTo>
                <a:lnTo>
                  <a:pt x="1444011" y="0"/>
                </a:lnTo>
                <a:lnTo>
                  <a:pt x="1449655" y="0"/>
                </a:lnTo>
                <a:lnTo>
                  <a:pt x="1452454" y="0"/>
                </a:lnTo>
                <a:lnTo>
                  <a:pt x="1452980" y="0"/>
                </a:lnTo>
                <a:lnTo>
                  <a:pt x="1456455" y="0"/>
                </a:lnTo>
                <a:lnTo>
                  <a:pt x="1459664" y="0"/>
                </a:lnTo>
                <a:lnTo>
                  <a:pt x="1460117" y="0"/>
                </a:lnTo>
                <a:lnTo>
                  <a:pt x="1460483" y="0"/>
                </a:lnTo>
                <a:lnTo>
                  <a:pt x="1460904" y="0"/>
                </a:lnTo>
                <a:lnTo>
                  <a:pt x="1472926" y="0"/>
                </a:lnTo>
                <a:lnTo>
                  <a:pt x="1482518" y="0"/>
                </a:lnTo>
                <a:lnTo>
                  <a:pt x="1489729" y="0"/>
                </a:lnTo>
                <a:lnTo>
                  <a:pt x="1504116" y="0"/>
                </a:lnTo>
                <a:lnTo>
                  <a:pt x="1511514" y="0"/>
                </a:lnTo>
                <a:lnTo>
                  <a:pt x="1524740" y="0"/>
                </a:lnTo>
                <a:lnTo>
                  <a:pt x="1528282" y="0"/>
                </a:lnTo>
                <a:lnTo>
                  <a:pt x="1531757" y="0"/>
                </a:lnTo>
                <a:lnTo>
                  <a:pt x="1534181" y="0"/>
                </a:lnTo>
                <a:lnTo>
                  <a:pt x="1542211" y="0"/>
                </a:lnTo>
                <a:lnTo>
                  <a:pt x="1554159" y="0"/>
                </a:lnTo>
                <a:lnTo>
                  <a:pt x="1557318" y="0"/>
                </a:lnTo>
                <a:lnTo>
                  <a:pt x="1557975" y="0"/>
                </a:lnTo>
                <a:lnTo>
                  <a:pt x="1558346" y="0"/>
                </a:lnTo>
                <a:lnTo>
                  <a:pt x="1561822" y="0"/>
                </a:lnTo>
                <a:lnTo>
                  <a:pt x="1564612" y="0"/>
                </a:lnTo>
                <a:lnTo>
                  <a:pt x="1566857" y="0"/>
                </a:lnTo>
                <a:lnTo>
                  <a:pt x="1576919" y="0"/>
                </a:lnTo>
                <a:lnTo>
                  <a:pt x="1579719" y="0"/>
                </a:lnTo>
                <a:lnTo>
                  <a:pt x="1584224" y="0"/>
                </a:lnTo>
                <a:lnTo>
                  <a:pt x="1587382" y="0"/>
                </a:lnTo>
                <a:lnTo>
                  <a:pt x="1587433" y="0"/>
                </a:lnTo>
                <a:lnTo>
                  <a:pt x="1600695" y="0"/>
                </a:lnTo>
                <a:lnTo>
                  <a:pt x="1606834" y="0"/>
                </a:lnTo>
                <a:lnTo>
                  <a:pt x="1607256" y="0"/>
                </a:lnTo>
                <a:lnTo>
                  <a:pt x="1608325" y="0"/>
                </a:lnTo>
                <a:lnTo>
                  <a:pt x="1609783" y="0"/>
                </a:lnTo>
                <a:lnTo>
                  <a:pt x="1617498" y="0"/>
                </a:lnTo>
                <a:lnTo>
                  <a:pt x="1631885" y="0"/>
                </a:lnTo>
                <a:lnTo>
                  <a:pt x="1636899" y="0"/>
                </a:lnTo>
                <a:lnTo>
                  <a:pt x="1637320" y="0"/>
                </a:lnTo>
                <a:lnTo>
                  <a:pt x="1637445" y="0"/>
                </a:lnTo>
                <a:lnTo>
                  <a:pt x="1652509" y="0"/>
                </a:lnTo>
                <a:lnTo>
                  <a:pt x="1659526" y="0"/>
                </a:lnTo>
                <a:lnTo>
                  <a:pt x="1661950" y="0"/>
                </a:lnTo>
                <a:lnTo>
                  <a:pt x="1664952" y="0"/>
                </a:lnTo>
                <a:lnTo>
                  <a:pt x="1667212" y="0"/>
                </a:lnTo>
                <a:lnTo>
                  <a:pt x="1685087" y="0"/>
                </a:lnTo>
                <a:lnTo>
                  <a:pt x="1689591" y="0"/>
                </a:lnTo>
                <a:lnTo>
                  <a:pt x="1694626" y="0"/>
                </a:lnTo>
                <a:lnTo>
                  <a:pt x="1697276" y="0"/>
                </a:lnTo>
                <a:lnTo>
                  <a:pt x="1698000" y="0"/>
                </a:lnTo>
                <a:lnTo>
                  <a:pt x="1704688" y="0"/>
                </a:lnTo>
                <a:lnTo>
                  <a:pt x="1707488" y="0"/>
                </a:lnTo>
                <a:lnTo>
                  <a:pt x="1710963" y="0"/>
                </a:lnTo>
                <a:lnTo>
                  <a:pt x="1715151" y="0"/>
                </a:lnTo>
                <a:lnTo>
                  <a:pt x="1721928" y="0"/>
                </a:lnTo>
                <a:lnTo>
                  <a:pt x="1734603" y="0"/>
                </a:lnTo>
                <a:lnTo>
                  <a:pt x="1735025" y="0"/>
                </a:lnTo>
                <a:lnTo>
                  <a:pt x="1735558" y="0"/>
                </a:lnTo>
                <a:lnTo>
                  <a:pt x="1736094" y="0"/>
                </a:lnTo>
                <a:lnTo>
                  <a:pt x="1737552" y="0"/>
                </a:lnTo>
                <a:lnTo>
                  <a:pt x="1741027" y="0"/>
                </a:lnTo>
                <a:lnTo>
                  <a:pt x="1747046" y="0"/>
                </a:lnTo>
                <a:lnTo>
                  <a:pt x="1748537" y="0"/>
                </a:lnTo>
                <a:lnTo>
                  <a:pt x="1753052" y="0"/>
                </a:lnTo>
                <a:lnTo>
                  <a:pt x="1757499" y="0"/>
                </a:lnTo>
                <a:lnTo>
                  <a:pt x="1764668" y="0"/>
                </a:lnTo>
                <a:lnTo>
                  <a:pt x="1765089" y="0"/>
                </a:lnTo>
                <a:lnTo>
                  <a:pt x="1765214" y="0"/>
                </a:lnTo>
                <a:lnTo>
                  <a:pt x="1770320" y="0"/>
                </a:lnTo>
                <a:lnTo>
                  <a:pt x="1777110" y="0"/>
                </a:lnTo>
                <a:lnTo>
                  <a:pt x="1779774" y="0"/>
                </a:lnTo>
                <a:lnTo>
                  <a:pt x="1792721" y="0"/>
                </a:lnTo>
                <a:lnTo>
                  <a:pt x="1794981" y="0"/>
                </a:lnTo>
                <a:lnTo>
                  <a:pt x="1825045" y="0"/>
                </a:lnTo>
                <a:lnTo>
                  <a:pt x="1825769" y="0"/>
                </a:lnTo>
                <a:lnTo>
                  <a:pt x="1838732" y="0"/>
                </a:lnTo>
                <a:lnTo>
                  <a:pt x="1845818" y="0"/>
                </a:lnTo>
                <a:lnTo>
                  <a:pt x="1849697" y="0"/>
                </a:lnTo>
                <a:lnTo>
                  <a:pt x="1852412" y="0"/>
                </a:lnTo>
                <a:lnTo>
                  <a:pt x="1853903" y="0"/>
                </a:lnTo>
                <a:lnTo>
                  <a:pt x="1863327" y="0"/>
                </a:lnTo>
                <a:lnTo>
                  <a:pt x="1868796" y="0"/>
                </a:lnTo>
                <a:lnTo>
                  <a:pt x="1874815" y="0"/>
                </a:lnTo>
                <a:lnTo>
                  <a:pt x="1876306" y="0"/>
                </a:lnTo>
                <a:lnTo>
                  <a:pt x="1880821" y="0"/>
                </a:lnTo>
                <a:lnTo>
                  <a:pt x="1882477" y="0"/>
                </a:lnTo>
                <a:lnTo>
                  <a:pt x="1883936" y="0"/>
                </a:lnTo>
                <a:lnTo>
                  <a:pt x="1885268" y="0"/>
                </a:lnTo>
                <a:lnTo>
                  <a:pt x="1896427" y="0"/>
                </a:lnTo>
                <a:lnTo>
                  <a:pt x="1898089" y="0"/>
                </a:lnTo>
                <a:lnTo>
                  <a:pt x="1904879" y="0"/>
                </a:lnTo>
                <a:lnTo>
                  <a:pt x="1907543" y="0"/>
                </a:lnTo>
                <a:lnTo>
                  <a:pt x="1911018" y="0"/>
                </a:lnTo>
                <a:lnTo>
                  <a:pt x="1919986" y="0"/>
                </a:lnTo>
                <a:lnTo>
                  <a:pt x="1927124" y="0"/>
                </a:lnTo>
                <a:lnTo>
                  <a:pt x="1927489" y="0"/>
                </a:lnTo>
                <a:lnTo>
                  <a:pt x="1927911" y="0"/>
                </a:lnTo>
                <a:lnTo>
                  <a:pt x="1929402" y="0"/>
                </a:lnTo>
                <a:lnTo>
                  <a:pt x="1946726" y="0"/>
                </a:lnTo>
                <a:lnTo>
                  <a:pt x="1949525" y="0"/>
                </a:lnTo>
                <a:lnTo>
                  <a:pt x="1957554" y="0"/>
                </a:lnTo>
                <a:lnTo>
                  <a:pt x="1957975" y="0"/>
                </a:lnTo>
                <a:lnTo>
                  <a:pt x="1973587" y="0"/>
                </a:lnTo>
                <a:lnTo>
                  <a:pt x="1978520" y="0"/>
                </a:lnTo>
                <a:lnTo>
                  <a:pt x="1980012" y="0"/>
                </a:lnTo>
                <a:lnTo>
                  <a:pt x="1980181" y="0"/>
                </a:lnTo>
                <a:lnTo>
                  <a:pt x="1981672" y="0"/>
                </a:lnTo>
                <a:lnTo>
                  <a:pt x="2008585" y="0"/>
                </a:lnTo>
                <a:lnTo>
                  <a:pt x="2009218" y="0"/>
                </a:lnTo>
                <a:lnTo>
                  <a:pt x="2010246" y="0"/>
                </a:lnTo>
                <a:lnTo>
                  <a:pt x="2010709" y="0"/>
                </a:lnTo>
                <a:lnTo>
                  <a:pt x="2011705" y="0"/>
                </a:lnTo>
                <a:lnTo>
                  <a:pt x="2024147" y="0"/>
                </a:lnTo>
                <a:lnTo>
                  <a:pt x="2024196" y="0"/>
                </a:lnTo>
                <a:lnTo>
                  <a:pt x="2024981" y="0"/>
                </a:lnTo>
                <a:lnTo>
                  <a:pt x="2025353" y="0"/>
                </a:lnTo>
                <a:lnTo>
                  <a:pt x="2026473" y="0"/>
                </a:lnTo>
                <a:lnTo>
                  <a:pt x="2031619" y="0"/>
                </a:lnTo>
                <a:lnTo>
                  <a:pt x="2033110" y="0"/>
                </a:lnTo>
                <a:lnTo>
                  <a:pt x="2038787" y="0"/>
                </a:lnTo>
                <a:lnTo>
                  <a:pt x="2039282" y="0"/>
                </a:lnTo>
                <a:lnTo>
                  <a:pt x="2047755" y="0"/>
                </a:lnTo>
                <a:lnTo>
                  <a:pt x="2051230" y="0"/>
                </a:lnTo>
                <a:lnTo>
                  <a:pt x="2054893" y="0"/>
                </a:lnTo>
                <a:lnTo>
                  <a:pt x="2055046" y="0"/>
                </a:lnTo>
                <a:lnTo>
                  <a:pt x="2055258" y="0"/>
                </a:lnTo>
                <a:lnTo>
                  <a:pt x="2055680" y="0"/>
                </a:lnTo>
                <a:lnTo>
                  <a:pt x="2057171" y="0"/>
                </a:lnTo>
                <a:lnTo>
                  <a:pt x="2061683" y="0"/>
                </a:lnTo>
                <a:lnTo>
                  <a:pt x="2067702" y="0"/>
                </a:lnTo>
                <a:lnTo>
                  <a:pt x="2074495" y="0"/>
                </a:lnTo>
                <a:lnTo>
                  <a:pt x="2077294" y="0"/>
                </a:lnTo>
                <a:lnTo>
                  <a:pt x="2084504" y="0"/>
                </a:lnTo>
                <a:lnTo>
                  <a:pt x="2085323" y="0"/>
                </a:lnTo>
                <a:lnTo>
                  <a:pt x="2085744" y="0"/>
                </a:lnTo>
                <a:lnTo>
                  <a:pt x="2097766" y="0"/>
                </a:lnTo>
                <a:lnTo>
                  <a:pt x="2106289" y="0"/>
                </a:lnTo>
                <a:lnTo>
                  <a:pt x="2107781" y="0"/>
                </a:lnTo>
                <a:lnTo>
                  <a:pt x="2128956" y="0"/>
                </a:lnTo>
                <a:lnTo>
                  <a:pt x="2129514" y="0"/>
                </a:lnTo>
                <a:lnTo>
                  <a:pt x="2136354" y="0"/>
                </a:lnTo>
                <a:lnTo>
                  <a:pt x="2136987" y="0"/>
                </a:lnTo>
                <a:lnTo>
                  <a:pt x="2138478" y="0"/>
                </a:lnTo>
                <a:lnTo>
                  <a:pt x="2151916" y="0"/>
                </a:lnTo>
                <a:lnTo>
                  <a:pt x="2152750" y="0"/>
                </a:lnTo>
                <a:lnTo>
                  <a:pt x="2153122" y="0"/>
                </a:lnTo>
                <a:lnTo>
                  <a:pt x="2154242" y="0"/>
                </a:lnTo>
                <a:lnTo>
                  <a:pt x="2156597" y="0"/>
                </a:lnTo>
                <a:lnTo>
                  <a:pt x="2159388" y="0"/>
                </a:lnTo>
                <a:lnTo>
                  <a:pt x="2160879" y="0"/>
                </a:lnTo>
                <a:lnTo>
                  <a:pt x="2161633" y="0"/>
                </a:lnTo>
                <a:lnTo>
                  <a:pt x="2167051" y="0"/>
                </a:lnTo>
                <a:lnTo>
                  <a:pt x="2178999" y="0"/>
                </a:lnTo>
                <a:lnTo>
                  <a:pt x="2182158" y="0"/>
                </a:lnTo>
                <a:lnTo>
                  <a:pt x="2182815" y="0"/>
                </a:lnTo>
                <a:lnTo>
                  <a:pt x="2188666" y="0"/>
                </a:lnTo>
                <a:lnTo>
                  <a:pt x="2189452" y="0"/>
                </a:lnTo>
                <a:lnTo>
                  <a:pt x="2191697" y="0"/>
                </a:lnTo>
                <a:lnTo>
                  <a:pt x="2195471" y="0"/>
                </a:lnTo>
                <a:lnTo>
                  <a:pt x="2201759" y="0"/>
                </a:lnTo>
                <a:lnTo>
                  <a:pt x="2203100" y="0"/>
                </a:lnTo>
                <a:lnTo>
                  <a:pt x="2204559" y="0"/>
                </a:lnTo>
                <a:lnTo>
                  <a:pt x="2204591" y="0"/>
                </a:lnTo>
                <a:lnTo>
                  <a:pt x="2212273" y="0"/>
                </a:lnTo>
                <a:lnTo>
                  <a:pt x="2225535" y="0"/>
                </a:lnTo>
                <a:lnTo>
                  <a:pt x="2231674" y="0"/>
                </a:lnTo>
                <a:lnTo>
                  <a:pt x="2232096" y="0"/>
                </a:lnTo>
                <a:lnTo>
                  <a:pt x="2232220" y="0"/>
                </a:lnTo>
                <a:lnTo>
                  <a:pt x="2233118" y="0"/>
                </a:lnTo>
                <a:lnTo>
                  <a:pt x="2233165" y="0"/>
                </a:lnTo>
                <a:lnTo>
                  <a:pt x="2256725" y="0"/>
                </a:lnTo>
                <a:lnTo>
                  <a:pt x="2257283" y="0"/>
                </a:lnTo>
                <a:lnTo>
                  <a:pt x="2262285" y="0"/>
                </a:lnTo>
                <a:lnTo>
                  <a:pt x="2284366" y="0"/>
                </a:lnTo>
                <a:lnTo>
                  <a:pt x="2289402" y="0"/>
                </a:lnTo>
                <a:lnTo>
                  <a:pt x="2292052" y="0"/>
                </a:lnTo>
                <a:lnTo>
                  <a:pt x="2299271" y="0"/>
                </a:lnTo>
                <a:lnTo>
                  <a:pt x="2308721" y="0"/>
                </a:lnTo>
                <a:lnTo>
                  <a:pt x="2309927" y="0"/>
                </a:lnTo>
                <a:lnTo>
                  <a:pt x="2316435" y="0"/>
                </a:lnTo>
                <a:lnTo>
                  <a:pt x="2316703" y="0"/>
                </a:lnTo>
                <a:lnTo>
                  <a:pt x="2319466" y="0"/>
                </a:lnTo>
                <a:lnTo>
                  <a:pt x="2322840" y="0"/>
                </a:lnTo>
                <a:lnTo>
                  <a:pt x="2329528" y="0"/>
                </a:lnTo>
                <a:lnTo>
                  <a:pt x="2330869" y="0"/>
                </a:lnTo>
                <a:lnTo>
                  <a:pt x="2332328" y="0"/>
                </a:lnTo>
                <a:lnTo>
                  <a:pt x="2332360" y="0"/>
                </a:lnTo>
                <a:lnTo>
                  <a:pt x="2335803" y="0"/>
                </a:lnTo>
                <a:lnTo>
                  <a:pt x="2343312" y="0"/>
                </a:lnTo>
                <a:lnTo>
                  <a:pt x="2344804" y="0"/>
                </a:lnTo>
                <a:lnTo>
                  <a:pt x="2346768" y="0"/>
                </a:lnTo>
                <a:lnTo>
                  <a:pt x="2347827" y="0"/>
                </a:lnTo>
                <a:lnTo>
                  <a:pt x="2352274" y="0"/>
                </a:lnTo>
                <a:lnTo>
                  <a:pt x="2359443" y="0"/>
                </a:lnTo>
                <a:lnTo>
                  <a:pt x="2359865" y="0"/>
                </a:lnTo>
                <a:lnTo>
                  <a:pt x="2359989" y="0"/>
                </a:lnTo>
                <a:lnTo>
                  <a:pt x="2360887" y="0"/>
                </a:lnTo>
                <a:lnTo>
                  <a:pt x="2360934" y="0"/>
                </a:lnTo>
                <a:lnTo>
                  <a:pt x="2371886" y="0"/>
                </a:lnTo>
                <a:lnTo>
                  <a:pt x="2373377" y="0"/>
                </a:lnTo>
                <a:lnTo>
                  <a:pt x="2377892" y="0"/>
                </a:lnTo>
                <a:cubicBezTo>
                  <a:pt x="2382339" y="0"/>
                  <a:pt x="2382339" y="0"/>
                  <a:pt x="2382339" y="0"/>
                </a:cubicBezTo>
                <a:lnTo>
                  <a:pt x="2390054" y="0"/>
                </a:lnTo>
                <a:lnTo>
                  <a:pt x="2419821" y="0"/>
                </a:lnTo>
                <a:lnTo>
                  <a:pt x="2427040" y="0"/>
                </a:lnTo>
                <a:lnTo>
                  <a:pt x="2436490" y="0"/>
                </a:lnTo>
                <a:lnTo>
                  <a:pt x="2444472" y="0"/>
                </a:lnTo>
                <a:lnTo>
                  <a:pt x="2448678" y="0"/>
                </a:lnTo>
                <a:lnTo>
                  <a:pt x="2450171" y="0"/>
                </a:lnTo>
                <a:lnTo>
                  <a:pt x="2450609" y="0"/>
                </a:lnTo>
                <a:lnTo>
                  <a:pt x="2463572" y="0"/>
                </a:lnTo>
                <a:lnTo>
                  <a:pt x="2471081" y="0"/>
                </a:lnTo>
                <a:lnTo>
                  <a:pt x="2472573" y="0"/>
                </a:lnTo>
                <a:lnTo>
                  <a:pt x="2474537" y="0"/>
                </a:lnTo>
                <a:lnTo>
                  <a:pt x="2475596" y="0"/>
                </a:lnTo>
                <a:lnTo>
                  <a:pt x="2477252" y="0"/>
                </a:lnTo>
                <a:lnTo>
                  <a:pt x="2478712" y="0"/>
                </a:lnTo>
                <a:lnTo>
                  <a:pt x="2478743" y="0"/>
                </a:lnTo>
                <a:lnTo>
                  <a:pt x="2480043" y="0"/>
                </a:lnTo>
                <a:lnTo>
                  <a:pt x="2499655" y="0"/>
                </a:lnTo>
                <a:lnTo>
                  <a:pt x="2501146" y="0"/>
                </a:lnTo>
                <a:lnTo>
                  <a:pt x="2505661" y="0"/>
                </a:lnTo>
                <a:lnTo>
                  <a:pt x="2508776" y="0"/>
                </a:lnTo>
                <a:lnTo>
                  <a:pt x="2510108" y="0"/>
                </a:lnTo>
                <a:lnTo>
                  <a:pt x="2524178" y="0"/>
                </a:lnTo>
                <a:lnTo>
                  <a:pt x="2525248" y="0"/>
                </a:lnTo>
                <a:lnTo>
                  <a:pt x="2525669" y="0"/>
                </a:lnTo>
                <a:lnTo>
                  <a:pt x="2552329" y="0"/>
                </a:lnTo>
                <a:lnTo>
                  <a:pt x="2552751" y="0"/>
                </a:lnTo>
                <a:lnTo>
                  <a:pt x="2554242" y="0"/>
                </a:lnTo>
                <a:lnTo>
                  <a:pt x="2574787" y="0"/>
                </a:lnTo>
                <a:lnTo>
                  <a:pt x="2576279" y="0"/>
                </a:lnTo>
                <a:lnTo>
                  <a:pt x="2576447" y="0"/>
                </a:lnTo>
                <a:lnTo>
                  <a:pt x="2577940" y="0"/>
                </a:lnTo>
                <a:lnTo>
                  <a:pt x="2603360" y="0"/>
                </a:lnTo>
                <a:lnTo>
                  <a:pt x="2604852" y="0"/>
                </a:lnTo>
                <a:lnTo>
                  <a:pt x="2605021" y="0"/>
                </a:lnTo>
                <a:lnTo>
                  <a:pt x="2605484" y="0"/>
                </a:lnTo>
                <a:lnTo>
                  <a:pt x="2606481" y="0"/>
                </a:lnTo>
                <a:lnTo>
                  <a:pt x="2606512" y="0"/>
                </a:lnTo>
                <a:lnTo>
                  <a:pt x="2606976" y="0"/>
                </a:lnTo>
                <a:lnTo>
                  <a:pt x="2618923" y="0"/>
                </a:lnTo>
                <a:lnTo>
                  <a:pt x="2621248" y="0"/>
                </a:lnTo>
                <a:lnTo>
                  <a:pt x="2622740" y="0"/>
                </a:lnTo>
                <a:lnTo>
                  <a:pt x="2627885" y="0"/>
                </a:lnTo>
                <a:lnTo>
                  <a:pt x="2629377" y="0"/>
                </a:lnTo>
                <a:lnTo>
                  <a:pt x="2634058" y="0"/>
                </a:lnTo>
                <a:lnTo>
                  <a:pt x="2635549" y="0"/>
                </a:lnTo>
                <a:lnTo>
                  <a:pt x="2636545" y="0"/>
                </a:lnTo>
                <a:lnTo>
                  <a:pt x="2648987" y="0"/>
                </a:lnTo>
                <a:lnTo>
                  <a:pt x="2649821" y="0"/>
                </a:lnTo>
                <a:lnTo>
                  <a:pt x="2651313" y="0"/>
                </a:lnTo>
                <a:lnTo>
                  <a:pt x="2651947" y="0"/>
                </a:lnTo>
                <a:lnTo>
                  <a:pt x="2653017" y="0"/>
                </a:lnTo>
                <a:lnTo>
                  <a:pt x="2653438" y="0"/>
                </a:lnTo>
                <a:lnTo>
                  <a:pt x="2656459" y="0"/>
                </a:lnTo>
                <a:lnTo>
                  <a:pt x="2657950" y="0"/>
                </a:lnTo>
                <a:lnTo>
                  <a:pt x="2665460" y="0"/>
                </a:lnTo>
                <a:lnTo>
                  <a:pt x="2680098" y="0"/>
                </a:lnTo>
                <a:lnTo>
                  <a:pt x="2680520" y="0"/>
                </a:lnTo>
                <a:lnTo>
                  <a:pt x="2682011" y="0"/>
                </a:lnTo>
                <a:lnTo>
                  <a:pt x="2692542" y="0"/>
                </a:lnTo>
                <a:lnTo>
                  <a:pt x="2702556" y="0"/>
                </a:lnTo>
                <a:lnTo>
                  <a:pt x="2704048" y="0"/>
                </a:lnTo>
                <a:lnTo>
                  <a:pt x="2724289" y="0"/>
                </a:lnTo>
                <a:lnTo>
                  <a:pt x="2731129" y="0"/>
                </a:lnTo>
                <a:lnTo>
                  <a:pt x="2732621" y="0"/>
                </a:lnTo>
                <a:lnTo>
                  <a:pt x="2733253" y="0"/>
                </a:lnTo>
                <a:lnTo>
                  <a:pt x="2734745" y="0"/>
                </a:lnTo>
                <a:lnTo>
                  <a:pt x="2746692" y="0"/>
                </a:lnTo>
                <a:lnTo>
                  <a:pt x="2749017" y="0"/>
                </a:lnTo>
                <a:lnTo>
                  <a:pt x="2750509" y="0"/>
                </a:lnTo>
                <a:lnTo>
                  <a:pt x="2754354" y="0"/>
                </a:lnTo>
                <a:lnTo>
                  <a:pt x="2755654" y="0"/>
                </a:lnTo>
                <a:lnTo>
                  <a:pt x="2757146" y="0"/>
                </a:lnTo>
                <a:lnTo>
                  <a:pt x="2761827" y="0"/>
                </a:lnTo>
                <a:lnTo>
                  <a:pt x="2763318" y="0"/>
                </a:lnTo>
                <a:lnTo>
                  <a:pt x="2776756" y="0"/>
                </a:lnTo>
                <a:lnTo>
                  <a:pt x="2777590" y="0"/>
                </a:lnTo>
                <a:lnTo>
                  <a:pt x="2779082" y="0"/>
                </a:lnTo>
                <a:lnTo>
                  <a:pt x="2783442" y="0"/>
                </a:lnTo>
                <a:lnTo>
                  <a:pt x="2784228" y="0"/>
                </a:lnTo>
                <a:lnTo>
                  <a:pt x="2785719" y="0"/>
                </a:lnTo>
                <a:lnTo>
                  <a:pt x="2786473" y="0"/>
                </a:lnTo>
                <a:lnTo>
                  <a:pt x="2793229" y="0"/>
                </a:lnTo>
                <a:lnTo>
                  <a:pt x="2799367" y="0"/>
                </a:lnTo>
                <a:lnTo>
                  <a:pt x="2813506" y="0"/>
                </a:lnTo>
                <a:lnTo>
                  <a:pt x="2820311" y="0"/>
                </a:lnTo>
                <a:lnTo>
                  <a:pt x="2827893" y="0"/>
                </a:lnTo>
                <a:lnTo>
                  <a:pt x="2827940" y="0"/>
                </a:lnTo>
                <a:lnTo>
                  <a:pt x="2829431" y="0"/>
                </a:lnTo>
                <a:lnTo>
                  <a:pt x="2829978" y="0"/>
                </a:lnTo>
                <a:lnTo>
                  <a:pt x="2852058" y="0"/>
                </a:lnTo>
                <a:lnTo>
                  <a:pt x="2857060" y="0"/>
                </a:lnTo>
                <a:lnTo>
                  <a:pt x="2857958" y="0"/>
                </a:lnTo>
                <a:lnTo>
                  <a:pt x="2871601" y="0"/>
                </a:lnTo>
                <a:lnTo>
                  <a:pt x="2882123" y="0"/>
                </a:lnTo>
                <a:lnTo>
                  <a:pt x="2894046" y="0"/>
                </a:lnTo>
                <a:lnTo>
                  <a:pt x="2903496" y="0"/>
                </a:lnTo>
                <a:lnTo>
                  <a:pt x="2911211" y="0"/>
                </a:lnTo>
                <a:lnTo>
                  <a:pt x="2914242" y="0"/>
                </a:lnTo>
                <a:lnTo>
                  <a:pt x="2914461" y="0"/>
                </a:lnTo>
                <a:lnTo>
                  <a:pt x="2924111" y="0"/>
                </a:lnTo>
                <a:lnTo>
                  <a:pt x="2927136" y="0"/>
                </a:lnTo>
                <a:lnTo>
                  <a:pt x="2933561" y="0"/>
                </a:lnTo>
                <a:lnTo>
                  <a:pt x="2939580" y="0"/>
                </a:lnTo>
                <a:lnTo>
                  <a:pt x="2941275" y="0"/>
                </a:lnTo>
                <a:lnTo>
                  <a:pt x="2941543" y="0"/>
                </a:lnTo>
                <a:lnTo>
                  <a:pt x="2945586" y="0"/>
                </a:lnTo>
                <a:lnTo>
                  <a:pt x="2950032" y="0"/>
                </a:lnTo>
                <a:lnTo>
                  <a:pt x="2955662" y="0"/>
                </a:lnTo>
                <a:lnTo>
                  <a:pt x="2955709" y="0"/>
                </a:lnTo>
                <a:lnTo>
                  <a:pt x="2957200" y="0"/>
                </a:lnTo>
                <a:lnTo>
                  <a:pt x="2957747" y="0"/>
                </a:lnTo>
                <a:lnTo>
                  <a:pt x="2968152" y="0"/>
                </a:lnTo>
                <a:lnTo>
                  <a:pt x="2969644" y="0"/>
                </a:lnTo>
                <a:lnTo>
                  <a:pt x="2972667" y="0"/>
                </a:lnTo>
                <a:lnTo>
                  <a:pt x="2977114" y="0"/>
                </a:lnTo>
                <a:lnTo>
                  <a:pt x="2984829" y="0"/>
                </a:lnTo>
                <a:lnTo>
                  <a:pt x="2985727" y="0"/>
                </a:lnTo>
                <a:lnTo>
                  <a:pt x="2999370" y="0"/>
                </a:lnTo>
                <a:lnTo>
                  <a:pt x="3021815" y="0"/>
                </a:lnTo>
                <a:lnTo>
                  <a:pt x="3031265" y="0"/>
                </a:lnTo>
                <a:lnTo>
                  <a:pt x="3042230" y="0"/>
                </a:lnTo>
                <a:lnTo>
                  <a:pt x="3044946" y="0"/>
                </a:lnTo>
                <a:lnTo>
                  <a:pt x="3051880" y="0"/>
                </a:lnTo>
                <a:lnTo>
                  <a:pt x="3061330" y="0"/>
                </a:lnTo>
                <a:lnTo>
                  <a:pt x="3067349" y="0"/>
                </a:lnTo>
                <a:lnTo>
                  <a:pt x="3069312" y="0"/>
                </a:lnTo>
                <a:lnTo>
                  <a:pt x="3073355" y="0"/>
                </a:lnTo>
                <a:lnTo>
                  <a:pt x="3073518" y="0"/>
                </a:lnTo>
                <a:lnTo>
                  <a:pt x="3075011" y="0"/>
                </a:lnTo>
                <a:lnTo>
                  <a:pt x="3077801" y="0"/>
                </a:lnTo>
                <a:lnTo>
                  <a:pt x="3095921" y="0"/>
                </a:lnTo>
                <a:lnTo>
                  <a:pt x="3097413" y="0"/>
                </a:lnTo>
                <a:lnTo>
                  <a:pt x="3100436" y="0"/>
                </a:lnTo>
                <a:lnTo>
                  <a:pt x="3103552" y="0"/>
                </a:lnTo>
                <a:lnTo>
                  <a:pt x="3104883" y="0"/>
                </a:lnTo>
                <a:lnTo>
                  <a:pt x="3120023" y="0"/>
                </a:lnTo>
                <a:lnTo>
                  <a:pt x="3120445" y="0"/>
                </a:lnTo>
                <a:lnTo>
                  <a:pt x="3149018" y="0"/>
                </a:lnTo>
                <a:lnTo>
                  <a:pt x="3150088" y="0"/>
                </a:lnTo>
                <a:lnTo>
                  <a:pt x="3150509" y="0"/>
                </a:lnTo>
                <a:lnTo>
                  <a:pt x="3171054" y="0"/>
                </a:lnTo>
                <a:lnTo>
                  <a:pt x="3172715" y="0"/>
                </a:lnTo>
                <a:lnTo>
                  <a:pt x="3199627" y="0"/>
                </a:lnTo>
                <a:lnTo>
                  <a:pt x="3201119" y="0"/>
                </a:lnTo>
                <a:lnTo>
                  <a:pt x="3201287" y="0"/>
                </a:lnTo>
                <a:lnTo>
                  <a:pt x="3201751" y="0"/>
                </a:lnTo>
                <a:lnTo>
                  <a:pt x="3202780" y="0"/>
                </a:lnTo>
                <a:lnTo>
                  <a:pt x="3217515" y="0"/>
                </a:lnTo>
                <a:lnTo>
                  <a:pt x="3224152" y="0"/>
                </a:lnTo>
                <a:lnTo>
                  <a:pt x="3230324" y="0"/>
                </a:lnTo>
                <a:lnTo>
                  <a:pt x="3231321" y="0"/>
                </a:lnTo>
                <a:lnTo>
                  <a:pt x="3231816" y="0"/>
                </a:lnTo>
                <a:lnTo>
                  <a:pt x="3243763" y="0"/>
                </a:lnTo>
                <a:lnTo>
                  <a:pt x="3246088" y="0"/>
                </a:lnTo>
                <a:lnTo>
                  <a:pt x="3247580" y="0"/>
                </a:lnTo>
                <a:lnTo>
                  <a:pt x="3247792" y="0"/>
                </a:lnTo>
                <a:lnTo>
                  <a:pt x="3248214" y="0"/>
                </a:lnTo>
                <a:lnTo>
                  <a:pt x="3252725" y="0"/>
                </a:lnTo>
                <a:lnTo>
                  <a:pt x="3254217" y="0"/>
                </a:lnTo>
                <a:lnTo>
                  <a:pt x="3260235" y="0"/>
                </a:lnTo>
                <a:lnTo>
                  <a:pt x="3276787" y="0"/>
                </a:lnTo>
                <a:lnTo>
                  <a:pt x="3277857" y="0"/>
                </a:lnTo>
                <a:lnTo>
                  <a:pt x="3278278" y="0"/>
                </a:lnTo>
                <a:lnTo>
                  <a:pt x="3290300" y="0"/>
                </a:lnTo>
                <a:lnTo>
                  <a:pt x="3298823" y="0"/>
                </a:lnTo>
                <a:lnTo>
                  <a:pt x="3327396" y="0"/>
                </a:lnTo>
                <a:lnTo>
                  <a:pt x="3328888" y="0"/>
                </a:lnTo>
                <a:lnTo>
                  <a:pt x="3329520" y="0"/>
                </a:lnTo>
                <a:lnTo>
                  <a:pt x="3345284" y="0"/>
                </a:lnTo>
                <a:lnTo>
                  <a:pt x="3349129" y="0"/>
                </a:lnTo>
                <a:lnTo>
                  <a:pt x="3351921" y="0"/>
                </a:lnTo>
                <a:lnTo>
                  <a:pt x="3358093" y="0"/>
                </a:lnTo>
                <a:lnTo>
                  <a:pt x="3359585" y="0"/>
                </a:lnTo>
                <a:lnTo>
                  <a:pt x="3371532" y="0"/>
                </a:lnTo>
                <a:lnTo>
                  <a:pt x="3373857" y="0"/>
                </a:lnTo>
                <a:lnTo>
                  <a:pt x="3375349" y="0"/>
                </a:lnTo>
                <a:lnTo>
                  <a:pt x="3380494" y="0"/>
                </a:lnTo>
                <a:lnTo>
                  <a:pt x="3381986" y="0"/>
                </a:lnTo>
                <a:lnTo>
                  <a:pt x="3388004" y="0"/>
                </a:lnTo>
                <a:lnTo>
                  <a:pt x="3408282" y="0"/>
                </a:lnTo>
                <a:lnTo>
                  <a:pt x="3418069" y="0"/>
                </a:lnTo>
                <a:lnTo>
                  <a:pt x="3424207" y="0"/>
                </a:lnTo>
                <a:lnTo>
                  <a:pt x="3424753" y="0"/>
                </a:lnTo>
                <a:lnTo>
                  <a:pt x="3452733" y="0"/>
                </a:lnTo>
                <a:lnTo>
                  <a:pt x="3454818" y="0"/>
                </a:lnTo>
                <a:lnTo>
                  <a:pt x="3476898" y="0"/>
                </a:lnTo>
                <a:lnTo>
                  <a:pt x="3496441" y="0"/>
                </a:lnTo>
                <a:lnTo>
                  <a:pt x="3509236" y="0"/>
                </a:lnTo>
                <a:lnTo>
                  <a:pt x="3518886" y="0"/>
                </a:lnTo>
                <a:lnTo>
                  <a:pt x="3528336" y="0"/>
                </a:lnTo>
                <a:lnTo>
                  <a:pt x="3536051" y="0"/>
                </a:lnTo>
                <a:lnTo>
                  <a:pt x="3539301" y="0"/>
                </a:lnTo>
                <a:lnTo>
                  <a:pt x="3540361" y="0"/>
                </a:lnTo>
                <a:lnTo>
                  <a:pt x="3544807" y="0"/>
                </a:lnTo>
                <a:lnTo>
                  <a:pt x="3551976" y="0"/>
                </a:lnTo>
                <a:lnTo>
                  <a:pt x="3552522" y="0"/>
                </a:lnTo>
                <a:lnTo>
                  <a:pt x="3564420" y="0"/>
                </a:lnTo>
                <a:lnTo>
                  <a:pt x="3570426" y="0"/>
                </a:lnTo>
                <a:cubicBezTo>
                  <a:pt x="3574872" y="0"/>
                  <a:pt x="3574872" y="0"/>
                  <a:pt x="3574872" y="0"/>
                </a:cubicBezTo>
                <a:lnTo>
                  <a:pt x="3580502" y="0"/>
                </a:lnTo>
                <a:lnTo>
                  <a:pt x="3582587" y="0"/>
                </a:lnTo>
                <a:lnTo>
                  <a:pt x="3624210" y="0"/>
                </a:lnTo>
                <a:lnTo>
                  <a:pt x="3637005" y="0"/>
                </a:lnTo>
                <a:lnTo>
                  <a:pt x="3646655" y="0"/>
                </a:lnTo>
                <a:lnTo>
                  <a:pt x="3656105" y="0"/>
                </a:lnTo>
                <a:lnTo>
                  <a:pt x="3667070" y="0"/>
                </a:lnTo>
                <a:lnTo>
                  <a:pt x="3668130" y="0"/>
                </a:lnTo>
                <a:lnTo>
                  <a:pt x="3669786" y="0"/>
                </a:lnTo>
                <a:lnTo>
                  <a:pt x="3672576" y="0"/>
                </a:lnTo>
                <a:lnTo>
                  <a:pt x="3692189" y="0"/>
                </a:lnTo>
                <a:lnTo>
                  <a:pt x="3698195" y="0"/>
                </a:lnTo>
                <a:lnTo>
                  <a:pt x="3702641" y="0"/>
                </a:lnTo>
                <a:lnTo>
                  <a:pt x="3744863" y="0"/>
                </a:lnTo>
                <a:lnTo>
                  <a:pt x="3745285" y="0"/>
                </a:lnTo>
                <a:lnTo>
                  <a:pt x="3795894" y="0"/>
                </a:lnTo>
                <a:lnTo>
                  <a:pt x="3797555" y="0"/>
                </a:lnTo>
                <a:lnTo>
                  <a:pt x="3826591" y="0"/>
                </a:lnTo>
                <a:lnTo>
                  <a:pt x="3842355" y="0"/>
                </a:lnTo>
                <a:lnTo>
                  <a:pt x="3848992" y="0"/>
                </a:lnTo>
                <a:lnTo>
                  <a:pt x="3872632" y="0"/>
                </a:lnTo>
                <a:lnTo>
                  <a:pt x="3873054" y="0"/>
                </a:lnTo>
                <a:lnTo>
                  <a:pt x="3885075" y="0"/>
                </a:lnTo>
                <a:lnTo>
                  <a:pt x="3923663" y="0"/>
                </a:lnTo>
                <a:lnTo>
                  <a:pt x="3954360" y="0"/>
                </a:lnTo>
                <a:lnTo>
                  <a:pt x="3970124" y="0"/>
                </a:lnTo>
                <a:lnTo>
                  <a:pt x="3976761" y="0"/>
                </a:lnTo>
                <a:lnTo>
                  <a:pt x="4012844" y="0"/>
                </a:lnTo>
                <a:lnTo>
                  <a:pt x="4049593" y="0"/>
                </a:lnTo>
                <a:cubicBezTo>
                  <a:pt x="4169647" y="0"/>
                  <a:pt x="4169647" y="0"/>
                  <a:pt x="4169647" y="0"/>
                </a:cubicBezTo>
                <a:lnTo>
                  <a:pt x="4177362" y="0"/>
                </a:lnTo>
                <a:cubicBezTo>
                  <a:pt x="4297416" y="0"/>
                  <a:pt x="4297416" y="0"/>
                  <a:pt x="4297416" y="0"/>
                </a:cubicBezTo>
                <a:cubicBezTo>
                  <a:pt x="4327758" y="0"/>
                  <a:pt x="4364168" y="21251"/>
                  <a:pt x="4379339" y="47054"/>
                </a:cubicBezTo>
                <a:cubicBezTo>
                  <a:pt x="4591731" y="415146"/>
                  <a:pt x="4591731" y="415146"/>
                  <a:pt x="4591731" y="415146"/>
                </a:cubicBezTo>
                <a:cubicBezTo>
                  <a:pt x="4606902" y="440951"/>
                  <a:pt x="4606902" y="483452"/>
                  <a:pt x="4591731" y="509257"/>
                </a:cubicBezTo>
                <a:cubicBezTo>
                  <a:pt x="4379339" y="877348"/>
                  <a:pt x="4379339" y="877348"/>
                  <a:pt x="4379339" y="877348"/>
                </a:cubicBezTo>
                <a:cubicBezTo>
                  <a:pt x="4364168" y="903151"/>
                  <a:pt x="4327758" y="924402"/>
                  <a:pt x="4297416" y="924402"/>
                </a:cubicBezTo>
                <a:lnTo>
                  <a:pt x="4169647" y="924402"/>
                </a:lnTo>
                <a:lnTo>
                  <a:pt x="3976761" y="924402"/>
                </a:lnTo>
                <a:lnTo>
                  <a:pt x="3872632" y="924402"/>
                </a:lnTo>
                <a:lnTo>
                  <a:pt x="3848992" y="924402"/>
                </a:lnTo>
                <a:lnTo>
                  <a:pt x="3744863" y="924402"/>
                </a:lnTo>
                <a:lnTo>
                  <a:pt x="3702641" y="924402"/>
                </a:lnTo>
                <a:lnTo>
                  <a:pt x="3672576" y="924402"/>
                </a:lnTo>
                <a:lnTo>
                  <a:pt x="3656105" y="924402"/>
                </a:lnTo>
                <a:lnTo>
                  <a:pt x="3574872" y="924402"/>
                </a:lnTo>
                <a:lnTo>
                  <a:pt x="3551976" y="924402"/>
                </a:lnTo>
                <a:lnTo>
                  <a:pt x="3544807" y="924402"/>
                </a:lnTo>
                <a:lnTo>
                  <a:pt x="3528336" y="924402"/>
                </a:lnTo>
                <a:lnTo>
                  <a:pt x="3424207" y="924402"/>
                </a:lnTo>
                <a:lnTo>
                  <a:pt x="3381986" y="924402"/>
                </a:lnTo>
                <a:lnTo>
                  <a:pt x="3380494" y="924402"/>
                </a:lnTo>
                <a:lnTo>
                  <a:pt x="3351921" y="924402"/>
                </a:lnTo>
                <a:lnTo>
                  <a:pt x="3277857" y="924402"/>
                </a:lnTo>
                <a:lnTo>
                  <a:pt x="3254217" y="924402"/>
                </a:lnTo>
                <a:lnTo>
                  <a:pt x="3252725" y="924402"/>
                </a:lnTo>
                <a:lnTo>
                  <a:pt x="3247792" y="924402"/>
                </a:lnTo>
                <a:lnTo>
                  <a:pt x="3231321" y="924402"/>
                </a:lnTo>
                <a:lnTo>
                  <a:pt x="3224152" y="924402"/>
                </a:lnTo>
                <a:lnTo>
                  <a:pt x="3150088" y="924402"/>
                </a:lnTo>
                <a:lnTo>
                  <a:pt x="3120023" y="924402"/>
                </a:lnTo>
                <a:lnTo>
                  <a:pt x="3104883" y="924402"/>
                </a:lnTo>
                <a:lnTo>
                  <a:pt x="3103552" y="924402"/>
                </a:lnTo>
                <a:lnTo>
                  <a:pt x="3077801" y="924402"/>
                </a:lnTo>
                <a:lnTo>
                  <a:pt x="3061330" y="924402"/>
                </a:lnTo>
                <a:lnTo>
                  <a:pt x="3031265" y="924402"/>
                </a:lnTo>
                <a:lnTo>
                  <a:pt x="2977114" y="924402"/>
                </a:lnTo>
                <a:lnTo>
                  <a:pt x="2957200" y="924402"/>
                </a:lnTo>
                <a:lnTo>
                  <a:pt x="2955709" y="924402"/>
                </a:lnTo>
                <a:lnTo>
                  <a:pt x="2950032" y="924402"/>
                </a:lnTo>
                <a:lnTo>
                  <a:pt x="2933561" y="924402"/>
                </a:lnTo>
                <a:lnTo>
                  <a:pt x="2927136" y="924402"/>
                </a:lnTo>
                <a:lnTo>
                  <a:pt x="2903496" y="924402"/>
                </a:lnTo>
                <a:lnTo>
                  <a:pt x="2829431" y="924402"/>
                </a:lnTo>
                <a:lnTo>
                  <a:pt x="2827940" y="924402"/>
                </a:lnTo>
                <a:lnTo>
                  <a:pt x="2799367" y="924402"/>
                </a:lnTo>
                <a:lnTo>
                  <a:pt x="2785719" y="924402"/>
                </a:lnTo>
                <a:lnTo>
                  <a:pt x="2784228" y="924402"/>
                </a:lnTo>
                <a:lnTo>
                  <a:pt x="2757146" y="924402"/>
                </a:lnTo>
                <a:lnTo>
                  <a:pt x="2755654" y="924402"/>
                </a:lnTo>
                <a:lnTo>
                  <a:pt x="2680098" y="924402"/>
                </a:lnTo>
                <a:lnTo>
                  <a:pt x="2657950" y="924402"/>
                </a:lnTo>
                <a:lnTo>
                  <a:pt x="2656459" y="924402"/>
                </a:lnTo>
                <a:lnTo>
                  <a:pt x="2653017" y="924402"/>
                </a:lnTo>
                <a:lnTo>
                  <a:pt x="2636545" y="924402"/>
                </a:lnTo>
                <a:lnTo>
                  <a:pt x="2629377" y="924402"/>
                </a:lnTo>
                <a:lnTo>
                  <a:pt x="2627885" y="924402"/>
                </a:lnTo>
                <a:lnTo>
                  <a:pt x="2606481" y="924402"/>
                </a:lnTo>
                <a:lnTo>
                  <a:pt x="2552329" y="924402"/>
                </a:lnTo>
                <a:lnTo>
                  <a:pt x="2525248" y="924402"/>
                </a:lnTo>
                <a:lnTo>
                  <a:pt x="2510108" y="924402"/>
                </a:lnTo>
                <a:lnTo>
                  <a:pt x="2508776" y="924402"/>
                </a:lnTo>
                <a:lnTo>
                  <a:pt x="2480043" y="924402"/>
                </a:lnTo>
                <a:lnTo>
                  <a:pt x="2478712" y="924402"/>
                </a:lnTo>
                <a:lnTo>
                  <a:pt x="2463572" y="924402"/>
                </a:lnTo>
                <a:lnTo>
                  <a:pt x="2436490" y="924402"/>
                </a:lnTo>
                <a:lnTo>
                  <a:pt x="2382339" y="924402"/>
                </a:lnTo>
                <a:lnTo>
                  <a:pt x="2360934" y="924402"/>
                </a:lnTo>
                <a:lnTo>
                  <a:pt x="2359443" y="924402"/>
                </a:lnTo>
                <a:lnTo>
                  <a:pt x="2352274" y="924402"/>
                </a:lnTo>
                <a:lnTo>
                  <a:pt x="2335803" y="924402"/>
                </a:lnTo>
                <a:lnTo>
                  <a:pt x="2332360" y="924402"/>
                </a:lnTo>
                <a:lnTo>
                  <a:pt x="2332328" y="924402"/>
                </a:lnTo>
                <a:lnTo>
                  <a:pt x="2330869" y="924402"/>
                </a:lnTo>
                <a:lnTo>
                  <a:pt x="2308721" y="924402"/>
                </a:lnTo>
                <a:lnTo>
                  <a:pt x="2233165" y="924402"/>
                </a:lnTo>
                <a:lnTo>
                  <a:pt x="2231674" y="924402"/>
                </a:lnTo>
                <a:lnTo>
                  <a:pt x="2204591" y="924402"/>
                </a:lnTo>
                <a:lnTo>
                  <a:pt x="2204559" y="924402"/>
                </a:lnTo>
                <a:lnTo>
                  <a:pt x="2203100" y="924402"/>
                </a:lnTo>
                <a:lnTo>
                  <a:pt x="2189452" y="924402"/>
                </a:lnTo>
                <a:lnTo>
                  <a:pt x="2160879" y="924402"/>
                </a:lnTo>
                <a:lnTo>
                  <a:pt x="2159388" y="924402"/>
                </a:lnTo>
                <a:lnTo>
                  <a:pt x="2085323" y="924402"/>
                </a:lnTo>
                <a:lnTo>
                  <a:pt x="2077294" y="924402"/>
                </a:lnTo>
                <a:lnTo>
                  <a:pt x="2061683" y="924402"/>
                </a:lnTo>
                <a:lnTo>
                  <a:pt x="2055258" y="924402"/>
                </a:lnTo>
                <a:lnTo>
                  <a:pt x="2038787" y="924402"/>
                </a:lnTo>
                <a:lnTo>
                  <a:pt x="2033110" y="924402"/>
                </a:lnTo>
                <a:lnTo>
                  <a:pt x="2031619" y="924402"/>
                </a:lnTo>
                <a:lnTo>
                  <a:pt x="2011705" y="924402"/>
                </a:lnTo>
                <a:lnTo>
                  <a:pt x="1957554" y="924402"/>
                </a:lnTo>
                <a:lnTo>
                  <a:pt x="1949525" y="924402"/>
                </a:lnTo>
                <a:lnTo>
                  <a:pt x="1927489" y="924402"/>
                </a:lnTo>
                <a:lnTo>
                  <a:pt x="1911018" y="924402"/>
                </a:lnTo>
                <a:lnTo>
                  <a:pt x="1907543" y="924402"/>
                </a:lnTo>
                <a:lnTo>
                  <a:pt x="1885268" y="924402"/>
                </a:lnTo>
                <a:lnTo>
                  <a:pt x="1883936" y="924402"/>
                </a:lnTo>
                <a:lnTo>
                  <a:pt x="1868796" y="924402"/>
                </a:lnTo>
                <a:lnTo>
                  <a:pt x="1838732" y="924402"/>
                </a:lnTo>
                <a:lnTo>
                  <a:pt x="1779774" y="924402"/>
                </a:lnTo>
                <a:lnTo>
                  <a:pt x="1764668" y="924402"/>
                </a:lnTo>
                <a:lnTo>
                  <a:pt x="1757499" y="924402"/>
                </a:lnTo>
                <a:lnTo>
                  <a:pt x="1741027" y="924402"/>
                </a:lnTo>
                <a:lnTo>
                  <a:pt x="1737552" y="924402"/>
                </a:lnTo>
                <a:lnTo>
                  <a:pt x="1736094" y="924402"/>
                </a:lnTo>
                <a:lnTo>
                  <a:pt x="1734603" y="924402"/>
                </a:lnTo>
                <a:lnTo>
                  <a:pt x="1710963" y="924402"/>
                </a:lnTo>
                <a:lnTo>
                  <a:pt x="1707488" y="924402"/>
                </a:lnTo>
                <a:lnTo>
                  <a:pt x="1652509" y="924402"/>
                </a:lnTo>
                <a:lnTo>
                  <a:pt x="1636899" y="924402"/>
                </a:lnTo>
                <a:lnTo>
                  <a:pt x="1609783" y="924402"/>
                </a:lnTo>
                <a:lnTo>
                  <a:pt x="1608325" y="924402"/>
                </a:lnTo>
                <a:lnTo>
                  <a:pt x="1606834" y="924402"/>
                </a:lnTo>
                <a:lnTo>
                  <a:pt x="1579719" y="924402"/>
                </a:lnTo>
                <a:lnTo>
                  <a:pt x="1564612" y="924402"/>
                </a:lnTo>
                <a:lnTo>
                  <a:pt x="1524740" y="924402"/>
                </a:lnTo>
                <a:lnTo>
                  <a:pt x="1482518" y="924402"/>
                </a:lnTo>
                <a:lnTo>
                  <a:pt x="1460483" y="924402"/>
                </a:lnTo>
                <a:lnTo>
                  <a:pt x="1452454" y="924402"/>
                </a:lnTo>
                <a:lnTo>
                  <a:pt x="1444011" y="924402"/>
                </a:lnTo>
                <a:lnTo>
                  <a:pt x="1436843" y="924402"/>
                </a:lnTo>
                <a:lnTo>
                  <a:pt x="1413947" y="924402"/>
                </a:lnTo>
                <a:lnTo>
                  <a:pt x="1354749" y="924402"/>
                </a:lnTo>
                <a:lnTo>
                  <a:pt x="1332714" y="924402"/>
                </a:lnTo>
                <a:lnTo>
                  <a:pt x="1324685" y="924402"/>
                </a:lnTo>
                <a:lnTo>
                  <a:pt x="1316242" y="924402"/>
                </a:lnTo>
                <a:lnTo>
                  <a:pt x="1312767" y="924402"/>
                </a:lnTo>
                <a:lnTo>
                  <a:pt x="1286178" y="924402"/>
                </a:lnTo>
                <a:lnTo>
                  <a:pt x="1282703" y="924402"/>
                </a:lnTo>
                <a:lnTo>
                  <a:pt x="1243956" y="924402"/>
                </a:lnTo>
                <a:lnTo>
                  <a:pt x="1184998" y="924402"/>
                </a:lnTo>
                <a:lnTo>
                  <a:pt x="1154934" y="924402"/>
                </a:lnTo>
                <a:lnTo>
                  <a:pt x="1139828" y="924402"/>
                </a:lnTo>
                <a:lnTo>
                  <a:pt x="1116187" y="924402"/>
                </a:lnTo>
                <a:lnTo>
                  <a:pt x="1112712" y="924402"/>
                </a:lnTo>
                <a:lnTo>
                  <a:pt x="1057734" y="924402"/>
                </a:lnTo>
                <a:lnTo>
                  <a:pt x="1027669" y="924402"/>
                </a:lnTo>
                <a:lnTo>
                  <a:pt x="1012059" y="924402"/>
                </a:lnTo>
                <a:lnTo>
                  <a:pt x="984943" y="924402"/>
                </a:lnTo>
                <a:lnTo>
                  <a:pt x="929965" y="924402"/>
                </a:lnTo>
                <a:lnTo>
                  <a:pt x="899900" y="924402"/>
                </a:lnTo>
                <a:lnTo>
                  <a:pt x="857678" y="924402"/>
                </a:lnTo>
                <a:lnTo>
                  <a:pt x="819171" y="924402"/>
                </a:lnTo>
                <a:lnTo>
                  <a:pt x="729909" y="924402"/>
                </a:lnTo>
                <a:lnTo>
                  <a:pt x="691402" y="924402"/>
                </a:lnTo>
                <a:lnTo>
                  <a:pt x="687927" y="924402"/>
                </a:lnTo>
                <a:lnTo>
                  <a:pt x="560158" y="924402"/>
                </a:lnTo>
                <a:lnTo>
                  <a:pt x="432894" y="924402"/>
                </a:lnTo>
                <a:lnTo>
                  <a:pt x="305125" y="924402"/>
                </a:lnTo>
                <a:cubicBezTo>
                  <a:pt x="275541" y="924402"/>
                  <a:pt x="238373" y="903151"/>
                  <a:pt x="223202" y="877348"/>
                </a:cubicBezTo>
                <a:cubicBezTo>
                  <a:pt x="10809" y="509257"/>
                  <a:pt x="10809" y="509257"/>
                  <a:pt x="10809" y="509257"/>
                </a:cubicBezTo>
                <a:cubicBezTo>
                  <a:pt x="-3603" y="483452"/>
                  <a:pt x="-3603" y="440951"/>
                  <a:pt x="10809" y="415146"/>
                </a:cubicBezTo>
                <a:cubicBezTo>
                  <a:pt x="223202" y="47054"/>
                  <a:pt x="223202" y="47054"/>
                  <a:pt x="223202" y="47054"/>
                </a:cubicBezTo>
                <a:cubicBezTo>
                  <a:pt x="238373" y="21251"/>
                  <a:pt x="275541" y="0"/>
                  <a:pt x="305125" y="0"/>
                </a:cubicBezTo>
                <a:close/>
              </a:path>
            </a:pathLst>
          </a:custGeom>
          <a:solidFill>
            <a:schemeClr val="bg2"/>
          </a:solidFill>
          <a:ln w="19050">
            <a:gradFill flip="none" rotWithShape="1">
              <a:gsLst>
                <a:gs pos="0">
                  <a:schemeClr val="bg1">
                    <a:lumMod val="75000"/>
                  </a:schemeClr>
                </a:gs>
                <a:gs pos="100000">
                  <a:schemeClr val="bg1"/>
                </a:gs>
              </a:gsLst>
              <a:lin ang="2700000" scaled="1"/>
              <a:tileRect/>
            </a:gradFill>
          </a:ln>
          <a:effectLst>
            <a:innerShdw blurRad="63500" dist="50800" dir="13500000">
              <a:prstClr val="black">
                <a:alpha val="50000"/>
              </a:prstClr>
            </a:innerShdw>
          </a:effectLst>
        </p:spPr>
        <p:txBody>
          <a:bodyPr vert="horz" wrap="square" lIns="91440" tIns="45720" rIns="91440" bIns="45720" numCol="1" anchor="t" anchorCtr="0" compatLnSpc="1">
            <a:noAutofit/>
          </a:bodyPr>
          <a:lstStyle/>
          <a:p>
            <a:endParaRPr lang="zh-CN" altLang="en-US" sz="1865">
              <a:solidFill>
                <a:prstClr val="black"/>
              </a:solidFill>
            </a:endParaRPr>
          </a:p>
        </p:txBody>
      </p:sp>
      <p:grpSp>
        <p:nvGrpSpPr>
          <p:cNvPr id="95" name="组合 94"/>
          <p:cNvGrpSpPr/>
          <p:nvPr/>
        </p:nvGrpSpPr>
        <p:grpSpPr>
          <a:xfrm rot="5400000" flipH="1">
            <a:off x="4747238" y="3230107"/>
            <a:ext cx="961991" cy="1085408"/>
            <a:chOff x="8439634" y="3544648"/>
            <a:chExt cx="1611146" cy="1817848"/>
          </a:xfrm>
        </p:grpSpPr>
        <p:sp>
          <p:nvSpPr>
            <p:cNvPr id="96" name="Freeform 5"/>
            <p:cNvSpPr/>
            <p:nvPr/>
          </p:nvSpPr>
          <p:spPr bwMode="auto">
            <a:xfrm rot="5400000" flipH="1">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1865">
                <a:solidFill>
                  <a:prstClr val="black"/>
                </a:solidFill>
              </a:endParaRPr>
            </a:p>
          </p:txBody>
        </p:sp>
        <p:sp>
          <p:nvSpPr>
            <p:cNvPr id="97" name="Freeform 5"/>
            <p:cNvSpPr/>
            <p:nvPr/>
          </p:nvSpPr>
          <p:spPr bwMode="auto">
            <a:xfrm rot="5400000" flipH="1">
              <a:off x="8582835" y="3866517"/>
              <a:ext cx="1324743"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1865">
                <a:solidFill>
                  <a:prstClr val="black"/>
                </a:solidFill>
              </a:endParaRPr>
            </a:p>
          </p:txBody>
        </p:sp>
      </p:grpSp>
      <p:sp>
        <p:nvSpPr>
          <p:cNvPr id="98" name="Freeform 987"/>
          <p:cNvSpPr>
            <a:spLocks noEditPoints="1"/>
          </p:cNvSpPr>
          <p:nvPr/>
        </p:nvSpPr>
        <p:spPr bwMode="auto">
          <a:xfrm>
            <a:off x="6821890" y="2175805"/>
            <a:ext cx="292588" cy="470643"/>
          </a:xfrm>
          <a:custGeom>
            <a:avLst/>
            <a:gdLst>
              <a:gd name="T0" fmla="*/ 133 w 205"/>
              <a:gd name="T1" fmla="*/ 170 h 331"/>
              <a:gd name="T2" fmla="*/ 148 w 205"/>
              <a:gd name="T3" fmla="*/ 126 h 331"/>
              <a:gd name="T4" fmla="*/ 148 w 205"/>
              <a:gd name="T5" fmla="*/ 110 h 331"/>
              <a:gd name="T6" fmla="*/ 48 w 205"/>
              <a:gd name="T7" fmla="*/ 118 h 331"/>
              <a:gd name="T8" fmla="*/ 71 w 205"/>
              <a:gd name="T9" fmla="*/ 126 h 331"/>
              <a:gd name="T10" fmla="*/ 39 w 205"/>
              <a:gd name="T11" fmla="*/ 224 h 331"/>
              <a:gd name="T12" fmla="*/ 44 w 205"/>
              <a:gd name="T13" fmla="*/ 331 h 331"/>
              <a:gd name="T14" fmla="*/ 205 w 205"/>
              <a:gd name="T15" fmla="*/ 298 h 331"/>
              <a:gd name="T16" fmla="*/ 161 w 205"/>
              <a:gd name="T17" fmla="*/ 315 h 331"/>
              <a:gd name="T18" fmla="*/ 16 w 205"/>
              <a:gd name="T19" fmla="*/ 298 h 331"/>
              <a:gd name="T20" fmla="*/ 87 w 205"/>
              <a:gd name="T21" fmla="*/ 170 h 331"/>
              <a:gd name="T22" fmla="*/ 117 w 205"/>
              <a:gd name="T23" fmla="*/ 126 h 331"/>
              <a:gd name="T24" fmla="*/ 153 w 205"/>
              <a:gd name="T25" fmla="*/ 234 h 331"/>
              <a:gd name="T26" fmla="*/ 161 w 205"/>
              <a:gd name="T27" fmla="*/ 315 h 331"/>
              <a:gd name="T28" fmla="*/ 121 w 205"/>
              <a:gd name="T29" fmla="*/ 262 h 331"/>
              <a:gd name="T30" fmla="*/ 101 w 205"/>
              <a:gd name="T31" fmla="*/ 258 h 331"/>
              <a:gd name="T32" fmla="*/ 63 w 205"/>
              <a:gd name="T33" fmla="*/ 263 h 331"/>
              <a:gd name="T34" fmla="*/ 48 w 205"/>
              <a:gd name="T35" fmla="*/ 259 h 331"/>
              <a:gd name="T36" fmla="*/ 24 w 205"/>
              <a:gd name="T37" fmla="*/ 298 h 331"/>
              <a:gd name="T38" fmla="*/ 161 w 205"/>
              <a:gd name="T39" fmla="*/ 307 h 331"/>
              <a:gd name="T40" fmla="*/ 167 w 205"/>
              <a:gd name="T41" fmla="*/ 266 h 331"/>
              <a:gd name="T42" fmla="*/ 165 w 205"/>
              <a:gd name="T43" fmla="*/ 264 h 331"/>
              <a:gd name="T44" fmla="*/ 144 w 205"/>
              <a:gd name="T45" fmla="*/ 248 h 331"/>
              <a:gd name="T46" fmla="*/ 124 w 205"/>
              <a:gd name="T47" fmla="*/ 23 h 331"/>
              <a:gd name="T48" fmla="*/ 124 w 205"/>
              <a:gd name="T49" fmla="*/ 0 h 331"/>
              <a:gd name="T50" fmla="*/ 124 w 205"/>
              <a:gd name="T51" fmla="*/ 23 h 331"/>
              <a:gd name="T52" fmla="*/ 91 w 205"/>
              <a:gd name="T53" fmla="*/ 49 h 331"/>
              <a:gd name="T54" fmla="*/ 74 w 205"/>
              <a:gd name="T55" fmla="*/ 32 h 331"/>
              <a:gd name="T56" fmla="*/ 58 w 205"/>
              <a:gd name="T57" fmla="*/ 49 h 331"/>
              <a:gd name="T58" fmla="*/ 68 w 205"/>
              <a:gd name="T59" fmla="*/ 43 h 331"/>
              <a:gd name="T60" fmla="*/ 80 w 205"/>
              <a:gd name="T61" fmla="*/ 43 h 331"/>
              <a:gd name="T62" fmla="*/ 74 w 205"/>
              <a:gd name="T63" fmla="*/ 57 h 331"/>
              <a:gd name="T64" fmla="*/ 68 w 205"/>
              <a:gd name="T65" fmla="*/ 43 h 331"/>
              <a:gd name="T66" fmla="*/ 92 w 205"/>
              <a:gd name="T67" fmla="*/ 102 h 331"/>
              <a:gd name="T68" fmla="*/ 98 w 205"/>
              <a:gd name="T69" fmla="*/ 82 h 331"/>
              <a:gd name="T70" fmla="*/ 129 w 205"/>
              <a:gd name="T71" fmla="*/ 82 h 331"/>
              <a:gd name="T72" fmla="*/ 134 w 205"/>
              <a:gd name="T73" fmla="*/ 102 h 331"/>
              <a:gd name="T74" fmla="*/ 143 w 205"/>
              <a:gd name="T75" fmla="*/ 97 h 331"/>
              <a:gd name="T76" fmla="*/ 113 w 205"/>
              <a:gd name="T77" fmla="*/ 68 h 331"/>
              <a:gd name="T78" fmla="*/ 84 w 205"/>
              <a:gd name="T79" fmla="*/ 97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5" h="331">
                <a:moveTo>
                  <a:pt x="165" y="224"/>
                </a:moveTo>
                <a:cubicBezTo>
                  <a:pt x="150" y="204"/>
                  <a:pt x="133" y="184"/>
                  <a:pt x="133" y="170"/>
                </a:cubicBezTo>
                <a:cubicBezTo>
                  <a:pt x="133" y="126"/>
                  <a:pt x="133" y="126"/>
                  <a:pt x="133" y="126"/>
                </a:cubicBezTo>
                <a:cubicBezTo>
                  <a:pt x="148" y="126"/>
                  <a:pt x="148" y="126"/>
                  <a:pt x="148" y="126"/>
                </a:cubicBezTo>
                <a:cubicBezTo>
                  <a:pt x="153" y="126"/>
                  <a:pt x="156" y="122"/>
                  <a:pt x="156" y="118"/>
                </a:cubicBezTo>
                <a:cubicBezTo>
                  <a:pt x="156" y="113"/>
                  <a:pt x="153" y="110"/>
                  <a:pt x="148" y="110"/>
                </a:cubicBezTo>
                <a:cubicBezTo>
                  <a:pt x="56" y="110"/>
                  <a:pt x="56" y="110"/>
                  <a:pt x="56" y="110"/>
                </a:cubicBezTo>
                <a:cubicBezTo>
                  <a:pt x="52" y="110"/>
                  <a:pt x="48" y="113"/>
                  <a:pt x="48" y="118"/>
                </a:cubicBezTo>
                <a:cubicBezTo>
                  <a:pt x="48" y="122"/>
                  <a:pt x="52" y="126"/>
                  <a:pt x="56" y="126"/>
                </a:cubicBezTo>
                <a:cubicBezTo>
                  <a:pt x="71" y="126"/>
                  <a:pt x="71" y="126"/>
                  <a:pt x="71" y="126"/>
                </a:cubicBezTo>
                <a:cubicBezTo>
                  <a:pt x="71" y="170"/>
                  <a:pt x="71" y="170"/>
                  <a:pt x="71" y="170"/>
                </a:cubicBezTo>
                <a:cubicBezTo>
                  <a:pt x="71" y="184"/>
                  <a:pt x="55" y="204"/>
                  <a:pt x="39" y="224"/>
                </a:cubicBezTo>
                <a:cubicBezTo>
                  <a:pt x="20" y="249"/>
                  <a:pt x="0" y="274"/>
                  <a:pt x="0" y="298"/>
                </a:cubicBezTo>
                <a:cubicBezTo>
                  <a:pt x="0" y="318"/>
                  <a:pt x="16" y="331"/>
                  <a:pt x="44" y="331"/>
                </a:cubicBezTo>
                <a:cubicBezTo>
                  <a:pt x="161" y="331"/>
                  <a:pt x="161" y="331"/>
                  <a:pt x="161" y="331"/>
                </a:cubicBezTo>
                <a:cubicBezTo>
                  <a:pt x="188" y="331"/>
                  <a:pt x="205" y="318"/>
                  <a:pt x="205" y="298"/>
                </a:cubicBezTo>
                <a:cubicBezTo>
                  <a:pt x="205" y="274"/>
                  <a:pt x="185" y="249"/>
                  <a:pt x="165" y="224"/>
                </a:cubicBezTo>
                <a:close/>
                <a:moveTo>
                  <a:pt x="161" y="315"/>
                </a:moveTo>
                <a:cubicBezTo>
                  <a:pt x="44" y="315"/>
                  <a:pt x="44" y="315"/>
                  <a:pt x="44" y="315"/>
                </a:cubicBezTo>
                <a:cubicBezTo>
                  <a:pt x="33" y="315"/>
                  <a:pt x="16" y="313"/>
                  <a:pt x="16" y="298"/>
                </a:cubicBezTo>
                <a:cubicBezTo>
                  <a:pt x="16" y="280"/>
                  <a:pt x="34" y="257"/>
                  <a:pt x="52" y="234"/>
                </a:cubicBezTo>
                <a:cubicBezTo>
                  <a:pt x="70" y="211"/>
                  <a:pt x="87" y="189"/>
                  <a:pt x="87" y="170"/>
                </a:cubicBezTo>
                <a:cubicBezTo>
                  <a:pt x="87" y="126"/>
                  <a:pt x="87" y="126"/>
                  <a:pt x="87" y="126"/>
                </a:cubicBezTo>
                <a:cubicBezTo>
                  <a:pt x="117" y="126"/>
                  <a:pt x="117" y="126"/>
                  <a:pt x="117" y="126"/>
                </a:cubicBezTo>
                <a:cubicBezTo>
                  <a:pt x="117" y="170"/>
                  <a:pt x="117" y="170"/>
                  <a:pt x="117" y="170"/>
                </a:cubicBezTo>
                <a:cubicBezTo>
                  <a:pt x="117" y="189"/>
                  <a:pt x="135" y="211"/>
                  <a:pt x="153" y="234"/>
                </a:cubicBezTo>
                <a:cubicBezTo>
                  <a:pt x="171" y="257"/>
                  <a:pt x="189" y="280"/>
                  <a:pt x="189" y="298"/>
                </a:cubicBezTo>
                <a:cubicBezTo>
                  <a:pt x="189" y="313"/>
                  <a:pt x="171" y="315"/>
                  <a:pt x="161" y="315"/>
                </a:cubicBezTo>
                <a:close/>
                <a:moveTo>
                  <a:pt x="122" y="263"/>
                </a:moveTo>
                <a:cubicBezTo>
                  <a:pt x="122" y="263"/>
                  <a:pt x="121" y="263"/>
                  <a:pt x="121" y="262"/>
                </a:cubicBezTo>
                <a:cubicBezTo>
                  <a:pt x="118" y="258"/>
                  <a:pt x="114" y="256"/>
                  <a:pt x="109" y="256"/>
                </a:cubicBezTo>
                <a:cubicBezTo>
                  <a:pt x="106" y="256"/>
                  <a:pt x="103" y="257"/>
                  <a:pt x="101" y="258"/>
                </a:cubicBezTo>
                <a:cubicBezTo>
                  <a:pt x="99" y="250"/>
                  <a:pt x="91" y="244"/>
                  <a:pt x="82" y="244"/>
                </a:cubicBezTo>
                <a:cubicBezTo>
                  <a:pt x="72" y="244"/>
                  <a:pt x="63" y="252"/>
                  <a:pt x="63" y="263"/>
                </a:cubicBezTo>
                <a:cubicBezTo>
                  <a:pt x="63" y="264"/>
                  <a:pt x="63" y="264"/>
                  <a:pt x="63" y="265"/>
                </a:cubicBezTo>
                <a:cubicBezTo>
                  <a:pt x="59" y="261"/>
                  <a:pt x="54" y="259"/>
                  <a:pt x="48" y="259"/>
                </a:cubicBezTo>
                <a:cubicBezTo>
                  <a:pt x="46" y="259"/>
                  <a:pt x="44" y="260"/>
                  <a:pt x="42" y="260"/>
                </a:cubicBezTo>
                <a:cubicBezTo>
                  <a:pt x="32" y="274"/>
                  <a:pt x="24" y="288"/>
                  <a:pt x="24" y="298"/>
                </a:cubicBezTo>
                <a:cubicBezTo>
                  <a:pt x="24" y="306"/>
                  <a:pt x="34" y="307"/>
                  <a:pt x="44" y="307"/>
                </a:cubicBezTo>
                <a:cubicBezTo>
                  <a:pt x="161" y="307"/>
                  <a:pt x="161" y="307"/>
                  <a:pt x="161" y="307"/>
                </a:cubicBezTo>
                <a:cubicBezTo>
                  <a:pt x="170" y="307"/>
                  <a:pt x="181" y="306"/>
                  <a:pt x="181" y="298"/>
                </a:cubicBezTo>
                <a:cubicBezTo>
                  <a:pt x="181" y="289"/>
                  <a:pt x="175" y="278"/>
                  <a:pt x="167" y="266"/>
                </a:cubicBezTo>
                <a:cubicBezTo>
                  <a:pt x="167" y="266"/>
                  <a:pt x="166" y="266"/>
                  <a:pt x="166" y="266"/>
                </a:cubicBezTo>
                <a:cubicBezTo>
                  <a:pt x="166" y="265"/>
                  <a:pt x="166" y="265"/>
                  <a:pt x="165" y="264"/>
                </a:cubicBezTo>
                <a:cubicBezTo>
                  <a:pt x="163" y="260"/>
                  <a:pt x="160" y="256"/>
                  <a:pt x="156" y="252"/>
                </a:cubicBezTo>
                <a:cubicBezTo>
                  <a:pt x="153" y="249"/>
                  <a:pt x="148" y="248"/>
                  <a:pt x="144" y="248"/>
                </a:cubicBezTo>
                <a:cubicBezTo>
                  <a:pt x="134" y="248"/>
                  <a:pt x="125" y="254"/>
                  <a:pt x="122" y="263"/>
                </a:cubicBezTo>
                <a:close/>
                <a:moveTo>
                  <a:pt x="124" y="23"/>
                </a:moveTo>
                <a:cubicBezTo>
                  <a:pt x="130" y="23"/>
                  <a:pt x="135" y="18"/>
                  <a:pt x="135" y="11"/>
                </a:cubicBezTo>
                <a:cubicBezTo>
                  <a:pt x="135" y="5"/>
                  <a:pt x="130" y="0"/>
                  <a:pt x="124" y="0"/>
                </a:cubicBezTo>
                <a:cubicBezTo>
                  <a:pt x="118" y="0"/>
                  <a:pt x="112" y="5"/>
                  <a:pt x="112" y="11"/>
                </a:cubicBezTo>
                <a:cubicBezTo>
                  <a:pt x="112" y="18"/>
                  <a:pt x="118" y="23"/>
                  <a:pt x="124" y="23"/>
                </a:cubicBezTo>
                <a:close/>
                <a:moveTo>
                  <a:pt x="74" y="65"/>
                </a:moveTo>
                <a:cubicBezTo>
                  <a:pt x="83" y="65"/>
                  <a:pt x="91" y="58"/>
                  <a:pt x="91" y="49"/>
                </a:cubicBezTo>
                <a:cubicBezTo>
                  <a:pt x="91" y="45"/>
                  <a:pt x="89" y="40"/>
                  <a:pt x="86" y="37"/>
                </a:cubicBezTo>
                <a:cubicBezTo>
                  <a:pt x="83" y="34"/>
                  <a:pt x="79" y="32"/>
                  <a:pt x="74" y="32"/>
                </a:cubicBezTo>
                <a:cubicBezTo>
                  <a:pt x="70" y="32"/>
                  <a:pt x="66" y="34"/>
                  <a:pt x="62" y="37"/>
                </a:cubicBezTo>
                <a:cubicBezTo>
                  <a:pt x="59" y="40"/>
                  <a:pt x="58" y="45"/>
                  <a:pt x="58" y="49"/>
                </a:cubicBezTo>
                <a:cubicBezTo>
                  <a:pt x="58" y="58"/>
                  <a:pt x="65" y="65"/>
                  <a:pt x="74" y="65"/>
                </a:cubicBezTo>
                <a:close/>
                <a:moveTo>
                  <a:pt x="68" y="43"/>
                </a:moveTo>
                <a:cubicBezTo>
                  <a:pt x="70" y="41"/>
                  <a:pt x="72" y="40"/>
                  <a:pt x="74" y="40"/>
                </a:cubicBezTo>
                <a:cubicBezTo>
                  <a:pt x="76" y="40"/>
                  <a:pt x="79" y="41"/>
                  <a:pt x="80" y="43"/>
                </a:cubicBezTo>
                <a:cubicBezTo>
                  <a:pt x="82" y="45"/>
                  <a:pt x="83" y="47"/>
                  <a:pt x="83" y="49"/>
                </a:cubicBezTo>
                <a:cubicBezTo>
                  <a:pt x="83" y="54"/>
                  <a:pt x="79" y="57"/>
                  <a:pt x="74" y="57"/>
                </a:cubicBezTo>
                <a:cubicBezTo>
                  <a:pt x="69" y="57"/>
                  <a:pt x="66" y="54"/>
                  <a:pt x="66" y="49"/>
                </a:cubicBezTo>
                <a:cubicBezTo>
                  <a:pt x="66" y="47"/>
                  <a:pt x="66" y="45"/>
                  <a:pt x="68" y="43"/>
                </a:cubicBezTo>
                <a:close/>
                <a:moveTo>
                  <a:pt x="84" y="102"/>
                </a:moveTo>
                <a:cubicBezTo>
                  <a:pt x="92" y="102"/>
                  <a:pt x="92" y="102"/>
                  <a:pt x="92" y="102"/>
                </a:cubicBezTo>
                <a:cubicBezTo>
                  <a:pt x="92" y="100"/>
                  <a:pt x="92" y="99"/>
                  <a:pt x="92" y="97"/>
                </a:cubicBezTo>
                <a:cubicBezTo>
                  <a:pt x="92" y="92"/>
                  <a:pt x="94" y="86"/>
                  <a:pt x="98" y="82"/>
                </a:cubicBezTo>
                <a:cubicBezTo>
                  <a:pt x="102" y="78"/>
                  <a:pt x="108" y="76"/>
                  <a:pt x="113" y="76"/>
                </a:cubicBezTo>
                <a:cubicBezTo>
                  <a:pt x="119" y="76"/>
                  <a:pt x="124" y="78"/>
                  <a:pt x="129" y="82"/>
                </a:cubicBezTo>
                <a:cubicBezTo>
                  <a:pt x="133" y="86"/>
                  <a:pt x="135" y="92"/>
                  <a:pt x="135" y="97"/>
                </a:cubicBezTo>
                <a:cubicBezTo>
                  <a:pt x="135" y="99"/>
                  <a:pt x="135" y="100"/>
                  <a:pt x="134" y="102"/>
                </a:cubicBezTo>
                <a:cubicBezTo>
                  <a:pt x="142" y="102"/>
                  <a:pt x="142" y="102"/>
                  <a:pt x="142" y="102"/>
                </a:cubicBezTo>
                <a:cubicBezTo>
                  <a:pt x="143" y="100"/>
                  <a:pt x="143" y="99"/>
                  <a:pt x="143" y="97"/>
                </a:cubicBezTo>
                <a:cubicBezTo>
                  <a:pt x="143" y="89"/>
                  <a:pt x="140" y="82"/>
                  <a:pt x="134" y="76"/>
                </a:cubicBezTo>
                <a:cubicBezTo>
                  <a:pt x="129" y="71"/>
                  <a:pt x="121" y="68"/>
                  <a:pt x="113" y="68"/>
                </a:cubicBezTo>
                <a:cubicBezTo>
                  <a:pt x="105" y="68"/>
                  <a:pt x="98" y="71"/>
                  <a:pt x="92" y="76"/>
                </a:cubicBezTo>
                <a:cubicBezTo>
                  <a:pt x="87" y="82"/>
                  <a:pt x="84" y="89"/>
                  <a:pt x="84" y="97"/>
                </a:cubicBezTo>
                <a:cubicBezTo>
                  <a:pt x="84" y="99"/>
                  <a:pt x="84" y="100"/>
                  <a:pt x="84" y="102"/>
                </a:cubicBezTo>
                <a:close/>
              </a:path>
            </a:pathLst>
          </a:custGeom>
          <a:solidFill>
            <a:schemeClr val="bg1"/>
          </a:solidFill>
          <a:ln>
            <a:noFill/>
          </a:ln>
          <a:effectLst/>
        </p:spPr>
        <p:txBody>
          <a:bodyPr vert="horz" wrap="square" lIns="91440" tIns="45720" rIns="91440" bIns="45720" numCol="1" anchor="t" anchorCtr="0" compatLnSpc="1"/>
          <a:lstStyle/>
          <a:p>
            <a:endParaRPr lang="zh-CN" altLang="en-US" sz="1865">
              <a:solidFill>
                <a:prstClr val="black"/>
              </a:solidFill>
            </a:endParaRPr>
          </a:p>
        </p:txBody>
      </p:sp>
      <p:sp>
        <p:nvSpPr>
          <p:cNvPr id="99" name="Freeform 975"/>
          <p:cNvSpPr>
            <a:spLocks noEditPoints="1"/>
          </p:cNvSpPr>
          <p:nvPr/>
        </p:nvSpPr>
        <p:spPr bwMode="auto">
          <a:xfrm>
            <a:off x="5065258" y="2248045"/>
            <a:ext cx="299465" cy="369828"/>
          </a:xfrm>
          <a:custGeom>
            <a:avLst/>
            <a:gdLst>
              <a:gd name="T0" fmla="*/ 120 w 349"/>
              <a:gd name="T1" fmla="*/ 0 h 431"/>
              <a:gd name="T2" fmla="*/ 117 w 349"/>
              <a:gd name="T3" fmla="*/ 3 h 431"/>
              <a:gd name="T4" fmla="*/ 2 w 349"/>
              <a:gd name="T5" fmla="*/ 117 h 431"/>
              <a:gd name="T6" fmla="*/ 0 w 349"/>
              <a:gd name="T7" fmla="*/ 120 h 431"/>
              <a:gd name="T8" fmla="*/ 0 w 349"/>
              <a:gd name="T9" fmla="*/ 431 h 431"/>
              <a:gd name="T10" fmla="*/ 349 w 349"/>
              <a:gd name="T11" fmla="*/ 431 h 431"/>
              <a:gd name="T12" fmla="*/ 349 w 349"/>
              <a:gd name="T13" fmla="*/ 0 h 431"/>
              <a:gd name="T14" fmla="*/ 120 w 349"/>
              <a:gd name="T15" fmla="*/ 0 h 431"/>
              <a:gd name="T16" fmla="*/ 114 w 349"/>
              <a:gd name="T17" fmla="*/ 37 h 431"/>
              <a:gd name="T18" fmla="*/ 114 w 349"/>
              <a:gd name="T19" fmla="*/ 114 h 431"/>
              <a:gd name="T20" fmla="*/ 37 w 349"/>
              <a:gd name="T21" fmla="*/ 114 h 431"/>
              <a:gd name="T22" fmla="*/ 114 w 349"/>
              <a:gd name="T23" fmla="*/ 37 h 431"/>
              <a:gd name="T24" fmla="*/ 328 w 349"/>
              <a:gd name="T25" fmla="*/ 410 h 431"/>
              <a:gd name="T26" fmla="*/ 20 w 349"/>
              <a:gd name="T27" fmla="*/ 410 h 431"/>
              <a:gd name="T28" fmla="*/ 20 w 349"/>
              <a:gd name="T29" fmla="*/ 136 h 431"/>
              <a:gd name="T30" fmla="*/ 135 w 349"/>
              <a:gd name="T31" fmla="*/ 136 h 431"/>
              <a:gd name="T32" fmla="*/ 135 w 349"/>
              <a:gd name="T33" fmla="*/ 22 h 431"/>
              <a:gd name="T34" fmla="*/ 328 w 349"/>
              <a:gd name="T35" fmla="*/ 22 h 431"/>
              <a:gd name="T36" fmla="*/ 328 w 349"/>
              <a:gd name="T37" fmla="*/ 410 h 431"/>
              <a:gd name="T38" fmla="*/ 75 w 349"/>
              <a:gd name="T39" fmla="*/ 317 h 431"/>
              <a:gd name="T40" fmla="*/ 145 w 349"/>
              <a:gd name="T41" fmla="*/ 249 h 431"/>
              <a:gd name="T42" fmla="*/ 187 w 349"/>
              <a:gd name="T43" fmla="*/ 290 h 431"/>
              <a:gd name="T44" fmla="*/ 300 w 349"/>
              <a:gd name="T45" fmla="*/ 178 h 431"/>
              <a:gd name="T46" fmla="*/ 285 w 349"/>
              <a:gd name="T47" fmla="*/ 163 h 431"/>
              <a:gd name="T48" fmla="*/ 187 w 349"/>
              <a:gd name="T49" fmla="*/ 259 h 431"/>
              <a:gd name="T50" fmla="*/ 152 w 349"/>
              <a:gd name="T51" fmla="*/ 225 h 431"/>
              <a:gd name="T52" fmla="*/ 145 w 349"/>
              <a:gd name="T53" fmla="*/ 218 h 431"/>
              <a:gd name="T54" fmla="*/ 138 w 349"/>
              <a:gd name="T55" fmla="*/ 225 h 431"/>
              <a:gd name="T56" fmla="*/ 60 w 349"/>
              <a:gd name="T57" fmla="*/ 302 h 431"/>
              <a:gd name="T58" fmla="*/ 75 w 349"/>
              <a:gd name="T59" fmla="*/ 317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49" h="431">
                <a:moveTo>
                  <a:pt x="120" y="0"/>
                </a:moveTo>
                <a:lnTo>
                  <a:pt x="117" y="3"/>
                </a:lnTo>
                <a:lnTo>
                  <a:pt x="2" y="117"/>
                </a:lnTo>
                <a:lnTo>
                  <a:pt x="0" y="120"/>
                </a:lnTo>
                <a:lnTo>
                  <a:pt x="0" y="431"/>
                </a:lnTo>
                <a:lnTo>
                  <a:pt x="349" y="431"/>
                </a:lnTo>
                <a:lnTo>
                  <a:pt x="349" y="0"/>
                </a:lnTo>
                <a:lnTo>
                  <a:pt x="120" y="0"/>
                </a:lnTo>
                <a:close/>
                <a:moveTo>
                  <a:pt x="114" y="37"/>
                </a:moveTo>
                <a:lnTo>
                  <a:pt x="114" y="114"/>
                </a:lnTo>
                <a:lnTo>
                  <a:pt x="37" y="114"/>
                </a:lnTo>
                <a:lnTo>
                  <a:pt x="114" y="37"/>
                </a:lnTo>
                <a:close/>
                <a:moveTo>
                  <a:pt x="328" y="410"/>
                </a:moveTo>
                <a:lnTo>
                  <a:pt x="20" y="410"/>
                </a:lnTo>
                <a:lnTo>
                  <a:pt x="20" y="136"/>
                </a:lnTo>
                <a:lnTo>
                  <a:pt x="135" y="136"/>
                </a:lnTo>
                <a:lnTo>
                  <a:pt x="135" y="22"/>
                </a:lnTo>
                <a:lnTo>
                  <a:pt x="328" y="22"/>
                </a:lnTo>
                <a:lnTo>
                  <a:pt x="328" y="410"/>
                </a:lnTo>
                <a:close/>
                <a:moveTo>
                  <a:pt x="75" y="317"/>
                </a:moveTo>
                <a:lnTo>
                  <a:pt x="145" y="249"/>
                </a:lnTo>
                <a:lnTo>
                  <a:pt x="187" y="290"/>
                </a:lnTo>
                <a:lnTo>
                  <a:pt x="300" y="178"/>
                </a:lnTo>
                <a:lnTo>
                  <a:pt x="285" y="163"/>
                </a:lnTo>
                <a:lnTo>
                  <a:pt x="187" y="259"/>
                </a:lnTo>
                <a:lnTo>
                  <a:pt x="152" y="225"/>
                </a:lnTo>
                <a:lnTo>
                  <a:pt x="145" y="218"/>
                </a:lnTo>
                <a:lnTo>
                  <a:pt x="138" y="225"/>
                </a:lnTo>
                <a:lnTo>
                  <a:pt x="60" y="302"/>
                </a:lnTo>
                <a:lnTo>
                  <a:pt x="75" y="317"/>
                </a:lnTo>
                <a:close/>
              </a:path>
            </a:pathLst>
          </a:custGeom>
          <a:solidFill>
            <a:schemeClr val="bg1"/>
          </a:solidFill>
          <a:ln>
            <a:noFill/>
          </a:ln>
          <a:effectLst/>
        </p:spPr>
        <p:txBody>
          <a:bodyPr vert="horz" wrap="square" lIns="91440" tIns="45720" rIns="91440" bIns="45720" numCol="1" anchor="t" anchorCtr="0" compatLnSpc="1"/>
          <a:lstStyle/>
          <a:p>
            <a:endParaRPr lang="zh-CN" altLang="en-US" sz="1865">
              <a:solidFill>
                <a:prstClr val="black"/>
              </a:solidFill>
            </a:endParaRPr>
          </a:p>
        </p:txBody>
      </p:sp>
      <p:sp>
        <p:nvSpPr>
          <p:cNvPr id="100" name="Freeform 979"/>
          <p:cNvSpPr>
            <a:spLocks noEditPoints="1"/>
          </p:cNvSpPr>
          <p:nvPr/>
        </p:nvSpPr>
        <p:spPr bwMode="auto">
          <a:xfrm>
            <a:off x="6749923" y="3584356"/>
            <a:ext cx="425953" cy="380908"/>
          </a:xfrm>
          <a:custGeom>
            <a:avLst/>
            <a:gdLst>
              <a:gd name="T0" fmla="*/ 242 w 364"/>
              <a:gd name="T1" fmla="*/ 177 h 326"/>
              <a:gd name="T2" fmla="*/ 202 w 364"/>
              <a:gd name="T3" fmla="*/ 142 h 326"/>
              <a:gd name="T4" fmla="*/ 188 w 364"/>
              <a:gd name="T5" fmla="*/ 100 h 326"/>
              <a:gd name="T6" fmla="*/ 135 w 364"/>
              <a:gd name="T7" fmla="*/ 104 h 326"/>
              <a:gd name="T8" fmla="*/ 95 w 364"/>
              <a:gd name="T9" fmla="*/ 84 h 326"/>
              <a:gd name="T10" fmla="*/ 60 w 364"/>
              <a:gd name="T11" fmla="*/ 124 h 326"/>
              <a:gd name="T12" fmla="*/ 18 w 364"/>
              <a:gd name="T13" fmla="*/ 138 h 326"/>
              <a:gd name="T14" fmla="*/ 22 w 364"/>
              <a:gd name="T15" fmla="*/ 191 h 326"/>
              <a:gd name="T16" fmla="*/ 2 w 364"/>
              <a:gd name="T17" fmla="*/ 231 h 326"/>
              <a:gd name="T18" fmla="*/ 42 w 364"/>
              <a:gd name="T19" fmla="*/ 266 h 326"/>
              <a:gd name="T20" fmla="*/ 56 w 364"/>
              <a:gd name="T21" fmla="*/ 308 h 326"/>
              <a:gd name="T22" fmla="*/ 109 w 364"/>
              <a:gd name="T23" fmla="*/ 304 h 326"/>
              <a:gd name="T24" fmla="*/ 149 w 364"/>
              <a:gd name="T25" fmla="*/ 324 h 326"/>
              <a:gd name="T26" fmla="*/ 184 w 364"/>
              <a:gd name="T27" fmla="*/ 283 h 326"/>
              <a:gd name="T28" fmla="*/ 226 w 364"/>
              <a:gd name="T29" fmla="*/ 270 h 326"/>
              <a:gd name="T30" fmla="*/ 222 w 364"/>
              <a:gd name="T31" fmla="*/ 216 h 326"/>
              <a:gd name="T32" fmla="*/ 127 w 364"/>
              <a:gd name="T33" fmla="*/ 280 h 326"/>
              <a:gd name="T34" fmla="*/ 117 w 364"/>
              <a:gd name="T35" fmla="*/ 127 h 326"/>
              <a:gd name="T36" fmla="*/ 127 w 364"/>
              <a:gd name="T37" fmla="*/ 280 h 326"/>
              <a:gd name="T38" fmla="*/ 364 w 364"/>
              <a:gd name="T39" fmla="*/ 90 h 326"/>
              <a:gd name="T40" fmla="*/ 348 w 364"/>
              <a:gd name="T41" fmla="*/ 66 h 326"/>
              <a:gd name="T42" fmla="*/ 345 w 364"/>
              <a:gd name="T43" fmla="*/ 29 h 326"/>
              <a:gd name="T44" fmla="*/ 316 w 364"/>
              <a:gd name="T45" fmla="*/ 24 h 326"/>
              <a:gd name="T46" fmla="*/ 289 w 364"/>
              <a:gd name="T47" fmla="*/ 0 h 326"/>
              <a:gd name="T48" fmla="*/ 264 w 364"/>
              <a:gd name="T49" fmla="*/ 16 h 326"/>
              <a:gd name="T50" fmla="*/ 228 w 364"/>
              <a:gd name="T51" fmla="*/ 19 h 326"/>
              <a:gd name="T52" fmla="*/ 222 w 364"/>
              <a:gd name="T53" fmla="*/ 48 h 326"/>
              <a:gd name="T54" fmla="*/ 198 w 364"/>
              <a:gd name="T55" fmla="*/ 75 h 326"/>
              <a:gd name="T56" fmla="*/ 215 w 364"/>
              <a:gd name="T57" fmla="*/ 100 h 326"/>
              <a:gd name="T58" fmla="*/ 217 w 364"/>
              <a:gd name="T59" fmla="*/ 136 h 326"/>
              <a:gd name="T60" fmla="*/ 247 w 364"/>
              <a:gd name="T61" fmla="*/ 142 h 326"/>
              <a:gd name="T62" fmla="*/ 274 w 364"/>
              <a:gd name="T63" fmla="*/ 166 h 326"/>
              <a:gd name="T64" fmla="*/ 299 w 364"/>
              <a:gd name="T65" fmla="*/ 149 h 326"/>
              <a:gd name="T66" fmla="*/ 335 w 364"/>
              <a:gd name="T67" fmla="*/ 147 h 326"/>
              <a:gd name="T68" fmla="*/ 340 w 364"/>
              <a:gd name="T69" fmla="*/ 117 h 326"/>
              <a:gd name="T70" fmla="*/ 285 w 364"/>
              <a:gd name="T71" fmla="*/ 135 h 326"/>
              <a:gd name="T72" fmla="*/ 278 w 364"/>
              <a:gd name="T73" fmla="*/ 31 h 326"/>
              <a:gd name="T74" fmla="*/ 285 w 364"/>
              <a:gd name="T75" fmla="*/ 135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4" h="326">
                <a:moveTo>
                  <a:pt x="244" y="215"/>
                </a:moveTo>
                <a:cubicBezTo>
                  <a:pt x="242" y="177"/>
                  <a:pt x="242" y="177"/>
                  <a:pt x="242" y="177"/>
                </a:cubicBezTo>
                <a:cubicBezTo>
                  <a:pt x="219" y="179"/>
                  <a:pt x="219" y="179"/>
                  <a:pt x="219" y="179"/>
                </a:cubicBezTo>
                <a:cubicBezTo>
                  <a:pt x="216" y="165"/>
                  <a:pt x="210" y="153"/>
                  <a:pt x="202" y="142"/>
                </a:cubicBezTo>
                <a:cubicBezTo>
                  <a:pt x="216" y="125"/>
                  <a:pt x="216" y="125"/>
                  <a:pt x="216" y="125"/>
                </a:cubicBezTo>
                <a:cubicBezTo>
                  <a:pt x="188" y="100"/>
                  <a:pt x="188" y="100"/>
                  <a:pt x="188" y="100"/>
                </a:cubicBezTo>
                <a:cubicBezTo>
                  <a:pt x="173" y="117"/>
                  <a:pt x="173" y="117"/>
                  <a:pt x="173" y="117"/>
                </a:cubicBezTo>
                <a:cubicBezTo>
                  <a:pt x="161" y="110"/>
                  <a:pt x="148" y="106"/>
                  <a:pt x="135" y="104"/>
                </a:cubicBezTo>
                <a:cubicBezTo>
                  <a:pt x="133" y="81"/>
                  <a:pt x="133" y="81"/>
                  <a:pt x="133" y="81"/>
                </a:cubicBezTo>
                <a:cubicBezTo>
                  <a:pt x="95" y="84"/>
                  <a:pt x="95" y="84"/>
                  <a:pt x="95" y="84"/>
                </a:cubicBezTo>
                <a:cubicBezTo>
                  <a:pt x="97" y="106"/>
                  <a:pt x="97" y="106"/>
                  <a:pt x="97" y="106"/>
                </a:cubicBezTo>
                <a:cubicBezTo>
                  <a:pt x="83" y="110"/>
                  <a:pt x="71" y="116"/>
                  <a:pt x="60" y="124"/>
                </a:cubicBezTo>
                <a:cubicBezTo>
                  <a:pt x="43" y="109"/>
                  <a:pt x="43" y="109"/>
                  <a:pt x="43" y="109"/>
                </a:cubicBezTo>
                <a:cubicBezTo>
                  <a:pt x="18" y="138"/>
                  <a:pt x="18" y="138"/>
                  <a:pt x="18" y="138"/>
                </a:cubicBezTo>
                <a:cubicBezTo>
                  <a:pt x="35" y="153"/>
                  <a:pt x="35" y="153"/>
                  <a:pt x="35" y="153"/>
                </a:cubicBezTo>
                <a:cubicBezTo>
                  <a:pt x="28" y="164"/>
                  <a:pt x="24" y="177"/>
                  <a:pt x="22" y="191"/>
                </a:cubicBezTo>
                <a:cubicBezTo>
                  <a:pt x="0" y="193"/>
                  <a:pt x="0" y="193"/>
                  <a:pt x="0" y="193"/>
                </a:cubicBezTo>
                <a:cubicBezTo>
                  <a:pt x="2" y="231"/>
                  <a:pt x="2" y="231"/>
                  <a:pt x="2" y="231"/>
                </a:cubicBezTo>
                <a:cubicBezTo>
                  <a:pt x="25" y="229"/>
                  <a:pt x="25" y="229"/>
                  <a:pt x="25" y="229"/>
                </a:cubicBezTo>
                <a:cubicBezTo>
                  <a:pt x="28" y="243"/>
                  <a:pt x="34" y="255"/>
                  <a:pt x="42" y="266"/>
                </a:cubicBezTo>
                <a:cubicBezTo>
                  <a:pt x="28" y="282"/>
                  <a:pt x="28" y="282"/>
                  <a:pt x="28" y="282"/>
                </a:cubicBezTo>
                <a:cubicBezTo>
                  <a:pt x="56" y="308"/>
                  <a:pt x="56" y="308"/>
                  <a:pt x="56" y="308"/>
                </a:cubicBezTo>
                <a:cubicBezTo>
                  <a:pt x="71" y="291"/>
                  <a:pt x="71" y="291"/>
                  <a:pt x="71" y="291"/>
                </a:cubicBezTo>
                <a:cubicBezTo>
                  <a:pt x="83" y="297"/>
                  <a:pt x="96" y="302"/>
                  <a:pt x="109" y="304"/>
                </a:cubicBezTo>
                <a:cubicBezTo>
                  <a:pt x="111" y="326"/>
                  <a:pt x="111" y="326"/>
                  <a:pt x="111" y="326"/>
                </a:cubicBezTo>
                <a:cubicBezTo>
                  <a:pt x="149" y="324"/>
                  <a:pt x="149" y="324"/>
                  <a:pt x="149" y="324"/>
                </a:cubicBezTo>
                <a:cubicBezTo>
                  <a:pt x="147" y="301"/>
                  <a:pt x="147" y="301"/>
                  <a:pt x="147" y="301"/>
                </a:cubicBezTo>
                <a:cubicBezTo>
                  <a:pt x="161" y="298"/>
                  <a:pt x="173" y="292"/>
                  <a:pt x="184" y="283"/>
                </a:cubicBezTo>
                <a:cubicBezTo>
                  <a:pt x="201" y="298"/>
                  <a:pt x="201" y="298"/>
                  <a:pt x="201" y="298"/>
                </a:cubicBezTo>
                <a:cubicBezTo>
                  <a:pt x="226" y="270"/>
                  <a:pt x="226" y="270"/>
                  <a:pt x="226" y="270"/>
                </a:cubicBezTo>
                <a:cubicBezTo>
                  <a:pt x="209" y="255"/>
                  <a:pt x="209" y="255"/>
                  <a:pt x="209" y="255"/>
                </a:cubicBezTo>
                <a:cubicBezTo>
                  <a:pt x="216" y="243"/>
                  <a:pt x="220" y="230"/>
                  <a:pt x="222" y="216"/>
                </a:cubicBezTo>
                <a:lnTo>
                  <a:pt x="244" y="215"/>
                </a:lnTo>
                <a:close/>
                <a:moveTo>
                  <a:pt x="127" y="280"/>
                </a:moveTo>
                <a:cubicBezTo>
                  <a:pt x="85" y="283"/>
                  <a:pt x="48" y="251"/>
                  <a:pt x="45" y="209"/>
                </a:cubicBezTo>
                <a:cubicBezTo>
                  <a:pt x="43" y="167"/>
                  <a:pt x="75" y="130"/>
                  <a:pt x="117" y="127"/>
                </a:cubicBezTo>
                <a:cubicBezTo>
                  <a:pt x="159" y="124"/>
                  <a:pt x="196" y="157"/>
                  <a:pt x="199" y="199"/>
                </a:cubicBezTo>
                <a:cubicBezTo>
                  <a:pt x="201" y="241"/>
                  <a:pt x="169" y="278"/>
                  <a:pt x="127" y="280"/>
                </a:cubicBezTo>
                <a:close/>
                <a:moveTo>
                  <a:pt x="349" y="91"/>
                </a:moveTo>
                <a:cubicBezTo>
                  <a:pt x="364" y="90"/>
                  <a:pt x="364" y="90"/>
                  <a:pt x="364" y="90"/>
                </a:cubicBezTo>
                <a:cubicBezTo>
                  <a:pt x="363" y="65"/>
                  <a:pt x="363" y="65"/>
                  <a:pt x="363" y="65"/>
                </a:cubicBezTo>
                <a:cubicBezTo>
                  <a:pt x="348" y="66"/>
                  <a:pt x="348" y="66"/>
                  <a:pt x="348" y="66"/>
                </a:cubicBezTo>
                <a:cubicBezTo>
                  <a:pt x="345" y="56"/>
                  <a:pt x="341" y="48"/>
                  <a:pt x="335" y="41"/>
                </a:cubicBezTo>
                <a:cubicBezTo>
                  <a:pt x="345" y="29"/>
                  <a:pt x="345" y="29"/>
                  <a:pt x="345" y="29"/>
                </a:cubicBezTo>
                <a:cubicBezTo>
                  <a:pt x="326" y="12"/>
                  <a:pt x="326" y="12"/>
                  <a:pt x="326" y="12"/>
                </a:cubicBezTo>
                <a:cubicBezTo>
                  <a:pt x="316" y="24"/>
                  <a:pt x="316" y="24"/>
                  <a:pt x="316" y="24"/>
                </a:cubicBezTo>
                <a:cubicBezTo>
                  <a:pt x="308" y="19"/>
                  <a:pt x="299" y="16"/>
                  <a:pt x="290" y="15"/>
                </a:cubicBezTo>
                <a:cubicBezTo>
                  <a:pt x="289" y="0"/>
                  <a:pt x="289" y="0"/>
                  <a:pt x="289" y="0"/>
                </a:cubicBezTo>
                <a:cubicBezTo>
                  <a:pt x="263" y="1"/>
                  <a:pt x="263" y="1"/>
                  <a:pt x="263" y="1"/>
                </a:cubicBezTo>
                <a:cubicBezTo>
                  <a:pt x="264" y="16"/>
                  <a:pt x="264" y="16"/>
                  <a:pt x="264" y="16"/>
                </a:cubicBezTo>
                <a:cubicBezTo>
                  <a:pt x="255" y="19"/>
                  <a:pt x="247" y="23"/>
                  <a:pt x="239" y="29"/>
                </a:cubicBezTo>
                <a:cubicBezTo>
                  <a:pt x="228" y="19"/>
                  <a:pt x="228" y="19"/>
                  <a:pt x="228" y="19"/>
                </a:cubicBezTo>
                <a:cubicBezTo>
                  <a:pt x="211" y="38"/>
                  <a:pt x="211" y="38"/>
                  <a:pt x="211" y="38"/>
                </a:cubicBezTo>
                <a:cubicBezTo>
                  <a:pt x="222" y="48"/>
                  <a:pt x="222" y="48"/>
                  <a:pt x="222" y="48"/>
                </a:cubicBezTo>
                <a:cubicBezTo>
                  <a:pt x="218" y="56"/>
                  <a:pt x="215" y="65"/>
                  <a:pt x="213" y="74"/>
                </a:cubicBezTo>
                <a:cubicBezTo>
                  <a:pt x="198" y="75"/>
                  <a:pt x="198" y="75"/>
                  <a:pt x="198" y="75"/>
                </a:cubicBezTo>
                <a:cubicBezTo>
                  <a:pt x="200" y="101"/>
                  <a:pt x="200" y="101"/>
                  <a:pt x="200" y="101"/>
                </a:cubicBezTo>
                <a:cubicBezTo>
                  <a:pt x="215" y="100"/>
                  <a:pt x="215" y="100"/>
                  <a:pt x="215" y="100"/>
                </a:cubicBezTo>
                <a:cubicBezTo>
                  <a:pt x="218" y="109"/>
                  <a:pt x="222" y="117"/>
                  <a:pt x="227" y="125"/>
                </a:cubicBezTo>
                <a:cubicBezTo>
                  <a:pt x="217" y="136"/>
                  <a:pt x="217" y="136"/>
                  <a:pt x="217" y="136"/>
                </a:cubicBezTo>
                <a:cubicBezTo>
                  <a:pt x="237" y="153"/>
                  <a:pt x="237" y="153"/>
                  <a:pt x="237" y="153"/>
                </a:cubicBezTo>
                <a:cubicBezTo>
                  <a:pt x="247" y="142"/>
                  <a:pt x="247" y="142"/>
                  <a:pt x="247" y="142"/>
                </a:cubicBezTo>
                <a:cubicBezTo>
                  <a:pt x="255" y="146"/>
                  <a:pt x="263" y="149"/>
                  <a:pt x="273" y="151"/>
                </a:cubicBezTo>
                <a:cubicBezTo>
                  <a:pt x="274" y="166"/>
                  <a:pt x="274" y="166"/>
                  <a:pt x="274" y="166"/>
                </a:cubicBezTo>
                <a:cubicBezTo>
                  <a:pt x="300" y="164"/>
                  <a:pt x="300" y="164"/>
                  <a:pt x="300" y="164"/>
                </a:cubicBezTo>
                <a:cubicBezTo>
                  <a:pt x="299" y="149"/>
                  <a:pt x="299" y="149"/>
                  <a:pt x="299" y="149"/>
                </a:cubicBezTo>
                <a:cubicBezTo>
                  <a:pt x="308" y="147"/>
                  <a:pt x="316" y="142"/>
                  <a:pt x="323" y="137"/>
                </a:cubicBezTo>
                <a:cubicBezTo>
                  <a:pt x="335" y="147"/>
                  <a:pt x="335" y="147"/>
                  <a:pt x="335" y="147"/>
                </a:cubicBezTo>
                <a:cubicBezTo>
                  <a:pt x="352" y="127"/>
                  <a:pt x="352" y="127"/>
                  <a:pt x="352" y="127"/>
                </a:cubicBezTo>
                <a:cubicBezTo>
                  <a:pt x="340" y="117"/>
                  <a:pt x="340" y="117"/>
                  <a:pt x="340" y="117"/>
                </a:cubicBezTo>
                <a:cubicBezTo>
                  <a:pt x="345" y="110"/>
                  <a:pt x="348" y="101"/>
                  <a:pt x="349" y="91"/>
                </a:cubicBezTo>
                <a:close/>
                <a:moveTo>
                  <a:pt x="285" y="135"/>
                </a:moveTo>
                <a:cubicBezTo>
                  <a:pt x="256" y="137"/>
                  <a:pt x="231" y="115"/>
                  <a:pt x="229" y="86"/>
                </a:cubicBezTo>
                <a:cubicBezTo>
                  <a:pt x="227" y="57"/>
                  <a:pt x="249" y="32"/>
                  <a:pt x="278" y="31"/>
                </a:cubicBezTo>
                <a:cubicBezTo>
                  <a:pt x="307" y="29"/>
                  <a:pt x="332" y="51"/>
                  <a:pt x="333" y="79"/>
                </a:cubicBezTo>
                <a:cubicBezTo>
                  <a:pt x="335" y="108"/>
                  <a:pt x="313" y="133"/>
                  <a:pt x="285" y="135"/>
                </a:cubicBezTo>
                <a:close/>
              </a:path>
            </a:pathLst>
          </a:custGeom>
          <a:solidFill>
            <a:schemeClr val="bg1"/>
          </a:solidFill>
          <a:ln>
            <a:noFill/>
          </a:ln>
          <a:effectLst/>
        </p:spPr>
        <p:txBody>
          <a:bodyPr vert="horz" wrap="square" lIns="91440" tIns="45720" rIns="91440" bIns="45720" numCol="1" anchor="t" anchorCtr="0" compatLnSpc="1"/>
          <a:lstStyle/>
          <a:p>
            <a:endParaRPr lang="zh-CN" altLang="en-US" sz="1865">
              <a:solidFill>
                <a:prstClr val="black"/>
              </a:solidFill>
            </a:endParaRPr>
          </a:p>
        </p:txBody>
      </p:sp>
      <p:sp>
        <p:nvSpPr>
          <p:cNvPr id="142" name="Freeform 983"/>
          <p:cNvSpPr>
            <a:spLocks noEditPoints="1"/>
          </p:cNvSpPr>
          <p:nvPr/>
        </p:nvSpPr>
        <p:spPr bwMode="auto">
          <a:xfrm>
            <a:off x="5027724" y="3583651"/>
            <a:ext cx="399929" cy="410332"/>
          </a:xfrm>
          <a:custGeom>
            <a:avLst/>
            <a:gdLst>
              <a:gd name="T0" fmla="*/ 116 w 232"/>
              <a:gd name="T1" fmla="*/ 88 h 239"/>
              <a:gd name="T2" fmla="*/ 84 w 232"/>
              <a:gd name="T3" fmla="*/ 119 h 239"/>
              <a:gd name="T4" fmla="*/ 116 w 232"/>
              <a:gd name="T5" fmla="*/ 151 h 239"/>
              <a:gd name="T6" fmla="*/ 148 w 232"/>
              <a:gd name="T7" fmla="*/ 119 h 239"/>
              <a:gd name="T8" fmla="*/ 116 w 232"/>
              <a:gd name="T9" fmla="*/ 88 h 239"/>
              <a:gd name="T10" fmla="*/ 49 w 232"/>
              <a:gd name="T11" fmla="*/ 197 h 239"/>
              <a:gd name="T12" fmla="*/ 44 w 232"/>
              <a:gd name="T13" fmla="*/ 191 h 239"/>
              <a:gd name="T14" fmla="*/ 14 w 232"/>
              <a:gd name="T15" fmla="*/ 119 h 239"/>
              <a:gd name="T16" fmla="*/ 93 w 232"/>
              <a:gd name="T17" fmla="*/ 20 h 239"/>
              <a:gd name="T18" fmla="*/ 90 w 232"/>
              <a:gd name="T19" fmla="*/ 7 h 239"/>
              <a:gd name="T20" fmla="*/ 0 w 232"/>
              <a:gd name="T21" fmla="*/ 119 h 239"/>
              <a:gd name="T22" fmla="*/ 34 w 232"/>
              <a:gd name="T23" fmla="*/ 201 h 239"/>
              <a:gd name="T24" fmla="*/ 44 w 232"/>
              <a:gd name="T25" fmla="*/ 210 h 239"/>
              <a:gd name="T26" fmla="*/ 34 w 232"/>
              <a:gd name="T27" fmla="*/ 239 h 239"/>
              <a:gd name="T28" fmla="*/ 116 w 232"/>
              <a:gd name="T29" fmla="*/ 228 h 239"/>
              <a:gd name="T30" fmla="*/ 60 w 232"/>
              <a:gd name="T31" fmla="*/ 167 h 239"/>
              <a:gd name="T32" fmla="*/ 49 w 232"/>
              <a:gd name="T33" fmla="*/ 197 h 239"/>
              <a:gd name="T34" fmla="*/ 188 w 232"/>
              <a:gd name="T35" fmla="*/ 29 h 239"/>
              <a:gd name="T36" fmla="*/ 198 w 232"/>
              <a:gd name="T37" fmla="*/ 0 h 239"/>
              <a:gd name="T38" fmla="*/ 116 w 232"/>
              <a:gd name="T39" fmla="*/ 10 h 239"/>
              <a:gd name="T40" fmla="*/ 172 w 232"/>
              <a:gd name="T41" fmla="*/ 72 h 239"/>
              <a:gd name="T42" fmla="*/ 183 w 232"/>
              <a:gd name="T43" fmla="*/ 42 h 239"/>
              <a:gd name="T44" fmla="*/ 218 w 232"/>
              <a:gd name="T45" fmla="*/ 119 h 239"/>
              <a:gd name="T46" fmla="*/ 188 w 232"/>
              <a:gd name="T47" fmla="*/ 191 h 239"/>
              <a:gd name="T48" fmla="*/ 139 w 232"/>
              <a:gd name="T49" fmla="*/ 219 h 239"/>
              <a:gd name="T50" fmla="*/ 142 w 232"/>
              <a:gd name="T51" fmla="*/ 232 h 239"/>
              <a:gd name="T52" fmla="*/ 198 w 232"/>
              <a:gd name="T53" fmla="*/ 201 h 239"/>
              <a:gd name="T54" fmla="*/ 232 w 232"/>
              <a:gd name="T55" fmla="*/ 119 h 239"/>
              <a:gd name="T56" fmla="*/ 188 w 232"/>
              <a:gd name="T57" fmla="*/ 2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2" h="239">
                <a:moveTo>
                  <a:pt x="116" y="88"/>
                </a:moveTo>
                <a:cubicBezTo>
                  <a:pt x="98" y="88"/>
                  <a:pt x="84" y="102"/>
                  <a:pt x="84" y="119"/>
                </a:cubicBezTo>
                <a:cubicBezTo>
                  <a:pt x="84" y="137"/>
                  <a:pt x="98" y="151"/>
                  <a:pt x="116" y="151"/>
                </a:cubicBezTo>
                <a:cubicBezTo>
                  <a:pt x="134" y="151"/>
                  <a:pt x="148" y="137"/>
                  <a:pt x="148" y="119"/>
                </a:cubicBezTo>
                <a:cubicBezTo>
                  <a:pt x="148" y="102"/>
                  <a:pt x="134" y="88"/>
                  <a:pt x="116" y="88"/>
                </a:cubicBezTo>
                <a:close/>
                <a:moveTo>
                  <a:pt x="49" y="197"/>
                </a:moveTo>
                <a:cubicBezTo>
                  <a:pt x="47" y="195"/>
                  <a:pt x="46" y="193"/>
                  <a:pt x="44" y="191"/>
                </a:cubicBezTo>
                <a:cubicBezTo>
                  <a:pt x="25" y="172"/>
                  <a:pt x="14" y="147"/>
                  <a:pt x="14" y="119"/>
                </a:cubicBezTo>
                <a:cubicBezTo>
                  <a:pt x="14" y="71"/>
                  <a:pt x="48" y="30"/>
                  <a:pt x="93" y="20"/>
                </a:cubicBezTo>
                <a:cubicBezTo>
                  <a:pt x="90" y="7"/>
                  <a:pt x="90" y="7"/>
                  <a:pt x="90" y="7"/>
                </a:cubicBezTo>
                <a:cubicBezTo>
                  <a:pt x="39" y="19"/>
                  <a:pt x="0" y="65"/>
                  <a:pt x="0" y="119"/>
                </a:cubicBezTo>
                <a:cubicBezTo>
                  <a:pt x="0" y="150"/>
                  <a:pt x="12" y="179"/>
                  <a:pt x="34" y="201"/>
                </a:cubicBezTo>
                <a:cubicBezTo>
                  <a:pt x="37" y="204"/>
                  <a:pt x="41" y="207"/>
                  <a:pt x="44" y="210"/>
                </a:cubicBezTo>
                <a:cubicBezTo>
                  <a:pt x="34" y="239"/>
                  <a:pt x="34" y="239"/>
                  <a:pt x="34" y="239"/>
                </a:cubicBezTo>
                <a:cubicBezTo>
                  <a:pt x="116" y="228"/>
                  <a:pt x="116" y="228"/>
                  <a:pt x="116" y="228"/>
                </a:cubicBezTo>
                <a:cubicBezTo>
                  <a:pt x="60" y="167"/>
                  <a:pt x="60" y="167"/>
                  <a:pt x="60" y="167"/>
                </a:cubicBezTo>
                <a:lnTo>
                  <a:pt x="49" y="197"/>
                </a:lnTo>
                <a:close/>
                <a:moveTo>
                  <a:pt x="188" y="29"/>
                </a:moveTo>
                <a:cubicBezTo>
                  <a:pt x="198" y="0"/>
                  <a:pt x="198" y="0"/>
                  <a:pt x="198" y="0"/>
                </a:cubicBezTo>
                <a:cubicBezTo>
                  <a:pt x="116" y="10"/>
                  <a:pt x="116" y="10"/>
                  <a:pt x="116" y="10"/>
                </a:cubicBezTo>
                <a:cubicBezTo>
                  <a:pt x="172" y="72"/>
                  <a:pt x="172" y="72"/>
                  <a:pt x="172" y="72"/>
                </a:cubicBezTo>
                <a:cubicBezTo>
                  <a:pt x="183" y="42"/>
                  <a:pt x="183" y="42"/>
                  <a:pt x="183" y="42"/>
                </a:cubicBezTo>
                <a:cubicBezTo>
                  <a:pt x="204" y="61"/>
                  <a:pt x="218" y="89"/>
                  <a:pt x="218" y="119"/>
                </a:cubicBezTo>
                <a:cubicBezTo>
                  <a:pt x="218" y="147"/>
                  <a:pt x="207" y="172"/>
                  <a:pt x="188" y="191"/>
                </a:cubicBezTo>
                <a:cubicBezTo>
                  <a:pt x="174" y="205"/>
                  <a:pt x="157" y="214"/>
                  <a:pt x="139" y="219"/>
                </a:cubicBezTo>
                <a:cubicBezTo>
                  <a:pt x="142" y="232"/>
                  <a:pt x="142" y="232"/>
                  <a:pt x="142" y="232"/>
                </a:cubicBezTo>
                <a:cubicBezTo>
                  <a:pt x="163" y="227"/>
                  <a:pt x="182" y="217"/>
                  <a:pt x="198" y="201"/>
                </a:cubicBezTo>
                <a:cubicBezTo>
                  <a:pt x="220" y="179"/>
                  <a:pt x="232" y="150"/>
                  <a:pt x="232" y="119"/>
                </a:cubicBezTo>
                <a:cubicBezTo>
                  <a:pt x="232" y="83"/>
                  <a:pt x="214" y="50"/>
                  <a:pt x="188" y="29"/>
                </a:cubicBezTo>
                <a:close/>
              </a:path>
            </a:pathLst>
          </a:custGeom>
          <a:solidFill>
            <a:schemeClr val="bg1"/>
          </a:solidFill>
          <a:ln>
            <a:noFill/>
          </a:ln>
          <a:effectLst/>
        </p:spPr>
        <p:txBody>
          <a:bodyPr vert="horz" wrap="square" lIns="91440" tIns="45720" rIns="91440" bIns="45720" numCol="1" anchor="t" anchorCtr="0" compatLnSpc="1"/>
          <a:lstStyle/>
          <a:p>
            <a:endParaRPr lang="zh-CN" altLang="en-US" sz="1865">
              <a:solidFill>
                <a:prstClr val="black"/>
              </a:solidFill>
            </a:endParaRPr>
          </a:p>
        </p:txBody>
      </p:sp>
      <p:grpSp>
        <p:nvGrpSpPr>
          <p:cNvPr id="143" name="组合 142"/>
          <p:cNvGrpSpPr/>
          <p:nvPr/>
        </p:nvGrpSpPr>
        <p:grpSpPr>
          <a:xfrm>
            <a:off x="2418442" y="2118367"/>
            <a:ext cx="1951476" cy="657062"/>
            <a:chOff x="3457192" y="3906440"/>
            <a:chExt cx="1951476" cy="657062"/>
          </a:xfrm>
        </p:grpSpPr>
        <p:sp>
          <p:nvSpPr>
            <p:cNvPr id="144" name="文本框 143"/>
            <p:cNvSpPr txBox="1"/>
            <p:nvPr/>
          </p:nvSpPr>
          <p:spPr>
            <a:xfrm>
              <a:off x="3457511" y="3906440"/>
              <a:ext cx="1725052" cy="314960"/>
            </a:xfrm>
            <a:prstGeom prst="rect">
              <a:avLst/>
            </a:prstGeom>
            <a:noFill/>
          </p:spPr>
          <p:txBody>
            <a:bodyPr wrap="square" rtlCol="0">
              <a:spAutoFit/>
            </a:bodyPr>
            <a:lstStyle/>
            <a:p>
              <a:r>
                <a:rPr lang="zh-CN" altLang="en-US" sz="1465" dirty="0">
                  <a:solidFill>
                    <a:srgbClr val="F9F9F9"/>
                  </a:solidFill>
                  <a:latin typeface="时尚中黑简体" panose="01010104010101010101" pitchFamily="2" charset="-122"/>
                  <a:ea typeface="时尚中黑简体" panose="01010104010101010101" pitchFamily="2" charset="-122"/>
                </a:rPr>
                <a:t>在此添加标题</a:t>
              </a:r>
            </a:p>
          </p:txBody>
        </p:sp>
        <p:sp>
          <p:nvSpPr>
            <p:cNvPr id="145" name="文本框 144"/>
            <p:cNvSpPr txBox="1"/>
            <p:nvPr/>
          </p:nvSpPr>
          <p:spPr>
            <a:xfrm>
              <a:off x="3457192" y="4135512"/>
              <a:ext cx="1951476" cy="427990"/>
            </a:xfrm>
            <a:prstGeom prst="rect">
              <a:avLst/>
            </a:prstGeom>
            <a:noFill/>
          </p:spPr>
          <p:txBody>
            <a:bodyPr wrap="square" rtlCol="0">
              <a:spAutoFit/>
            </a:bodyPr>
            <a:lstStyle/>
            <a:p>
              <a:r>
                <a:rPr lang="zh-CN" altLang="en-US" sz="1065" dirty="0">
                  <a:solidFill>
                    <a:schemeClr val="bg1"/>
                  </a:solidFill>
                  <a:latin typeface="微软雅黑" panose="020B0503020204020204" pitchFamily="34" charset="-122"/>
                </a:rPr>
                <a:t>单击此处添加文本单击此处添加单击此处添加文本</a:t>
              </a:r>
              <a:endParaRPr lang="en-US" altLang="zh-CN" sz="1065" dirty="0">
                <a:solidFill>
                  <a:schemeClr val="bg1"/>
                </a:solidFill>
                <a:latin typeface="微软雅黑" panose="020B0503020204020204" pitchFamily="34" charset="-122"/>
              </a:endParaRPr>
            </a:p>
          </p:txBody>
        </p:sp>
      </p:grpSp>
      <p:grpSp>
        <p:nvGrpSpPr>
          <p:cNvPr id="146" name="组合 145"/>
          <p:cNvGrpSpPr/>
          <p:nvPr/>
        </p:nvGrpSpPr>
        <p:grpSpPr>
          <a:xfrm>
            <a:off x="2418442" y="3464891"/>
            <a:ext cx="1951476" cy="657062"/>
            <a:chOff x="3457192" y="3906440"/>
            <a:chExt cx="1951476" cy="657062"/>
          </a:xfrm>
        </p:grpSpPr>
        <p:sp>
          <p:nvSpPr>
            <p:cNvPr id="147" name="文本框 146"/>
            <p:cNvSpPr txBox="1"/>
            <p:nvPr/>
          </p:nvSpPr>
          <p:spPr>
            <a:xfrm>
              <a:off x="3457511" y="3906440"/>
              <a:ext cx="1725052" cy="314960"/>
            </a:xfrm>
            <a:prstGeom prst="rect">
              <a:avLst/>
            </a:prstGeom>
            <a:noFill/>
          </p:spPr>
          <p:txBody>
            <a:bodyPr wrap="square" rtlCol="0">
              <a:spAutoFit/>
            </a:bodyPr>
            <a:lstStyle/>
            <a:p>
              <a:r>
                <a:rPr lang="zh-CN" altLang="en-US" sz="1465" dirty="0">
                  <a:solidFill>
                    <a:srgbClr val="F9F9F9"/>
                  </a:solidFill>
                  <a:latin typeface="时尚中黑简体" panose="01010104010101010101" pitchFamily="2" charset="-122"/>
                  <a:ea typeface="时尚中黑简体" panose="01010104010101010101" pitchFamily="2" charset="-122"/>
                </a:rPr>
                <a:t>在此添加标题</a:t>
              </a:r>
            </a:p>
          </p:txBody>
        </p:sp>
        <p:sp>
          <p:nvSpPr>
            <p:cNvPr id="148" name="文本框 147"/>
            <p:cNvSpPr txBox="1"/>
            <p:nvPr/>
          </p:nvSpPr>
          <p:spPr>
            <a:xfrm>
              <a:off x="3457192" y="4135512"/>
              <a:ext cx="1951476" cy="427990"/>
            </a:xfrm>
            <a:prstGeom prst="rect">
              <a:avLst/>
            </a:prstGeom>
            <a:noFill/>
          </p:spPr>
          <p:txBody>
            <a:bodyPr wrap="square" rtlCol="0">
              <a:spAutoFit/>
            </a:bodyPr>
            <a:lstStyle/>
            <a:p>
              <a:r>
                <a:rPr lang="zh-CN" altLang="en-US" sz="1065" dirty="0">
                  <a:solidFill>
                    <a:schemeClr val="bg1"/>
                  </a:solidFill>
                  <a:latin typeface="微软雅黑" panose="020B0503020204020204" pitchFamily="34" charset="-122"/>
                </a:rPr>
                <a:t>单击此处添加文本单击此处添加单击此处添加文本</a:t>
              </a:r>
              <a:endParaRPr lang="en-US" altLang="zh-CN" sz="1065" dirty="0">
                <a:solidFill>
                  <a:schemeClr val="bg1"/>
                </a:solidFill>
                <a:latin typeface="微软雅黑" panose="020B0503020204020204" pitchFamily="34" charset="-122"/>
              </a:endParaRPr>
            </a:p>
          </p:txBody>
        </p:sp>
      </p:grpSp>
      <p:grpSp>
        <p:nvGrpSpPr>
          <p:cNvPr id="149" name="组合 148"/>
          <p:cNvGrpSpPr/>
          <p:nvPr/>
        </p:nvGrpSpPr>
        <p:grpSpPr>
          <a:xfrm>
            <a:off x="7835639" y="2118365"/>
            <a:ext cx="1951476" cy="657062"/>
            <a:chOff x="3457192" y="3906440"/>
            <a:chExt cx="1951476" cy="657062"/>
          </a:xfrm>
        </p:grpSpPr>
        <p:sp>
          <p:nvSpPr>
            <p:cNvPr id="150" name="文本框 149"/>
            <p:cNvSpPr txBox="1"/>
            <p:nvPr/>
          </p:nvSpPr>
          <p:spPr>
            <a:xfrm>
              <a:off x="3457511" y="3906440"/>
              <a:ext cx="1725052" cy="314960"/>
            </a:xfrm>
            <a:prstGeom prst="rect">
              <a:avLst/>
            </a:prstGeom>
            <a:noFill/>
          </p:spPr>
          <p:txBody>
            <a:bodyPr wrap="square" rtlCol="0">
              <a:spAutoFit/>
            </a:bodyPr>
            <a:lstStyle/>
            <a:p>
              <a:r>
                <a:rPr lang="zh-CN" altLang="en-US" sz="1465" dirty="0">
                  <a:solidFill>
                    <a:srgbClr val="F9F9F9"/>
                  </a:solidFill>
                  <a:latin typeface="时尚中黑简体" panose="01010104010101010101" pitchFamily="2" charset="-122"/>
                  <a:ea typeface="时尚中黑简体" panose="01010104010101010101" pitchFamily="2" charset="-122"/>
                </a:rPr>
                <a:t>在此添加标题</a:t>
              </a:r>
            </a:p>
          </p:txBody>
        </p:sp>
        <p:sp>
          <p:nvSpPr>
            <p:cNvPr id="151" name="文本框 150"/>
            <p:cNvSpPr txBox="1"/>
            <p:nvPr/>
          </p:nvSpPr>
          <p:spPr>
            <a:xfrm>
              <a:off x="3457192" y="4135512"/>
              <a:ext cx="1951476" cy="427990"/>
            </a:xfrm>
            <a:prstGeom prst="rect">
              <a:avLst/>
            </a:prstGeom>
            <a:noFill/>
          </p:spPr>
          <p:txBody>
            <a:bodyPr wrap="square" rtlCol="0">
              <a:spAutoFit/>
            </a:bodyPr>
            <a:lstStyle/>
            <a:p>
              <a:r>
                <a:rPr lang="zh-CN" altLang="en-US" sz="1065" dirty="0">
                  <a:solidFill>
                    <a:schemeClr val="bg1"/>
                  </a:solidFill>
                  <a:latin typeface="微软雅黑" panose="020B0503020204020204" pitchFamily="34" charset="-122"/>
                </a:rPr>
                <a:t>单击此处添加文本单击此处添加单击此处添加文本</a:t>
              </a:r>
              <a:endParaRPr lang="en-US" altLang="zh-CN" sz="1065" dirty="0">
                <a:solidFill>
                  <a:schemeClr val="bg1"/>
                </a:solidFill>
                <a:latin typeface="微软雅黑" panose="020B0503020204020204" pitchFamily="34" charset="-122"/>
              </a:endParaRPr>
            </a:p>
          </p:txBody>
        </p:sp>
      </p:grpSp>
      <p:grpSp>
        <p:nvGrpSpPr>
          <p:cNvPr id="152" name="组合 151"/>
          <p:cNvGrpSpPr/>
          <p:nvPr/>
        </p:nvGrpSpPr>
        <p:grpSpPr>
          <a:xfrm>
            <a:off x="7835639" y="3464891"/>
            <a:ext cx="1951476" cy="657062"/>
            <a:chOff x="3457192" y="3906440"/>
            <a:chExt cx="1951476" cy="657062"/>
          </a:xfrm>
        </p:grpSpPr>
        <p:sp>
          <p:nvSpPr>
            <p:cNvPr id="153" name="文本框 152"/>
            <p:cNvSpPr txBox="1"/>
            <p:nvPr/>
          </p:nvSpPr>
          <p:spPr>
            <a:xfrm>
              <a:off x="3457511" y="3906440"/>
              <a:ext cx="1725052" cy="314960"/>
            </a:xfrm>
            <a:prstGeom prst="rect">
              <a:avLst/>
            </a:prstGeom>
            <a:noFill/>
          </p:spPr>
          <p:txBody>
            <a:bodyPr wrap="square" rtlCol="0">
              <a:spAutoFit/>
            </a:bodyPr>
            <a:lstStyle/>
            <a:p>
              <a:r>
                <a:rPr lang="zh-CN" altLang="en-US" sz="1465" dirty="0">
                  <a:solidFill>
                    <a:srgbClr val="F9F9F9"/>
                  </a:solidFill>
                  <a:latin typeface="时尚中黑简体" panose="01010104010101010101" pitchFamily="2" charset="-122"/>
                  <a:ea typeface="时尚中黑简体" panose="01010104010101010101" pitchFamily="2" charset="-122"/>
                </a:rPr>
                <a:t>在此添加标题</a:t>
              </a:r>
            </a:p>
          </p:txBody>
        </p:sp>
        <p:sp>
          <p:nvSpPr>
            <p:cNvPr id="154" name="文本框 153"/>
            <p:cNvSpPr txBox="1"/>
            <p:nvPr/>
          </p:nvSpPr>
          <p:spPr>
            <a:xfrm>
              <a:off x="3457192" y="4135512"/>
              <a:ext cx="1951476" cy="427990"/>
            </a:xfrm>
            <a:prstGeom prst="rect">
              <a:avLst/>
            </a:prstGeom>
            <a:noFill/>
          </p:spPr>
          <p:txBody>
            <a:bodyPr wrap="square" rtlCol="0">
              <a:spAutoFit/>
            </a:bodyPr>
            <a:lstStyle/>
            <a:p>
              <a:r>
                <a:rPr lang="zh-CN" altLang="en-US" sz="1065" dirty="0">
                  <a:solidFill>
                    <a:schemeClr val="bg1"/>
                  </a:solidFill>
                  <a:latin typeface="微软雅黑" panose="020B0503020204020204" pitchFamily="34" charset="-122"/>
                </a:rPr>
                <a:t>单击此处添加文本单击此处添加单击此处添加文本</a:t>
              </a:r>
              <a:endParaRPr lang="en-US" altLang="zh-CN" sz="1065" dirty="0">
                <a:solidFill>
                  <a:schemeClr val="bg1"/>
                </a:solidFill>
                <a:latin typeface="微软雅黑" panose="020B0503020204020204" pitchFamily="34" charset="-122"/>
              </a:endParaRPr>
            </a:p>
          </p:txBody>
        </p:sp>
      </p:grpSp>
      <p:cxnSp>
        <p:nvCxnSpPr>
          <p:cNvPr id="155" name="直接连接符 154"/>
          <p:cNvCxnSpPr/>
          <p:nvPr/>
        </p:nvCxnSpPr>
        <p:spPr>
          <a:xfrm>
            <a:off x="1710791" y="4487185"/>
            <a:ext cx="8771621" cy="0"/>
          </a:xfrm>
          <a:prstGeom prst="line">
            <a:avLst/>
          </a:prstGeom>
          <a:ln w="19050">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6" name="矩形 155"/>
          <p:cNvSpPr/>
          <p:nvPr/>
        </p:nvSpPr>
        <p:spPr>
          <a:xfrm>
            <a:off x="1990524" y="4774256"/>
            <a:ext cx="8014047" cy="908050"/>
          </a:xfrm>
          <a:prstGeom prst="rect">
            <a:avLst/>
          </a:prstGeom>
        </p:spPr>
        <p:txBody>
          <a:bodyPr wrap="square" lIns="91440" tIns="45720" rIns="91440" bIns="45720">
            <a:spAutoFit/>
          </a:bodyPr>
          <a:lstStyle/>
          <a:p>
            <a:pPr>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a:p>
            <a:pPr>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a:p>
            <a:pPr>
              <a:spcBef>
                <a:spcPts val="750"/>
              </a:spcBef>
              <a:buFont typeface="Arial" panose="020B0604020202020204" pitchFamily="34" charset="0"/>
              <a:buChar char="•"/>
            </a:pPr>
            <a:endParaRPr lang="zh-CN" altLang="en-US" sz="1335" dirty="0">
              <a:solidFill>
                <a:schemeClr val="tx1"/>
              </a:solidFill>
              <a:latin typeface="微软雅黑" panose="020B0503020204020204" pitchFamily="34" charset="-122"/>
              <a:cs typeface="宋体" panose="02010600030101010101" pitchFamily="2" charset="-122"/>
            </a:endParaRP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3"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500" fill="hold"/>
                                        <p:tgtEl>
                                          <p:spTgt spid="83"/>
                                        </p:tgtEl>
                                        <p:attrNameLst>
                                          <p:attrName>ppt_x</p:attrName>
                                        </p:attrNameLst>
                                      </p:cBhvr>
                                      <p:tavLst>
                                        <p:tav tm="0">
                                          <p:val>
                                            <p:strVal val="0-#ppt_w/2"/>
                                          </p:val>
                                        </p:tav>
                                        <p:tav tm="100000">
                                          <p:val>
                                            <p:strVal val="#ppt_x"/>
                                          </p:val>
                                        </p:tav>
                                      </p:tavLst>
                                    </p:anim>
                                    <p:anim calcmode="lin" valueType="num">
                                      <p:cBhvr additive="base">
                                        <p:cTn id="8" dur="500" fill="hold"/>
                                        <p:tgtEl>
                                          <p:spTgt spid="8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anim calcmode="lin" valueType="num">
                                      <p:cBhvr additive="base">
                                        <p:cTn id="11" dur="500" fill="hold"/>
                                        <p:tgtEl>
                                          <p:spTgt spid="84"/>
                                        </p:tgtEl>
                                        <p:attrNameLst>
                                          <p:attrName>ppt_x</p:attrName>
                                        </p:attrNameLst>
                                      </p:cBhvr>
                                      <p:tavLst>
                                        <p:tav tm="0">
                                          <p:val>
                                            <p:strVal val="0-#ppt_w/2"/>
                                          </p:val>
                                        </p:tav>
                                        <p:tav tm="100000">
                                          <p:val>
                                            <p:strVal val="#ppt_x"/>
                                          </p:val>
                                        </p:tav>
                                      </p:tavLst>
                                    </p:anim>
                                    <p:anim calcmode="lin" valueType="num">
                                      <p:cBhvr additive="base">
                                        <p:cTn id="12" dur="500" fill="hold"/>
                                        <p:tgtEl>
                                          <p:spTgt spid="8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5"/>
                                        </p:tgtEl>
                                        <p:attrNameLst>
                                          <p:attrName>style.visibility</p:attrName>
                                        </p:attrNameLst>
                                      </p:cBhvr>
                                      <p:to>
                                        <p:strVal val="visible"/>
                                      </p:to>
                                    </p:set>
                                    <p:anim calcmode="lin" valueType="num">
                                      <p:cBhvr additive="base">
                                        <p:cTn id="15" dur="500" fill="hold"/>
                                        <p:tgtEl>
                                          <p:spTgt spid="85"/>
                                        </p:tgtEl>
                                        <p:attrNameLst>
                                          <p:attrName>ppt_x</p:attrName>
                                        </p:attrNameLst>
                                      </p:cBhvr>
                                      <p:tavLst>
                                        <p:tav tm="0">
                                          <p:val>
                                            <p:strVal val="0-#ppt_w/2"/>
                                          </p:val>
                                        </p:tav>
                                        <p:tav tm="100000">
                                          <p:val>
                                            <p:strVal val="#ppt_x"/>
                                          </p:val>
                                        </p:tav>
                                      </p:tavLst>
                                    </p:anim>
                                    <p:anim calcmode="lin" valueType="num">
                                      <p:cBhvr additive="base">
                                        <p:cTn id="16" dur="500" fill="hold"/>
                                        <p:tgtEl>
                                          <p:spTgt spid="8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3"/>
                                        </p:tgtEl>
                                        <p:attrNameLst>
                                          <p:attrName>style.visibility</p:attrName>
                                        </p:attrNameLst>
                                      </p:cBhvr>
                                      <p:to>
                                        <p:strVal val="visible"/>
                                      </p:to>
                                    </p:set>
                                    <p:anim calcmode="lin" valueType="num">
                                      <p:cBhvr additive="base">
                                        <p:cTn id="19" dur="500" fill="hold"/>
                                        <p:tgtEl>
                                          <p:spTgt spid="93"/>
                                        </p:tgtEl>
                                        <p:attrNameLst>
                                          <p:attrName>ppt_x</p:attrName>
                                        </p:attrNameLst>
                                      </p:cBhvr>
                                      <p:tavLst>
                                        <p:tav tm="0">
                                          <p:val>
                                            <p:strVal val="0-#ppt_w/2"/>
                                          </p:val>
                                        </p:tav>
                                        <p:tav tm="100000">
                                          <p:val>
                                            <p:strVal val="#ppt_x"/>
                                          </p:val>
                                        </p:tav>
                                      </p:tavLst>
                                    </p:anim>
                                    <p:anim calcmode="lin" valueType="num">
                                      <p:cBhvr additive="base">
                                        <p:cTn id="20" dur="500" fill="hold"/>
                                        <p:tgtEl>
                                          <p:spTgt spid="9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4"/>
                                        </p:tgtEl>
                                        <p:attrNameLst>
                                          <p:attrName>style.visibility</p:attrName>
                                        </p:attrNameLst>
                                      </p:cBhvr>
                                      <p:to>
                                        <p:strVal val="visible"/>
                                      </p:to>
                                    </p:set>
                                    <p:anim calcmode="lin" valueType="num">
                                      <p:cBhvr additive="base">
                                        <p:cTn id="23" dur="500" fill="hold"/>
                                        <p:tgtEl>
                                          <p:spTgt spid="94"/>
                                        </p:tgtEl>
                                        <p:attrNameLst>
                                          <p:attrName>ppt_x</p:attrName>
                                        </p:attrNameLst>
                                      </p:cBhvr>
                                      <p:tavLst>
                                        <p:tav tm="0">
                                          <p:val>
                                            <p:strVal val="0-#ppt_w/2"/>
                                          </p:val>
                                        </p:tav>
                                        <p:tav tm="100000">
                                          <p:val>
                                            <p:strVal val="#ppt_x"/>
                                          </p:val>
                                        </p:tav>
                                      </p:tavLst>
                                    </p:anim>
                                    <p:anim calcmode="lin" valueType="num">
                                      <p:cBhvr additive="base">
                                        <p:cTn id="24" dur="500" fill="hold"/>
                                        <p:tgtEl>
                                          <p:spTgt spid="94"/>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95"/>
                                        </p:tgtEl>
                                        <p:attrNameLst>
                                          <p:attrName>style.visibility</p:attrName>
                                        </p:attrNameLst>
                                      </p:cBhvr>
                                      <p:to>
                                        <p:strVal val="visible"/>
                                      </p:to>
                                    </p:set>
                                    <p:anim calcmode="lin" valueType="num">
                                      <p:cBhvr additive="base">
                                        <p:cTn id="27" dur="500" fill="hold"/>
                                        <p:tgtEl>
                                          <p:spTgt spid="95"/>
                                        </p:tgtEl>
                                        <p:attrNameLst>
                                          <p:attrName>ppt_x</p:attrName>
                                        </p:attrNameLst>
                                      </p:cBhvr>
                                      <p:tavLst>
                                        <p:tav tm="0">
                                          <p:val>
                                            <p:strVal val="0-#ppt_w/2"/>
                                          </p:val>
                                        </p:tav>
                                        <p:tav tm="100000">
                                          <p:val>
                                            <p:strVal val="#ppt_x"/>
                                          </p:val>
                                        </p:tav>
                                      </p:tavLst>
                                    </p:anim>
                                    <p:anim calcmode="lin" valueType="num">
                                      <p:cBhvr additive="base">
                                        <p:cTn id="28" dur="500" fill="hold"/>
                                        <p:tgtEl>
                                          <p:spTgt spid="9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99"/>
                                        </p:tgtEl>
                                        <p:attrNameLst>
                                          <p:attrName>style.visibility</p:attrName>
                                        </p:attrNameLst>
                                      </p:cBhvr>
                                      <p:to>
                                        <p:strVal val="visible"/>
                                      </p:to>
                                    </p:set>
                                    <p:anim calcmode="lin" valueType="num">
                                      <p:cBhvr additive="base">
                                        <p:cTn id="31" dur="500" fill="hold"/>
                                        <p:tgtEl>
                                          <p:spTgt spid="99"/>
                                        </p:tgtEl>
                                        <p:attrNameLst>
                                          <p:attrName>ppt_x</p:attrName>
                                        </p:attrNameLst>
                                      </p:cBhvr>
                                      <p:tavLst>
                                        <p:tav tm="0">
                                          <p:val>
                                            <p:strVal val="0-#ppt_w/2"/>
                                          </p:val>
                                        </p:tav>
                                        <p:tav tm="100000">
                                          <p:val>
                                            <p:strVal val="#ppt_x"/>
                                          </p:val>
                                        </p:tav>
                                      </p:tavLst>
                                    </p:anim>
                                    <p:anim calcmode="lin" valueType="num">
                                      <p:cBhvr additive="base">
                                        <p:cTn id="32" dur="500" fill="hold"/>
                                        <p:tgtEl>
                                          <p:spTgt spid="99"/>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2"/>
                                        </p:tgtEl>
                                        <p:attrNameLst>
                                          <p:attrName>style.visibility</p:attrName>
                                        </p:attrNameLst>
                                      </p:cBhvr>
                                      <p:to>
                                        <p:strVal val="visible"/>
                                      </p:to>
                                    </p:set>
                                    <p:anim calcmode="lin" valueType="num">
                                      <p:cBhvr additive="base">
                                        <p:cTn id="35" dur="500" fill="hold"/>
                                        <p:tgtEl>
                                          <p:spTgt spid="142"/>
                                        </p:tgtEl>
                                        <p:attrNameLst>
                                          <p:attrName>ppt_x</p:attrName>
                                        </p:attrNameLst>
                                      </p:cBhvr>
                                      <p:tavLst>
                                        <p:tav tm="0">
                                          <p:val>
                                            <p:strVal val="0-#ppt_w/2"/>
                                          </p:val>
                                        </p:tav>
                                        <p:tav tm="100000">
                                          <p:val>
                                            <p:strVal val="#ppt_x"/>
                                          </p:val>
                                        </p:tav>
                                      </p:tavLst>
                                    </p:anim>
                                    <p:anim calcmode="lin" valueType="num">
                                      <p:cBhvr additive="base">
                                        <p:cTn id="36" dur="500" fill="hold"/>
                                        <p:tgtEl>
                                          <p:spTgt spid="142"/>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143"/>
                                        </p:tgtEl>
                                        <p:attrNameLst>
                                          <p:attrName>style.visibility</p:attrName>
                                        </p:attrNameLst>
                                      </p:cBhvr>
                                      <p:to>
                                        <p:strVal val="visible"/>
                                      </p:to>
                                    </p:set>
                                    <p:anim calcmode="lin" valueType="num">
                                      <p:cBhvr additive="base">
                                        <p:cTn id="39" dur="500" fill="hold"/>
                                        <p:tgtEl>
                                          <p:spTgt spid="143"/>
                                        </p:tgtEl>
                                        <p:attrNameLst>
                                          <p:attrName>ppt_x</p:attrName>
                                        </p:attrNameLst>
                                      </p:cBhvr>
                                      <p:tavLst>
                                        <p:tav tm="0">
                                          <p:val>
                                            <p:strVal val="0-#ppt_w/2"/>
                                          </p:val>
                                        </p:tav>
                                        <p:tav tm="100000">
                                          <p:val>
                                            <p:strVal val="#ppt_x"/>
                                          </p:val>
                                        </p:tav>
                                      </p:tavLst>
                                    </p:anim>
                                    <p:anim calcmode="lin" valueType="num">
                                      <p:cBhvr additive="base">
                                        <p:cTn id="40" dur="500" fill="hold"/>
                                        <p:tgtEl>
                                          <p:spTgt spid="143"/>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146"/>
                                        </p:tgtEl>
                                        <p:attrNameLst>
                                          <p:attrName>style.visibility</p:attrName>
                                        </p:attrNameLst>
                                      </p:cBhvr>
                                      <p:to>
                                        <p:strVal val="visible"/>
                                      </p:to>
                                    </p:set>
                                    <p:anim calcmode="lin" valueType="num">
                                      <p:cBhvr additive="base">
                                        <p:cTn id="43" dur="500" fill="hold"/>
                                        <p:tgtEl>
                                          <p:spTgt spid="146"/>
                                        </p:tgtEl>
                                        <p:attrNameLst>
                                          <p:attrName>ppt_x</p:attrName>
                                        </p:attrNameLst>
                                      </p:cBhvr>
                                      <p:tavLst>
                                        <p:tav tm="0">
                                          <p:val>
                                            <p:strVal val="0-#ppt_w/2"/>
                                          </p:val>
                                        </p:tav>
                                        <p:tav tm="100000">
                                          <p:val>
                                            <p:strVal val="#ppt_x"/>
                                          </p:val>
                                        </p:tav>
                                      </p:tavLst>
                                    </p:anim>
                                    <p:anim calcmode="lin" valueType="num">
                                      <p:cBhvr additive="base">
                                        <p:cTn id="44" dur="500" fill="hold"/>
                                        <p:tgtEl>
                                          <p:spTgt spid="14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8"/>
                                        </p:tgtEl>
                                        <p:attrNameLst>
                                          <p:attrName>style.visibility</p:attrName>
                                        </p:attrNameLst>
                                      </p:cBhvr>
                                      <p:to>
                                        <p:strVal val="visible"/>
                                      </p:to>
                                    </p:set>
                                    <p:anim calcmode="lin" valueType="num">
                                      <p:cBhvr additive="base">
                                        <p:cTn id="49" dur="500" fill="hold"/>
                                        <p:tgtEl>
                                          <p:spTgt spid="78"/>
                                        </p:tgtEl>
                                        <p:attrNameLst>
                                          <p:attrName>ppt_x</p:attrName>
                                        </p:attrNameLst>
                                      </p:cBhvr>
                                      <p:tavLst>
                                        <p:tav tm="0">
                                          <p:val>
                                            <p:strVal val="1+#ppt_w/2"/>
                                          </p:val>
                                        </p:tav>
                                        <p:tav tm="100000">
                                          <p:val>
                                            <p:strVal val="#ppt_x"/>
                                          </p:val>
                                        </p:tav>
                                      </p:tavLst>
                                    </p:anim>
                                    <p:anim calcmode="lin" valueType="num">
                                      <p:cBhvr additive="base">
                                        <p:cTn id="50" dur="500" fill="hold"/>
                                        <p:tgtEl>
                                          <p:spTgt spid="78"/>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79"/>
                                        </p:tgtEl>
                                        <p:attrNameLst>
                                          <p:attrName>style.visibility</p:attrName>
                                        </p:attrNameLst>
                                      </p:cBhvr>
                                      <p:to>
                                        <p:strVal val="visible"/>
                                      </p:to>
                                    </p:set>
                                    <p:anim calcmode="lin" valueType="num">
                                      <p:cBhvr additive="base">
                                        <p:cTn id="53" dur="500" fill="hold"/>
                                        <p:tgtEl>
                                          <p:spTgt spid="79"/>
                                        </p:tgtEl>
                                        <p:attrNameLst>
                                          <p:attrName>ppt_x</p:attrName>
                                        </p:attrNameLst>
                                      </p:cBhvr>
                                      <p:tavLst>
                                        <p:tav tm="0">
                                          <p:val>
                                            <p:strVal val="1+#ppt_w/2"/>
                                          </p:val>
                                        </p:tav>
                                        <p:tav tm="100000">
                                          <p:val>
                                            <p:strVal val="#ppt_x"/>
                                          </p:val>
                                        </p:tav>
                                      </p:tavLst>
                                    </p:anim>
                                    <p:anim calcmode="lin" valueType="num">
                                      <p:cBhvr additive="base">
                                        <p:cTn id="54" dur="500" fill="hold"/>
                                        <p:tgtEl>
                                          <p:spTgt spid="79"/>
                                        </p:tgtEl>
                                        <p:attrNameLst>
                                          <p:attrName>ppt_y</p:attrName>
                                        </p:attrNameLst>
                                      </p:cBhvr>
                                      <p:tavLst>
                                        <p:tav tm="0">
                                          <p:val>
                                            <p:strVal val="#ppt_y"/>
                                          </p:val>
                                        </p:tav>
                                        <p:tav tm="100000">
                                          <p:val>
                                            <p:strVal val="#ppt_y"/>
                                          </p:val>
                                        </p:tav>
                                      </p:tavLst>
                                    </p:anim>
                                  </p:childTnLst>
                                </p:cTn>
                              </p:par>
                              <p:par>
                                <p:cTn id="55" presetID="2" presetClass="entr" presetSubtype="2" fill="hold" nodeType="withEffect">
                                  <p:stCondLst>
                                    <p:cond delay="0"/>
                                  </p:stCondLst>
                                  <p:childTnLst>
                                    <p:set>
                                      <p:cBhvr>
                                        <p:cTn id="56" dur="1" fill="hold">
                                          <p:stCondLst>
                                            <p:cond delay="0"/>
                                          </p:stCondLst>
                                        </p:cTn>
                                        <p:tgtEl>
                                          <p:spTgt spid="80"/>
                                        </p:tgtEl>
                                        <p:attrNameLst>
                                          <p:attrName>style.visibility</p:attrName>
                                        </p:attrNameLst>
                                      </p:cBhvr>
                                      <p:to>
                                        <p:strVal val="visible"/>
                                      </p:to>
                                    </p:set>
                                    <p:anim calcmode="lin" valueType="num">
                                      <p:cBhvr additive="base">
                                        <p:cTn id="57" dur="500" fill="hold"/>
                                        <p:tgtEl>
                                          <p:spTgt spid="80"/>
                                        </p:tgtEl>
                                        <p:attrNameLst>
                                          <p:attrName>ppt_x</p:attrName>
                                        </p:attrNameLst>
                                      </p:cBhvr>
                                      <p:tavLst>
                                        <p:tav tm="0">
                                          <p:val>
                                            <p:strVal val="1+#ppt_w/2"/>
                                          </p:val>
                                        </p:tav>
                                        <p:tav tm="100000">
                                          <p:val>
                                            <p:strVal val="#ppt_x"/>
                                          </p:val>
                                        </p:tav>
                                      </p:tavLst>
                                    </p:anim>
                                    <p:anim calcmode="lin" valueType="num">
                                      <p:cBhvr additive="base">
                                        <p:cTn id="58" dur="500" fill="hold"/>
                                        <p:tgtEl>
                                          <p:spTgt spid="80"/>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88"/>
                                        </p:tgtEl>
                                        <p:attrNameLst>
                                          <p:attrName>style.visibility</p:attrName>
                                        </p:attrNameLst>
                                      </p:cBhvr>
                                      <p:to>
                                        <p:strVal val="visible"/>
                                      </p:to>
                                    </p:set>
                                    <p:anim calcmode="lin" valueType="num">
                                      <p:cBhvr additive="base">
                                        <p:cTn id="61" dur="500" fill="hold"/>
                                        <p:tgtEl>
                                          <p:spTgt spid="88"/>
                                        </p:tgtEl>
                                        <p:attrNameLst>
                                          <p:attrName>ppt_x</p:attrName>
                                        </p:attrNameLst>
                                      </p:cBhvr>
                                      <p:tavLst>
                                        <p:tav tm="0">
                                          <p:val>
                                            <p:strVal val="1+#ppt_w/2"/>
                                          </p:val>
                                        </p:tav>
                                        <p:tav tm="100000">
                                          <p:val>
                                            <p:strVal val="#ppt_x"/>
                                          </p:val>
                                        </p:tav>
                                      </p:tavLst>
                                    </p:anim>
                                    <p:anim calcmode="lin" valueType="num">
                                      <p:cBhvr additive="base">
                                        <p:cTn id="62" dur="500" fill="hold"/>
                                        <p:tgtEl>
                                          <p:spTgt spid="88"/>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0"/>
                                  </p:stCondLst>
                                  <p:childTnLst>
                                    <p:set>
                                      <p:cBhvr>
                                        <p:cTn id="64" dur="1" fill="hold">
                                          <p:stCondLst>
                                            <p:cond delay="0"/>
                                          </p:stCondLst>
                                        </p:cTn>
                                        <p:tgtEl>
                                          <p:spTgt spid="89"/>
                                        </p:tgtEl>
                                        <p:attrNameLst>
                                          <p:attrName>style.visibility</p:attrName>
                                        </p:attrNameLst>
                                      </p:cBhvr>
                                      <p:to>
                                        <p:strVal val="visible"/>
                                      </p:to>
                                    </p:set>
                                    <p:anim calcmode="lin" valueType="num">
                                      <p:cBhvr additive="base">
                                        <p:cTn id="65" dur="500" fill="hold"/>
                                        <p:tgtEl>
                                          <p:spTgt spid="89"/>
                                        </p:tgtEl>
                                        <p:attrNameLst>
                                          <p:attrName>ppt_x</p:attrName>
                                        </p:attrNameLst>
                                      </p:cBhvr>
                                      <p:tavLst>
                                        <p:tav tm="0">
                                          <p:val>
                                            <p:strVal val="1+#ppt_w/2"/>
                                          </p:val>
                                        </p:tav>
                                        <p:tav tm="100000">
                                          <p:val>
                                            <p:strVal val="#ppt_x"/>
                                          </p:val>
                                        </p:tav>
                                      </p:tavLst>
                                    </p:anim>
                                    <p:anim calcmode="lin" valueType="num">
                                      <p:cBhvr additive="base">
                                        <p:cTn id="66" dur="500" fill="hold"/>
                                        <p:tgtEl>
                                          <p:spTgt spid="89"/>
                                        </p:tgtEl>
                                        <p:attrNameLst>
                                          <p:attrName>ppt_y</p:attrName>
                                        </p:attrNameLst>
                                      </p:cBhvr>
                                      <p:tavLst>
                                        <p:tav tm="0">
                                          <p:val>
                                            <p:strVal val="#ppt_y"/>
                                          </p:val>
                                        </p:tav>
                                        <p:tav tm="100000">
                                          <p:val>
                                            <p:strVal val="#ppt_y"/>
                                          </p:val>
                                        </p:tav>
                                      </p:tavLst>
                                    </p:anim>
                                  </p:childTnLst>
                                </p:cTn>
                              </p:par>
                              <p:par>
                                <p:cTn id="67" presetID="2" presetClass="entr" presetSubtype="2" fill="hold" nodeType="withEffect">
                                  <p:stCondLst>
                                    <p:cond delay="0"/>
                                  </p:stCondLst>
                                  <p:childTnLst>
                                    <p:set>
                                      <p:cBhvr>
                                        <p:cTn id="68" dur="1" fill="hold">
                                          <p:stCondLst>
                                            <p:cond delay="0"/>
                                          </p:stCondLst>
                                        </p:cTn>
                                        <p:tgtEl>
                                          <p:spTgt spid="90"/>
                                        </p:tgtEl>
                                        <p:attrNameLst>
                                          <p:attrName>style.visibility</p:attrName>
                                        </p:attrNameLst>
                                      </p:cBhvr>
                                      <p:to>
                                        <p:strVal val="visible"/>
                                      </p:to>
                                    </p:set>
                                    <p:anim calcmode="lin" valueType="num">
                                      <p:cBhvr additive="base">
                                        <p:cTn id="69" dur="500" fill="hold"/>
                                        <p:tgtEl>
                                          <p:spTgt spid="90"/>
                                        </p:tgtEl>
                                        <p:attrNameLst>
                                          <p:attrName>ppt_x</p:attrName>
                                        </p:attrNameLst>
                                      </p:cBhvr>
                                      <p:tavLst>
                                        <p:tav tm="0">
                                          <p:val>
                                            <p:strVal val="1+#ppt_w/2"/>
                                          </p:val>
                                        </p:tav>
                                        <p:tav tm="100000">
                                          <p:val>
                                            <p:strVal val="#ppt_x"/>
                                          </p:val>
                                        </p:tav>
                                      </p:tavLst>
                                    </p:anim>
                                    <p:anim calcmode="lin" valueType="num">
                                      <p:cBhvr additive="base">
                                        <p:cTn id="70" dur="500" fill="hold"/>
                                        <p:tgtEl>
                                          <p:spTgt spid="90"/>
                                        </p:tgtEl>
                                        <p:attrNameLst>
                                          <p:attrName>ppt_y</p:attrName>
                                        </p:attrNameLst>
                                      </p:cBhvr>
                                      <p:tavLst>
                                        <p:tav tm="0">
                                          <p:val>
                                            <p:strVal val="#ppt_y"/>
                                          </p:val>
                                        </p:tav>
                                        <p:tav tm="100000">
                                          <p:val>
                                            <p:strVal val="#ppt_y"/>
                                          </p:val>
                                        </p:tav>
                                      </p:tavLst>
                                    </p:anim>
                                  </p:childTnLst>
                                </p:cTn>
                              </p:par>
                              <p:par>
                                <p:cTn id="71" presetID="2" presetClass="entr" presetSubtype="2" fill="hold" grpId="0" nodeType="withEffect">
                                  <p:stCondLst>
                                    <p:cond delay="0"/>
                                  </p:stCondLst>
                                  <p:childTnLst>
                                    <p:set>
                                      <p:cBhvr>
                                        <p:cTn id="72" dur="1" fill="hold">
                                          <p:stCondLst>
                                            <p:cond delay="0"/>
                                          </p:stCondLst>
                                        </p:cTn>
                                        <p:tgtEl>
                                          <p:spTgt spid="98"/>
                                        </p:tgtEl>
                                        <p:attrNameLst>
                                          <p:attrName>style.visibility</p:attrName>
                                        </p:attrNameLst>
                                      </p:cBhvr>
                                      <p:to>
                                        <p:strVal val="visible"/>
                                      </p:to>
                                    </p:set>
                                    <p:anim calcmode="lin" valueType="num">
                                      <p:cBhvr additive="base">
                                        <p:cTn id="73" dur="500" fill="hold"/>
                                        <p:tgtEl>
                                          <p:spTgt spid="98"/>
                                        </p:tgtEl>
                                        <p:attrNameLst>
                                          <p:attrName>ppt_x</p:attrName>
                                        </p:attrNameLst>
                                      </p:cBhvr>
                                      <p:tavLst>
                                        <p:tav tm="0">
                                          <p:val>
                                            <p:strVal val="1+#ppt_w/2"/>
                                          </p:val>
                                        </p:tav>
                                        <p:tav tm="100000">
                                          <p:val>
                                            <p:strVal val="#ppt_x"/>
                                          </p:val>
                                        </p:tav>
                                      </p:tavLst>
                                    </p:anim>
                                    <p:anim calcmode="lin" valueType="num">
                                      <p:cBhvr additive="base">
                                        <p:cTn id="74" dur="500" fill="hold"/>
                                        <p:tgtEl>
                                          <p:spTgt spid="98"/>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0"/>
                                  </p:stCondLst>
                                  <p:childTnLst>
                                    <p:set>
                                      <p:cBhvr>
                                        <p:cTn id="76" dur="1" fill="hold">
                                          <p:stCondLst>
                                            <p:cond delay="0"/>
                                          </p:stCondLst>
                                        </p:cTn>
                                        <p:tgtEl>
                                          <p:spTgt spid="100"/>
                                        </p:tgtEl>
                                        <p:attrNameLst>
                                          <p:attrName>style.visibility</p:attrName>
                                        </p:attrNameLst>
                                      </p:cBhvr>
                                      <p:to>
                                        <p:strVal val="visible"/>
                                      </p:to>
                                    </p:set>
                                    <p:anim calcmode="lin" valueType="num">
                                      <p:cBhvr additive="base">
                                        <p:cTn id="77" dur="500" fill="hold"/>
                                        <p:tgtEl>
                                          <p:spTgt spid="100"/>
                                        </p:tgtEl>
                                        <p:attrNameLst>
                                          <p:attrName>ppt_x</p:attrName>
                                        </p:attrNameLst>
                                      </p:cBhvr>
                                      <p:tavLst>
                                        <p:tav tm="0">
                                          <p:val>
                                            <p:strVal val="1+#ppt_w/2"/>
                                          </p:val>
                                        </p:tav>
                                        <p:tav tm="100000">
                                          <p:val>
                                            <p:strVal val="#ppt_x"/>
                                          </p:val>
                                        </p:tav>
                                      </p:tavLst>
                                    </p:anim>
                                    <p:anim calcmode="lin" valueType="num">
                                      <p:cBhvr additive="base">
                                        <p:cTn id="78" dur="500" fill="hold"/>
                                        <p:tgtEl>
                                          <p:spTgt spid="100"/>
                                        </p:tgtEl>
                                        <p:attrNameLst>
                                          <p:attrName>ppt_y</p:attrName>
                                        </p:attrNameLst>
                                      </p:cBhvr>
                                      <p:tavLst>
                                        <p:tav tm="0">
                                          <p:val>
                                            <p:strVal val="#ppt_y"/>
                                          </p:val>
                                        </p:tav>
                                        <p:tav tm="100000">
                                          <p:val>
                                            <p:strVal val="#ppt_y"/>
                                          </p:val>
                                        </p:tav>
                                      </p:tavLst>
                                    </p:anim>
                                  </p:childTnLst>
                                </p:cTn>
                              </p:par>
                              <p:par>
                                <p:cTn id="79" presetID="2" presetClass="entr" presetSubtype="2" fill="hold" nodeType="withEffect">
                                  <p:stCondLst>
                                    <p:cond delay="0"/>
                                  </p:stCondLst>
                                  <p:childTnLst>
                                    <p:set>
                                      <p:cBhvr>
                                        <p:cTn id="80" dur="1" fill="hold">
                                          <p:stCondLst>
                                            <p:cond delay="0"/>
                                          </p:stCondLst>
                                        </p:cTn>
                                        <p:tgtEl>
                                          <p:spTgt spid="149"/>
                                        </p:tgtEl>
                                        <p:attrNameLst>
                                          <p:attrName>style.visibility</p:attrName>
                                        </p:attrNameLst>
                                      </p:cBhvr>
                                      <p:to>
                                        <p:strVal val="visible"/>
                                      </p:to>
                                    </p:set>
                                    <p:anim calcmode="lin" valueType="num">
                                      <p:cBhvr additive="base">
                                        <p:cTn id="81" dur="500" fill="hold"/>
                                        <p:tgtEl>
                                          <p:spTgt spid="149"/>
                                        </p:tgtEl>
                                        <p:attrNameLst>
                                          <p:attrName>ppt_x</p:attrName>
                                        </p:attrNameLst>
                                      </p:cBhvr>
                                      <p:tavLst>
                                        <p:tav tm="0">
                                          <p:val>
                                            <p:strVal val="1+#ppt_w/2"/>
                                          </p:val>
                                        </p:tav>
                                        <p:tav tm="100000">
                                          <p:val>
                                            <p:strVal val="#ppt_x"/>
                                          </p:val>
                                        </p:tav>
                                      </p:tavLst>
                                    </p:anim>
                                    <p:anim calcmode="lin" valueType="num">
                                      <p:cBhvr additive="base">
                                        <p:cTn id="82" dur="500" fill="hold"/>
                                        <p:tgtEl>
                                          <p:spTgt spid="149"/>
                                        </p:tgtEl>
                                        <p:attrNameLst>
                                          <p:attrName>ppt_y</p:attrName>
                                        </p:attrNameLst>
                                      </p:cBhvr>
                                      <p:tavLst>
                                        <p:tav tm="0">
                                          <p:val>
                                            <p:strVal val="#ppt_y"/>
                                          </p:val>
                                        </p:tav>
                                        <p:tav tm="100000">
                                          <p:val>
                                            <p:strVal val="#ppt_y"/>
                                          </p:val>
                                        </p:tav>
                                      </p:tavLst>
                                    </p:anim>
                                  </p:childTnLst>
                                </p:cTn>
                              </p:par>
                              <p:par>
                                <p:cTn id="83" presetID="2" presetClass="entr" presetSubtype="2" fill="hold" nodeType="withEffect">
                                  <p:stCondLst>
                                    <p:cond delay="0"/>
                                  </p:stCondLst>
                                  <p:childTnLst>
                                    <p:set>
                                      <p:cBhvr>
                                        <p:cTn id="84" dur="1" fill="hold">
                                          <p:stCondLst>
                                            <p:cond delay="0"/>
                                          </p:stCondLst>
                                        </p:cTn>
                                        <p:tgtEl>
                                          <p:spTgt spid="152"/>
                                        </p:tgtEl>
                                        <p:attrNameLst>
                                          <p:attrName>style.visibility</p:attrName>
                                        </p:attrNameLst>
                                      </p:cBhvr>
                                      <p:to>
                                        <p:strVal val="visible"/>
                                      </p:to>
                                    </p:set>
                                    <p:anim calcmode="lin" valueType="num">
                                      <p:cBhvr additive="base">
                                        <p:cTn id="85" dur="500" fill="hold"/>
                                        <p:tgtEl>
                                          <p:spTgt spid="152"/>
                                        </p:tgtEl>
                                        <p:attrNameLst>
                                          <p:attrName>ppt_x</p:attrName>
                                        </p:attrNameLst>
                                      </p:cBhvr>
                                      <p:tavLst>
                                        <p:tav tm="0">
                                          <p:val>
                                            <p:strVal val="1+#ppt_w/2"/>
                                          </p:val>
                                        </p:tav>
                                        <p:tav tm="100000">
                                          <p:val>
                                            <p:strVal val="#ppt_x"/>
                                          </p:val>
                                        </p:tav>
                                      </p:tavLst>
                                    </p:anim>
                                    <p:anim calcmode="lin" valueType="num">
                                      <p:cBhvr additive="base">
                                        <p:cTn id="86" dur="500" fill="hold"/>
                                        <p:tgtEl>
                                          <p:spTgt spid="15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55"/>
                                        </p:tgtEl>
                                        <p:attrNameLst>
                                          <p:attrName>style.visibility</p:attrName>
                                        </p:attrNameLst>
                                      </p:cBhvr>
                                      <p:to>
                                        <p:strVal val="visible"/>
                                      </p:to>
                                    </p:set>
                                    <p:animEffect transition="in" filter="wipe(left)">
                                      <p:cBhvr>
                                        <p:cTn id="91" dur="500"/>
                                        <p:tgtEl>
                                          <p:spTgt spid="155"/>
                                        </p:tgtEl>
                                      </p:cBhvr>
                                    </p:animEffect>
                                  </p:childTnLst>
                                </p:cTn>
                              </p:par>
                              <p:par>
                                <p:cTn id="92" presetID="2" presetClass="entr" presetSubtype="8" fill="hold" grpId="0" nodeType="withEffect">
                                  <p:stCondLst>
                                    <p:cond delay="0"/>
                                  </p:stCondLst>
                                  <p:childTnLst>
                                    <p:set>
                                      <p:cBhvr>
                                        <p:cTn id="93" dur="1" fill="hold">
                                          <p:stCondLst>
                                            <p:cond delay="0"/>
                                          </p:stCondLst>
                                        </p:cTn>
                                        <p:tgtEl>
                                          <p:spTgt spid="156"/>
                                        </p:tgtEl>
                                        <p:attrNameLst>
                                          <p:attrName>style.visibility</p:attrName>
                                        </p:attrNameLst>
                                      </p:cBhvr>
                                      <p:to>
                                        <p:strVal val="visible"/>
                                      </p:to>
                                    </p:set>
                                    <p:anim calcmode="lin" valueType="num">
                                      <p:cBhvr additive="base">
                                        <p:cTn id="94" dur="500" fill="hold"/>
                                        <p:tgtEl>
                                          <p:spTgt spid="156"/>
                                        </p:tgtEl>
                                        <p:attrNameLst>
                                          <p:attrName>ppt_x</p:attrName>
                                        </p:attrNameLst>
                                      </p:cBhvr>
                                      <p:tavLst>
                                        <p:tav tm="0">
                                          <p:val>
                                            <p:strVal val="0-#ppt_w/2"/>
                                          </p:val>
                                        </p:tav>
                                        <p:tav tm="100000">
                                          <p:val>
                                            <p:strVal val="#ppt_x"/>
                                          </p:val>
                                        </p:tav>
                                      </p:tavLst>
                                    </p:anim>
                                    <p:anim calcmode="lin" valueType="num">
                                      <p:cBhvr additive="base">
                                        <p:cTn id="95" dur="500" fill="hold"/>
                                        <p:tgtEl>
                                          <p:spTgt spid="1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ldLvl="0" animBg="1"/>
      <p:bldP spid="79" grpId="0" bldLvl="0" animBg="1"/>
      <p:bldP spid="83" grpId="0" bldLvl="0" animBg="1"/>
      <p:bldP spid="84" grpId="0" bldLvl="0" animBg="1"/>
      <p:bldP spid="88" grpId="0" bldLvl="0" animBg="1"/>
      <p:bldP spid="89" grpId="0" bldLvl="0" animBg="1"/>
      <p:bldP spid="93" grpId="0" bldLvl="0" animBg="1"/>
      <p:bldP spid="94" grpId="0" bldLvl="0" animBg="1"/>
      <p:bldP spid="98" grpId="0" bldLvl="0" animBg="1"/>
      <p:bldP spid="99" grpId="0" bldLvl="0" animBg="1"/>
      <p:bldP spid="100" grpId="0" bldLvl="0" animBg="1"/>
      <p:bldP spid="142" grpId="0" bldLvl="0" animBg="1"/>
      <p:bldP spid="15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123452" y="1394049"/>
            <a:ext cx="1946296" cy="5013328"/>
            <a:chOff x="3842139" y="1045537"/>
            <a:chExt cx="1459722" cy="3759996"/>
          </a:xfrm>
        </p:grpSpPr>
        <p:grpSp>
          <p:nvGrpSpPr>
            <p:cNvPr id="398" name="组合 397"/>
            <p:cNvGrpSpPr/>
            <p:nvPr/>
          </p:nvGrpSpPr>
          <p:grpSpPr>
            <a:xfrm>
              <a:off x="3842139" y="1045537"/>
              <a:ext cx="1459722" cy="3759996"/>
              <a:chOff x="3953588" y="989011"/>
              <a:chExt cx="2578844" cy="6642664"/>
            </a:xfrm>
          </p:grpSpPr>
          <p:sp>
            <p:nvSpPr>
              <p:cNvPr id="399" name="任意多边形 398"/>
              <p:cNvSpPr/>
              <p:nvPr/>
            </p:nvSpPr>
            <p:spPr>
              <a:xfrm>
                <a:off x="3953588" y="989011"/>
                <a:ext cx="2578844" cy="1177018"/>
              </a:xfrm>
              <a:custGeom>
                <a:avLst/>
                <a:gdLst>
                  <a:gd name="connsiteX0" fmla="*/ 1289422 w 2578844"/>
                  <a:gd name="connsiteY0" fmla="*/ 0 h 1177018"/>
                  <a:gd name="connsiteX1" fmla="*/ 2578134 w 2578844"/>
                  <a:gd name="connsiteY1" fmla="*/ 1162953 h 1177018"/>
                  <a:gd name="connsiteX2" fmla="*/ 2578844 w 2578844"/>
                  <a:gd name="connsiteY2" fmla="*/ 1177018 h 1177018"/>
                  <a:gd name="connsiteX3" fmla="*/ 0 w 2578844"/>
                  <a:gd name="connsiteY3" fmla="*/ 1177018 h 1177018"/>
                  <a:gd name="connsiteX4" fmla="*/ 710 w 2578844"/>
                  <a:gd name="connsiteY4" fmla="*/ 1162953 h 1177018"/>
                  <a:gd name="connsiteX5" fmla="*/ 1289422 w 2578844"/>
                  <a:gd name="connsiteY5" fmla="*/ 0 h 1177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78844" h="1177018">
                    <a:moveTo>
                      <a:pt x="1289422" y="0"/>
                    </a:moveTo>
                    <a:cubicBezTo>
                      <a:pt x="1960138" y="0"/>
                      <a:pt x="2511797" y="509739"/>
                      <a:pt x="2578134" y="1162953"/>
                    </a:cubicBezTo>
                    <a:lnTo>
                      <a:pt x="2578844" y="1177018"/>
                    </a:lnTo>
                    <a:lnTo>
                      <a:pt x="0" y="1177018"/>
                    </a:lnTo>
                    <a:lnTo>
                      <a:pt x="710" y="1162953"/>
                    </a:lnTo>
                    <a:cubicBezTo>
                      <a:pt x="67048" y="509739"/>
                      <a:pt x="618707" y="0"/>
                      <a:pt x="1289422" y="0"/>
                    </a:cubicBezTo>
                    <a:close/>
                  </a:path>
                </a:pathLst>
              </a:custGeom>
              <a:gradFill>
                <a:gsLst>
                  <a:gs pos="100000">
                    <a:schemeClr val="bg1">
                      <a:lumMod val="95000"/>
                    </a:schemeClr>
                  </a:gs>
                  <a:gs pos="0">
                    <a:schemeClr val="bg1">
                      <a:lumMod val="80000"/>
                    </a:schemeClr>
                  </a:gs>
                </a:gsLst>
                <a:lin ang="2700000" scaled="1"/>
              </a:gradFill>
              <a:ln w="25400">
                <a:gradFill flip="none" rotWithShape="1">
                  <a:gsLst>
                    <a:gs pos="0">
                      <a:schemeClr val="bg1"/>
                    </a:gs>
                    <a:gs pos="100000">
                      <a:schemeClr val="bg1">
                        <a:lumMod val="75000"/>
                      </a:schemeClr>
                    </a:gs>
                  </a:gsLst>
                  <a:lin ang="27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00" name="梯形 399"/>
              <p:cNvSpPr/>
              <p:nvPr/>
            </p:nvSpPr>
            <p:spPr>
              <a:xfrm flipV="1">
                <a:off x="3953588" y="2273236"/>
                <a:ext cx="2578844" cy="1068450"/>
              </a:xfrm>
              <a:prstGeom prst="trapezoid">
                <a:avLst/>
              </a:prstGeom>
              <a:gradFill flip="none" rotWithShape="1">
                <a:gsLst>
                  <a:gs pos="100000">
                    <a:schemeClr val="bg1">
                      <a:lumMod val="95000"/>
                    </a:schemeClr>
                  </a:gs>
                  <a:gs pos="0">
                    <a:schemeClr val="bg1">
                      <a:lumMod val="80000"/>
                    </a:schemeClr>
                  </a:gs>
                </a:gsLst>
                <a:lin ang="18900000" scaled="1"/>
                <a:tileRect/>
              </a:gradFill>
              <a:ln w="25400">
                <a:gradFill flip="none" rotWithShape="1">
                  <a:gsLst>
                    <a:gs pos="0">
                      <a:schemeClr val="bg1">
                        <a:lumMod val="96000"/>
                      </a:schemeClr>
                    </a:gs>
                    <a:gs pos="100000">
                      <a:schemeClr val="bg1">
                        <a:lumMod val="75000"/>
                      </a:schemeClr>
                    </a:gs>
                  </a:gsLst>
                  <a:lin ang="189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01" name="梯形 400"/>
              <p:cNvSpPr/>
              <p:nvPr/>
            </p:nvSpPr>
            <p:spPr>
              <a:xfrm flipV="1">
                <a:off x="4241800" y="3448893"/>
                <a:ext cx="2012950" cy="1068450"/>
              </a:xfrm>
              <a:prstGeom prst="trapezoid">
                <a:avLst/>
              </a:prstGeom>
              <a:gradFill flip="none" rotWithShape="1">
                <a:gsLst>
                  <a:gs pos="100000">
                    <a:schemeClr val="bg1">
                      <a:lumMod val="95000"/>
                    </a:schemeClr>
                  </a:gs>
                  <a:gs pos="0">
                    <a:schemeClr val="bg1">
                      <a:lumMod val="80000"/>
                    </a:schemeClr>
                  </a:gs>
                </a:gsLst>
                <a:lin ang="18900000" scaled="1"/>
                <a:tileRect/>
              </a:gradFill>
              <a:ln w="25400">
                <a:gradFill flip="none" rotWithShape="1">
                  <a:gsLst>
                    <a:gs pos="0">
                      <a:schemeClr val="bg1">
                        <a:lumMod val="96000"/>
                      </a:schemeClr>
                    </a:gs>
                    <a:gs pos="100000">
                      <a:schemeClr val="bg1">
                        <a:lumMod val="75000"/>
                      </a:schemeClr>
                    </a:gs>
                  </a:gsLst>
                  <a:lin ang="189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02" name="任意多边形 401"/>
              <p:cNvSpPr/>
              <p:nvPr/>
            </p:nvSpPr>
            <p:spPr>
              <a:xfrm flipV="1">
                <a:off x="4524375" y="4624550"/>
                <a:ext cx="1447800" cy="1426140"/>
              </a:xfrm>
              <a:custGeom>
                <a:avLst/>
                <a:gdLst>
                  <a:gd name="connsiteX0" fmla="*/ 0 w 1447800"/>
                  <a:gd name="connsiteY0" fmla="*/ 1426140 h 1426140"/>
                  <a:gd name="connsiteX1" fmla="*/ 1447800 w 1447800"/>
                  <a:gd name="connsiteY1" fmla="*/ 1426140 h 1426140"/>
                  <a:gd name="connsiteX2" fmla="*/ 1180688 w 1447800"/>
                  <a:gd name="connsiteY2" fmla="*/ 357690 h 1426140"/>
                  <a:gd name="connsiteX3" fmla="*/ 1177247 w 1447800"/>
                  <a:gd name="connsiteY3" fmla="*/ 357690 h 1426140"/>
                  <a:gd name="connsiteX4" fmla="*/ 1174880 w 1447800"/>
                  <a:gd name="connsiteY4" fmla="*/ 336305 h 1426140"/>
                  <a:gd name="connsiteX5" fmla="*/ 721810 w 1447800"/>
                  <a:gd name="connsiteY5" fmla="*/ 0 h 1426140"/>
                  <a:gd name="connsiteX6" fmla="*/ 268741 w 1447800"/>
                  <a:gd name="connsiteY6" fmla="*/ 336305 h 1426140"/>
                  <a:gd name="connsiteX7" fmla="*/ 265786 w 1447800"/>
                  <a:gd name="connsiteY7" fmla="*/ 362997 h 142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7800" h="1426140">
                    <a:moveTo>
                      <a:pt x="0" y="1426140"/>
                    </a:moveTo>
                    <a:lnTo>
                      <a:pt x="1447800" y="1426140"/>
                    </a:lnTo>
                    <a:lnTo>
                      <a:pt x="1180688" y="357690"/>
                    </a:lnTo>
                    <a:lnTo>
                      <a:pt x="1177247" y="357690"/>
                    </a:lnTo>
                    <a:lnTo>
                      <a:pt x="1174880" y="336305"/>
                    </a:lnTo>
                    <a:cubicBezTo>
                      <a:pt x="1131756" y="144376"/>
                      <a:pt x="945296" y="0"/>
                      <a:pt x="721810" y="0"/>
                    </a:cubicBezTo>
                    <a:cubicBezTo>
                      <a:pt x="498325" y="0"/>
                      <a:pt x="311864" y="144376"/>
                      <a:pt x="268741" y="336305"/>
                    </a:cubicBezTo>
                    <a:lnTo>
                      <a:pt x="265786" y="362997"/>
                    </a:lnTo>
                    <a:close/>
                  </a:path>
                </a:pathLst>
              </a:custGeom>
              <a:gradFill flip="none" rotWithShape="1">
                <a:gsLst>
                  <a:gs pos="100000">
                    <a:schemeClr val="bg1">
                      <a:lumMod val="95000"/>
                    </a:schemeClr>
                  </a:gs>
                  <a:gs pos="0">
                    <a:schemeClr val="bg1">
                      <a:lumMod val="75000"/>
                    </a:schemeClr>
                  </a:gs>
                </a:gsLst>
                <a:lin ang="18900000" scaled="1"/>
                <a:tileRect/>
              </a:gradFill>
              <a:ln w="25400">
                <a:gradFill flip="none" rotWithShape="1">
                  <a:gsLst>
                    <a:gs pos="0">
                      <a:schemeClr val="bg1">
                        <a:lumMod val="96000"/>
                      </a:schemeClr>
                    </a:gs>
                    <a:gs pos="100000">
                      <a:schemeClr val="bg1">
                        <a:lumMod val="75000"/>
                      </a:schemeClr>
                    </a:gs>
                  </a:gsLst>
                  <a:lin ang="189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03" name="椭圆 402"/>
              <p:cNvSpPr/>
              <p:nvPr/>
            </p:nvSpPr>
            <p:spPr>
              <a:xfrm>
                <a:off x="4550283" y="6246220"/>
                <a:ext cx="1385455" cy="1385455"/>
              </a:xfrm>
              <a:prstGeom prst="ellipse">
                <a:avLst/>
              </a:prstGeom>
              <a:gradFill>
                <a:gsLst>
                  <a:gs pos="100000">
                    <a:schemeClr val="bg1">
                      <a:lumMod val="95000"/>
                    </a:schemeClr>
                  </a:gs>
                  <a:gs pos="0">
                    <a:schemeClr val="bg1">
                      <a:lumMod val="75000"/>
                    </a:schemeClr>
                  </a:gs>
                </a:gsLst>
                <a:lin ang="2700000" scaled="1"/>
              </a:gradFill>
              <a:ln w="25400">
                <a:gradFill flip="none" rotWithShape="1">
                  <a:gsLst>
                    <a:gs pos="0">
                      <a:schemeClr val="bg1"/>
                    </a:gs>
                    <a:gs pos="100000">
                      <a:schemeClr val="bg1">
                        <a:lumMod val="75000"/>
                      </a:schemeClr>
                    </a:gs>
                  </a:gsLst>
                  <a:lin ang="27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405" name="Group 4"/>
            <p:cNvGrpSpPr>
              <a:grpSpLocks noChangeAspect="1"/>
            </p:cNvGrpSpPr>
            <p:nvPr/>
          </p:nvGrpSpPr>
          <p:grpSpPr bwMode="auto">
            <a:xfrm>
              <a:off x="4396474" y="1221052"/>
              <a:ext cx="315440" cy="369659"/>
              <a:chOff x="1776" y="1776"/>
              <a:chExt cx="64" cy="75"/>
            </a:xfrm>
            <a:solidFill>
              <a:schemeClr val="tx2"/>
            </a:solidFill>
          </p:grpSpPr>
          <p:sp>
            <p:nvSpPr>
              <p:cNvPr id="406"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407"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408"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409"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410" name="Group 18"/>
            <p:cNvGrpSpPr>
              <a:grpSpLocks noChangeAspect="1"/>
            </p:cNvGrpSpPr>
            <p:nvPr/>
          </p:nvGrpSpPr>
          <p:grpSpPr bwMode="auto">
            <a:xfrm>
              <a:off x="4413570" y="3299332"/>
              <a:ext cx="320356" cy="298512"/>
              <a:chOff x="3802" y="2858"/>
              <a:chExt cx="616" cy="574"/>
            </a:xfrm>
            <a:solidFill>
              <a:schemeClr val="bg2"/>
            </a:solidFill>
          </p:grpSpPr>
          <p:sp>
            <p:nvSpPr>
              <p:cNvPr id="411"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412"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413"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414"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p>
            </p:txBody>
          </p:sp>
          <p:sp>
            <p:nvSpPr>
              <p:cNvPr id="415"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416" name="Group 13"/>
            <p:cNvGrpSpPr>
              <a:grpSpLocks noChangeAspect="1"/>
            </p:cNvGrpSpPr>
            <p:nvPr/>
          </p:nvGrpSpPr>
          <p:grpSpPr bwMode="auto">
            <a:xfrm>
              <a:off x="4379666" y="1889084"/>
              <a:ext cx="384669" cy="389210"/>
              <a:chOff x="2426" y="2781"/>
              <a:chExt cx="593" cy="600"/>
            </a:xfrm>
            <a:solidFill>
              <a:schemeClr val="bg2"/>
            </a:solidFill>
          </p:grpSpPr>
          <p:sp>
            <p:nvSpPr>
              <p:cNvPr id="417"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418"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nvGrpSpPr>
            <p:cNvPr id="419" name="组合 418"/>
            <p:cNvGrpSpPr/>
            <p:nvPr/>
          </p:nvGrpSpPr>
          <p:grpSpPr>
            <a:xfrm>
              <a:off x="4411907" y="2562343"/>
              <a:ext cx="330564" cy="359730"/>
              <a:chOff x="4873626" y="1965325"/>
              <a:chExt cx="269876" cy="293688"/>
            </a:xfrm>
            <a:solidFill>
              <a:schemeClr val="tx2"/>
            </a:solidFill>
          </p:grpSpPr>
          <p:sp>
            <p:nvSpPr>
              <p:cNvPr id="420" name="Freeform 502"/>
              <p:cNvSpPr/>
              <p:nvPr/>
            </p:nvSpPr>
            <p:spPr bwMode="auto">
              <a:xfrm>
                <a:off x="4873626"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421" name="Freeform 503"/>
              <p:cNvSpPr/>
              <p:nvPr/>
            </p:nvSpPr>
            <p:spPr bwMode="auto">
              <a:xfrm>
                <a:off x="4884739"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422" name="Freeform 504"/>
              <p:cNvSpPr/>
              <p:nvPr/>
            </p:nvSpPr>
            <p:spPr bwMode="auto">
              <a:xfrm>
                <a:off x="4940301"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sp>
            <p:nvSpPr>
              <p:cNvPr id="423" name="Freeform 505"/>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p>
            </p:txBody>
          </p:sp>
        </p:grpSp>
      </p:grpSp>
      <p:grpSp>
        <p:nvGrpSpPr>
          <p:cNvPr id="3" name="组合 2"/>
          <p:cNvGrpSpPr/>
          <p:nvPr/>
        </p:nvGrpSpPr>
        <p:grpSpPr>
          <a:xfrm>
            <a:off x="6353046" y="1995612"/>
            <a:ext cx="4284100" cy="3165955"/>
            <a:chOff x="4764334" y="1496709"/>
            <a:chExt cx="3213075" cy="2374466"/>
          </a:xfrm>
        </p:grpSpPr>
        <p:cxnSp>
          <p:nvCxnSpPr>
            <p:cNvPr id="391" name="直接连接符 390"/>
            <p:cNvCxnSpPr/>
            <p:nvPr/>
          </p:nvCxnSpPr>
          <p:spPr>
            <a:xfrm flipV="1">
              <a:off x="4764334" y="3854468"/>
              <a:ext cx="3213073" cy="16707"/>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4" name="直接连接符 393"/>
            <p:cNvCxnSpPr/>
            <p:nvPr/>
          </p:nvCxnSpPr>
          <p:spPr>
            <a:xfrm flipV="1">
              <a:off x="5151076" y="2366722"/>
              <a:ext cx="2826333" cy="14696"/>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37" name="组合 436"/>
            <p:cNvGrpSpPr/>
            <p:nvPr/>
          </p:nvGrpSpPr>
          <p:grpSpPr>
            <a:xfrm>
              <a:off x="5647418" y="1496709"/>
              <a:ext cx="1768225" cy="775215"/>
              <a:chOff x="1256119" y="1638320"/>
              <a:chExt cx="1923767" cy="775215"/>
            </a:xfrm>
          </p:grpSpPr>
          <p:sp>
            <p:nvSpPr>
              <p:cNvPr id="438"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439" name="TextBox 211"/>
              <p:cNvSpPr txBox="1"/>
              <p:nvPr/>
            </p:nvSpPr>
            <p:spPr>
              <a:xfrm>
                <a:off x="1575484" y="1638320"/>
                <a:ext cx="887061" cy="259330"/>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443" name="组合 442"/>
            <p:cNvGrpSpPr/>
            <p:nvPr/>
          </p:nvGrpSpPr>
          <p:grpSpPr>
            <a:xfrm>
              <a:off x="5437752" y="2922073"/>
              <a:ext cx="1768225" cy="775215"/>
              <a:chOff x="1256119" y="1638320"/>
              <a:chExt cx="1923767" cy="775215"/>
            </a:xfrm>
          </p:grpSpPr>
          <p:sp>
            <p:nvSpPr>
              <p:cNvPr id="444"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445" name="TextBox 211"/>
              <p:cNvSpPr txBox="1"/>
              <p:nvPr/>
            </p:nvSpPr>
            <p:spPr>
              <a:xfrm>
                <a:off x="1575484" y="1638320"/>
                <a:ext cx="887061" cy="259330"/>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grpSp>
        <p:nvGrpSpPr>
          <p:cNvPr id="4" name="组合 3"/>
          <p:cNvGrpSpPr/>
          <p:nvPr/>
        </p:nvGrpSpPr>
        <p:grpSpPr>
          <a:xfrm>
            <a:off x="1643132" y="1337833"/>
            <a:ext cx="3911103" cy="2719105"/>
            <a:chOff x="1231899" y="1003375"/>
            <a:chExt cx="2933327" cy="2039329"/>
          </a:xfrm>
        </p:grpSpPr>
        <p:cxnSp>
          <p:nvCxnSpPr>
            <p:cNvPr id="396" name="直接连接符 395"/>
            <p:cNvCxnSpPr>
              <a:stCxn id="399" idx="3"/>
            </p:cNvCxnSpPr>
            <p:nvPr/>
          </p:nvCxnSpPr>
          <p:spPr>
            <a:xfrm flipH="1">
              <a:off x="1231900" y="1711773"/>
              <a:ext cx="2610239" cy="0"/>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flipH="1">
              <a:off x="1231899" y="3042704"/>
              <a:ext cx="2933327" cy="0"/>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1344191" y="2140488"/>
              <a:ext cx="1768225" cy="775215"/>
              <a:chOff x="1256119" y="1638320"/>
              <a:chExt cx="1923767" cy="775215"/>
            </a:xfrm>
          </p:grpSpPr>
          <p:sp>
            <p:nvSpPr>
              <p:cNvPr id="435" name="TextBox 210"/>
              <p:cNvSpPr txBox="1"/>
              <p:nvPr/>
            </p:nvSpPr>
            <p:spPr>
              <a:xfrm>
                <a:off x="1256119" y="1958240"/>
                <a:ext cx="1923767"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436" name="TextBox 211"/>
              <p:cNvSpPr txBox="1"/>
              <p:nvPr/>
            </p:nvSpPr>
            <p:spPr>
              <a:xfrm>
                <a:off x="1575484" y="1638320"/>
                <a:ext cx="887061" cy="259330"/>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446" name="组合 445"/>
            <p:cNvGrpSpPr/>
            <p:nvPr/>
          </p:nvGrpSpPr>
          <p:grpSpPr>
            <a:xfrm>
              <a:off x="1344191" y="1003375"/>
              <a:ext cx="1768225" cy="638055"/>
              <a:chOff x="1256119" y="1638320"/>
              <a:chExt cx="1923767" cy="638055"/>
            </a:xfrm>
          </p:grpSpPr>
          <p:sp>
            <p:nvSpPr>
              <p:cNvPr id="447" name="TextBox 210"/>
              <p:cNvSpPr txBox="1"/>
              <p:nvPr/>
            </p:nvSpPr>
            <p:spPr>
              <a:xfrm>
                <a:off x="1256119" y="1958240"/>
                <a:ext cx="1923767" cy="31813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a:t>
                </a:r>
              </a:p>
              <a:p>
                <a:r>
                  <a:rPr lang="zh-CN" altLang="en-US" sz="1200" dirty="0">
                    <a:solidFill>
                      <a:schemeClr val="tx1"/>
                    </a:solidFill>
                    <a:latin typeface="微软雅黑" panose="020B0503020204020204" pitchFamily="34" charset="-122"/>
                  </a:rPr>
                  <a:t>单击此处添加文本单击此处添加</a:t>
                </a:r>
              </a:p>
            </p:txBody>
          </p:sp>
          <p:sp>
            <p:nvSpPr>
              <p:cNvPr id="448" name="TextBox 211"/>
              <p:cNvSpPr txBox="1"/>
              <p:nvPr/>
            </p:nvSpPr>
            <p:spPr>
              <a:xfrm>
                <a:off x="1575484" y="1638320"/>
                <a:ext cx="887061" cy="259416"/>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sp>
        <p:nvSpPr>
          <p:cNvPr id="5" name="同侧圆角矩形 4"/>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椭圆 49"/>
          <p:cNvSpPr/>
          <p:nvPr/>
        </p:nvSpPr>
        <p:spPr>
          <a:xfrm>
            <a:off x="2568475" y="4970815"/>
            <a:ext cx="2008909" cy="339671"/>
          </a:xfrm>
          <a:prstGeom prst="ellipse">
            <a:avLst/>
          </a:prstGeom>
          <a:gradFill flip="none" rotWithShape="1">
            <a:gsLst>
              <a:gs pos="13000">
                <a:srgbClr val="8D8D8D">
                  <a:alpha val="37000"/>
                </a:srgbClr>
              </a:gs>
              <a:gs pos="100000">
                <a:schemeClr val="bg1">
                  <a:lumMod val="8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nvGrpSpPr>
          <p:cNvPr id="51" name="组合 50"/>
          <p:cNvGrpSpPr/>
          <p:nvPr/>
        </p:nvGrpSpPr>
        <p:grpSpPr>
          <a:xfrm>
            <a:off x="2686239" y="3370227"/>
            <a:ext cx="1773383" cy="1773383"/>
            <a:chOff x="2755075" y="3174904"/>
            <a:chExt cx="1773382" cy="1773382"/>
          </a:xfrm>
          <a:effectLst>
            <a:reflection blurRad="12700" stA="50000" endA="300" endPos="53000" dist="63500" dir="5400000" sy="-100000" algn="bl" rotWithShape="0"/>
          </a:effectLst>
        </p:grpSpPr>
        <p:sp>
          <p:nvSpPr>
            <p:cNvPr id="62" name="椭圆 61"/>
            <p:cNvSpPr/>
            <p:nvPr/>
          </p:nvSpPr>
          <p:spPr>
            <a:xfrm>
              <a:off x="2755075" y="3174904"/>
              <a:ext cx="1773382" cy="1773382"/>
            </a:xfrm>
            <a:prstGeom prst="ellipse">
              <a:avLst/>
            </a:prstGeom>
            <a:gradFill flip="none" rotWithShape="1">
              <a:gsLst>
                <a:gs pos="100000">
                  <a:schemeClr val="bg1">
                    <a:lumMod val="75000"/>
                  </a:schemeClr>
                </a:gs>
                <a:gs pos="0">
                  <a:schemeClr val="bg1"/>
                </a:gs>
              </a:gsLst>
              <a:lin ang="2700000" scaled="1"/>
              <a:tileRect/>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sp>
          <p:nvSpPr>
            <p:cNvPr id="63" name="椭圆 62"/>
            <p:cNvSpPr/>
            <p:nvPr/>
          </p:nvSpPr>
          <p:spPr>
            <a:xfrm>
              <a:off x="2755075" y="3174904"/>
              <a:ext cx="1773382" cy="1773382"/>
            </a:xfrm>
            <a:prstGeom prst="ellipse">
              <a:avLst/>
            </a:prstGeom>
            <a:gradFill flip="none" rotWithShape="1">
              <a:gsLst>
                <a:gs pos="0">
                  <a:srgbClr val="DEDEDE"/>
                </a:gs>
                <a:gs pos="100000">
                  <a:schemeClr val="bg1"/>
                </a:gs>
              </a:gsLst>
              <a:lin ang="2700000" scaled="1"/>
              <a:tileRect/>
            </a:gradFill>
            <a:ln w="31750">
              <a:noFill/>
            </a:ln>
            <a:effectLst>
              <a:innerShdw blurRad="444500" dist="63500" dir="13500000">
                <a:prstClr val="black">
                  <a:alpha val="4000"/>
                </a:prstClr>
              </a:inn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52" name="Group 4"/>
          <p:cNvGrpSpPr>
            <a:grpSpLocks noChangeAspect="1"/>
          </p:cNvGrpSpPr>
          <p:nvPr/>
        </p:nvGrpSpPr>
        <p:grpSpPr bwMode="auto">
          <a:xfrm>
            <a:off x="3344790" y="3979773"/>
            <a:ext cx="507079" cy="570465"/>
            <a:chOff x="1776" y="1779"/>
            <a:chExt cx="64" cy="72"/>
          </a:xfrm>
          <a:solidFill>
            <a:schemeClr val="tx2"/>
          </a:solidFill>
          <a:effectLst>
            <a:reflection blurRad="6350" stA="50000" endA="300" endPos="81000" dist="1168400" dir="5400000" sy="-100000" algn="bl" rotWithShape="0"/>
          </a:effectLst>
        </p:grpSpPr>
        <p:sp>
          <p:nvSpPr>
            <p:cNvPr id="58"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sp>
          <p:nvSpPr>
            <p:cNvPr id="59"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grpSp>
      <p:sp>
        <p:nvSpPr>
          <p:cNvPr id="53" name="任意多边形 52"/>
          <p:cNvSpPr/>
          <p:nvPr/>
        </p:nvSpPr>
        <p:spPr>
          <a:xfrm>
            <a:off x="3960279" y="1821069"/>
            <a:ext cx="419100" cy="1536700"/>
          </a:xfrm>
          <a:custGeom>
            <a:avLst/>
            <a:gdLst>
              <a:gd name="connsiteX0" fmla="*/ 0 w 419100"/>
              <a:gd name="connsiteY0" fmla="*/ 1536700 h 1536700"/>
              <a:gd name="connsiteX1" fmla="*/ 419100 w 419100"/>
              <a:gd name="connsiteY1" fmla="*/ 1295400 h 1536700"/>
              <a:gd name="connsiteX2" fmla="*/ 419100 w 419100"/>
              <a:gd name="connsiteY2" fmla="*/ 0 h 1536700"/>
            </a:gdLst>
            <a:ahLst/>
            <a:cxnLst>
              <a:cxn ang="0">
                <a:pos x="connsiteX0" y="connsiteY0"/>
              </a:cxn>
              <a:cxn ang="0">
                <a:pos x="connsiteX1" y="connsiteY1"/>
              </a:cxn>
              <a:cxn ang="0">
                <a:pos x="connsiteX2" y="connsiteY2"/>
              </a:cxn>
            </a:cxnLst>
            <a:rect l="l" t="t" r="r" b="b"/>
            <a:pathLst>
              <a:path w="419100" h="1536700">
                <a:moveTo>
                  <a:pt x="0" y="1536700"/>
                </a:moveTo>
                <a:lnTo>
                  <a:pt x="419100" y="1295400"/>
                </a:lnTo>
                <a:lnTo>
                  <a:pt x="419100" y="0"/>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sp>
        <p:nvSpPr>
          <p:cNvPr id="65" name="椭圆 64"/>
          <p:cNvSpPr/>
          <p:nvPr/>
        </p:nvSpPr>
        <p:spPr>
          <a:xfrm>
            <a:off x="4181376" y="4970815"/>
            <a:ext cx="2008909" cy="339671"/>
          </a:xfrm>
          <a:prstGeom prst="ellipse">
            <a:avLst/>
          </a:prstGeom>
          <a:gradFill flip="none" rotWithShape="1">
            <a:gsLst>
              <a:gs pos="13000">
                <a:srgbClr val="8D8D8D">
                  <a:alpha val="37000"/>
                </a:srgbClr>
              </a:gs>
              <a:gs pos="100000">
                <a:schemeClr val="bg1">
                  <a:lumMod val="8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nvGrpSpPr>
          <p:cNvPr id="67" name="组合 66"/>
          <p:cNvGrpSpPr/>
          <p:nvPr/>
        </p:nvGrpSpPr>
        <p:grpSpPr>
          <a:xfrm>
            <a:off x="4299140" y="3370227"/>
            <a:ext cx="1773383" cy="1773383"/>
            <a:chOff x="2755075" y="3174904"/>
            <a:chExt cx="1773382" cy="1773382"/>
          </a:xfrm>
          <a:effectLst>
            <a:reflection blurRad="12700" stA="50000" endA="300" endPos="53000" dist="63500" dir="5400000" sy="-100000" algn="bl" rotWithShape="0"/>
          </a:effectLst>
        </p:grpSpPr>
        <p:sp>
          <p:nvSpPr>
            <p:cNvPr id="79" name="椭圆 78"/>
            <p:cNvSpPr/>
            <p:nvPr/>
          </p:nvSpPr>
          <p:spPr>
            <a:xfrm>
              <a:off x="2755075" y="3174904"/>
              <a:ext cx="1773382" cy="1773382"/>
            </a:xfrm>
            <a:prstGeom prst="ellipse">
              <a:avLst/>
            </a:prstGeom>
            <a:gradFill flip="none" rotWithShape="1">
              <a:gsLst>
                <a:gs pos="100000">
                  <a:schemeClr val="bg1">
                    <a:lumMod val="75000"/>
                  </a:schemeClr>
                </a:gs>
                <a:gs pos="0">
                  <a:schemeClr val="bg1"/>
                </a:gs>
              </a:gsLst>
              <a:lin ang="2700000" scaled="1"/>
              <a:tileRect/>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sp>
          <p:nvSpPr>
            <p:cNvPr id="80" name="椭圆 79"/>
            <p:cNvSpPr/>
            <p:nvPr/>
          </p:nvSpPr>
          <p:spPr>
            <a:xfrm>
              <a:off x="2755075" y="3174904"/>
              <a:ext cx="1773382" cy="1773382"/>
            </a:xfrm>
            <a:prstGeom prst="ellipse">
              <a:avLst/>
            </a:prstGeom>
            <a:gradFill flip="none" rotWithShape="1">
              <a:gsLst>
                <a:gs pos="0">
                  <a:srgbClr val="DEDEDE"/>
                </a:gs>
                <a:gs pos="100000">
                  <a:schemeClr val="bg1"/>
                </a:gs>
              </a:gsLst>
              <a:lin ang="2700000" scaled="1"/>
              <a:tileRect/>
            </a:gradFill>
            <a:ln w="31750">
              <a:noFill/>
            </a:ln>
            <a:effectLst>
              <a:innerShdw blurRad="444500" dist="63500" dir="13500000">
                <a:prstClr val="black">
                  <a:alpha val="4000"/>
                </a:prstClr>
              </a:inn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68" name="Group 18"/>
          <p:cNvGrpSpPr>
            <a:grpSpLocks noChangeAspect="1"/>
          </p:cNvGrpSpPr>
          <p:nvPr/>
        </p:nvGrpSpPr>
        <p:grpSpPr bwMode="auto">
          <a:xfrm>
            <a:off x="4949507" y="4013187"/>
            <a:ext cx="514980" cy="479868"/>
            <a:chOff x="3802" y="2858"/>
            <a:chExt cx="616" cy="574"/>
          </a:xfrm>
          <a:solidFill>
            <a:schemeClr val="bg2"/>
          </a:solidFill>
          <a:effectLst>
            <a:reflection blurRad="6350" stA="50000" endA="300" endPos="81000" dist="1168400" dir="5400000" sy="-100000" algn="bl" rotWithShape="0"/>
          </a:effectLst>
        </p:grpSpPr>
        <p:sp>
          <p:nvSpPr>
            <p:cNvPr id="74"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sp>
          <p:nvSpPr>
            <p:cNvPr id="75"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sp>
          <p:nvSpPr>
            <p:cNvPr id="76"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sp>
          <p:nvSpPr>
            <p:cNvPr id="77"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sp>
          <p:nvSpPr>
            <p:cNvPr id="78"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grpSp>
      <p:sp>
        <p:nvSpPr>
          <p:cNvPr id="69" name="任意多边形 68"/>
          <p:cNvSpPr/>
          <p:nvPr/>
        </p:nvSpPr>
        <p:spPr>
          <a:xfrm>
            <a:off x="5594348" y="1821069"/>
            <a:ext cx="419100" cy="1536700"/>
          </a:xfrm>
          <a:custGeom>
            <a:avLst/>
            <a:gdLst>
              <a:gd name="connsiteX0" fmla="*/ 0 w 419100"/>
              <a:gd name="connsiteY0" fmla="*/ 1536700 h 1536700"/>
              <a:gd name="connsiteX1" fmla="*/ 419100 w 419100"/>
              <a:gd name="connsiteY1" fmla="*/ 1295400 h 1536700"/>
              <a:gd name="connsiteX2" fmla="*/ 419100 w 419100"/>
              <a:gd name="connsiteY2" fmla="*/ 0 h 1536700"/>
            </a:gdLst>
            <a:ahLst/>
            <a:cxnLst>
              <a:cxn ang="0">
                <a:pos x="connsiteX0" y="connsiteY0"/>
              </a:cxn>
              <a:cxn ang="0">
                <a:pos x="connsiteX1" y="connsiteY1"/>
              </a:cxn>
              <a:cxn ang="0">
                <a:pos x="connsiteX2" y="connsiteY2"/>
              </a:cxn>
            </a:cxnLst>
            <a:rect l="l" t="t" r="r" b="b"/>
            <a:pathLst>
              <a:path w="419100" h="1536700">
                <a:moveTo>
                  <a:pt x="0" y="1536700"/>
                </a:moveTo>
                <a:lnTo>
                  <a:pt x="419100" y="1295400"/>
                </a:lnTo>
                <a:lnTo>
                  <a:pt x="419100" y="0"/>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sp>
        <p:nvSpPr>
          <p:cNvPr id="82" name="椭圆 81"/>
          <p:cNvSpPr/>
          <p:nvPr/>
        </p:nvSpPr>
        <p:spPr>
          <a:xfrm>
            <a:off x="5794276" y="4970815"/>
            <a:ext cx="2008909" cy="339671"/>
          </a:xfrm>
          <a:prstGeom prst="ellipse">
            <a:avLst/>
          </a:prstGeom>
          <a:gradFill flip="none" rotWithShape="1">
            <a:gsLst>
              <a:gs pos="13000">
                <a:srgbClr val="8D8D8D">
                  <a:alpha val="37000"/>
                </a:srgbClr>
              </a:gs>
              <a:gs pos="100000">
                <a:schemeClr val="bg1">
                  <a:lumMod val="8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nvGrpSpPr>
          <p:cNvPr id="83" name="组合 82"/>
          <p:cNvGrpSpPr/>
          <p:nvPr/>
        </p:nvGrpSpPr>
        <p:grpSpPr>
          <a:xfrm>
            <a:off x="5912040" y="3370227"/>
            <a:ext cx="1773383" cy="1773383"/>
            <a:chOff x="2755075" y="3174904"/>
            <a:chExt cx="1773382" cy="1773382"/>
          </a:xfrm>
          <a:effectLst>
            <a:reflection blurRad="12700" stA="50000" endA="300" endPos="53000" dist="63500" dir="5400000" sy="-100000" algn="bl" rotWithShape="0"/>
          </a:effectLst>
        </p:grpSpPr>
        <p:sp>
          <p:nvSpPr>
            <p:cNvPr id="92" name="椭圆 91"/>
            <p:cNvSpPr/>
            <p:nvPr/>
          </p:nvSpPr>
          <p:spPr>
            <a:xfrm>
              <a:off x="2755075" y="3174904"/>
              <a:ext cx="1773382" cy="1773382"/>
            </a:xfrm>
            <a:prstGeom prst="ellipse">
              <a:avLst/>
            </a:prstGeom>
            <a:gradFill flip="none" rotWithShape="1">
              <a:gsLst>
                <a:gs pos="100000">
                  <a:schemeClr val="bg1">
                    <a:lumMod val="75000"/>
                  </a:schemeClr>
                </a:gs>
                <a:gs pos="0">
                  <a:schemeClr val="bg1"/>
                </a:gs>
              </a:gsLst>
              <a:lin ang="2700000" scaled="1"/>
              <a:tileRect/>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sp>
          <p:nvSpPr>
            <p:cNvPr id="93" name="椭圆 92"/>
            <p:cNvSpPr/>
            <p:nvPr/>
          </p:nvSpPr>
          <p:spPr>
            <a:xfrm>
              <a:off x="2755075" y="3174904"/>
              <a:ext cx="1773382" cy="1773382"/>
            </a:xfrm>
            <a:prstGeom prst="ellipse">
              <a:avLst/>
            </a:prstGeom>
            <a:gradFill flip="none" rotWithShape="1">
              <a:gsLst>
                <a:gs pos="0">
                  <a:srgbClr val="DEDEDE"/>
                </a:gs>
                <a:gs pos="100000">
                  <a:schemeClr val="bg1"/>
                </a:gs>
              </a:gsLst>
              <a:lin ang="2700000" scaled="1"/>
              <a:tileRect/>
            </a:gradFill>
            <a:ln w="31750">
              <a:noFill/>
            </a:ln>
            <a:effectLst>
              <a:innerShdw blurRad="444500" dist="63500" dir="13500000">
                <a:prstClr val="black">
                  <a:alpha val="4000"/>
                </a:prstClr>
              </a:inn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grpSp>
        <p:nvGrpSpPr>
          <p:cNvPr id="84" name="Group 13"/>
          <p:cNvGrpSpPr>
            <a:grpSpLocks noChangeAspect="1"/>
          </p:cNvGrpSpPr>
          <p:nvPr/>
        </p:nvGrpSpPr>
        <p:grpSpPr bwMode="auto">
          <a:xfrm>
            <a:off x="6534588" y="3968727"/>
            <a:ext cx="562151" cy="568787"/>
            <a:chOff x="2426" y="2781"/>
            <a:chExt cx="593" cy="600"/>
          </a:xfrm>
          <a:solidFill>
            <a:schemeClr val="tx2"/>
          </a:solidFill>
          <a:effectLst>
            <a:reflection blurRad="6350" stA="50000" endA="300" endPos="81000" dist="1168400" dir="5400000" sy="-100000" algn="bl" rotWithShape="0"/>
          </a:effectLst>
        </p:grpSpPr>
        <p:sp>
          <p:nvSpPr>
            <p:cNvPr id="90"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sp>
          <p:nvSpPr>
            <p:cNvPr id="91"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grpSp>
      <p:sp>
        <p:nvSpPr>
          <p:cNvPr id="85" name="任意多边形 84"/>
          <p:cNvSpPr/>
          <p:nvPr/>
        </p:nvSpPr>
        <p:spPr>
          <a:xfrm>
            <a:off x="7228414" y="1821069"/>
            <a:ext cx="419100" cy="1536700"/>
          </a:xfrm>
          <a:custGeom>
            <a:avLst/>
            <a:gdLst>
              <a:gd name="connsiteX0" fmla="*/ 0 w 419100"/>
              <a:gd name="connsiteY0" fmla="*/ 1536700 h 1536700"/>
              <a:gd name="connsiteX1" fmla="*/ 419100 w 419100"/>
              <a:gd name="connsiteY1" fmla="*/ 1295400 h 1536700"/>
              <a:gd name="connsiteX2" fmla="*/ 419100 w 419100"/>
              <a:gd name="connsiteY2" fmla="*/ 0 h 1536700"/>
            </a:gdLst>
            <a:ahLst/>
            <a:cxnLst>
              <a:cxn ang="0">
                <a:pos x="connsiteX0" y="connsiteY0"/>
              </a:cxn>
              <a:cxn ang="0">
                <a:pos x="connsiteX1" y="connsiteY1"/>
              </a:cxn>
              <a:cxn ang="0">
                <a:pos x="connsiteX2" y="connsiteY2"/>
              </a:cxn>
            </a:cxnLst>
            <a:rect l="l" t="t" r="r" b="b"/>
            <a:pathLst>
              <a:path w="419100" h="1536700">
                <a:moveTo>
                  <a:pt x="0" y="1536700"/>
                </a:moveTo>
                <a:lnTo>
                  <a:pt x="419100" y="1295400"/>
                </a:lnTo>
                <a:lnTo>
                  <a:pt x="419100" y="0"/>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sp>
        <p:nvSpPr>
          <p:cNvPr id="95" name="椭圆 94"/>
          <p:cNvSpPr/>
          <p:nvPr/>
        </p:nvSpPr>
        <p:spPr>
          <a:xfrm>
            <a:off x="7407176" y="4970815"/>
            <a:ext cx="2008909" cy="339671"/>
          </a:xfrm>
          <a:prstGeom prst="ellipse">
            <a:avLst/>
          </a:prstGeom>
          <a:gradFill flip="none" rotWithShape="1">
            <a:gsLst>
              <a:gs pos="13000">
                <a:srgbClr val="8D8D8D">
                  <a:alpha val="37000"/>
                </a:srgbClr>
              </a:gs>
              <a:gs pos="100000">
                <a:schemeClr val="bg1">
                  <a:lumMod val="8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nvGrpSpPr>
          <p:cNvPr id="96" name="组合 95"/>
          <p:cNvGrpSpPr/>
          <p:nvPr/>
        </p:nvGrpSpPr>
        <p:grpSpPr>
          <a:xfrm>
            <a:off x="7524940" y="3370227"/>
            <a:ext cx="1773383" cy="1773383"/>
            <a:chOff x="2755075" y="3174904"/>
            <a:chExt cx="1773382" cy="1773382"/>
          </a:xfrm>
          <a:effectLst>
            <a:reflection blurRad="12700" stA="50000" endA="300" endPos="53000" dist="63500" dir="5400000" sy="-100000" algn="bl" rotWithShape="0"/>
          </a:effectLst>
        </p:grpSpPr>
        <p:sp>
          <p:nvSpPr>
            <p:cNvPr id="103" name="椭圆 102"/>
            <p:cNvSpPr/>
            <p:nvPr/>
          </p:nvSpPr>
          <p:spPr>
            <a:xfrm>
              <a:off x="2755075" y="3174904"/>
              <a:ext cx="1773382" cy="1773382"/>
            </a:xfrm>
            <a:prstGeom prst="ellipse">
              <a:avLst/>
            </a:prstGeom>
            <a:gradFill flip="none" rotWithShape="1">
              <a:gsLst>
                <a:gs pos="100000">
                  <a:schemeClr val="bg1">
                    <a:lumMod val="75000"/>
                  </a:schemeClr>
                </a:gs>
                <a:gs pos="0">
                  <a:schemeClr val="bg1"/>
                </a:gs>
              </a:gsLst>
              <a:lin ang="2700000" scaled="1"/>
              <a:tileRect/>
            </a:gra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sp>
          <p:nvSpPr>
            <p:cNvPr id="104" name="椭圆 103"/>
            <p:cNvSpPr/>
            <p:nvPr/>
          </p:nvSpPr>
          <p:spPr>
            <a:xfrm>
              <a:off x="2755075" y="3174904"/>
              <a:ext cx="1773382" cy="1773382"/>
            </a:xfrm>
            <a:prstGeom prst="ellipse">
              <a:avLst/>
            </a:prstGeom>
            <a:gradFill flip="none" rotWithShape="1">
              <a:gsLst>
                <a:gs pos="0">
                  <a:srgbClr val="DEDEDE"/>
                </a:gs>
                <a:gs pos="100000">
                  <a:schemeClr val="bg1"/>
                </a:gs>
              </a:gsLst>
              <a:lin ang="2700000" scaled="1"/>
              <a:tileRect/>
            </a:gradFill>
            <a:ln w="31750">
              <a:noFill/>
            </a:ln>
            <a:effectLst>
              <a:innerShdw blurRad="444500" dist="63500" dir="13500000">
                <a:prstClr val="black">
                  <a:alpha val="4000"/>
                </a:prstClr>
              </a:inn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sp>
        <p:nvSpPr>
          <p:cNvPr id="97" name="Freeform 108"/>
          <p:cNvSpPr>
            <a:spLocks noEditPoints="1"/>
          </p:cNvSpPr>
          <p:nvPr/>
        </p:nvSpPr>
        <p:spPr bwMode="auto">
          <a:xfrm>
            <a:off x="8129083" y="3956813"/>
            <a:ext cx="590495" cy="592615"/>
          </a:xfrm>
          <a:custGeom>
            <a:avLst/>
            <a:gdLst>
              <a:gd name="T0" fmla="*/ 97 w 115"/>
              <a:gd name="T1" fmla="*/ 48 h 115"/>
              <a:gd name="T2" fmla="*/ 91 w 115"/>
              <a:gd name="T3" fmla="*/ 41 h 115"/>
              <a:gd name="T4" fmla="*/ 102 w 115"/>
              <a:gd name="T5" fmla="*/ 26 h 115"/>
              <a:gd name="T6" fmla="*/ 94 w 115"/>
              <a:gd name="T7" fmla="*/ 13 h 115"/>
              <a:gd name="T8" fmla="*/ 79 w 115"/>
              <a:gd name="T9" fmla="*/ 23 h 115"/>
              <a:gd name="T10" fmla="*/ 70 w 115"/>
              <a:gd name="T11" fmla="*/ 22 h 115"/>
              <a:gd name="T12" fmla="*/ 67 w 115"/>
              <a:gd name="T13" fmla="*/ 3 h 115"/>
              <a:gd name="T14" fmla="*/ 52 w 115"/>
              <a:gd name="T15" fmla="*/ 0 h 115"/>
              <a:gd name="T16" fmla="*/ 48 w 115"/>
              <a:gd name="T17" fmla="*/ 18 h 115"/>
              <a:gd name="T18" fmla="*/ 41 w 115"/>
              <a:gd name="T19" fmla="*/ 24 h 115"/>
              <a:gd name="T20" fmla="*/ 26 w 115"/>
              <a:gd name="T21" fmla="*/ 13 h 115"/>
              <a:gd name="T22" fmla="*/ 13 w 115"/>
              <a:gd name="T23" fmla="*/ 21 h 115"/>
              <a:gd name="T24" fmla="*/ 23 w 115"/>
              <a:gd name="T25" fmla="*/ 36 h 115"/>
              <a:gd name="T26" fmla="*/ 22 w 115"/>
              <a:gd name="T27" fmla="*/ 45 h 115"/>
              <a:gd name="T28" fmla="*/ 4 w 115"/>
              <a:gd name="T29" fmla="*/ 48 h 115"/>
              <a:gd name="T30" fmla="*/ 0 w 115"/>
              <a:gd name="T31" fmla="*/ 63 h 115"/>
              <a:gd name="T32" fmla="*/ 18 w 115"/>
              <a:gd name="T33" fmla="*/ 66 h 115"/>
              <a:gd name="T34" fmla="*/ 24 w 115"/>
              <a:gd name="T35" fmla="*/ 73 h 115"/>
              <a:gd name="T36" fmla="*/ 13 w 115"/>
              <a:gd name="T37" fmla="*/ 89 h 115"/>
              <a:gd name="T38" fmla="*/ 21 w 115"/>
              <a:gd name="T39" fmla="*/ 102 h 115"/>
              <a:gd name="T40" fmla="*/ 36 w 115"/>
              <a:gd name="T41" fmla="*/ 92 h 115"/>
              <a:gd name="T42" fmla="*/ 45 w 115"/>
              <a:gd name="T43" fmla="*/ 92 h 115"/>
              <a:gd name="T44" fmla="*/ 48 w 115"/>
              <a:gd name="T45" fmla="*/ 111 h 115"/>
              <a:gd name="T46" fmla="*/ 63 w 115"/>
              <a:gd name="T47" fmla="*/ 115 h 115"/>
              <a:gd name="T48" fmla="*/ 67 w 115"/>
              <a:gd name="T49" fmla="*/ 97 h 115"/>
              <a:gd name="T50" fmla="*/ 74 w 115"/>
              <a:gd name="T51" fmla="*/ 91 h 115"/>
              <a:gd name="T52" fmla="*/ 89 w 115"/>
              <a:gd name="T53" fmla="*/ 102 h 115"/>
              <a:gd name="T54" fmla="*/ 102 w 115"/>
              <a:gd name="T55" fmla="*/ 94 h 115"/>
              <a:gd name="T56" fmla="*/ 92 w 115"/>
              <a:gd name="T57" fmla="*/ 79 h 115"/>
              <a:gd name="T58" fmla="*/ 93 w 115"/>
              <a:gd name="T59" fmla="*/ 70 h 115"/>
              <a:gd name="T60" fmla="*/ 112 w 115"/>
              <a:gd name="T61" fmla="*/ 66 h 115"/>
              <a:gd name="T62" fmla="*/ 115 w 115"/>
              <a:gd name="T63" fmla="*/ 52 h 115"/>
              <a:gd name="T64" fmla="*/ 58 w 115"/>
              <a:gd name="T65" fmla="*/ 79 h 115"/>
              <a:gd name="T66" fmla="*/ 58 w 115"/>
              <a:gd name="T67" fmla="*/ 36 h 115"/>
              <a:gd name="T68" fmla="*/ 58 w 115"/>
              <a:gd name="T69" fmla="*/ 79 h 115"/>
              <a:gd name="T70" fmla="*/ 49 w 115"/>
              <a:gd name="T71" fmla="*/ 57 h 115"/>
              <a:gd name="T72" fmla="*/ 67 w 115"/>
              <a:gd name="T73" fmla="*/ 5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5" h="115">
                <a:moveTo>
                  <a:pt x="112" y="48"/>
                </a:moveTo>
                <a:cubicBezTo>
                  <a:pt x="97" y="48"/>
                  <a:pt x="97" y="48"/>
                  <a:pt x="97" y="48"/>
                </a:cubicBezTo>
                <a:cubicBezTo>
                  <a:pt x="95" y="48"/>
                  <a:pt x="93" y="47"/>
                  <a:pt x="93" y="45"/>
                </a:cubicBezTo>
                <a:cubicBezTo>
                  <a:pt x="91" y="41"/>
                  <a:pt x="91" y="41"/>
                  <a:pt x="91" y="41"/>
                </a:cubicBezTo>
                <a:cubicBezTo>
                  <a:pt x="90" y="40"/>
                  <a:pt x="91" y="37"/>
                  <a:pt x="92" y="36"/>
                </a:cubicBezTo>
                <a:cubicBezTo>
                  <a:pt x="102" y="26"/>
                  <a:pt x="102" y="26"/>
                  <a:pt x="102" y="26"/>
                </a:cubicBezTo>
                <a:cubicBezTo>
                  <a:pt x="104" y="24"/>
                  <a:pt x="104" y="22"/>
                  <a:pt x="102" y="21"/>
                </a:cubicBezTo>
                <a:cubicBezTo>
                  <a:pt x="94" y="13"/>
                  <a:pt x="94" y="13"/>
                  <a:pt x="94" y="13"/>
                </a:cubicBezTo>
                <a:cubicBezTo>
                  <a:pt x="93" y="11"/>
                  <a:pt x="91" y="11"/>
                  <a:pt x="89" y="13"/>
                </a:cubicBezTo>
                <a:cubicBezTo>
                  <a:pt x="79" y="23"/>
                  <a:pt x="79" y="23"/>
                  <a:pt x="79" y="23"/>
                </a:cubicBezTo>
                <a:cubicBezTo>
                  <a:pt x="78" y="24"/>
                  <a:pt x="75" y="25"/>
                  <a:pt x="74" y="24"/>
                </a:cubicBezTo>
                <a:cubicBezTo>
                  <a:pt x="70" y="22"/>
                  <a:pt x="70" y="22"/>
                  <a:pt x="70" y="22"/>
                </a:cubicBezTo>
                <a:cubicBezTo>
                  <a:pt x="68" y="22"/>
                  <a:pt x="67" y="20"/>
                  <a:pt x="67" y="18"/>
                </a:cubicBezTo>
                <a:cubicBezTo>
                  <a:pt x="67" y="3"/>
                  <a:pt x="67" y="3"/>
                  <a:pt x="67" y="3"/>
                </a:cubicBezTo>
                <a:cubicBezTo>
                  <a:pt x="67" y="1"/>
                  <a:pt x="65" y="0"/>
                  <a:pt x="63" y="0"/>
                </a:cubicBezTo>
                <a:cubicBezTo>
                  <a:pt x="52" y="0"/>
                  <a:pt x="52" y="0"/>
                  <a:pt x="52" y="0"/>
                </a:cubicBezTo>
                <a:cubicBezTo>
                  <a:pt x="50" y="0"/>
                  <a:pt x="48" y="1"/>
                  <a:pt x="48" y="3"/>
                </a:cubicBezTo>
                <a:cubicBezTo>
                  <a:pt x="48" y="18"/>
                  <a:pt x="48" y="18"/>
                  <a:pt x="48" y="18"/>
                </a:cubicBezTo>
                <a:cubicBezTo>
                  <a:pt x="48" y="20"/>
                  <a:pt x="47" y="22"/>
                  <a:pt x="45" y="22"/>
                </a:cubicBezTo>
                <a:cubicBezTo>
                  <a:pt x="41" y="24"/>
                  <a:pt x="41" y="24"/>
                  <a:pt x="41" y="24"/>
                </a:cubicBezTo>
                <a:cubicBezTo>
                  <a:pt x="40" y="25"/>
                  <a:pt x="37" y="24"/>
                  <a:pt x="36" y="23"/>
                </a:cubicBezTo>
                <a:cubicBezTo>
                  <a:pt x="26" y="13"/>
                  <a:pt x="26" y="13"/>
                  <a:pt x="26" y="13"/>
                </a:cubicBezTo>
                <a:cubicBezTo>
                  <a:pt x="25" y="11"/>
                  <a:pt x="22" y="11"/>
                  <a:pt x="21" y="13"/>
                </a:cubicBezTo>
                <a:cubicBezTo>
                  <a:pt x="13" y="21"/>
                  <a:pt x="13" y="21"/>
                  <a:pt x="13" y="21"/>
                </a:cubicBezTo>
                <a:cubicBezTo>
                  <a:pt x="12" y="22"/>
                  <a:pt x="12" y="24"/>
                  <a:pt x="13" y="26"/>
                </a:cubicBezTo>
                <a:cubicBezTo>
                  <a:pt x="23" y="36"/>
                  <a:pt x="23" y="36"/>
                  <a:pt x="23" y="36"/>
                </a:cubicBezTo>
                <a:cubicBezTo>
                  <a:pt x="24" y="37"/>
                  <a:pt x="25" y="40"/>
                  <a:pt x="24" y="41"/>
                </a:cubicBezTo>
                <a:cubicBezTo>
                  <a:pt x="22" y="45"/>
                  <a:pt x="22" y="45"/>
                  <a:pt x="22" y="45"/>
                </a:cubicBezTo>
                <a:cubicBezTo>
                  <a:pt x="22" y="47"/>
                  <a:pt x="20" y="48"/>
                  <a:pt x="18" y="48"/>
                </a:cubicBezTo>
                <a:cubicBezTo>
                  <a:pt x="4" y="48"/>
                  <a:pt x="4" y="48"/>
                  <a:pt x="4" y="48"/>
                </a:cubicBezTo>
                <a:cubicBezTo>
                  <a:pt x="2" y="48"/>
                  <a:pt x="0" y="50"/>
                  <a:pt x="0" y="52"/>
                </a:cubicBezTo>
                <a:cubicBezTo>
                  <a:pt x="0" y="63"/>
                  <a:pt x="0" y="63"/>
                  <a:pt x="0" y="63"/>
                </a:cubicBezTo>
                <a:cubicBezTo>
                  <a:pt x="0" y="65"/>
                  <a:pt x="2" y="66"/>
                  <a:pt x="4" y="66"/>
                </a:cubicBezTo>
                <a:cubicBezTo>
                  <a:pt x="18" y="66"/>
                  <a:pt x="18" y="66"/>
                  <a:pt x="18" y="66"/>
                </a:cubicBezTo>
                <a:cubicBezTo>
                  <a:pt x="20" y="66"/>
                  <a:pt x="22" y="68"/>
                  <a:pt x="22" y="70"/>
                </a:cubicBezTo>
                <a:cubicBezTo>
                  <a:pt x="24" y="73"/>
                  <a:pt x="24" y="73"/>
                  <a:pt x="24" y="73"/>
                </a:cubicBezTo>
                <a:cubicBezTo>
                  <a:pt x="25" y="75"/>
                  <a:pt x="24" y="78"/>
                  <a:pt x="23" y="79"/>
                </a:cubicBezTo>
                <a:cubicBezTo>
                  <a:pt x="13" y="89"/>
                  <a:pt x="13" y="89"/>
                  <a:pt x="13" y="89"/>
                </a:cubicBezTo>
                <a:cubicBezTo>
                  <a:pt x="12" y="90"/>
                  <a:pt x="12" y="93"/>
                  <a:pt x="13" y="94"/>
                </a:cubicBezTo>
                <a:cubicBezTo>
                  <a:pt x="21" y="102"/>
                  <a:pt x="21" y="102"/>
                  <a:pt x="21" y="102"/>
                </a:cubicBezTo>
                <a:cubicBezTo>
                  <a:pt x="22" y="103"/>
                  <a:pt x="25" y="103"/>
                  <a:pt x="26" y="102"/>
                </a:cubicBezTo>
                <a:cubicBezTo>
                  <a:pt x="36" y="92"/>
                  <a:pt x="36" y="92"/>
                  <a:pt x="36" y="92"/>
                </a:cubicBezTo>
                <a:cubicBezTo>
                  <a:pt x="37" y="90"/>
                  <a:pt x="40" y="90"/>
                  <a:pt x="41" y="91"/>
                </a:cubicBezTo>
                <a:cubicBezTo>
                  <a:pt x="45" y="92"/>
                  <a:pt x="45" y="92"/>
                  <a:pt x="45" y="92"/>
                </a:cubicBezTo>
                <a:cubicBezTo>
                  <a:pt x="47" y="93"/>
                  <a:pt x="48" y="95"/>
                  <a:pt x="48" y="97"/>
                </a:cubicBezTo>
                <a:cubicBezTo>
                  <a:pt x="48" y="111"/>
                  <a:pt x="48" y="111"/>
                  <a:pt x="48" y="111"/>
                </a:cubicBezTo>
                <a:cubicBezTo>
                  <a:pt x="48" y="113"/>
                  <a:pt x="50" y="115"/>
                  <a:pt x="52" y="115"/>
                </a:cubicBezTo>
                <a:cubicBezTo>
                  <a:pt x="63" y="115"/>
                  <a:pt x="63" y="115"/>
                  <a:pt x="63" y="115"/>
                </a:cubicBezTo>
                <a:cubicBezTo>
                  <a:pt x="65" y="115"/>
                  <a:pt x="67" y="113"/>
                  <a:pt x="67" y="111"/>
                </a:cubicBezTo>
                <a:cubicBezTo>
                  <a:pt x="67" y="97"/>
                  <a:pt x="67" y="97"/>
                  <a:pt x="67" y="97"/>
                </a:cubicBezTo>
                <a:cubicBezTo>
                  <a:pt x="67" y="95"/>
                  <a:pt x="68" y="93"/>
                  <a:pt x="70" y="92"/>
                </a:cubicBezTo>
                <a:cubicBezTo>
                  <a:pt x="74" y="91"/>
                  <a:pt x="74" y="91"/>
                  <a:pt x="74" y="91"/>
                </a:cubicBezTo>
                <a:cubicBezTo>
                  <a:pt x="75" y="90"/>
                  <a:pt x="78" y="90"/>
                  <a:pt x="79" y="92"/>
                </a:cubicBezTo>
                <a:cubicBezTo>
                  <a:pt x="89" y="102"/>
                  <a:pt x="89" y="102"/>
                  <a:pt x="89" y="102"/>
                </a:cubicBezTo>
                <a:cubicBezTo>
                  <a:pt x="91" y="103"/>
                  <a:pt x="93" y="103"/>
                  <a:pt x="94" y="102"/>
                </a:cubicBezTo>
                <a:cubicBezTo>
                  <a:pt x="102" y="94"/>
                  <a:pt x="102" y="94"/>
                  <a:pt x="102" y="94"/>
                </a:cubicBezTo>
                <a:cubicBezTo>
                  <a:pt x="104" y="93"/>
                  <a:pt x="104" y="90"/>
                  <a:pt x="102" y="89"/>
                </a:cubicBezTo>
                <a:cubicBezTo>
                  <a:pt x="92" y="79"/>
                  <a:pt x="92" y="79"/>
                  <a:pt x="92" y="79"/>
                </a:cubicBezTo>
                <a:cubicBezTo>
                  <a:pt x="91" y="78"/>
                  <a:pt x="90" y="75"/>
                  <a:pt x="91" y="73"/>
                </a:cubicBezTo>
                <a:cubicBezTo>
                  <a:pt x="93" y="70"/>
                  <a:pt x="93" y="70"/>
                  <a:pt x="93" y="70"/>
                </a:cubicBezTo>
                <a:cubicBezTo>
                  <a:pt x="93" y="68"/>
                  <a:pt x="95" y="66"/>
                  <a:pt x="97" y="66"/>
                </a:cubicBezTo>
                <a:cubicBezTo>
                  <a:pt x="112" y="66"/>
                  <a:pt x="112" y="66"/>
                  <a:pt x="112" y="66"/>
                </a:cubicBezTo>
                <a:cubicBezTo>
                  <a:pt x="113" y="66"/>
                  <a:pt x="115" y="65"/>
                  <a:pt x="115" y="63"/>
                </a:cubicBezTo>
                <a:cubicBezTo>
                  <a:pt x="115" y="52"/>
                  <a:pt x="115" y="52"/>
                  <a:pt x="115" y="52"/>
                </a:cubicBezTo>
                <a:cubicBezTo>
                  <a:pt x="115" y="50"/>
                  <a:pt x="113" y="48"/>
                  <a:pt x="112" y="48"/>
                </a:cubicBezTo>
                <a:close/>
                <a:moveTo>
                  <a:pt x="58" y="79"/>
                </a:moveTo>
                <a:cubicBezTo>
                  <a:pt x="46" y="79"/>
                  <a:pt x="36" y="69"/>
                  <a:pt x="36" y="57"/>
                </a:cubicBezTo>
                <a:cubicBezTo>
                  <a:pt x="36" y="46"/>
                  <a:pt x="46" y="36"/>
                  <a:pt x="58" y="36"/>
                </a:cubicBezTo>
                <a:cubicBezTo>
                  <a:pt x="69" y="36"/>
                  <a:pt x="79" y="46"/>
                  <a:pt x="79" y="57"/>
                </a:cubicBezTo>
                <a:cubicBezTo>
                  <a:pt x="79" y="69"/>
                  <a:pt x="69" y="79"/>
                  <a:pt x="58" y="79"/>
                </a:cubicBezTo>
                <a:close/>
                <a:moveTo>
                  <a:pt x="58" y="48"/>
                </a:moveTo>
                <a:cubicBezTo>
                  <a:pt x="53" y="48"/>
                  <a:pt x="49" y="52"/>
                  <a:pt x="49" y="57"/>
                </a:cubicBezTo>
                <a:cubicBezTo>
                  <a:pt x="49" y="62"/>
                  <a:pt x="53" y="66"/>
                  <a:pt x="58" y="66"/>
                </a:cubicBezTo>
                <a:cubicBezTo>
                  <a:pt x="63" y="66"/>
                  <a:pt x="67" y="62"/>
                  <a:pt x="67" y="57"/>
                </a:cubicBezTo>
                <a:cubicBezTo>
                  <a:pt x="67" y="52"/>
                  <a:pt x="63" y="48"/>
                  <a:pt x="58" y="48"/>
                </a:cubicBezTo>
                <a:close/>
              </a:path>
            </a:pathLst>
          </a:custGeom>
          <a:solidFill>
            <a:schemeClr val="bg2"/>
          </a:solidFill>
          <a:ln>
            <a:noFill/>
          </a:ln>
          <a:effectLst>
            <a:reflection blurRad="6350" stA="50000" endA="300" endPos="81000" dist="1168400" dir="5400000" sy="-100000" algn="bl" rotWithShape="0"/>
          </a:effectLst>
        </p:spPr>
        <p:txBody>
          <a:bodyPr vert="horz" wrap="square" lIns="121920" tIns="60960" rIns="121920" bIns="60960" numCol="1" anchor="t" anchorCtr="0" compatLnSpc="1"/>
          <a:lstStyle/>
          <a:p>
            <a:endParaRPr lang="zh-CN" altLang="en-US" sz="1865">
              <a:solidFill>
                <a:srgbClr val="080808"/>
              </a:solidFill>
              <a:sym typeface="Arial" panose="020B0604020202020204" pitchFamily="34" charset="0"/>
            </a:endParaRPr>
          </a:p>
        </p:txBody>
      </p:sp>
      <p:sp>
        <p:nvSpPr>
          <p:cNvPr id="98" name="任意多边形 97"/>
          <p:cNvSpPr/>
          <p:nvPr/>
        </p:nvSpPr>
        <p:spPr>
          <a:xfrm>
            <a:off x="8862480" y="1821069"/>
            <a:ext cx="419100" cy="1536700"/>
          </a:xfrm>
          <a:custGeom>
            <a:avLst/>
            <a:gdLst>
              <a:gd name="connsiteX0" fmla="*/ 0 w 419100"/>
              <a:gd name="connsiteY0" fmla="*/ 1536700 h 1536700"/>
              <a:gd name="connsiteX1" fmla="*/ 419100 w 419100"/>
              <a:gd name="connsiteY1" fmla="*/ 1295400 h 1536700"/>
              <a:gd name="connsiteX2" fmla="*/ 419100 w 419100"/>
              <a:gd name="connsiteY2" fmla="*/ 0 h 1536700"/>
            </a:gdLst>
            <a:ahLst/>
            <a:cxnLst>
              <a:cxn ang="0">
                <a:pos x="connsiteX0" y="connsiteY0"/>
              </a:cxn>
              <a:cxn ang="0">
                <a:pos x="connsiteX1" y="connsiteY1"/>
              </a:cxn>
              <a:cxn ang="0">
                <a:pos x="connsiteX2" y="connsiteY2"/>
              </a:cxn>
            </a:cxnLst>
            <a:rect l="l" t="t" r="r" b="b"/>
            <a:pathLst>
              <a:path w="419100" h="1536700">
                <a:moveTo>
                  <a:pt x="0" y="1536700"/>
                </a:moveTo>
                <a:lnTo>
                  <a:pt x="419100" y="1295400"/>
                </a:lnTo>
                <a:lnTo>
                  <a:pt x="419100" y="0"/>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endParaRPr>
          </a:p>
        </p:txBody>
      </p:sp>
      <p:grpSp>
        <p:nvGrpSpPr>
          <p:cNvPr id="109" name="组合 108"/>
          <p:cNvGrpSpPr/>
          <p:nvPr/>
        </p:nvGrpSpPr>
        <p:grpSpPr>
          <a:xfrm>
            <a:off x="2707252" y="1838569"/>
            <a:ext cx="1634472" cy="1033620"/>
            <a:chOff x="1451528" y="1638320"/>
            <a:chExt cx="1333686" cy="775215"/>
          </a:xfrm>
        </p:grpSpPr>
        <p:sp>
          <p:nvSpPr>
            <p:cNvPr id="110" name="TextBox 210"/>
            <p:cNvSpPr txBox="1"/>
            <p:nvPr/>
          </p:nvSpPr>
          <p:spPr>
            <a:xfrm>
              <a:off x="1451528" y="1958240"/>
              <a:ext cx="1333686"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单击此处添加文本单击此处添加单击此处添加文本单击此处添</a:t>
              </a:r>
            </a:p>
          </p:txBody>
        </p:sp>
        <p:sp>
          <p:nvSpPr>
            <p:cNvPr id="111"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14" name="组合 113"/>
          <p:cNvGrpSpPr/>
          <p:nvPr/>
        </p:nvGrpSpPr>
        <p:grpSpPr>
          <a:xfrm>
            <a:off x="4504027" y="1838569"/>
            <a:ext cx="1634472" cy="1033620"/>
            <a:chOff x="1451528" y="1638320"/>
            <a:chExt cx="1333686" cy="775215"/>
          </a:xfrm>
        </p:grpSpPr>
        <p:sp>
          <p:nvSpPr>
            <p:cNvPr id="115" name="TextBox 210"/>
            <p:cNvSpPr txBox="1"/>
            <p:nvPr/>
          </p:nvSpPr>
          <p:spPr>
            <a:xfrm>
              <a:off x="1451528" y="1958240"/>
              <a:ext cx="1333686"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单击此处添加文本单击此处添加单击此处添加文本单击此处添</a:t>
              </a:r>
            </a:p>
          </p:txBody>
        </p:sp>
        <p:sp>
          <p:nvSpPr>
            <p:cNvPr id="116"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nvGrpSpPr>
          <p:cNvPr id="117" name="组合 116"/>
          <p:cNvGrpSpPr/>
          <p:nvPr/>
        </p:nvGrpSpPr>
        <p:grpSpPr>
          <a:xfrm>
            <a:off x="6126950" y="1838569"/>
            <a:ext cx="1634472" cy="1033620"/>
            <a:chOff x="1451528" y="1638320"/>
            <a:chExt cx="1333686" cy="775215"/>
          </a:xfrm>
        </p:grpSpPr>
        <p:sp>
          <p:nvSpPr>
            <p:cNvPr id="118" name="TextBox 210"/>
            <p:cNvSpPr txBox="1"/>
            <p:nvPr/>
          </p:nvSpPr>
          <p:spPr>
            <a:xfrm>
              <a:off x="1451528" y="1958240"/>
              <a:ext cx="1333686"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单击此处添加文本单击此处添加单击此处添加文本单击此处添</a:t>
              </a:r>
            </a:p>
          </p:txBody>
        </p:sp>
        <p:sp>
          <p:nvSpPr>
            <p:cNvPr id="119"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20" name="组合 119"/>
          <p:cNvGrpSpPr/>
          <p:nvPr/>
        </p:nvGrpSpPr>
        <p:grpSpPr>
          <a:xfrm>
            <a:off x="7813580" y="1838569"/>
            <a:ext cx="1634472" cy="1033620"/>
            <a:chOff x="1451528" y="1638320"/>
            <a:chExt cx="1333686" cy="775215"/>
          </a:xfrm>
        </p:grpSpPr>
        <p:sp>
          <p:nvSpPr>
            <p:cNvPr id="161" name="TextBox 210"/>
            <p:cNvSpPr txBox="1"/>
            <p:nvPr/>
          </p:nvSpPr>
          <p:spPr>
            <a:xfrm>
              <a:off x="1451528" y="1958240"/>
              <a:ext cx="1333686" cy="455295"/>
            </a:xfrm>
            <a:prstGeom prst="rect">
              <a:avLst/>
            </a:prstGeom>
            <a:noFill/>
          </p:spPr>
          <p:txBody>
            <a:bodyPr wrap="square" lIns="0" tIns="0" rtlCol="0" anchor="t">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单击此处添加文本单击此处添加单击此处添加文本单击此处添</a:t>
              </a:r>
            </a:p>
          </p:txBody>
        </p:sp>
        <p:sp>
          <p:nvSpPr>
            <p:cNvPr id="162" name="TextBox 211"/>
            <p:cNvSpPr txBox="1"/>
            <p:nvPr/>
          </p:nvSpPr>
          <p:spPr>
            <a:xfrm>
              <a:off x="1575484" y="1638320"/>
              <a:ext cx="887061" cy="261461"/>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par>
                                <p:cTn id="10" presetID="53" presetClass="entr" presetSubtype="16" fill="hold" nodeType="with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500" fill="hold"/>
                                        <p:tgtEl>
                                          <p:spTgt spid="51"/>
                                        </p:tgtEl>
                                        <p:attrNameLst>
                                          <p:attrName>ppt_w</p:attrName>
                                        </p:attrNameLst>
                                      </p:cBhvr>
                                      <p:tavLst>
                                        <p:tav tm="0">
                                          <p:val>
                                            <p:fltVal val="0"/>
                                          </p:val>
                                        </p:tav>
                                        <p:tav tm="100000">
                                          <p:val>
                                            <p:strVal val="#ppt_w"/>
                                          </p:val>
                                        </p:tav>
                                      </p:tavLst>
                                    </p:anim>
                                    <p:anim calcmode="lin" valueType="num">
                                      <p:cBhvr>
                                        <p:cTn id="13" dur="500" fill="hold"/>
                                        <p:tgtEl>
                                          <p:spTgt spid="51"/>
                                        </p:tgtEl>
                                        <p:attrNameLst>
                                          <p:attrName>ppt_h</p:attrName>
                                        </p:attrNameLst>
                                      </p:cBhvr>
                                      <p:tavLst>
                                        <p:tav tm="0">
                                          <p:val>
                                            <p:fltVal val="0"/>
                                          </p:val>
                                        </p:tav>
                                        <p:tav tm="100000">
                                          <p:val>
                                            <p:strVal val="#ppt_h"/>
                                          </p:val>
                                        </p:tav>
                                      </p:tavLst>
                                    </p:anim>
                                    <p:animEffect transition="in" filter="fade">
                                      <p:cBhvr>
                                        <p:cTn id="14" dur="500"/>
                                        <p:tgtEl>
                                          <p:spTgt spid="51"/>
                                        </p:tgtEl>
                                      </p:cBhvr>
                                    </p:animEffect>
                                  </p:childTnLst>
                                </p:cTn>
                              </p:par>
                              <p:par>
                                <p:cTn id="15" presetID="53" presetClass="entr" presetSubtype="16"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anim calcmode="lin" valueType="num">
                                      <p:cBhvr>
                                        <p:cTn id="17" dur="500" fill="hold"/>
                                        <p:tgtEl>
                                          <p:spTgt spid="52"/>
                                        </p:tgtEl>
                                        <p:attrNameLst>
                                          <p:attrName>ppt_w</p:attrName>
                                        </p:attrNameLst>
                                      </p:cBhvr>
                                      <p:tavLst>
                                        <p:tav tm="0">
                                          <p:val>
                                            <p:fltVal val="0"/>
                                          </p:val>
                                        </p:tav>
                                        <p:tav tm="100000">
                                          <p:val>
                                            <p:strVal val="#ppt_w"/>
                                          </p:val>
                                        </p:tav>
                                      </p:tavLst>
                                    </p:anim>
                                    <p:anim calcmode="lin" valueType="num">
                                      <p:cBhvr>
                                        <p:cTn id="18" dur="500" fill="hold"/>
                                        <p:tgtEl>
                                          <p:spTgt spid="52"/>
                                        </p:tgtEl>
                                        <p:attrNameLst>
                                          <p:attrName>ppt_h</p:attrName>
                                        </p:attrNameLst>
                                      </p:cBhvr>
                                      <p:tavLst>
                                        <p:tav tm="0">
                                          <p:val>
                                            <p:fltVal val="0"/>
                                          </p:val>
                                        </p:tav>
                                        <p:tav tm="100000">
                                          <p:val>
                                            <p:strVal val="#ppt_h"/>
                                          </p:val>
                                        </p:tav>
                                      </p:tavLst>
                                    </p:anim>
                                    <p:animEffect transition="in" filter="fade">
                                      <p:cBhvr>
                                        <p:cTn id="19" dur="500"/>
                                        <p:tgtEl>
                                          <p:spTgt spid="5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5"/>
                                        </p:tgtEl>
                                        <p:attrNameLst>
                                          <p:attrName>style.visibility</p:attrName>
                                        </p:attrNameLst>
                                      </p:cBhvr>
                                      <p:to>
                                        <p:strVal val="visible"/>
                                      </p:to>
                                    </p:set>
                                    <p:anim calcmode="lin" valueType="num">
                                      <p:cBhvr>
                                        <p:cTn id="22" dur="500" fill="hold"/>
                                        <p:tgtEl>
                                          <p:spTgt spid="65"/>
                                        </p:tgtEl>
                                        <p:attrNameLst>
                                          <p:attrName>ppt_w</p:attrName>
                                        </p:attrNameLst>
                                      </p:cBhvr>
                                      <p:tavLst>
                                        <p:tav tm="0">
                                          <p:val>
                                            <p:fltVal val="0"/>
                                          </p:val>
                                        </p:tav>
                                        <p:tav tm="100000">
                                          <p:val>
                                            <p:strVal val="#ppt_w"/>
                                          </p:val>
                                        </p:tav>
                                      </p:tavLst>
                                    </p:anim>
                                    <p:anim calcmode="lin" valueType="num">
                                      <p:cBhvr>
                                        <p:cTn id="23" dur="500" fill="hold"/>
                                        <p:tgtEl>
                                          <p:spTgt spid="65"/>
                                        </p:tgtEl>
                                        <p:attrNameLst>
                                          <p:attrName>ppt_h</p:attrName>
                                        </p:attrNameLst>
                                      </p:cBhvr>
                                      <p:tavLst>
                                        <p:tav tm="0">
                                          <p:val>
                                            <p:fltVal val="0"/>
                                          </p:val>
                                        </p:tav>
                                        <p:tav tm="100000">
                                          <p:val>
                                            <p:strVal val="#ppt_h"/>
                                          </p:val>
                                        </p:tav>
                                      </p:tavLst>
                                    </p:anim>
                                    <p:animEffect transition="in" filter="fade">
                                      <p:cBhvr>
                                        <p:cTn id="24" dur="500"/>
                                        <p:tgtEl>
                                          <p:spTgt spid="65"/>
                                        </p:tgtEl>
                                      </p:cBhvr>
                                    </p:animEffect>
                                  </p:childTnLst>
                                </p:cTn>
                              </p:par>
                              <p:par>
                                <p:cTn id="25" presetID="53" presetClass="entr" presetSubtype="16" fill="hold" nodeType="withEffect">
                                  <p:stCondLst>
                                    <p:cond delay="0"/>
                                  </p:stCondLst>
                                  <p:childTnLst>
                                    <p:set>
                                      <p:cBhvr>
                                        <p:cTn id="26" dur="1" fill="hold">
                                          <p:stCondLst>
                                            <p:cond delay="0"/>
                                          </p:stCondLst>
                                        </p:cTn>
                                        <p:tgtEl>
                                          <p:spTgt spid="67"/>
                                        </p:tgtEl>
                                        <p:attrNameLst>
                                          <p:attrName>style.visibility</p:attrName>
                                        </p:attrNameLst>
                                      </p:cBhvr>
                                      <p:to>
                                        <p:strVal val="visible"/>
                                      </p:to>
                                    </p:set>
                                    <p:anim calcmode="lin" valueType="num">
                                      <p:cBhvr>
                                        <p:cTn id="27" dur="500" fill="hold"/>
                                        <p:tgtEl>
                                          <p:spTgt spid="67"/>
                                        </p:tgtEl>
                                        <p:attrNameLst>
                                          <p:attrName>ppt_w</p:attrName>
                                        </p:attrNameLst>
                                      </p:cBhvr>
                                      <p:tavLst>
                                        <p:tav tm="0">
                                          <p:val>
                                            <p:fltVal val="0"/>
                                          </p:val>
                                        </p:tav>
                                        <p:tav tm="100000">
                                          <p:val>
                                            <p:strVal val="#ppt_w"/>
                                          </p:val>
                                        </p:tav>
                                      </p:tavLst>
                                    </p:anim>
                                    <p:anim calcmode="lin" valueType="num">
                                      <p:cBhvr>
                                        <p:cTn id="28" dur="500" fill="hold"/>
                                        <p:tgtEl>
                                          <p:spTgt spid="67"/>
                                        </p:tgtEl>
                                        <p:attrNameLst>
                                          <p:attrName>ppt_h</p:attrName>
                                        </p:attrNameLst>
                                      </p:cBhvr>
                                      <p:tavLst>
                                        <p:tav tm="0">
                                          <p:val>
                                            <p:fltVal val="0"/>
                                          </p:val>
                                        </p:tav>
                                        <p:tav tm="100000">
                                          <p:val>
                                            <p:strVal val="#ppt_h"/>
                                          </p:val>
                                        </p:tav>
                                      </p:tavLst>
                                    </p:anim>
                                    <p:animEffect transition="in" filter="fade">
                                      <p:cBhvr>
                                        <p:cTn id="29" dur="500"/>
                                        <p:tgtEl>
                                          <p:spTgt spid="67"/>
                                        </p:tgtEl>
                                      </p:cBhvr>
                                    </p:animEffect>
                                  </p:childTnLst>
                                </p:cTn>
                              </p:par>
                              <p:par>
                                <p:cTn id="30" presetID="53" presetClass="entr" presetSubtype="16" fill="hold" nodeType="withEffect">
                                  <p:stCondLst>
                                    <p:cond delay="0"/>
                                  </p:stCondLst>
                                  <p:childTnLst>
                                    <p:set>
                                      <p:cBhvr>
                                        <p:cTn id="31" dur="1" fill="hold">
                                          <p:stCondLst>
                                            <p:cond delay="0"/>
                                          </p:stCondLst>
                                        </p:cTn>
                                        <p:tgtEl>
                                          <p:spTgt spid="68"/>
                                        </p:tgtEl>
                                        <p:attrNameLst>
                                          <p:attrName>style.visibility</p:attrName>
                                        </p:attrNameLst>
                                      </p:cBhvr>
                                      <p:to>
                                        <p:strVal val="visible"/>
                                      </p:to>
                                    </p:set>
                                    <p:anim calcmode="lin" valueType="num">
                                      <p:cBhvr>
                                        <p:cTn id="32" dur="500" fill="hold"/>
                                        <p:tgtEl>
                                          <p:spTgt spid="68"/>
                                        </p:tgtEl>
                                        <p:attrNameLst>
                                          <p:attrName>ppt_w</p:attrName>
                                        </p:attrNameLst>
                                      </p:cBhvr>
                                      <p:tavLst>
                                        <p:tav tm="0">
                                          <p:val>
                                            <p:fltVal val="0"/>
                                          </p:val>
                                        </p:tav>
                                        <p:tav tm="100000">
                                          <p:val>
                                            <p:strVal val="#ppt_w"/>
                                          </p:val>
                                        </p:tav>
                                      </p:tavLst>
                                    </p:anim>
                                    <p:anim calcmode="lin" valueType="num">
                                      <p:cBhvr>
                                        <p:cTn id="33" dur="500" fill="hold"/>
                                        <p:tgtEl>
                                          <p:spTgt spid="68"/>
                                        </p:tgtEl>
                                        <p:attrNameLst>
                                          <p:attrName>ppt_h</p:attrName>
                                        </p:attrNameLst>
                                      </p:cBhvr>
                                      <p:tavLst>
                                        <p:tav tm="0">
                                          <p:val>
                                            <p:fltVal val="0"/>
                                          </p:val>
                                        </p:tav>
                                        <p:tav tm="100000">
                                          <p:val>
                                            <p:strVal val="#ppt_h"/>
                                          </p:val>
                                        </p:tav>
                                      </p:tavLst>
                                    </p:anim>
                                    <p:animEffect transition="in" filter="fade">
                                      <p:cBhvr>
                                        <p:cTn id="34" dur="500"/>
                                        <p:tgtEl>
                                          <p:spTgt spid="6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2"/>
                                        </p:tgtEl>
                                        <p:attrNameLst>
                                          <p:attrName>style.visibility</p:attrName>
                                        </p:attrNameLst>
                                      </p:cBhvr>
                                      <p:to>
                                        <p:strVal val="visible"/>
                                      </p:to>
                                    </p:set>
                                    <p:anim calcmode="lin" valueType="num">
                                      <p:cBhvr>
                                        <p:cTn id="37" dur="500" fill="hold"/>
                                        <p:tgtEl>
                                          <p:spTgt spid="82"/>
                                        </p:tgtEl>
                                        <p:attrNameLst>
                                          <p:attrName>ppt_w</p:attrName>
                                        </p:attrNameLst>
                                      </p:cBhvr>
                                      <p:tavLst>
                                        <p:tav tm="0">
                                          <p:val>
                                            <p:fltVal val="0"/>
                                          </p:val>
                                        </p:tav>
                                        <p:tav tm="100000">
                                          <p:val>
                                            <p:strVal val="#ppt_w"/>
                                          </p:val>
                                        </p:tav>
                                      </p:tavLst>
                                    </p:anim>
                                    <p:anim calcmode="lin" valueType="num">
                                      <p:cBhvr>
                                        <p:cTn id="38" dur="500" fill="hold"/>
                                        <p:tgtEl>
                                          <p:spTgt spid="82"/>
                                        </p:tgtEl>
                                        <p:attrNameLst>
                                          <p:attrName>ppt_h</p:attrName>
                                        </p:attrNameLst>
                                      </p:cBhvr>
                                      <p:tavLst>
                                        <p:tav tm="0">
                                          <p:val>
                                            <p:fltVal val="0"/>
                                          </p:val>
                                        </p:tav>
                                        <p:tav tm="100000">
                                          <p:val>
                                            <p:strVal val="#ppt_h"/>
                                          </p:val>
                                        </p:tav>
                                      </p:tavLst>
                                    </p:anim>
                                    <p:animEffect transition="in" filter="fade">
                                      <p:cBhvr>
                                        <p:cTn id="39" dur="500"/>
                                        <p:tgtEl>
                                          <p:spTgt spid="82"/>
                                        </p:tgtEl>
                                      </p:cBhvr>
                                    </p:animEffect>
                                  </p:childTnLst>
                                </p:cTn>
                              </p:par>
                              <p:par>
                                <p:cTn id="40" presetID="53" presetClass="entr" presetSubtype="16" fill="hold" nodeType="withEffect">
                                  <p:stCondLst>
                                    <p:cond delay="0"/>
                                  </p:stCondLst>
                                  <p:childTnLst>
                                    <p:set>
                                      <p:cBhvr>
                                        <p:cTn id="41" dur="1" fill="hold">
                                          <p:stCondLst>
                                            <p:cond delay="0"/>
                                          </p:stCondLst>
                                        </p:cTn>
                                        <p:tgtEl>
                                          <p:spTgt spid="83"/>
                                        </p:tgtEl>
                                        <p:attrNameLst>
                                          <p:attrName>style.visibility</p:attrName>
                                        </p:attrNameLst>
                                      </p:cBhvr>
                                      <p:to>
                                        <p:strVal val="visible"/>
                                      </p:to>
                                    </p:set>
                                    <p:anim calcmode="lin" valueType="num">
                                      <p:cBhvr>
                                        <p:cTn id="42" dur="500" fill="hold"/>
                                        <p:tgtEl>
                                          <p:spTgt spid="83"/>
                                        </p:tgtEl>
                                        <p:attrNameLst>
                                          <p:attrName>ppt_w</p:attrName>
                                        </p:attrNameLst>
                                      </p:cBhvr>
                                      <p:tavLst>
                                        <p:tav tm="0">
                                          <p:val>
                                            <p:fltVal val="0"/>
                                          </p:val>
                                        </p:tav>
                                        <p:tav tm="100000">
                                          <p:val>
                                            <p:strVal val="#ppt_w"/>
                                          </p:val>
                                        </p:tav>
                                      </p:tavLst>
                                    </p:anim>
                                    <p:anim calcmode="lin" valueType="num">
                                      <p:cBhvr>
                                        <p:cTn id="43" dur="500" fill="hold"/>
                                        <p:tgtEl>
                                          <p:spTgt spid="83"/>
                                        </p:tgtEl>
                                        <p:attrNameLst>
                                          <p:attrName>ppt_h</p:attrName>
                                        </p:attrNameLst>
                                      </p:cBhvr>
                                      <p:tavLst>
                                        <p:tav tm="0">
                                          <p:val>
                                            <p:fltVal val="0"/>
                                          </p:val>
                                        </p:tav>
                                        <p:tav tm="100000">
                                          <p:val>
                                            <p:strVal val="#ppt_h"/>
                                          </p:val>
                                        </p:tav>
                                      </p:tavLst>
                                    </p:anim>
                                    <p:animEffect transition="in" filter="fade">
                                      <p:cBhvr>
                                        <p:cTn id="44" dur="500"/>
                                        <p:tgtEl>
                                          <p:spTgt spid="83"/>
                                        </p:tgtEl>
                                      </p:cBhvr>
                                    </p:animEffect>
                                  </p:childTnLst>
                                </p:cTn>
                              </p:par>
                              <p:par>
                                <p:cTn id="45" presetID="53" presetClass="entr" presetSubtype="16" fill="hold" nodeType="withEffect">
                                  <p:stCondLst>
                                    <p:cond delay="0"/>
                                  </p:stCondLst>
                                  <p:childTnLst>
                                    <p:set>
                                      <p:cBhvr>
                                        <p:cTn id="46" dur="1" fill="hold">
                                          <p:stCondLst>
                                            <p:cond delay="0"/>
                                          </p:stCondLst>
                                        </p:cTn>
                                        <p:tgtEl>
                                          <p:spTgt spid="84"/>
                                        </p:tgtEl>
                                        <p:attrNameLst>
                                          <p:attrName>style.visibility</p:attrName>
                                        </p:attrNameLst>
                                      </p:cBhvr>
                                      <p:to>
                                        <p:strVal val="visible"/>
                                      </p:to>
                                    </p:set>
                                    <p:anim calcmode="lin" valueType="num">
                                      <p:cBhvr>
                                        <p:cTn id="47" dur="500" fill="hold"/>
                                        <p:tgtEl>
                                          <p:spTgt spid="84"/>
                                        </p:tgtEl>
                                        <p:attrNameLst>
                                          <p:attrName>ppt_w</p:attrName>
                                        </p:attrNameLst>
                                      </p:cBhvr>
                                      <p:tavLst>
                                        <p:tav tm="0">
                                          <p:val>
                                            <p:fltVal val="0"/>
                                          </p:val>
                                        </p:tav>
                                        <p:tav tm="100000">
                                          <p:val>
                                            <p:strVal val="#ppt_w"/>
                                          </p:val>
                                        </p:tav>
                                      </p:tavLst>
                                    </p:anim>
                                    <p:anim calcmode="lin" valueType="num">
                                      <p:cBhvr>
                                        <p:cTn id="48" dur="500" fill="hold"/>
                                        <p:tgtEl>
                                          <p:spTgt spid="84"/>
                                        </p:tgtEl>
                                        <p:attrNameLst>
                                          <p:attrName>ppt_h</p:attrName>
                                        </p:attrNameLst>
                                      </p:cBhvr>
                                      <p:tavLst>
                                        <p:tav tm="0">
                                          <p:val>
                                            <p:fltVal val="0"/>
                                          </p:val>
                                        </p:tav>
                                        <p:tav tm="100000">
                                          <p:val>
                                            <p:strVal val="#ppt_h"/>
                                          </p:val>
                                        </p:tav>
                                      </p:tavLst>
                                    </p:anim>
                                    <p:animEffect transition="in" filter="fade">
                                      <p:cBhvr>
                                        <p:cTn id="49" dur="500"/>
                                        <p:tgtEl>
                                          <p:spTgt spid="8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95"/>
                                        </p:tgtEl>
                                        <p:attrNameLst>
                                          <p:attrName>style.visibility</p:attrName>
                                        </p:attrNameLst>
                                      </p:cBhvr>
                                      <p:to>
                                        <p:strVal val="visible"/>
                                      </p:to>
                                    </p:set>
                                    <p:anim calcmode="lin" valueType="num">
                                      <p:cBhvr>
                                        <p:cTn id="52" dur="500" fill="hold"/>
                                        <p:tgtEl>
                                          <p:spTgt spid="95"/>
                                        </p:tgtEl>
                                        <p:attrNameLst>
                                          <p:attrName>ppt_w</p:attrName>
                                        </p:attrNameLst>
                                      </p:cBhvr>
                                      <p:tavLst>
                                        <p:tav tm="0">
                                          <p:val>
                                            <p:fltVal val="0"/>
                                          </p:val>
                                        </p:tav>
                                        <p:tav tm="100000">
                                          <p:val>
                                            <p:strVal val="#ppt_w"/>
                                          </p:val>
                                        </p:tav>
                                      </p:tavLst>
                                    </p:anim>
                                    <p:anim calcmode="lin" valueType="num">
                                      <p:cBhvr>
                                        <p:cTn id="53" dur="500" fill="hold"/>
                                        <p:tgtEl>
                                          <p:spTgt spid="95"/>
                                        </p:tgtEl>
                                        <p:attrNameLst>
                                          <p:attrName>ppt_h</p:attrName>
                                        </p:attrNameLst>
                                      </p:cBhvr>
                                      <p:tavLst>
                                        <p:tav tm="0">
                                          <p:val>
                                            <p:fltVal val="0"/>
                                          </p:val>
                                        </p:tav>
                                        <p:tav tm="100000">
                                          <p:val>
                                            <p:strVal val="#ppt_h"/>
                                          </p:val>
                                        </p:tav>
                                      </p:tavLst>
                                    </p:anim>
                                    <p:animEffect transition="in" filter="fade">
                                      <p:cBhvr>
                                        <p:cTn id="54" dur="500"/>
                                        <p:tgtEl>
                                          <p:spTgt spid="95"/>
                                        </p:tgtEl>
                                      </p:cBhvr>
                                    </p:animEffect>
                                  </p:childTnLst>
                                </p:cTn>
                              </p:par>
                              <p:par>
                                <p:cTn id="55" presetID="53" presetClass="entr" presetSubtype="16" fill="hold" nodeType="withEffect">
                                  <p:stCondLst>
                                    <p:cond delay="0"/>
                                  </p:stCondLst>
                                  <p:childTnLst>
                                    <p:set>
                                      <p:cBhvr>
                                        <p:cTn id="56" dur="1" fill="hold">
                                          <p:stCondLst>
                                            <p:cond delay="0"/>
                                          </p:stCondLst>
                                        </p:cTn>
                                        <p:tgtEl>
                                          <p:spTgt spid="96"/>
                                        </p:tgtEl>
                                        <p:attrNameLst>
                                          <p:attrName>style.visibility</p:attrName>
                                        </p:attrNameLst>
                                      </p:cBhvr>
                                      <p:to>
                                        <p:strVal val="visible"/>
                                      </p:to>
                                    </p:set>
                                    <p:anim calcmode="lin" valueType="num">
                                      <p:cBhvr>
                                        <p:cTn id="57" dur="500" fill="hold"/>
                                        <p:tgtEl>
                                          <p:spTgt spid="96"/>
                                        </p:tgtEl>
                                        <p:attrNameLst>
                                          <p:attrName>ppt_w</p:attrName>
                                        </p:attrNameLst>
                                      </p:cBhvr>
                                      <p:tavLst>
                                        <p:tav tm="0">
                                          <p:val>
                                            <p:fltVal val="0"/>
                                          </p:val>
                                        </p:tav>
                                        <p:tav tm="100000">
                                          <p:val>
                                            <p:strVal val="#ppt_w"/>
                                          </p:val>
                                        </p:tav>
                                      </p:tavLst>
                                    </p:anim>
                                    <p:anim calcmode="lin" valueType="num">
                                      <p:cBhvr>
                                        <p:cTn id="58" dur="500" fill="hold"/>
                                        <p:tgtEl>
                                          <p:spTgt spid="96"/>
                                        </p:tgtEl>
                                        <p:attrNameLst>
                                          <p:attrName>ppt_h</p:attrName>
                                        </p:attrNameLst>
                                      </p:cBhvr>
                                      <p:tavLst>
                                        <p:tav tm="0">
                                          <p:val>
                                            <p:fltVal val="0"/>
                                          </p:val>
                                        </p:tav>
                                        <p:tav tm="100000">
                                          <p:val>
                                            <p:strVal val="#ppt_h"/>
                                          </p:val>
                                        </p:tav>
                                      </p:tavLst>
                                    </p:anim>
                                    <p:animEffect transition="in" filter="fade">
                                      <p:cBhvr>
                                        <p:cTn id="59" dur="500"/>
                                        <p:tgtEl>
                                          <p:spTgt spid="9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97"/>
                                        </p:tgtEl>
                                        <p:attrNameLst>
                                          <p:attrName>style.visibility</p:attrName>
                                        </p:attrNameLst>
                                      </p:cBhvr>
                                      <p:to>
                                        <p:strVal val="visible"/>
                                      </p:to>
                                    </p:set>
                                    <p:anim calcmode="lin" valueType="num">
                                      <p:cBhvr>
                                        <p:cTn id="62" dur="500" fill="hold"/>
                                        <p:tgtEl>
                                          <p:spTgt spid="97"/>
                                        </p:tgtEl>
                                        <p:attrNameLst>
                                          <p:attrName>ppt_w</p:attrName>
                                        </p:attrNameLst>
                                      </p:cBhvr>
                                      <p:tavLst>
                                        <p:tav tm="0">
                                          <p:val>
                                            <p:fltVal val="0"/>
                                          </p:val>
                                        </p:tav>
                                        <p:tav tm="100000">
                                          <p:val>
                                            <p:strVal val="#ppt_w"/>
                                          </p:val>
                                        </p:tav>
                                      </p:tavLst>
                                    </p:anim>
                                    <p:anim calcmode="lin" valueType="num">
                                      <p:cBhvr>
                                        <p:cTn id="63" dur="500" fill="hold"/>
                                        <p:tgtEl>
                                          <p:spTgt spid="97"/>
                                        </p:tgtEl>
                                        <p:attrNameLst>
                                          <p:attrName>ppt_h</p:attrName>
                                        </p:attrNameLst>
                                      </p:cBhvr>
                                      <p:tavLst>
                                        <p:tav tm="0">
                                          <p:val>
                                            <p:fltVal val="0"/>
                                          </p:val>
                                        </p:tav>
                                        <p:tav tm="100000">
                                          <p:val>
                                            <p:strVal val="#ppt_h"/>
                                          </p:val>
                                        </p:tav>
                                      </p:tavLst>
                                    </p:anim>
                                    <p:animEffect transition="in" filter="fade">
                                      <p:cBhvr>
                                        <p:cTn id="64" dur="500"/>
                                        <p:tgtEl>
                                          <p:spTgt spid="97"/>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anim calcmode="lin" valueType="num">
                                      <p:cBhvr>
                                        <p:cTn id="70" dur="500" fill="hold"/>
                                        <p:tgtEl>
                                          <p:spTgt spid="53"/>
                                        </p:tgtEl>
                                        <p:attrNameLst>
                                          <p:attrName>ppt_x</p:attrName>
                                        </p:attrNameLst>
                                      </p:cBhvr>
                                      <p:tavLst>
                                        <p:tav tm="0">
                                          <p:val>
                                            <p:strVal val="#ppt_x"/>
                                          </p:val>
                                        </p:tav>
                                        <p:tav tm="100000">
                                          <p:val>
                                            <p:strVal val="#ppt_x"/>
                                          </p:val>
                                        </p:tav>
                                      </p:tavLst>
                                    </p:anim>
                                    <p:anim calcmode="lin" valueType="num">
                                      <p:cBhvr>
                                        <p:cTn id="71" dur="500" fill="hold"/>
                                        <p:tgtEl>
                                          <p:spTgt spid="53"/>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fade">
                                      <p:cBhvr>
                                        <p:cTn id="74" dur="500"/>
                                        <p:tgtEl>
                                          <p:spTgt spid="69"/>
                                        </p:tgtEl>
                                      </p:cBhvr>
                                    </p:animEffect>
                                    <p:anim calcmode="lin" valueType="num">
                                      <p:cBhvr>
                                        <p:cTn id="75" dur="500" fill="hold"/>
                                        <p:tgtEl>
                                          <p:spTgt spid="69"/>
                                        </p:tgtEl>
                                        <p:attrNameLst>
                                          <p:attrName>ppt_x</p:attrName>
                                        </p:attrNameLst>
                                      </p:cBhvr>
                                      <p:tavLst>
                                        <p:tav tm="0">
                                          <p:val>
                                            <p:strVal val="#ppt_x"/>
                                          </p:val>
                                        </p:tav>
                                        <p:tav tm="100000">
                                          <p:val>
                                            <p:strVal val="#ppt_x"/>
                                          </p:val>
                                        </p:tav>
                                      </p:tavLst>
                                    </p:anim>
                                    <p:anim calcmode="lin" valueType="num">
                                      <p:cBhvr>
                                        <p:cTn id="76" dur="500" fill="hold"/>
                                        <p:tgtEl>
                                          <p:spTgt spid="69"/>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85"/>
                                        </p:tgtEl>
                                        <p:attrNameLst>
                                          <p:attrName>style.visibility</p:attrName>
                                        </p:attrNameLst>
                                      </p:cBhvr>
                                      <p:to>
                                        <p:strVal val="visible"/>
                                      </p:to>
                                    </p:set>
                                    <p:animEffect transition="in" filter="fade">
                                      <p:cBhvr>
                                        <p:cTn id="79" dur="500"/>
                                        <p:tgtEl>
                                          <p:spTgt spid="85"/>
                                        </p:tgtEl>
                                      </p:cBhvr>
                                    </p:animEffect>
                                    <p:anim calcmode="lin" valueType="num">
                                      <p:cBhvr>
                                        <p:cTn id="80" dur="500" fill="hold"/>
                                        <p:tgtEl>
                                          <p:spTgt spid="85"/>
                                        </p:tgtEl>
                                        <p:attrNameLst>
                                          <p:attrName>ppt_x</p:attrName>
                                        </p:attrNameLst>
                                      </p:cBhvr>
                                      <p:tavLst>
                                        <p:tav tm="0">
                                          <p:val>
                                            <p:strVal val="#ppt_x"/>
                                          </p:val>
                                        </p:tav>
                                        <p:tav tm="100000">
                                          <p:val>
                                            <p:strVal val="#ppt_x"/>
                                          </p:val>
                                        </p:tav>
                                      </p:tavLst>
                                    </p:anim>
                                    <p:anim calcmode="lin" valueType="num">
                                      <p:cBhvr>
                                        <p:cTn id="81" dur="500" fill="hold"/>
                                        <p:tgtEl>
                                          <p:spTgt spid="8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98"/>
                                        </p:tgtEl>
                                        <p:attrNameLst>
                                          <p:attrName>style.visibility</p:attrName>
                                        </p:attrNameLst>
                                      </p:cBhvr>
                                      <p:to>
                                        <p:strVal val="visible"/>
                                      </p:to>
                                    </p:set>
                                    <p:animEffect transition="in" filter="fade">
                                      <p:cBhvr>
                                        <p:cTn id="84" dur="500"/>
                                        <p:tgtEl>
                                          <p:spTgt spid="98"/>
                                        </p:tgtEl>
                                      </p:cBhvr>
                                    </p:animEffect>
                                    <p:anim calcmode="lin" valueType="num">
                                      <p:cBhvr>
                                        <p:cTn id="85" dur="500" fill="hold"/>
                                        <p:tgtEl>
                                          <p:spTgt spid="98"/>
                                        </p:tgtEl>
                                        <p:attrNameLst>
                                          <p:attrName>ppt_x</p:attrName>
                                        </p:attrNameLst>
                                      </p:cBhvr>
                                      <p:tavLst>
                                        <p:tav tm="0">
                                          <p:val>
                                            <p:strVal val="#ppt_x"/>
                                          </p:val>
                                        </p:tav>
                                        <p:tav tm="100000">
                                          <p:val>
                                            <p:strVal val="#ppt_x"/>
                                          </p:val>
                                        </p:tav>
                                      </p:tavLst>
                                    </p:anim>
                                    <p:anim calcmode="lin" valueType="num">
                                      <p:cBhvr>
                                        <p:cTn id="86" dur="500" fill="hold"/>
                                        <p:tgtEl>
                                          <p:spTgt spid="98"/>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109"/>
                                        </p:tgtEl>
                                        <p:attrNameLst>
                                          <p:attrName>style.visibility</p:attrName>
                                        </p:attrNameLst>
                                      </p:cBhvr>
                                      <p:to>
                                        <p:strVal val="visible"/>
                                      </p:to>
                                    </p:set>
                                    <p:animEffect transition="in" filter="fade">
                                      <p:cBhvr>
                                        <p:cTn id="89" dur="500"/>
                                        <p:tgtEl>
                                          <p:spTgt spid="109"/>
                                        </p:tgtEl>
                                      </p:cBhvr>
                                    </p:animEffect>
                                    <p:anim calcmode="lin" valueType="num">
                                      <p:cBhvr>
                                        <p:cTn id="90" dur="500" fill="hold"/>
                                        <p:tgtEl>
                                          <p:spTgt spid="109"/>
                                        </p:tgtEl>
                                        <p:attrNameLst>
                                          <p:attrName>ppt_x</p:attrName>
                                        </p:attrNameLst>
                                      </p:cBhvr>
                                      <p:tavLst>
                                        <p:tav tm="0">
                                          <p:val>
                                            <p:strVal val="#ppt_x"/>
                                          </p:val>
                                        </p:tav>
                                        <p:tav tm="100000">
                                          <p:val>
                                            <p:strVal val="#ppt_x"/>
                                          </p:val>
                                        </p:tav>
                                      </p:tavLst>
                                    </p:anim>
                                    <p:anim calcmode="lin" valueType="num">
                                      <p:cBhvr>
                                        <p:cTn id="91" dur="500" fill="hold"/>
                                        <p:tgtEl>
                                          <p:spTgt spid="109"/>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114"/>
                                        </p:tgtEl>
                                        <p:attrNameLst>
                                          <p:attrName>style.visibility</p:attrName>
                                        </p:attrNameLst>
                                      </p:cBhvr>
                                      <p:to>
                                        <p:strVal val="visible"/>
                                      </p:to>
                                    </p:set>
                                    <p:animEffect transition="in" filter="fade">
                                      <p:cBhvr>
                                        <p:cTn id="94" dur="500"/>
                                        <p:tgtEl>
                                          <p:spTgt spid="114"/>
                                        </p:tgtEl>
                                      </p:cBhvr>
                                    </p:animEffect>
                                    <p:anim calcmode="lin" valueType="num">
                                      <p:cBhvr>
                                        <p:cTn id="95" dur="500" fill="hold"/>
                                        <p:tgtEl>
                                          <p:spTgt spid="114"/>
                                        </p:tgtEl>
                                        <p:attrNameLst>
                                          <p:attrName>ppt_x</p:attrName>
                                        </p:attrNameLst>
                                      </p:cBhvr>
                                      <p:tavLst>
                                        <p:tav tm="0">
                                          <p:val>
                                            <p:strVal val="#ppt_x"/>
                                          </p:val>
                                        </p:tav>
                                        <p:tav tm="100000">
                                          <p:val>
                                            <p:strVal val="#ppt_x"/>
                                          </p:val>
                                        </p:tav>
                                      </p:tavLst>
                                    </p:anim>
                                    <p:anim calcmode="lin" valueType="num">
                                      <p:cBhvr>
                                        <p:cTn id="96" dur="500" fill="hold"/>
                                        <p:tgtEl>
                                          <p:spTgt spid="114"/>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117"/>
                                        </p:tgtEl>
                                        <p:attrNameLst>
                                          <p:attrName>style.visibility</p:attrName>
                                        </p:attrNameLst>
                                      </p:cBhvr>
                                      <p:to>
                                        <p:strVal val="visible"/>
                                      </p:to>
                                    </p:set>
                                    <p:animEffect transition="in" filter="fade">
                                      <p:cBhvr>
                                        <p:cTn id="99" dur="500"/>
                                        <p:tgtEl>
                                          <p:spTgt spid="117"/>
                                        </p:tgtEl>
                                      </p:cBhvr>
                                    </p:animEffect>
                                    <p:anim calcmode="lin" valueType="num">
                                      <p:cBhvr>
                                        <p:cTn id="100" dur="500" fill="hold"/>
                                        <p:tgtEl>
                                          <p:spTgt spid="117"/>
                                        </p:tgtEl>
                                        <p:attrNameLst>
                                          <p:attrName>ppt_x</p:attrName>
                                        </p:attrNameLst>
                                      </p:cBhvr>
                                      <p:tavLst>
                                        <p:tav tm="0">
                                          <p:val>
                                            <p:strVal val="#ppt_x"/>
                                          </p:val>
                                        </p:tav>
                                        <p:tav tm="100000">
                                          <p:val>
                                            <p:strVal val="#ppt_x"/>
                                          </p:val>
                                        </p:tav>
                                      </p:tavLst>
                                    </p:anim>
                                    <p:anim calcmode="lin" valueType="num">
                                      <p:cBhvr>
                                        <p:cTn id="101" dur="500" fill="hold"/>
                                        <p:tgtEl>
                                          <p:spTgt spid="117"/>
                                        </p:tgtEl>
                                        <p:attrNameLst>
                                          <p:attrName>ppt_y</p:attrName>
                                        </p:attrNameLst>
                                      </p:cBhvr>
                                      <p:tavLst>
                                        <p:tav tm="0">
                                          <p:val>
                                            <p:strVal val="#ppt_y+.1"/>
                                          </p:val>
                                        </p:tav>
                                        <p:tav tm="100000">
                                          <p:val>
                                            <p:strVal val="#ppt_y"/>
                                          </p:val>
                                        </p:tav>
                                      </p:tavLst>
                                    </p:anim>
                                  </p:childTnLst>
                                </p:cTn>
                              </p:par>
                              <p:par>
                                <p:cTn id="102" presetID="42" presetClass="entr" presetSubtype="0" fill="hold" nodeType="withEffect">
                                  <p:stCondLst>
                                    <p:cond delay="0"/>
                                  </p:stCondLst>
                                  <p:childTnLst>
                                    <p:set>
                                      <p:cBhvr>
                                        <p:cTn id="103" dur="1" fill="hold">
                                          <p:stCondLst>
                                            <p:cond delay="0"/>
                                          </p:stCondLst>
                                        </p:cTn>
                                        <p:tgtEl>
                                          <p:spTgt spid="120"/>
                                        </p:tgtEl>
                                        <p:attrNameLst>
                                          <p:attrName>style.visibility</p:attrName>
                                        </p:attrNameLst>
                                      </p:cBhvr>
                                      <p:to>
                                        <p:strVal val="visible"/>
                                      </p:to>
                                    </p:set>
                                    <p:animEffect transition="in" filter="fade">
                                      <p:cBhvr>
                                        <p:cTn id="104" dur="500"/>
                                        <p:tgtEl>
                                          <p:spTgt spid="120"/>
                                        </p:tgtEl>
                                      </p:cBhvr>
                                    </p:animEffect>
                                    <p:anim calcmode="lin" valueType="num">
                                      <p:cBhvr>
                                        <p:cTn id="105" dur="500" fill="hold"/>
                                        <p:tgtEl>
                                          <p:spTgt spid="120"/>
                                        </p:tgtEl>
                                        <p:attrNameLst>
                                          <p:attrName>ppt_x</p:attrName>
                                        </p:attrNameLst>
                                      </p:cBhvr>
                                      <p:tavLst>
                                        <p:tav tm="0">
                                          <p:val>
                                            <p:strVal val="#ppt_x"/>
                                          </p:val>
                                        </p:tav>
                                        <p:tav tm="100000">
                                          <p:val>
                                            <p:strVal val="#ppt_x"/>
                                          </p:val>
                                        </p:tav>
                                      </p:tavLst>
                                    </p:anim>
                                    <p:anim calcmode="lin" valueType="num">
                                      <p:cBhvr>
                                        <p:cTn id="106" dur="500" fill="hold"/>
                                        <p:tgtEl>
                                          <p:spTgt spid="1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53" grpId="0" bldLvl="0" animBg="1"/>
      <p:bldP spid="65" grpId="0" bldLvl="0" animBg="1"/>
      <p:bldP spid="69" grpId="0" bldLvl="0" animBg="1"/>
      <p:bldP spid="82" grpId="0" bldLvl="0" animBg="1"/>
      <p:bldP spid="85" grpId="0" bldLvl="0" animBg="1"/>
      <p:bldP spid="95" grpId="0" bldLvl="0" animBg="1"/>
      <p:bldP spid="97" grpId="0" bldLvl="0" animBg="1"/>
      <p:bldP spid="98"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6" name="组合 155"/>
          <p:cNvGrpSpPr/>
          <p:nvPr/>
        </p:nvGrpSpPr>
        <p:grpSpPr>
          <a:xfrm>
            <a:off x="4568170" y="1337644"/>
            <a:ext cx="2881205" cy="2368645"/>
            <a:chOff x="1729502" y="1220490"/>
            <a:chExt cx="1283815" cy="1055428"/>
          </a:xfrm>
        </p:grpSpPr>
        <p:sp>
          <p:nvSpPr>
            <p:cNvPr id="157" name="六边形 156"/>
            <p:cNvSpPr/>
            <p:nvPr/>
          </p:nvSpPr>
          <p:spPr>
            <a:xfrm>
              <a:off x="1729502" y="1220490"/>
              <a:ext cx="1224296" cy="1055428"/>
            </a:xfrm>
            <a:prstGeom prst="hexagon">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622300" dist="317500" dir="2400000" algn="tl" rotWithShape="0">
                <a:srgbClr val="69696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58" name="六边形 157"/>
            <p:cNvSpPr/>
            <p:nvPr/>
          </p:nvSpPr>
          <p:spPr>
            <a:xfrm>
              <a:off x="1729502" y="1220490"/>
              <a:ext cx="1224296" cy="1055428"/>
            </a:xfrm>
            <a:prstGeom prst="hexagon">
              <a:avLst/>
            </a:prstGeom>
            <a:gradFill>
              <a:gsLst>
                <a:gs pos="64000">
                  <a:srgbClr val="F3F3F3"/>
                </a:gs>
                <a:gs pos="32000">
                  <a:srgbClr val="DEDEDE"/>
                </a:gs>
                <a:gs pos="0">
                  <a:srgbClr val="CBCBCB"/>
                </a:gs>
                <a:gs pos="100000">
                  <a:srgbClr val="F9F9F9"/>
                </a:gs>
              </a:gsLst>
              <a:lin ang="2700000" scaled="1"/>
            </a:gradFill>
            <a:ln w="19050">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935">
                <a:solidFill>
                  <a:prstClr val="white"/>
                </a:solidFill>
              </a:endParaRPr>
            </a:p>
          </p:txBody>
        </p:sp>
        <p:sp>
          <p:nvSpPr>
            <p:cNvPr id="159" name="TextBox 88"/>
            <p:cNvSpPr txBox="1"/>
            <p:nvPr/>
          </p:nvSpPr>
          <p:spPr>
            <a:xfrm>
              <a:off x="2126937" y="1519637"/>
              <a:ext cx="886380" cy="484685"/>
            </a:xfrm>
            <a:prstGeom prst="rect">
              <a:avLst/>
            </a:prstGeom>
            <a:noFill/>
          </p:spPr>
          <p:txBody>
            <a:bodyPr wrap="square" lIns="0" tIns="0" rIns="0" bIns="0" rtlCol="0">
              <a:spAutoFit/>
            </a:bodyPr>
            <a:lstStyle/>
            <a:p>
              <a:r>
                <a:rPr lang="en-US" altLang="zh-CN" sz="6665" b="1" dirty="0">
                  <a:solidFill>
                    <a:schemeClr val="bg2"/>
                  </a:solidFill>
                  <a:latin typeface="微软雅黑" panose="020B0503020204020204" pitchFamily="34" charset="-122"/>
                  <a:ea typeface="微软雅黑" panose="020B0503020204020204" pitchFamily="34" charset="-122"/>
                </a:rPr>
                <a:t>04</a:t>
              </a:r>
            </a:p>
          </p:txBody>
        </p:sp>
      </p:grpSp>
      <p:sp>
        <p:nvSpPr>
          <p:cNvPr id="160" name="TextBox 1"/>
          <p:cNvSpPr txBox="1"/>
          <p:nvPr/>
        </p:nvSpPr>
        <p:spPr>
          <a:xfrm>
            <a:off x="4229059" y="3937860"/>
            <a:ext cx="3459480" cy="743585"/>
          </a:xfrm>
          <a:prstGeom prst="rect">
            <a:avLst/>
          </a:prstGeom>
          <a:noFill/>
        </p:spPr>
        <p:txBody>
          <a:bodyPr wrap="none" rtlCol="0">
            <a:spAutoFit/>
          </a:bodyPr>
          <a:lstStyle/>
          <a:p>
            <a:pPr marL="0" lvl="1" algn="l"/>
            <a:r>
              <a:rPr lang="zh-CN" altLang="en-US" sz="4000" b="1" spc="300" dirty="0">
                <a:solidFill>
                  <a:schemeClr val="bg2"/>
                </a:solidFill>
                <a:latin typeface="微软雅黑" panose="020B0503020204020204" pitchFamily="34" charset="-122"/>
                <a:ea typeface="微软雅黑" panose="020B0503020204020204" pitchFamily="34" charset="-122"/>
              </a:rPr>
              <a:t>此处添加标题</a:t>
            </a:r>
          </a:p>
        </p:txBody>
      </p:sp>
      <p:sp>
        <p:nvSpPr>
          <p:cNvPr id="161" name="文本框 9"/>
          <p:cNvSpPr txBox="1"/>
          <p:nvPr/>
        </p:nvSpPr>
        <p:spPr>
          <a:xfrm>
            <a:off x="4021071" y="4775809"/>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162" name="文本框 9"/>
          <p:cNvSpPr txBox="1"/>
          <p:nvPr/>
        </p:nvSpPr>
        <p:spPr>
          <a:xfrm>
            <a:off x="4021070" y="5144417"/>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163" name="文本框 9"/>
          <p:cNvSpPr txBox="1"/>
          <p:nvPr/>
        </p:nvSpPr>
        <p:spPr>
          <a:xfrm>
            <a:off x="5617112"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164" name="文本框 9"/>
          <p:cNvSpPr txBox="1"/>
          <p:nvPr/>
        </p:nvSpPr>
        <p:spPr>
          <a:xfrm>
            <a:off x="5617114"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165" name="文本框 9"/>
          <p:cNvSpPr txBox="1"/>
          <p:nvPr/>
        </p:nvSpPr>
        <p:spPr>
          <a:xfrm>
            <a:off x="7043140" y="4780153"/>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
        <p:nvSpPr>
          <p:cNvPr id="166" name="文本框 9"/>
          <p:cNvSpPr txBox="1"/>
          <p:nvPr/>
        </p:nvSpPr>
        <p:spPr>
          <a:xfrm>
            <a:off x="7043142" y="5149361"/>
            <a:ext cx="2677253" cy="218440"/>
          </a:xfrm>
          <a:prstGeom prst="rect">
            <a:avLst/>
          </a:prstGeom>
          <a:noFill/>
        </p:spPr>
        <p:txBody>
          <a:bodyPr wrap="square" lIns="0" tIns="0" rIns="0" bIns="0" rtlCol="0">
            <a:spAutoFit/>
          </a:bodyPr>
          <a:lstStyle/>
          <a:p>
            <a:pPr marL="171450" lvl="1" indent="-171450">
              <a:buFont typeface="Wingdings" panose="05000000000000000000" pitchFamily="2" charset="2"/>
              <a:buChar char="l"/>
            </a:pPr>
            <a:r>
              <a:rPr lang="zh-CN" altLang="en-US" sz="1335" dirty="0">
                <a:latin typeface="微软雅黑" panose="020B0503020204020204" pitchFamily="34" charset="-122"/>
                <a:ea typeface="微软雅黑" panose="020B0503020204020204" pitchFamily="34" charset="-122"/>
              </a:rPr>
              <a:t>标题文字</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anim calcmode="lin" valueType="num">
                                      <p:cBhvr>
                                        <p:cTn id="7" dur="500" fill="hold"/>
                                        <p:tgtEl>
                                          <p:spTgt spid="156"/>
                                        </p:tgtEl>
                                        <p:attrNameLst>
                                          <p:attrName>ppt_w</p:attrName>
                                        </p:attrNameLst>
                                      </p:cBhvr>
                                      <p:tavLst>
                                        <p:tav tm="0">
                                          <p:val>
                                            <p:fltVal val="0"/>
                                          </p:val>
                                        </p:tav>
                                        <p:tav tm="100000">
                                          <p:val>
                                            <p:strVal val="#ppt_w"/>
                                          </p:val>
                                        </p:tav>
                                      </p:tavLst>
                                    </p:anim>
                                    <p:anim calcmode="lin" valueType="num">
                                      <p:cBhvr>
                                        <p:cTn id="8" dur="500" fill="hold"/>
                                        <p:tgtEl>
                                          <p:spTgt spid="156"/>
                                        </p:tgtEl>
                                        <p:attrNameLst>
                                          <p:attrName>ppt_h</p:attrName>
                                        </p:attrNameLst>
                                      </p:cBhvr>
                                      <p:tavLst>
                                        <p:tav tm="0">
                                          <p:val>
                                            <p:fltVal val="0"/>
                                          </p:val>
                                        </p:tav>
                                        <p:tav tm="100000">
                                          <p:val>
                                            <p:strVal val="#ppt_h"/>
                                          </p:val>
                                        </p:tav>
                                      </p:tavLst>
                                    </p:anim>
                                    <p:animEffect transition="in" filter="fade">
                                      <p:cBhvr>
                                        <p:cTn id="9" dur="500"/>
                                        <p:tgtEl>
                                          <p:spTgt spid="156"/>
                                        </p:tgtEl>
                                      </p:cBhvr>
                                    </p:animEffect>
                                  </p:childTnLst>
                                </p:cTn>
                              </p:par>
                              <p:par>
                                <p:cTn id="10" presetID="12" presetClass="entr" presetSubtype="8" fill="hold" grpId="0" nodeType="withEffect">
                                  <p:stCondLst>
                                    <p:cond delay="0"/>
                                  </p:stCondLst>
                                  <p:childTnLst>
                                    <p:set>
                                      <p:cBhvr>
                                        <p:cTn id="11" dur="1" fill="hold">
                                          <p:stCondLst>
                                            <p:cond delay="0"/>
                                          </p:stCondLst>
                                        </p:cTn>
                                        <p:tgtEl>
                                          <p:spTgt spid="160"/>
                                        </p:tgtEl>
                                        <p:attrNameLst>
                                          <p:attrName>style.visibility</p:attrName>
                                        </p:attrNameLst>
                                      </p:cBhvr>
                                      <p:to>
                                        <p:strVal val="visible"/>
                                      </p:to>
                                    </p:set>
                                    <p:anim calcmode="lin" valueType="num">
                                      <p:cBhvr additive="base">
                                        <p:cTn id="12" dur="500"/>
                                        <p:tgtEl>
                                          <p:spTgt spid="160"/>
                                        </p:tgtEl>
                                        <p:attrNameLst>
                                          <p:attrName>ppt_x</p:attrName>
                                        </p:attrNameLst>
                                      </p:cBhvr>
                                      <p:tavLst>
                                        <p:tav tm="0">
                                          <p:val>
                                            <p:strVal val="#ppt_x-#ppt_w*1.125000"/>
                                          </p:val>
                                        </p:tav>
                                        <p:tav tm="100000">
                                          <p:val>
                                            <p:strVal val="#ppt_x"/>
                                          </p:val>
                                        </p:tav>
                                      </p:tavLst>
                                    </p:anim>
                                    <p:animEffect transition="in" filter="wipe(right)">
                                      <p:cBhvr>
                                        <p:cTn id="13" dur="500"/>
                                        <p:tgtEl>
                                          <p:spTgt spid="160"/>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161"/>
                                        </p:tgtEl>
                                        <p:attrNameLst>
                                          <p:attrName>style.visibility</p:attrName>
                                        </p:attrNameLst>
                                      </p:cBhvr>
                                      <p:to>
                                        <p:strVal val="visible"/>
                                      </p:to>
                                    </p:set>
                                    <p:anim calcmode="lin" valueType="num">
                                      <p:cBhvr additive="base">
                                        <p:cTn id="17" dur="500" fill="hold"/>
                                        <p:tgtEl>
                                          <p:spTgt spid="161"/>
                                        </p:tgtEl>
                                        <p:attrNameLst>
                                          <p:attrName>ppt_x</p:attrName>
                                        </p:attrNameLst>
                                      </p:cBhvr>
                                      <p:tavLst>
                                        <p:tav tm="0">
                                          <p:val>
                                            <p:strVal val="#ppt_x"/>
                                          </p:val>
                                        </p:tav>
                                        <p:tav tm="100000">
                                          <p:val>
                                            <p:strVal val="#ppt_x"/>
                                          </p:val>
                                        </p:tav>
                                      </p:tavLst>
                                    </p:anim>
                                    <p:anim calcmode="lin" valueType="num">
                                      <p:cBhvr additive="base">
                                        <p:cTn id="18" dur="500" fill="hold"/>
                                        <p:tgtEl>
                                          <p:spTgt spid="16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200"/>
                                  </p:stCondLst>
                                  <p:childTnLst>
                                    <p:set>
                                      <p:cBhvr>
                                        <p:cTn id="20" dur="1" fill="hold">
                                          <p:stCondLst>
                                            <p:cond delay="0"/>
                                          </p:stCondLst>
                                        </p:cTn>
                                        <p:tgtEl>
                                          <p:spTgt spid="162"/>
                                        </p:tgtEl>
                                        <p:attrNameLst>
                                          <p:attrName>style.visibility</p:attrName>
                                        </p:attrNameLst>
                                      </p:cBhvr>
                                      <p:to>
                                        <p:strVal val="visible"/>
                                      </p:to>
                                    </p:set>
                                    <p:anim calcmode="lin" valueType="num">
                                      <p:cBhvr additive="base">
                                        <p:cTn id="21" dur="500" fill="hold"/>
                                        <p:tgtEl>
                                          <p:spTgt spid="162"/>
                                        </p:tgtEl>
                                        <p:attrNameLst>
                                          <p:attrName>ppt_x</p:attrName>
                                        </p:attrNameLst>
                                      </p:cBhvr>
                                      <p:tavLst>
                                        <p:tav tm="0">
                                          <p:val>
                                            <p:strVal val="#ppt_x"/>
                                          </p:val>
                                        </p:tav>
                                        <p:tav tm="100000">
                                          <p:val>
                                            <p:strVal val="#ppt_x"/>
                                          </p:val>
                                        </p:tav>
                                      </p:tavLst>
                                    </p:anim>
                                    <p:anim calcmode="lin" valueType="num">
                                      <p:cBhvr additive="base">
                                        <p:cTn id="22" dur="500" fill="hold"/>
                                        <p:tgtEl>
                                          <p:spTgt spid="16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200"/>
                                  </p:stCondLst>
                                  <p:childTnLst>
                                    <p:set>
                                      <p:cBhvr>
                                        <p:cTn id="24" dur="1" fill="hold">
                                          <p:stCondLst>
                                            <p:cond delay="0"/>
                                          </p:stCondLst>
                                        </p:cTn>
                                        <p:tgtEl>
                                          <p:spTgt spid="163"/>
                                        </p:tgtEl>
                                        <p:attrNameLst>
                                          <p:attrName>style.visibility</p:attrName>
                                        </p:attrNameLst>
                                      </p:cBhvr>
                                      <p:to>
                                        <p:strVal val="visible"/>
                                      </p:to>
                                    </p:set>
                                    <p:anim calcmode="lin" valueType="num">
                                      <p:cBhvr additive="base">
                                        <p:cTn id="25" dur="500" fill="hold"/>
                                        <p:tgtEl>
                                          <p:spTgt spid="163"/>
                                        </p:tgtEl>
                                        <p:attrNameLst>
                                          <p:attrName>ppt_x</p:attrName>
                                        </p:attrNameLst>
                                      </p:cBhvr>
                                      <p:tavLst>
                                        <p:tav tm="0">
                                          <p:val>
                                            <p:strVal val="#ppt_x"/>
                                          </p:val>
                                        </p:tav>
                                        <p:tav tm="100000">
                                          <p:val>
                                            <p:strVal val="#ppt_x"/>
                                          </p:val>
                                        </p:tav>
                                      </p:tavLst>
                                    </p:anim>
                                    <p:anim calcmode="lin" valueType="num">
                                      <p:cBhvr additive="base">
                                        <p:cTn id="26" dur="500" fill="hold"/>
                                        <p:tgtEl>
                                          <p:spTgt spid="16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400"/>
                                  </p:stCondLst>
                                  <p:childTnLst>
                                    <p:set>
                                      <p:cBhvr>
                                        <p:cTn id="28" dur="1" fill="hold">
                                          <p:stCondLst>
                                            <p:cond delay="0"/>
                                          </p:stCondLst>
                                        </p:cTn>
                                        <p:tgtEl>
                                          <p:spTgt spid="164"/>
                                        </p:tgtEl>
                                        <p:attrNameLst>
                                          <p:attrName>style.visibility</p:attrName>
                                        </p:attrNameLst>
                                      </p:cBhvr>
                                      <p:to>
                                        <p:strVal val="visible"/>
                                      </p:to>
                                    </p:set>
                                    <p:anim calcmode="lin" valueType="num">
                                      <p:cBhvr additive="base">
                                        <p:cTn id="29" dur="500" fill="hold"/>
                                        <p:tgtEl>
                                          <p:spTgt spid="164"/>
                                        </p:tgtEl>
                                        <p:attrNameLst>
                                          <p:attrName>ppt_x</p:attrName>
                                        </p:attrNameLst>
                                      </p:cBhvr>
                                      <p:tavLst>
                                        <p:tav tm="0">
                                          <p:val>
                                            <p:strVal val="#ppt_x"/>
                                          </p:val>
                                        </p:tav>
                                        <p:tav tm="100000">
                                          <p:val>
                                            <p:strVal val="#ppt_x"/>
                                          </p:val>
                                        </p:tav>
                                      </p:tavLst>
                                    </p:anim>
                                    <p:anim calcmode="lin" valueType="num">
                                      <p:cBhvr additive="base">
                                        <p:cTn id="30" dur="500" fill="hold"/>
                                        <p:tgtEl>
                                          <p:spTgt spid="16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200"/>
                                  </p:stCondLst>
                                  <p:childTnLst>
                                    <p:set>
                                      <p:cBhvr>
                                        <p:cTn id="32" dur="1" fill="hold">
                                          <p:stCondLst>
                                            <p:cond delay="0"/>
                                          </p:stCondLst>
                                        </p:cTn>
                                        <p:tgtEl>
                                          <p:spTgt spid="165"/>
                                        </p:tgtEl>
                                        <p:attrNameLst>
                                          <p:attrName>style.visibility</p:attrName>
                                        </p:attrNameLst>
                                      </p:cBhvr>
                                      <p:to>
                                        <p:strVal val="visible"/>
                                      </p:to>
                                    </p:set>
                                    <p:anim calcmode="lin" valueType="num">
                                      <p:cBhvr additive="base">
                                        <p:cTn id="33" dur="500" fill="hold"/>
                                        <p:tgtEl>
                                          <p:spTgt spid="165"/>
                                        </p:tgtEl>
                                        <p:attrNameLst>
                                          <p:attrName>ppt_x</p:attrName>
                                        </p:attrNameLst>
                                      </p:cBhvr>
                                      <p:tavLst>
                                        <p:tav tm="0">
                                          <p:val>
                                            <p:strVal val="#ppt_x"/>
                                          </p:val>
                                        </p:tav>
                                        <p:tav tm="100000">
                                          <p:val>
                                            <p:strVal val="#ppt_x"/>
                                          </p:val>
                                        </p:tav>
                                      </p:tavLst>
                                    </p:anim>
                                    <p:anim calcmode="lin" valueType="num">
                                      <p:cBhvr additive="base">
                                        <p:cTn id="34" dur="500" fill="hold"/>
                                        <p:tgtEl>
                                          <p:spTgt spid="16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400"/>
                                  </p:stCondLst>
                                  <p:childTnLst>
                                    <p:set>
                                      <p:cBhvr>
                                        <p:cTn id="36" dur="1" fill="hold">
                                          <p:stCondLst>
                                            <p:cond delay="0"/>
                                          </p:stCondLst>
                                        </p:cTn>
                                        <p:tgtEl>
                                          <p:spTgt spid="166"/>
                                        </p:tgtEl>
                                        <p:attrNameLst>
                                          <p:attrName>style.visibility</p:attrName>
                                        </p:attrNameLst>
                                      </p:cBhvr>
                                      <p:to>
                                        <p:strVal val="visible"/>
                                      </p:to>
                                    </p:set>
                                    <p:anim calcmode="lin" valueType="num">
                                      <p:cBhvr additive="base">
                                        <p:cTn id="37" dur="500" fill="hold"/>
                                        <p:tgtEl>
                                          <p:spTgt spid="166"/>
                                        </p:tgtEl>
                                        <p:attrNameLst>
                                          <p:attrName>ppt_x</p:attrName>
                                        </p:attrNameLst>
                                      </p:cBhvr>
                                      <p:tavLst>
                                        <p:tav tm="0">
                                          <p:val>
                                            <p:strVal val="#ppt_x"/>
                                          </p:val>
                                        </p:tav>
                                        <p:tav tm="100000">
                                          <p:val>
                                            <p:strVal val="#ppt_x"/>
                                          </p:val>
                                        </p:tav>
                                      </p:tavLst>
                                    </p:anim>
                                    <p:anim calcmode="lin" valueType="num">
                                      <p:cBhvr additive="base">
                                        <p:cTn id="38" dur="500" fill="hold"/>
                                        <p:tgtEl>
                                          <p:spTgt spid="1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p:bldP spid="161" grpId="0"/>
      <p:bldP spid="162" grpId="0"/>
      <p:bldP spid="163" grpId="0"/>
      <p:bldP spid="164" grpId="0"/>
      <p:bldP spid="165" grpId="0"/>
      <p:bldP spid="16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765694" y="1904143"/>
            <a:ext cx="4329040" cy="3896247"/>
            <a:chOff x="2740422" y="1159995"/>
            <a:chExt cx="3812778" cy="3431598"/>
          </a:xfrm>
        </p:grpSpPr>
        <p:sp>
          <p:nvSpPr>
            <p:cNvPr id="80" name="Freeform 5"/>
            <p:cNvSpPr/>
            <p:nvPr/>
          </p:nvSpPr>
          <p:spPr bwMode="auto">
            <a:xfrm>
              <a:off x="2740422" y="1975975"/>
              <a:ext cx="1579315" cy="2020938"/>
            </a:xfrm>
            <a:custGeom>
              <a:avLst/>
              <a:gdLst>
                <a:gd name="T0" fmla="*/ 821 w 821"/>
                <a:gd name="T1" fmla="*/ 0 h 1051"/>
                <a:gd name="T2" fmla="*/ 387 w 821"/>
                <a:gd name="T3" fmla="*/ 66 h 1051"/>
                <a:gd name="T4" fmla="*/ 101 w 821"/>
                <a:gd name="T5" fmla="*/ 248 h 1051"/>
                <a:gd name="T6" fmla="*/ 25 w 821"/>
                <a:gd name="T7" fmla="*/ 371 h 1051"/>
                <a:gd name="T8" fmla="*/ 45 w 821"/>
                <a:gd name="T9" fmla="*/ 613 h 1051"/>
                <a:gd name="T10" fmla="*/ 298 w 821"/>
                <a:gd name="T11" fmla="*/ 1051 h 1051"/>
                <a:gd name="T12" fmla="*/ 306 w 821"/>
                <a:gd name="T13" fmla="*/ 783 h 1051"/>
                <a:gd name="T14" fmla="*/ 585 w 821"/>
                <a:gd name="T15" fmla="*/ 179 h 1051"/>
                <a:gd name="T16" fmla="*/ 821 w 821"/>
                <a:gd name="T17" fmla="*/ 0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1" h="1051">
                  <a:moveTo>
                    <a:pt x="821" y="0"/>
                  </a:moveTo>
                  <a:cubicBezTo>
                    <a:pt x="701" y="2"/>
                    <a:pt x="539" y="17"/>
                    <a:pt x="387" y="66"/>
                  </a:cubicBezTo>
                  <a:cubicBezTo>
                    <a:pt x="269" y="104"/>
                    <a:pt x="173" y="165"/>
                    <a:pt x="101" y="248"/>
                  </a:cubicBezTo>
                  <a:cubicBezTo>
                    <a:pt x="48" y="310"/>
                    <a:pt x="27" y="363"/>
                    <a:pt x="25" y="371"/>
                  </a:cubicBezTo>
                  <a:cubicBezTo>
                    <a:pt x="0" y="450"/>
                    <a:pt x="9" y="550"/>
                    <a:pt x="45" y="613"/>
                  </a:cubicBezTo>
                  <a:cubicBezTo>
                    <a:pt x="298" y="1051"/>
                    <a:pt x="298" y="1051"/>
                    <a:pt x="298" y="1051"/>
                  </a:cubicBezTo>
                  <a:cubicBezTo>
                    <a:pt x="285" y="978"/>
                    <a:pt x="283" y="889"/>
                    <a:pt x="306" y="783"/>
                  </a:cubicBezTo>
                  <a:cubicBezTo>
                    <a:pt x="371" y="478"/>
                    <a:pt x="564" y="209"/>
                    <a:pt x="585" y="179"/>
                  </a:cubicBezTo>
                  <a:cubicBezTo>
                    <a:pt x="644" y="96"/>
                    <a:pt x="727" y="34"/>
                    <a:pt x="821" y="0"/>
                  </a:cubicBezTo>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81" name="Freeform 6"/>
            <p:cNvSpPr/>
            <p:nvPr/>
          </p:nvSpPr>
          <p:spPr bwMode="auto">
            <a:xfrm>
              <a:off x="3007540" y="1163894"/>
              <a:ext cx="2254910" cy="1119169"/>
            </a:xfrm>
            <a:custGeom>
              <a:avLst/>
              <a:gdLst>
                <a:gd name="T0" fmla="*/ 507 w 1172"/>
                <a:gd name="T1" fmla="*/ 0 h 582"/>
                <a:gd name="T2" fmla="*/ 453 w 1172"/>
                <a:gd name="T3" fmla="*/ 4 h 582"/>
                <a:gd name="T4" fmla="*/ 254 w 1172"/>
                <a:gd name="T5" fmla="*/ 143 h 582"/>
                <a:gd name="T6" fmla="*/ 0 w 1172"/>
                <a:gd name="T7" fmla="*/ 582 h 582"/>
                <a:gd name="T8" fmla="*/ 237 w 1172"/>
                <a:gd name="T9" fmla="*/ 454 h 582"/>
                <a:gd name="T10" fmla="*/ 721 w 1172"/>
                <a:gd name="T11" fmla="*/ 386 h 582"/>
                <a:gd name="T12" fmla="*/ 898 w 1172"/>
                <a:gd name="T13" fmla="*/ 394 h 582"/>
                <a:gd name="T14" fmla="*/ 1172 w 1172"/>
                <a:gd name="T15" fmla="*/ 508 h 582"/>
                <a:gd name="T16" fmla="*/ 898 w 1172"/>
                <a:gd name="T17" fmla="*/ 166 h 582"/>
                <a:gd name="T18" fmla="*/ 507 w 1172"/>
                <a:gd name="T19"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2" h="582">
                  <a:moveTo>
                    <a:pt x="507" y="0"/>
                  </a:moveTo>
                  <a:cubicBezTo>
                    <a:pt x="477" y="0"/>
                    <a:pt x="457" y="4"/>
                    <a:pt x="453" y="4"/>
                  </a:cubicBezTo>
                  <a:cubicBezTo>
                    <a:pt x="372" y="23"/>
                    <a:pt x="290" y="80"/>
                    <a:pt x="254" y="143"/>
                  </a:cubicBezTo>
                  <a:cubicBezTo>
                    <a:pt x="0" y="582"/>
                    <a:pt x="0" y="582"/>
                    <a:pt x="0" y="582"/>
                  </a:cubicBezTo>
                  <a:cubicBezTo>
                    <a:pt x="57" y="534"/>
                    <a:pt x="134" y="487"/>
                    <a:pt x="237" y="454"/>
                  </a:cubicBezTo>
                  <a:cubicBezTo>
                    <a:pt x="411" y="397"/>
                    <a:pt x="596" y="386"/>
                    <a:pt x="721" y="386"/>
                  </a:cubicBezTo>
                  <a:cubicBezTo>
                    <a:pt x="812" y="386"/>
                    <a:pt x="879" y="392"/>
                    <a:pt x="898" y="394"/>
                  </a:cubicBezTo>
                  <a:cubicBezTo>
                    <a:pt x="1000" y="403"/>
                    <a:pt x="1095" y="444"/>
                    <a:pt x="1172" y="508"/>
                  </a:cubicBezTo>
                  <a:cubicBezTo>
                    <a:pt x="1108" y="403"/>
                    <a:pt x="1015" y="272"/>
                    <a:pt x="898" y="166"/>
                  </a:cubicBezTo>
                  <a:cubicBezTo>
                    <a:pt x="739" y="22"/>
                    <a:pt x="585" y="0"/>
                    <a:pt x="507" y="0"/>
                  </a:cubicBezTo>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82" name="Freeform 7"/>
            <p:cNvSpPr/>
            <p:nvPr/>
          </p:nvSpPr>
          <p:spPr bwMode="auto">
            <a:xfrm>
              <a:off x="4339235" y="1159995"/>
              <a:ext cx="1607587" cy="1879580"/>
            </a:xfrm>
            <a:custGeom>
              <a:avLst/>
              <a:gdLst>
                <a:gd name="T0" fmla="*/ 508 w 836"/>
                <a:gd name="T1" fmla="*/ 0 h 977"/>
                <a:gd name="T2" fmla="*/ 0 w 836"/>
                <a:gd name="T3" fmla="*/ 0 h 977"/>
                <a:gd name="T4" fmla="*/ 230 w 836"/>
                <a:gd name="T5" fmla="*/ 141 h 977"/>
                <a:gd name="T6" fmla="*/ 609 w 836"/>
                <a:gd name="T7" fmla="*/ 675 h 977"/>
                <a:gd name="T8" fmla="*/ 658 w 836"/>
                <a:gd name="T9" fmla="*/ 892 h 977"/>
                <a:gd name="T10" fmla="*/ 651 w 836"/>
                <a:gd name="T11" fmla="*/ 977 h 977"/>
                <a:gd name="T12" fmla="*/ 810 w 836"/>
                <a:gd name="T13" fmla="*/ 570 h 977"/>
                <a:gd name="T14" fmla="*/ 796 w 836"/>
                <a:gd name="T15" fmla="*/ 231 h 977"/>
                <a:gd name="T16" fmla="*/ 728 w 836"/>
                <a:gd name="T17" fmla="*/ 104 h 977"/>
                <a:gd name="T18" fmla="*/ 508 w 836"/>
                <a:gd name="T19" fmla="*/ 0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6" h="977">
                  <a:moveTo>
                    <a:pt x="508" y="0"/>
                  </a:moveTo>
                  <a:cubicBezTo>
                    <a:pt x="0" y="0"/>
                    <a:pt x="0" y="0"/>
                    <a:pt x="0" y="0"/>
                  </a:cubicBezTo>
                  <a:cubicBezTo>
                    <a:pt x="70" y="25"/>
                    <a:pt x="150" y="68"/>
                    <a:pt x="230" y="141"/>
                  </a:cubicBezTo>
                  <a:cubicBezTo>
                    <a:pt x="443" y="333"/>
                    <a:pt x="574" y="598"/>
                    <a:pt x="609" y="675"/>
                  </a:cubicBezTo>
                  <a:cubicBezTo>
                    <a:pt x="642" y="743"/>
                    <a:pt x="658" y="816"/>
                    <a:pt x="658" y="892"/>
                  </a:cubicBezTo>
                  <a:cubicBezTo>
                    <a:pt x="658" y="921"/>
                    <a:pt x="656" y="949"/>
                    <a:pt x="651" y="977"/>
                  </a:cubicBezTo>
                  <a:cubicBezTo>
                    <a:pt x="711" y="869"/>
                    <a:pt x="777" y="724"/>
                    <a:pt x="810" y="570"/>
                  </a:cubicBezTo>
                  <a:cubicBezTo>
                    <a:pt x="836" y="448"/>
                    <a:pt x="831" y="334"/>
                    <a:pt x="796" y="231"/>
                  </a:cubicBezTo>
                  <a:cubicBezTo>
                    <a:pt x="769" y="154"/>
                    <a:pt x="733" y="110"/>
                    <a:pt x="728" y="104"/>
                  </a:cubicBezTo>
                  <a:cubicBezTo>
                    <a:pt x="671" y="43"/>
                    <a:pt x="581" y="0"/>
                    <a:pt x="508" y="0"/>
                  </a:cubicBezTo>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83" name="Freeform 8"/>
            <p:cNvSpPr/>
            <p:nvPr/>
          </p:nvSpPr>
          <p:spPr bwMode="auto">
            <a:xfrm>
              <a:off x="4975835" y="1752726"/>
              <a:ext cx="1577365" cy="2022888"/>
            </a:xfrm>
            <a:custGeom>
              <a:avLst/>
              <a:gdLst>
                <a:gd name="T0" fmla="*/ 522 w 820"/>
                <a:gd name="T1" fmla="*/ 0 h 1052"/>
                <a:gd name="T2" fmla="*/ 515 w 820"/>
                <a:gd name="T3" fmla="*/ 269 h 1052"/>
                <a:gd name="T4" fmla="*/ 235 w 820"/>
                <a:gd name="T5" fmla="*/ 873 h 1052"/>
                <a:gd name="T6" fmla="*/ 0 w 820"/>
                <a:gd name="T7" fmla="*/ 1052 h 1052"/>
                <a:gd name="T8" fmla="*/ 433 w 820"/>
                <a:gd name="T9" fmla="*/ 986 h 1052"/>
                <a:gd name="T10" fmla="*/ 796 w 820"/>
                <a:gd name="T11" fmla="*/ 681 h 1052"/>
                <a:gd name="T12" fmla="*/ 775 w 820"/>
                <a:gd name="T13" fmla="*/ 439 h 1052"/>
                <a:gd name="T14" fmla="*/ 522 w 820"/>
                <a:gd name="T15" fmla="*/ 0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0" h="1052">
                  <a:moveTo>
                    <a:pt x="522" y="0"/>
                  </a:moveTo>
                  <a:cubicBezTo>
                    <a:pt x="535" y="74"/>
                    <a:pt x="537" y="163"/>
                    <a:pt x="515" y="269"/>
                  </a:cubicBezTo>
                  <a:cubicBezTo>
                    <a:pt x="449" y="574"/>
                    <a:pt x="257" y="843"/>
                    <a:pt x="235" y="873"/>
                  </a:cubicBezTo>
                  <a:cubicBezTo>
                    <a:pt x="176" y="956"/>
                    <a:pt x="93" y="1018"/>
                    <a:pt x="0" y="1052"/>
                  </a:cubicBezTo>
                  <a:cubicBezTo>
                    <a:pt x="119" y="1050"/>
                    <a:pt x="281" y="1035"/>
                    <a:pt x="433" y="986"/>
                  </a:cubicBezTo>
                  <a:cubicBezTo>
                    <a:pt x="715" y="895"/>
                    <a:pt x="791" y="694"/>
                    <a:pt x="796" y="681"/>
                  </a:cubicBezTo>
                  <a:cubicBezTo>
                    <a:pt x="820" y="602"/>
                    <a:pt x="812" y="502"/>
                    <a:pt x="775" y="439"/>
                  </a:cubicBezTo>
                  <a:cubicBezTo>
                    <a:pt x="522" y="0"/>
                    <a:pt x="522" y="0"/>
                    <a:pt x="522" y="0"/>
                  </a:cubicBezTo>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84" name="Freeform 9"/>
            <p:cNvSpPr/>
            <p:nvPr/>
          </p:nvSpPr>
          <p:spPr bwMode="auto">
            <a:xfrm>
              <a:off x="3277584" y="2712013"/>
              <a:ext cx="1676804" cy="1879580"/>
            </a:xfrm>
            <a:custGeom>
              <a:avLst/>
              <a:gdLst>
                <a:gd name="T0" fmla="*/ 221 w 872"/>
                <a:gd name="T1" fmla="*/ 0 h 977"/>
                <a:gd name="T2" fmla="*/ 62 w 872"/>
                <a:gd name="T3" fmla="*/ 407 h 977"/>
                <a:gd name="T4" fmla="*/ 145 w 872"/>
                <a:gd name="T5" fmla="*/ 873 h 977"/>
                <a:gd name="T6" fmla="*/ 365 w 872"/>
                <a:gd name="T7" fmla="*/ 977 h 977"/>
                <a:gd name="T8" fmla="*/ 872 w 872"/>
                <a:gd name="T9" fmla="*/ 977 h 977"/>
                <a:gd name="T10" fmla="*/ 642 w 872"/>
                <a:gd name="T11" fmla="*/ 836 h 977"/>
                <a:gd name="T12" fmla="*/ 263 w 872"/>
                <a:gd name="T13" fmla="*/ 302 h 977"/>
                <a:gd name="T14" fmla="*/ 214 w 872"/>
                <a:gd name="T15" fmla="*/ 85 h 977"/>
                <a:gd name="T16" fmla="*/ 221 w 872"/>
                <a:gd name="T17" fmla="*/ 0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2" h="977">
                  <a:moveTo>
                    <a:pt x="221" y="0"/>
                  </a:moveTo>
                  <a:cubicBezTo>
                    <a:pt x="162" y="108"/>
                    <a:pt x="95" y="253"/>
                    <a:pt x="62" y="407"/>
                  </a:cubicBezTo>
                  <a:cubicBezTo>
                    <a:pt x="0" y="697"/>
                    <a:pt x="136" y="863"/>
                    <a:pt x="145" y="873"/>
                  </a:cubicBezTo>
                  <a:cubicBezTo>
                    <a:pt x="201" y="934"/>
                    <a:pt x="292" y="977"/>
                    <a:pt x="365" y="977"/>
                  </a:cubicBezTo>
                  <a:cubicBezTo>
                    <a:pt x="872" y="977"/>
                    <a:pt x="872" y="977"/>
                    <a:pt x="872" y="977"/>
                  </a:cubicBezTo>
                  <a:cubicBezTo>
                    <a:pt x="802" y="952"/>
                    <a:pt x="723" y="909"/>
                    <a:pt x="642" y="836"/>
                  </a:cubicBezTo>
                  <a:cubicBezTo>
                    <a:pt x="429" y="644"/>
                    <a:pt x="298" y="379"/>
                    <a:pt x="263" y="302"/>
                  </a:cubicBezTo>
                  <a:cubicBezTo>
                    <a:pt x="230" y="234"/>
                    <a:pt x="214" y="161"/>
                    <a:pt x="214" y="85"/>
                  </a:cubicBezTo>
                  <a:cubicBezTo>
                    <a:pt x="214" y="56"/>
                    <a:pt x="216" y="28"/>
                    <a:pt x="221" y="0"/>
                  </a:cubicBezTo>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sp>
          <p:nvSpPr>
            <p:cNvPr id="85" name="Freeform 10"/>
            <p:cNvSpPr/>
            <p:nvPr/>
          </p:nvSpPr>
          <p:spPr bwMode="auto">
            <a:xfrm>
              <a:off x="4031171" y="3468525"/>
              <a:ext cx="2253936" cy="1119169"/>
            </a:xfrm>
            <a:custGeom>
              <a:avLst/>
              <a:gdLst>
                <a:gd name="T0" fmla="*/ 1172 w 1172"/>
                <a:gd name="T1" fmla="*/ 0 h 582"/>
                <a:gd name="T2" fmla="*/ 936 w 1172"/>
                <a:gd name="T3" fmla="*/ 128 h 582"/>
                <a:gd name="T4" fmla="*/ 451 w 1172"/>
                <a:gd name="T5" fmla="*/ 196 h 582"/>
                <a:gd name="T6" fmla="*/ 275 w 1172"/>
                <a:gd name="T7" fmla="*/ 188 h 582"/>
                <a:gd name="T8" fmla="*/ 0 w 1172"/>
                <a:gd name="T9" fmla="*/ 74 h 582"/>
                <a:gd name="T10" fmla="*/ 274 w 1172"/>
                <a:gd name="T11" fmla="*/ 416 h 582"/>
                <a:gd name="T12" fmla="*/ 665 w 1172"/>
                <a:gd name="T13" fmla="*/ 582 h 582"/>
                <a:gd name="T14" fmla="*/ 719 w 1172"/>
                <a:gd name="T15" fmla="*/ 578 h 582"/>
                <a:gd name="T16" fmla="*/ 919 w 1172"/>
                <a:gd name="T17" fmla="*/ 439 h 582"/>
                <a:gd name="T18" fmla="*/ 1172 w 1172"/>
                <a:gd name="T19"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2" h="582">
                  <a:moveTo>
                    <a:pt x="1172" y="0"/>
                  </a:moveTo>
                  <a:cubicBezTo>
                    <a:pt x="1115" y="48"/>
                    <a:pt x="1038" y="95"/>
                    <a:pt x="936" y="128"/>
                  </a:cubicBezTo>
                  <a:cubicBezTo>
                    <a:pt x="761" y="185"/>
                    <a:pt x="576" y="196"/>
                    <a:pt x="451" y="196"/>
                  </a:cubicBezTo>
                  <a:cubicBezTo>
                    <a:pt x="360" y="196"/>
                    <a:pt x="293" y="190"/>
                    <a:pt x="275" y="188"/>
                  </a:cubicBezTo>
                  <a:cubicBezTo>
                    <a:pt x="173" y="179"/>
                    <a:pt x="77" y="138"/>
                    <a:pt x="0" y="74"/>
                  </a:cubicBezTo>
                  <a:cubicBezTo>
                    <a:pt x="64" y="179"/>
                    <a:pt x="157" y="310"/>
                    <a:pt x="274" y="416"/>
                  </a:cubicBezTo>
                  <a:cubicBezTo>
                    <a:pt x="434" y="560"/>
                    <a:pt x="588" y="582"/>
                    <a:pt x="665" y="582"/>
                  </a:cubicBezTo>
                  <a:cubicBezTo>
                    <a:pt x="695" y="582"/>
                    <a:pt x="715" y="578"/>
                    <a:pt x="719" y="578"/>
                  </a:cubicBezTo>
                  <a:cubicBezTo>
                    <a:pt x="800" y="559"/>
                    <a:pt x="882" y="502"/>
                    <a:pt x="919" y="439"/>
                  </a:cubicBezTo>
                  <a:cubicBezTo>
                    <a:pt x="1172" y="0"/>
                    <a:pt x="1172" y="0"/>
                    <a:pt x="1172" y="0"/>
                  </a:cubicBezTo>
                </a:path>
              </a:pathLst>
            </a:cu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微软雅黑" panose="020B0503020204020204" pitchFamily="34" charset="-122"/>
              </a:endParaRPr>
            </a:p>
          </p:txBody>
        </p:sp>
        <p:grpSp>
          <p:nvGrpSpPr>
            <p:cNvPr id="86" name="Group 121"/>
            <p:cNvGrpSpPr/>
            <p:nvPr/>
          </p:nvGrpSpPr>
          <p:grpSpPr>
            <a:xfrm>
              <a:off x="5262450" y="1408206"/>
              <a:ext cx="417494" cy="418208"/>
              <a:chOff x="9145588" y="4435475"/>
              <a:chExt cx="464344" cy="465138"/>
            </a:xfrm>
            <a:solidFill>
              <a:schemeClr val="bg2"/>
            </a:solidFill>
          </p:grpSpPr>
          <p:sp>
            <p:nvSpPr>
              <p:cNvPr id="99"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0"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2"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4"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5"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6"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7"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8"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09"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grpSp>
        <p:grpSp>
          <p:nvGrpSpPr>
            <p:cNvPr id="110" name="Group 131"/>
            <p:cNvGrpSpPr/>
            <p:nvPr/>
          </p:nvGrpSpPr>
          <p:grpSpPr>
            <a:xfrm>
              <a:off x="5971868" y="2724050"/>
              <a:ext cx="417494" cy="405362"/>
              <a:chOff x="8216107" y="4449763"/>
              <a:chExt cx="464344" cy="450850"/>
            </a:xfrm>
            <a:solidFill>
              <a:schemeClr val="tx2"/>
            </a:solidFill>
          </p:grpSpPr>
          <p:sp>
            <p:nvSpPr>
              <p:cNvPr id="111" name="AutoShape 16"/>
              <p:cNvSpPr/>
              <p:nvPr/>
            </p:nvSpPr>
            <p:spPr bwMode="auto">
              <a:xfrm>
                <a:off x="8448675" y="4696619"/>
                <a:ext cx="57944" cy="587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12" name="AutoShape 17"/>
              <p:cNvSpPr/>
              <p:nvPr/>
            </p:nvSpPr>
            <p:spPr bwMode="auto">
              <a:xfrm>
                <a:off x="8216107" y="4449763"/>
                <a:ext cx="464344" cy="450850"/>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grpSp>
        <p:grpSp>
          <p:nvGrpSpPr>
            <p:cNvPr id="113" name="Group 134"/>
            <p:cNvGrpSpPr/>
            <p:nvPr/>
          </p:nvGrpSpPr>
          <p:grpSpPr>
            <a:xfrm>
              <a:off x="5104730" y="4072266"/>
              <a:ext cx="418208" cy="351837"/>
              <a:chOff x="5368132" y="2625725"/>
              <a:chExt cx="465138" cy="391319"/>
            </a:xfrm>
            <a:solidFill>
              <a:schemeClr val="bg2"/>
            </a:solidFill>
          </p:grpSpPr>
          <p:sp>
            <p:nvSpPr>
              <p:cNvPr id="114"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15"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16"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grpSp>
        <p:grpSp>
          <p:nvGrpSpPr>
            <p:cNvPr id="117" name="Group 138"/>
            <p:cNvGrpSpPr/>
            <p:nvPr/>
          </p:nvGrpSpPr>
          <p:grpSpPr>
            <a:xfrm>
              <a:off x="3613677" y="3918874"/>
              <a:ext cx="417494" cy="417494"/>
              <a:chOff x="4439444" y="2582069"/>
              <a:chExt cx="464344" cy="464344"/>
            </a:xfrm>
            <a:solidFill>
              <a:schemeClr val="tx2"/>
            </a:solidFill>
          </p:grpSpPr>
          <p:sp>
            <p:nvSpPr>
              <p:cNvPr id="118" name="AutoShape 123"/>
              <p:cNvSpPr/>
              <p:nvPr/>
            </p:nvSpPr>
            <p:spPr bwMode="auto">
              <a:xfrm>
                <a:off x="4439444"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19" name="AutoShape 124"/>
              <p:cNvSpPr/>
              <p:nvPr/>
            </p:nvSpPr>
            <p:spPr bwMode="auto">
              <a:xfrm>
                <a:off x="4570413" y="271224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20" name="AutoShape 125"/>
              <p:cNvSpPr/>
              <p:nvPr/>
            </p:nvSpPr>
            <p:spPr bwMode="auto">
              <a:xfrm>
                <a:off x="4613275" y="275590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grpSp>
        <p:grpSp>
          <p:nvGrpSpPr>
            <p:cNvPr id="121" name="Group 142"/>
            <p:cNvGrpSpPr/>
            <p:nvPr/>
          </p:nvGrpSpPr>
          <p:grpSpPr>
            <a:xfrm>
              <a:off x="2918494" y="2646273"/>
              <a:ext cx="417494" cy="417494"/>
              <a:chOff x="4439444" y="1652588"/>
              <a:chExt cx="464344" cy="464344"/>
            </a:xfrm>
            <a:solidFill>
              <a:schemeClr val="bg2"/>
            </a:solidFill>
          </p:grpSpPr>
          <p:sp>
            <p:nvSpPr>
              <p:cNvPr id="122" name="AutoShape 136"/>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23" name="AutoShape 137"/>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sp>
            <p:nvSpPr>
              <p:cNvPr id="124" name="AutoShape 138"/>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1865">
                  <a:solidFill>
                    <a:srgbClr val="080808"/>
                  </a:solidFill>
                  <a:sym typeface="Gill Sans" charset="0"/>
                </a:endParaRPr>
              </a:p>
            </p:txBody>
          </p:sp>
        </p:grpSp>
        <p:grpSp>
          <p:nvGrpSpPr>
            <p:cNvPr id="125" name="Group 146"/>
            <p:cNvGrpSpPr/>
            <p:nvPr/>
          </p:nvGrpSpPr>
          <p:grpSpPr>
            <a:xfrm>
              <a:off x="3768545" y="1369668"/>
              <a:ext cx="417494" cy="326145"/>
              <a:chOff x="2581275" y="1710532"/>
              <a:chExt cx="464344" cy="362744"/>
            </a:xfrm>
            <a:solidFill>
              <a:schemeClr val="tx2"/>
            </a:solidFill>
          </p:grpSpPr>
          <p:sp>
            <p:nvSpPr>
              <p:cNvPr id="126" name="AutoShape 140"/>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27" name="AutoShape 141"/>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28" name="AutoShape 142"/>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29" name="AutoShape 143"/>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30" name="AutoShape 144"/>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44" name="AutoShape 145"/>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sp>
            <p:nvSpPr>
              <p:cNvPr id="155" name="AutoShape 146"/>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algn="ctr" defTabSz="228600" fontAlgn="base" hangingPunct="0">
                  <a:spcBef>
                    <a:spcPct val="0"/>
                  </a:spcBef>
                  <a:spcAft>
                    <a:spcPct val="0"/>
                  </a:spcAft>
                </a:pPr>
                <a:endParaRPr lang="en-US" sz="2000">
                  <a:solidFill>
                    <a:srgbClr val="FFFFFF"/>
                  </a:solidFill>
                  <a:effectLst>
                    <a:outerShdw blurRad="38100" dist="38100" dir="2700000" algn="tl">
                      <a:srgbClr val="000000"/>
                    </a:outerShdw>
                  </a:effectLst>
                  <a:latin typeface="Gill Sans" charset="0"/>
                  <a:sym typeface="Gill Sans" charset="0"/>
                </a:endParaRPr>
              </a:p>
            </p:txBody>
          </p:sp>
        </p:grpSp>
        <p:sp>
          <p:nvSpPr>
            <p:cNvPr id="156" name="TextBox 155"/>
            <p:cNvSpPr txBox="1"/>
            <p:nvPr/>
          </p:nvSpPr>
          <p:spPr>
            <a:xfrm>
              <a:off x="4268137" y="3188878"/>
              <a:ext cx="758374" cy="463637"/>
            </a:xfrm>
            <a:prstGeom prst="rect">
              <a:avLst/>
            </a:prstGeom>
            <a:noFill/>
          </p:spPr>
          <p:txBody>
            <a:bodyPr wrap="none" rtlCol="0">
              <a:spAutoFit/>
            </a:bodyPr>
            <a:lstStyle/>
            <a:p>
              <a:pPr algn="ctr"/>
              <a:r>
                <a:rPr lang="zh-CN" altLang="en-US" sz="2665" dirty="0">
                  <a:solidFill>
                    <a:srgbClr val="080808"/>
                  </a:solidFill>
                  <a:latin typeface="Source Sans Pro" panose="020B0503030403020204" pitchFamily="34" charset="0"/>
                </a:rPr>
                <a:t>标题</a:t>
              </a:r>
              <a:endParaRPr lang="en-GB" sz="2665" dirty="0">
                <a:solidFill>
                  <a:srgbClr val="080808"/>
                </a:solidFill>
                <a:latin typeface="Source Sans Pro" panose="020B0503030403020204" pitchFamily="34" charset="0"/>
              </a:endParaRPr>
            </a:p>
          </p:txBody>
        </p:sp>
        <p:sp>
          <p:nvSpPr>
            <p:cNvPr id="158" name="Oval 2"/>
            <p:cNvSpPr>
              <a:spLocks noChangeAspect="1"/>
            </p:cNvSpPr>
            <p:nvPr/>
          </p:nvSpPr>
          <p:spPr bwMode="auto">
            <a:xfrm>
              <a:off x="4215758" y="2340044"/>
              <a:ext cx="862107" cy="879847"/>
            </a:xfrm>
            <a:custGeom>
              <a:avLst/>
              <a:gdLst/>
              <a:ahLst/>
              <a:cxnLst/>
              <a:rect l="l" t="t" r="r" b="b"/>
              <a:pathLst>
                <a:path w="6400801" h="6400800">
                  <a:moveTo>
                    <a:pt x="2938779" y="4069139"/>
                  </a:moveTo>
                  <a:cubicBezTo>
                    <a:pt x="2956231" y="4067140"/>
                    <a:pt x="2974014" y="4067638"/>
                    <a:pt x="2991556" y="4070755"/>
                  </a:cubicBezTo>
                  <a:cubicBezTo>
                    <a:pt x="3014946" y="4074909"/>
                    <a:pt x="3037908" y="4083720"/>
                    <a:pt x="3059084" y="4097472"/>
                  </a:cubicBezTo>
                  <a:cubicBezTo>
                    <a:pt x="3143792" y="4152481"/>
                    <a:pt x="3167866" y="4265744"/>
                    <a:pt x="3112857" y="4350451"/>
                  </a:cubicBezTo>
                  <a:lnTo>
                    <a:pt x="2988352" y="4542172"/>
                  </a:lnTo>
                  <a:cubicBezTo>
                    <a:pt x="2933343" y="4626878"/>
                    <a:pt x="2820081" y="4650954"/>
                    <a:pt x="2735373" y="4595945"/>
                  </a:cubicBezTo>
                  <a:cubicBezTo>
                    <a:pt x="2650665" y="4540935"/>
                    <a:pt x="2626590" y="4427672"/>
                    <a:pt x="2681600" y="4342965"/>
                  </a:cubicBezTo>
                  <a:lnTo>
                    <a:pt x="2806105" y="4151244"/>
                  </a:lnTo>
                  <a:cubicBezTo>
                    <a:pt x="2837048" y="4103596"/>
                    <a:pt x="2886422" y="4075134"/>
                    <a:pt x="2938779" y="4069139"/>
                  </a:cubicBezTo>
                  <a:close/>
                  <a:moveTo>
                    <a:pt x="5599195" y="3955694"/>
                  </a:moveTo>
                  <a:lnTo>
                    <a:pt x="6310324" y="3955694"/>
                  </a:lnTo>
                  <a:cubicBezTo>
                    <a:pt x="5971594" y="5358821"/>
                    <a:pt x="4707682" y="6400800"/>
                    <a:pt x="3200402" y="6400800"/>
                  </a:cubicBezTo>
                  <a:cubicBezTo>
                    <a:pt x="1795855" y="6400800"/>
                    <a:pt x="602631" y="5496018"/>
                    <a:pt x="174768" y="4236478"/>
                  </a:cubicBezTo>
                  <a:lnTo>
                    <a:pt x="911006" y="4236478"/>
                  </a:lnTo>
                  <a:cubicBezTo>
                    <a:pt x="1303909" y="5108844"/>
                    <a:pt x="2181368" y="5715000"/>
                    <a:pt x="3200402" y="5715000"/>
                  </a:cubicBezTo>
                  <a:cubicBezTo>
                    <a:pt x="4325971" y="5715000"/>
                    <a:pt x="5278816" y="4975478"/>
                    <a:pt x="5599195" y="3955694"/>
                  </a:cubicBezTo>
                  <a:close/>
                  <a:moveTo>
                    <a:pt x="1486918" y="3748003"/>
                  </a:moveTo>
                  <a:cubicBezTo>
                    <a:pt x="1504370" y="3746005"/>
                    <a:pt x="1522154" y="3746503"/>
                    <a:pt x="1539696" y="3749619"/>
                  </a:cubicBezTo>
                  <a:cubicBezTo>
                    <a:pt x="1563086" y="3753774"/>
                    <a:pt x="1586048" y="3762584"/>
                    <a:pt x="1607224" y="3776337"/>
                  </a:cubicBezTo>
                  <a:cubicBezTo>
                    <a:pt x="1691932" y="3831346"/>
                    <a:pt x="1716006" y="3944609"/>
                    <a:pt x="1660997" y="4029316"/>
                  </a:cubicBezTo>
                  <a:lnTo>
                    <a:pt x="1536492" y="4221036"/>
                  </a:lnTo>
                  <a:cubicBezTo>
                    <a:pt x="1481483" y="4305744"/>
                    <a:pt x="1368220" y="4329819"/>
                    <a:pt x="1283513" y="4274809"/>
                  </a:cubicBezTo>
                  <a:cubicBezTo>
                    <a:pt x="1198805" y="4219799"/>
                    <a:pt x="1174730" y="4106537"/>
                    <a:pt x="1229740" y="4021829"/>
                  </a:cubicBezTo>
                  <a:lnTo>
                    <a:pt x="1354245" y="3830109"/>
                  </a:lnTo>
                  <a:cubicBezTo>
                    <a:pt x="1385188" y="3782461"/>
                    <a:pt x="1434563" y="3753997"/>
                    <a:pt x="1486918" y="3748003"/>
                  </a:cubicBezTo>
                  <a:close/>
                  <a:moveTo>
                    <a:pt x="2583225" y="3741166"/>
                  </a:moveTo>
                  <a:cubicBezTo>
                    <a:pt x="2600677" y="3739167"/>
                    <a:pt x="2618461" y="3739666"/>
                    <a:pt x="2636003" y="3742783"/>
                  </a:cubicBezTo>
                  <a:cubicBezTo>
                    <a:pt x="2659393" y="3746937"/>
                    <a:pt x="2682355" y="3755747"/>
                    <a:pt x="2703532" y="3769499"/>
                  </a:cubicBezTo>
                  <a:cubicBezTo>
                    <a:pt x="2788239" y="3824509"/>
                    <a:pt x="2812314" y="3937772"/>
                    <a:pt x="2757304" y="4022479"/>
                  </a:cubicBezTo>
                  <a:lnTo>
                    <a:pt x="2458493" y="4482607"/>
                  </a:lnTo>
                  <a:cubicBezTo>
                    <a:pt x="2403484" y="4567315"/>
                    <a:pt x="2290221" y="4591390"/>
                    <a:pt x="2205514" y="4536380"/>
                  </a:cubicBezTo>
                  <a:cubicBezTo>
                    <a:pt x="2120806" y="4481370"/>
                    <a:pt x="2096732" y="4368108"/>
                    <a:pt x="2151741" y="4283400"/>
                  </a:cubicBezTo>
                  <a:lnTo>
                    <a:pt x="2450552" y="3823272"/>
                  </a:lnTo>
                  <a:cubicBezTo>
                    <a:pt x="2481495" y="3775625"/>
                    <a:pt x="2530870" y="3747161"/>
                    <a:pt x="2583225" y="3741166"/>
                  </a:cubicBezTo>
                  <a:close/>
                  <a:moveTo>
                    <a:pt x="2180840" y="3483954"/>
                  </a:moveTo>
                  <a:cubicBezTo>
                    <a:pt x="2198293" y="3481957"/>
                    <a:pt x="2216075" y="3482455"/>
                    <a:pt x="2233618" y="3485571"/>
                  </a:cubicBezTo>
                  <a:cubicBezTo>
                    <a:pt x="2257008" y="3489726"/>
                    <a:pt x="2279970" y="3498537"/>
                    <a:pt x="2301147" y="3512288"/>
                  </a:cubicBezTo>
                  <a:cubicBezTo>
                    <a:pt x="2385854" y="3567298"/>
                    <a:pt x="2409929" y="3680560"/>
                    <a:pt x="2354918" y="3765268"/>
                  </a:cubicBezTo>
                  <a:lnTo>
                    <a:pt x="1956504" y="4378773"/>
                  </a:lnTo>
                  <a:cubicBezTo>
                    <a:pt x="1901495" y="4463479"/>
                    <a:pt x="1788232" y="4487555"/>
                    <a:pt x="1703524" y="4432545"/>
                  </a:cubicBezTo>
                  <a:cubicBezTo>
                    <a:pt x="1618818" y="4377535"/>
                    <a:pt x="1594743" y="4264272"/>
                    <a:pt x="1649752" y="4179565"/>
                  </a:cubicBezTo>
                  <a:lnTo>
                    <a:pt x="2048167" y="3566060"/>
                  </a:lnTo>
                  <a:cubicBezTo>
                    <a:pt x="2079109" y="3518413"/>
                    <a:pt x="2128484" y="3489950"/>
                    <a:pt x="2180840" y="3483954"/>
                  </a:cubicBezTo>
                  <a:close/>
                  <a:moveTo>
                    <a:pt x="1956920" y="2161748"/>
                  </a:moveTo>
                  <a:cubicBezTo>
                    <a:pt x="1979525" y="2163726"/>
                    <a:pt x="2001374" y="2174326"/>
                    <a:pt x="2017112" y="2193079"/>
                  </a:cubicBezTo>
                  <a:cubicBezTo>
                    <a:pt x="2046159" y="2227697"/>
                    <a:pt x="2044230" y="2277999"/>
                    <a:pt x="2013153" y="2309251"/>
                  </a:cubicBezTo>
                  <a:lnTo>
                    <a:pt x="2014245" y="2310464"/>
                  </a:lnTo>
                  <a:lnTo>
                    <a:pt x="2008427" y="2315176"/>
                  </a:lnTo>
                  <a:cubicBezTo>
                    <a:pt x="2007986" y="2316444"/>
                    <a:pt x="2007094" y="2317222"/>
                    <a:pt x="2006184" y="2317986"/>
                  </a:cubicBezTo>
                  <a:lnTo>
                    <a:pt x="1806882" y="2485219"/>
                  </a:lnTo>
                  <a:cubicBezTo>
                    <a:pt x="1704191" y="2599553"/>
                    <a:pt x="1697282" y="2774681"/>
                    <a:pt x="1797185" y="2898050"/>
                  </a:cubicBezTo>
                  <a:cubicBezTo>
                    <a:pt x="1908420" y="3035413"/>
                    <a:pt x="2109946" y="3056594"/>
                    <a:pt x="2247309" y="2945360"/>
                  </a:cubicBezTo>
                  <a:lnTo>
                    <a:pt x="2338616" y="2871422"/>
                  </a:lnTo>
                  <a:lnTo>
                    <a:pt x="2338630" y="2871437"/>
                  </a:lnTo>
                  <a:lnTo>
                    <a:pt x="2338945" y="2871156"/>
                  </a:lnTo>
                  <a:lnTo>
                    <a:pt x="2602621" y="2657635"/>
                  </a:lnTo>
                  <a:cubicBezTo>
                    <a:pt x="2608606" y="2652788"/>
                    <a:pt x="2614369" y="2647772"/>
                    <a:pt x="2618891" y="2641505"/>
                  </a:cubicBezTo>
                  <a:cubicBezTo>
                    <a:pt x="2716015" y="2580063"/>
                    <a:pt x="2827312" y="2544504"/>
                    <a:pt x="2944280" y="2540144"/>
                  </a:cubicBezTo>
                  <a:cubicBezTo>
                    <a:pt x="2997945" y="2538144"/>
                    <a:pt x="3049962" y="2542817"/>
                    <a:pt x="3099337" y="2555009"/>
                  </a:cubicBezTo>
                  <a:cubicBezTo>
                    <a:pt x="3099582" y="2554669"/>
                    <a:pt x="3099830" y="2554330"/>
                    <a:pt x="3099955" y="2553895"/>
                  </a:cubicBezTo>
                  <a:lnTo>
                    <a:pt x="3507123" y="2641827"/>
                  </a:lnTo>
                  <a:lnTo>
                    <a:pt x="3840287" y="2720589"/>
                  </a:lnTo>
                  <a:lnTo>
                    <a:pt x="3839574" y="2722689"/>
                  </a:lnTo>
                  <a:cubicBezTo>
                    <a:pt x="3918505" y="2742806"/>
                    <a:pt x="3992686" y="2774673"/>
                    <a:pt x="4059647" y="2818014"/>
                  </a:cubicBezTo>
                  <a:lnTo>
                    <a:pt x="4436081" y="3181533"/>
                  </a:lnTo>
                  <a:lnTo>
                    <a:pt x="4492118" y="3242741"/>
                  </a:lnTo>
                  <a:cubicBezTo>
                    <a:pt x="4502616" y="3245767"/>
                    <a:pt x="4510658" y="3252516"/>
                    <a:pt x="4518205" y="3260063"/>
                  </a:cubicBezTo>
                  <a:lnTo>
                    <a:pt x="5035468" y="3777326"/>
                  </a:lnTo>
                  <a:cubicBezTo>
                    <a:pt x="5106887" y="3848745"/>
                    <a:pt x="5106887" y="3964538"/>
                    <a:pt x="5035467" y="4035957"/>
                  </a:cubicBezTo>
                  <a:cubicBezTo>
                    <a:pt x="4964049" y="4107377"/>
                    <a:pt x="4848256" y="4107377"/>
                    <a:pt x="4776836" y="4035958"/>
                  </a:cubicBezTo>
                  <a:lnTo>
                    <a:pt x="4355415" y="3614535"/>
                  </a:lnTo>
                  <a:lnTo>
                    <a:pt x="4354368" y="3615620"/>
                  </a:lnTo>
                  <a:cubicBezTo>
                    <a:pt x="4331787" y="3604156"/>
                    <a:pt x="4303602" y="3608170"/>
                    <a:pt x="4284681" y="3627089"/>
                  </a:cubicBezTo>
                  <a:cubicBezTo>
                    <a:pt x="4267674" y="3644096"/>
                    <a:pt x="4262713" y="3668585"/>
                    <a:pt x="4272546" y="3688883"/>
                  </a:cubicBezTo>
                  <a:cubicBezTo>
                    <a:pt x="4293541" y="3697118"/>
                    <a:pt x="4312939" y="3710026"/>
                    <a:pt x="4329850" y="3726936"/>
                  </a:cubicBezTo>
                  <a:lnTo>
                    <a:pt x="4847114" y="4244199"/>
                  </a:lnTo>
                  <a:cubicBezTo>
                    <a:pt x="4918533" y="4315619"/>
                    <a:pt x="4918535" y="4431412"/>
                    <a:pt x="4847114" y="4502830"/>
                  </a:cubicBezTo>
                  <a:cubicBezTo>
                    <a:pt x="4775693" y="4574249"/>
                    <a:pt x="4659901" y="4574249"/>
                    <a:pt x="4588482" y="4502831"/>
                  </a:cubicBezTo>
                  <a:lnTo>
                    <a:pt x="4071219" y="3985568"/>
                  </a:lnTo>
                  <a:lnTo>
                    <a:pt x="4041024" y="3940095"/>
                  </a:lnTo>
                  <a:lnTo>
                    <a:pt x="4040360" y="3940782"/>
                  </a:lnTo>
                  <a:cubicBezTo>
                    <a:pt x="4017254" y="3924832"/>
                    <a:pt x="3985516" y="3927706"/>
                    <a:pt x="3964843" y="3948379"/>
                  </a:cubicBezTo>
                  <a:cubicBezTo>
                    <a:pt x="3944472" y="3968751"/>
                    <a:pt x="3941381" y="3999857"/>
                    <a:pt x="3957437" y="4022240"/>
                  </a:cubicBezTo>
                  <a:lnTo>
                    <a:pt x="4411220" y="4476023"/>
                  </a:lnTo>
                  <a:cubicBezTo>
                    <a:pt x="4482639" y="4547442"/>
                    <a:pt x="4482640" y="4663235"/>
                    <a:pt x="4411220" y="4734654"/>
                  </a:cubicBezTo>
                  <a:cubicBezTo>
                    <a:pt x="4339801" y="4806074"/>
                    <a:pt x="4224009" y="4806074"/>
                    <a:pt x="4152588" y="4734654"/>
                  </a:cubicBezTo>
                  <a:lnTo>
                    <a:pt x="3693759" y="4275824"/>
                  </a:lnTo>
                  <a:cubicBezTo>
                    <a:pt x="3674507" y="4266207"/>
                    <a:pt x="3651523" y="4271480"/>
                    <a:pt x="3635327" y="4287674"/>
                  </a:cubicBezTo>
                  <a:cubicBezTo>
                    <a:pt x="3616352" y="4306648"/>
                    <a:pt x="3612370" y="4334938"/>
                    <a:pt x="3624934" y="4356886"/>
                  </a:cubicBezTo>
                  <a:cubicBezTo>
                    <a:pt x="3635049" y="4359778"/>
                    <a:pt x="3642739" y="4366280"/>
                    <a:pt x="3649973" y="4373515"/>
                  </a:cubicBezTo>
                  <a:lnTo>
                    <a:pt x="3908605" y="4632146"/>
                  </a:lnTo>
                  <a:cubicBezTo>
                    <a:pt x="3980025" y="4703566"/>
                    <a:pt x="3980024" y="4819358"/>
                    <a:pt x="3908605" y="4890778"/>
                  </a:cubicBezTo>
                  <a:cubicBezTo>
                    <a:pt x="3837186" y="4962196"/>
                    <a:pt x="3721393" y="4962197"/>
                    <a:pt x="3649973" y="4890777"/>
                  </a:cubicBezTo>
                  <a:lnTo>
                    <a:pt x="3391342" y="4632145"/>
                  </a:lnTo>
                  <a:lnTo>
                    <a:pt x="3383755" y="4620718"/>
                  </a:lnTo>
                  <a:lnTo>
                    <a:pt x="3380889" y="4623684"/>
                  </a:lnTo>
                  <a:lnTo>
                    <a:pt x="3174745" y="4424613"/>
                  </a:lnTo>
                  <a:lnTo>
                    <a:pt x="3205723" y="4376911"/>
                  </a:lnTo>
                  <a:cubicBezTo>
                    <a:pt x="3288238" y="4249850"/>
                    <a:pt x="3252126" y="4079956"/>
                    <a:pt x="3125065" y="3997443"/>
                  </a:cubicBezTo>
                  <a:cubicBezTo>
                    <a:pt x="3050998" y="3949342"/>
                    <a:pt x="2962377" y="3941552"/>
                    <a:pt x="2885364" y="3969651"/>
                  </a:cubicBezTo>
                  <a:cubicBezTo>
                    <a:pt x="2904562" y="3864147"/>
                    <a:pt x="2860444" y="3752656"/>
                    <a:pt x="2764879" y="3690594"/>
                  </a:cubicBezTo>
                  <a:cubicBezTo>
                    <a:pt x="2675680" y="3632668"/>
                    <a:pt x="2565374" y="3633204"/>
                    <a:pt x="2479613" y="3683683"/>
                  </a:cubicBezTo>
                  <a:cubicBezTo>
                    <a:pt x="2491746" y="3584340"/>
                    <a:pt x="2447375" y="3482413"/>
                    <a:pt x="2357597" y="3424112"/>
                  </a:cubicBezTo>
                  <a:cubicBezTo>
                    <a:pt x="2230536" y="3341596"/>
                    <a:pt x="2060642" y="3377708"/>
                    <a:pt x="1978127" y="3504770"/>
                  </a:cubicBezTo>
                  <a:lnTo>
                    <a:pt x="1773143" y="3820415"/>
                  </a:lnTo>
                  <a:cubicBezTo>
                    <a:pt x="1771585" y="3822815"/>
                    <a:pt x="1770069" y="3825230"/>
                    <a:pt x="1769218" y="3828038"/>
                  </a:cubicBezTo>
                  <a:cubicBezTo>
                    <a:pt x="1752743" y="3768112"/>
                    <a:pt x="1714307" y="3714419"/>
                    <a:pt x="1658027" y="3677872"/>
                  </a:cubicBezTo>
                  <a:cubicBezTo>
                    <a:pt x="1530967" y="3595356"/>
                    <a:pt x="1361072" y="3631468"/>
                    <a:pt x="1278558" y="3758529"/>
                  </a:cubicBezTo>
                  <a:lnTo>
                    <a:pt x="1214041" y="3857878"/>
                  </a:lnTo>
                  <a:cubicBezTo>
                    <a:pt x="1129847" y="4012173"/>
                    <a:pt x="965736" y="4115631"/>
                    <a:pt x="777460" y="4115631"/>
                  </a:cubicBezTo>
                  <a:lnTo>
                    <a:pt x="770030" y="4114882"/>
                  </a:lnTo>
                  <a:lnTo>
                    <a:pt x="133314" y="4114882"/>
                  </a:lnTo>
                  <a:cubicBezTo>
                    <a:pt x="46334" y="3825273"/>
                    <a:pt x="0" y="3518249"/>
                    <a:pt x="0" y="3200402"/>
                  </a:cubicBezTo>
                  <a:cubicBezTo>
                    <a:pt x="-1" y="2981216"/>
                    <a:pt x="22034" y="2767175"/>
                    <a:pt x="64130" y="2560401"/>
                  </a:cubicBezTo>
                  <a:lnTo>
                    <a:pt x="1002249" y="2560400"/>
                  </a:lnTo>
                  <a:lnTo>
                    <a:pt x="1891037" y="2183134"/>
                  </a:lnTo>
                  <a:lnTo>
                    <a:pt x="1892205" y="2182154"/>
                  </a:lnTo>
                  <a:cubicBezTo>
                    <a:pt x="1910959" y="2166416"/>
                    <a:pt x="1934318" y="2159770"/>
                    <a:pt x="1956920" y="2161748"/>
                  </a:cubicBezTo>
                  <a:close/>
                  <a:moveTo>
                    <a:pt x="3656858" y="1633115"/>
                  </a:moveTo>
                  <a:cubicBezTo>
                    <a:pt x="3684170" y="1634110"/>
                    <a:pt x="3710479" y="1635996"/>
                    <a:pt x="3735468" y="1640302"/>
                  </a:cubicBezTo>
                  <a:cubicBezTo>
                    <a:pt x="3736801" y="1640168"/>
                    <a:pt x="3738134" y="1640167"/>
                    <a:pt x="3739468" y="1640167"/>
                  </a:cubicBezTo>
                  <a:cubicBezTo>
                    <a:pt x="4305222" y="1640169"/>
                    <a:pt x="4816641" y="1846440"/>
                    <a:pt x="5181704" y="2180522"/>
                  </a:cubicBezTo>
                  <a:lnTo>
                    <a:pt x="5182750" y="2177646"/>
                  </a:lnTo>
                  <a:cubicBezTo>
                    <a:pt x="5259259" y="2244293"/>
                    <a:pt x="5359072" y="2283923"/>
                    <a:pt x="5468110" y="2284801"/>
                  </a:cubicBezTo>
                  <a:lnTo>
                    <a:pt x="5467703" y="2285921"/>
                  </a:lnTo>
                  <a:lnTo>
                    <a:pt x="6267485" y="2285921"/>
                  </a:lnTo>
                  <a:cubicBezTo>
                    <a:pt x="6354465" y="2575530"/>
                    <a:pt x="6400801" y="2882555"/>
                    <a:pt x="6400801" y="3200402"/>
                  </a:cubicBezTo>
                  <a:cubicBezTo>
                    <a:pt x="6400800" y="3419588"/>
                    <a:pt x="6378766" y="3633626"/>
                    <a:pt x="6336672" y="3840401"/>
                  </a:cubicBezTo>
                  <a:lnTo>
                    <a:pt x="5704421" y="3840400"/>
                  </a:lnTo>
                  <a:lnTo>
                    <a:pt x="5517569" y="3840400"/>
                  </a:lnTo>
                  <a:cubicBezTo>
                    <a:pt x="5516068" y="3840851"/>
                    <a:pt x="5514564" y="3840855"/>
                    <a:pt x="5513058" y="3840856"/>
                  </a:cubicBezTo>
                  <a:cubicBezTo>
                    <a:pt x="5346942" y="3840856"/>
                    <a:pt x="5196620" y="3773228"/>
                    <a:pt x="5088259" y="3663870"/>
                  </a:cubicBezTo>
                  <a:lnTo>
                    <a:pt x="5088088" y="3664207"/>
                  </a:lnTo>
                  <a:lnTo>
                    <a:pt x="4240840" y="2816960"/>
                  </a:lnTo>
                  <a:cubicBezTo>
                    <a:pt x="4240396" y="2817661"/>
                    <a:pt x="4239784" y="2818172"/>
                    <a:pt x="4239171" y="2818678"/>
                  </a:cubicBezTo>
                  <a:cubicBezTo>
                    <a:pt x="4135954" y="2720312"/>
                    <a:pt x="4008137" y="2648478"/>
                    <a:pt x="3866360" y="2610767"/>
                  </a:cubicBezTo>
                  <a:lnTo>
                    <a:pt x="3866992" y="2608888"/>
                  </a:lnTo>
                  <a:lnTo>
                    <a:pt x="3535264" y="2526178"/>
                  </a:lnTo>
                  <a:lnTo>
                    <a:pt x="3130135" y="2432647"/>
                  </a:lnTo>
                  <a:cubicBezTo>
                    <a:pt x="3130024" y="2433039"/>
                    <a:pt x="3129793" y="2433339"/>
                    <a:pt x="3129562" y="2433637"/>
                  </a:cubicBezTo>
                  <a:cubicBezTo>
                    <a:pt x="3080383" y="2420910"/>
                    <a:pt x="3028848" y="2414912"/>
                    <a:pt x="2975908" y="2414912"/>
                  </a:cubicBezTo>
                  <a:cubicBezTo>
                    <a:pt x="2811943" y="2414912"/>
                    <a:pt x="2661415" y="2472455"/>
                    <a:pt x="2545396" y="2570876"/>
                  </a:cubicBezTo>
                  <a:lnTo>
                    <a:pt x="2543573" y="2569717"/>
                  </a:lnTo>
                  <a:lnTo>
                    <a:pt x="2193720" y="2853022"/>
                  </a:lnTo>
                  <a:cubicBezTo>
                    <a:pt x="2105416" y="2924529"/>
                    <a:pt x="1975860" y="2910914"/>
                    <a:pt x="1904353" y="2822609"/>
                  </a:cubicBezTo>
                  <a:cubicBezTo>
                    <a:pt x="1832844" y="2734303"/>
                    <a:pt x="1846461" y="2604750"/>
                    <a:pt x="1934767" y="2533243"/>
                  </a:cubicBezTo>
                  <a:lnTo>
                    <a:pt x="2350832" y="2196320"/>
                  </a:lnTo>
                  <a:lnTo>
                    <a:pt x="2704088" y="1899903"/>
                  </a:lnTo>
                  <a:cubicBezTo>
                    <a:pt x="2709938" y="1893802"/>
                    <a:pt x="2716509" y="1888323"/>
                    <a:pt x="2723713" y="1883435"/>
                  </a:cubicBezTo>
                  <a:lnTo>
                    <a:pt x="2732397" y="1876148"/>
                  </a:lnTo>
                  <a:lnTo>
                    <a:pt x="2741152" y="1870710"/>
                  </a:lnTo>
                  <a:cubicBezTo>
                    <a:pt x="2794071" y="1830023"/>
                    <a:pt x="2859630" y="1794650"/>
                    <a:pt x="2933347" y="1767819"/>
                  </a:cubicBezTo>
                  <a:lnTo>
                    <a:pt x="3001298" y="1748265"/>
                  </a:lnTo>
                  <a:cubicBezTo>
                    <a:pt x="3071697" y="1720366"/>
                    <a:pt x="3148660" y="1697120"/>
                    <a:pt x="3229866" y="1678372"/>
                  </a:cubicBezTo>
                  <a:cubicBezTo>
                    <a:pt x="3383705" y="1642856"/>
                    <a:pt x="3530928" y="1628523"/>
                    <a:pt x="3656858" y="1633115"/>
                  </a:cubicBezTo>
                  <a:close/>
                  <a:moveTo>
                    <a:pt x="3200402" y="0"/>
                  </a:moveTo>
                  <a:cubicBezTo>
                    <a:pt x="4604889" y="0"/>
                    <a:pt x="5798071" y="904705"/>
                    <a:pt x="6225978" y="2164162"/>
                  </a:cubicBezTo>
                  <a:lnTo>
                    <a:pt x="5489721" y="2164162"/>
                  </a:lnTo>
                  <a:cubicBezTo>
                    <a:pt x="5096787" y="1291881"/>
                    <a:pt x="4219373" y="685800"/>
                    <a:pt x="3200402" y="685800"/>
                  </a:cubicBezTo>
                  <a:cubicBezTo>
                    <a:pt x="2074893" y="685800"/>
                    <a:pt x="1122090" y="1425244"/>
                    <a:pt x="801668" y="2444946"/>
                  </a:cubicBezTo>
                  <a:lnTo>
                    <a:pt x="90517" y="2444946"/>
                  </a:lnTo>
                  <a:cubicBezTo>
                    <a:pt x="429306" y="1041901"/>
                    <a:pt x="1693180" y="0"/>
                    <a:pt x="3200402" y="0"/>
                  </a:cubicBezTo>
                  <a:close/>
                </a:path>
              </a:pathLst>
            </a:custGeom>
            <a:solidFill>
              <a:schemeClr val="bg2"/>
            </a:solidFill>
            <a:ln w="9525" cap="flat" cmpd="sng" algn="ctr">
              <a:noFill/>
              <a:prstDash val="solid"/>
              <a:headEnd type="none" w="med" len="med"/>
              <a:tailEnd type="none" w="med" len="med"/>
            </a:ln>
            <a:effectLst/>
          </p:spPr>
          <p:txBody>
            <a:bodyPr vert="horz" wrap="square" lIns="124341" tIns="62170" rIns="124341" bIns="62170" numCol="1" rtlCol="0" anchor="ctr" anchorCtr="0" compatLnSpc="1"/>
            <a:lstStyle/>
            <a:p>
              <a:pPr algn="ctr" defTabSz="931545" fontAlgn="base">
                <a:lnSpc>
                  <a:spcPct val="90000"/>
                </a:lnSpc>
                <a:spcBef>
                  <a:spcPct val="0"/>
                </a:spcBef>
                <a:spcAft>
                  <a:spcPct val="0"/>
                </a:spcAft>
                <a:defRPr/>
              </a:pPr>
              <a:endParaRPr lang="en-US" sz="2935" kern="0" dirty="0">
                <a:gradFill>
                  <a:gsLst>
                    <a:gs pos="0">
                      <a:srgbClr val="FFFFFF"/>
                    </a:gs>
                    <a:gs pos="100000">
                      <a:srgbClr val="FFFFFF"/>
                    </a:gs>
                  </a:gsLst>
                  <a:lin ang="5400000" scaled="0"/>
                </a:gradFill>
              </a:endParaRPr>
            </a:p>
          </p:txBody>
        </p:sp>
      </p:grpSp>
      <p:grpSp>
        <p:nvGrpSpPr>
          <p:cNvPr id="171" name="组合 170"/>
          <p:cNvGrpSpPr/>
          <p:nvPr/>
        </p:nvGrpSpPr>
        <p:grpSpPr>
          <a:xfrm>
            <a:off x="886692" y="1939113"/>
            <a:ext cx="2565023" cy="1013237"/>
            <a:chOff x="1072034" y="1783252"/>
            <a:chExt cx="1923767" cy="759928"/>
          </a:xfrm>
        </p:grpSpPr>
        <p:sp>
          <p:nvSpPr>
            <p:cNvPr id="172" name="TextBox 171"/>
            <p:cNvSpPr txBox="1"/>
            <p:nvPr/>
          </p:nvSpPr>
          <p:spPr>
            <a:xfrm>
              <a:off x="1072034" y="2087885"/>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173" name="TextBox 172"/>
            <p:cNvSpPr txBox="1"/>
            <p:nvPr/>
          </p:nvSpPr>
          <p:spPr>
            <a:xfrm>
              <a:off x="2119788" y="1783252"/>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74" name="组合 173"/>
          <p:cNvGrpSpPr/>
          <p:nvPr/>
        </p:nvGrpSpPr>
        <p:grpSpPr>
          <a:xfrm>
            <a:off x="886692" y="3339731"/>
            <a:ext cx="2565023" cy="1013237"/>
            <a:chOff x="1072034" y="1783252"/>
            <a:chExt cx="1923767" cy="759928"/>
          </a:xfrm>
        </p:grpSpPr>
        <p:sp>
          <p:nvSpPr>
            <p:cNvPr id="175" name="TextBox 174"/>
            <p:cNvSpPr txBox="1"/>
            <p:nvPr/>
          </p:nvSpPr>
          <p:spPr>
            <a:xfrm>
              <a:off x="1072034" y="2087885"/>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176" name="TextBox 175"/>
            <p:cNvSpPr txBox="1"/>
            <p:nvPr/>
          </p:nvSpPr>
          <p:spPr>
            <a:xfrm>
              <a:off x="2036616" y="1783252"/>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77" name="组合 176"/>
          <p:cNvGrpSpPr/>
          <p:nvPr/>
        </p:nvGrpSpPr>
        <p:grpSpPr>
          <a:xfrm>
            <a:off x="886692" y="4797209"/>
            <a:ext cx="2565023" cy="1013237"/>
            <a:chOff x="1072034" y="1783252"/>
            <a:chExt cx="1923767" cy="759928"/>
          </a:xfrm>
        </p:grpSpPr>
        <p:sp>
          <p:nvSpPr>
            <p:cNvPr id="178" name="TextBox 177"/>
            <p:cNvSpPr txBox="1"/>
            <p:nvPr/>
          </p:nvSpPr>
          <p:spPr>
            <a:xfrm>
              <a:off x="1072034" y="2087885"/>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179" name="TextBox 178"/>
            <p:cNvSpPr txBox="1"/>
            <p:nvPr/>
          </p:nvSpPr>
          <p:spPr>
            <a:xfrm>
              <a:off x="2036616" y="1783252"/>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80" name="组合 179"/>
          <p:cNvGrpSpPr/>
          <p:nvPr/>
        </p:nvGrpSpPr>
        <p:grpSpPr>
          <a:xfrm>
            <a:off x="8618796" y="1943801"/>
            <a:ext cx="2565023" cy="1013237"/>
            <a:chOff x="1072034" y="1783252"/>
            <a:chExt cx="1923767" cy="759928"/>
          </a:xfrm>
        </p:grpSpPr>
        <p:sp>
          <p:nvSpPr>
            <p:cNvPr id="181" name="TextBox 180"/>
            <p:cNvSpPr txBox="1"/>
            <p:nvPr/>
          </p:nvSpPr>
          <p:spPr>
            <a:xfrm>
              <a:off x="1072034" y="2087885"/>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182" name="TextBox 181"/>
            <p:cNvSpPr txBox="1"/>
            <p:nvPr/>
          </p:nvSpPr>
          <p:spPr>
            <a:xfrm>
              <a:off x="1074733" y="1783252"/>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83" name="组合 182"/>
          <p:cNvGrpSpPr/>
          <p:nvPr/>
        </p:nvGrpSpPr>
        <p:grpSpPr>
          <a:xfrm>
            <a:off x="8618796" y="3401280"/>
            <a:ext cx="2565023" cy="1013237"/>
            <a:chOff x="1072034" y="1783252"/>
            <a:chExt cx="1923767" cy="759928"/>
          </a:xfrm>
        </p:grpSpPr>
        <p:sp>
          <p:nvSpPr>
            <p:cNvPr id="184" name="TextBox 183"/>
            <p:cNvSpPr txBox="1"/>
            <p:nvPr/>
          </p:nvSpPr>
          <p:spPr>
            <a:xfrm>
              <a:off x="1072034" y="2087885"/>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185" name="TextBox 184"/>
            <p:cNvSpPr txBox="1"/>
            <p:nvPr/>
          </p:nvSpPr>
          <p:spPr>
            <a:xfrm>
              <a:off x="1074733" y="1783252"/>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86" name="组合 185"/>
          <p:cNvGrpSpPr/>
          <p:nvPr/>
        </p:nvGrpSpPr>
        <p:grpSpPr>
          <a:xfrm>
            <a:off x="8618796" y="4692521"/>
            <a:ext cx="2565023" cy="1013237"/>
            <a:chOff x="1072034" y="1783252"/>
            <a:chExt cx="1923767" cy="759928"/>
          </a:xfrm>
        </p:grpSpPr>
        <p:sp>
          <p:nvSpPr>
            <p:cNvPr id="187" name="TextBox 186"/>
            <p:cNvSpPr txBox="1"/>
            <p:nvPr/>
          </p:nvSpPr>
          <p:spPr>
            <a:xfrm>
              <a:off x="1072034" y="2087885"/>
              <a:ext cx="1923767" cy="455295"/>
            </a:xfrm>
            <a:prstGeom prst="rect">
              <a:avLst/>
            </a:prstGeom>
            <a:noFill/>
          </p:spPr>
          <p:txBody>
            <a:bodyPr wrap="square" lIns="0" tIns="0" rtlCol="0" anchor="t">
              <a:spAutoFit/>
            </a:bodyPr>
            <a:lstStyle/>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a:p>
              <a:r>
                <a:rPr lang="zh-CN" altLang="en-US" sz="1200" dirty="0">
                  <a:solidFill>
                    <a:srgbClr val="080808"/>
                  </a:solidFill>
                  <a:latin typeface="微软雅黑" panose="020B0503020204020204" pitchFamily="34" charset="-122"/>
                </a:rPr>
                <a:t>单击此处添加文本单击此处添加文本</a:t>
              </a:r>
              <a:endParaRPr lang="en-US" altLang="zh-CN" sz="1200" dirty="0">
                <a:solidFill>
                  <a:srgbClr val="080808"/>
                </a:solidFill>
                <a:latin typeface="微软雅黑" panose="020B0503020204020204" pitchFamily="34" charset="-122"/>
              </a:endParaRPr>
            </a:p>
          </p:txBody>
        </p:sp>
        <p:sp>
          <p:nvSpPr>
            <p:cNvPr id="188" name="TextBox 187"/>
            <p:cNvSpPr txBox="1"/>
            <p:nvPr/>
          </p:nvSpPr>
          <p:spPr>
            <a:xfrm>
              <a:off x="1074733" y="1783252"/>
              <a:ext cx="815340" cy="261461"/>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171"/>
                                        </p:tgtEl>
                                        <p:attrNameLst>
                                          <p:attrName>style.visibility</p:attrName>
                                        </p:attrNameLst>
                                      </p:cBhvr>
                                      <p:to>
                                        <p:strVal val="visible"/>
                                      </p:to>
                                    </p:set>
                                    <p:anim calcmode="lin" valueType="num">
                                      <p:cBhvr additive="base">
                                        <p:cTn id="14" dur="500" fill="hold"/>
                                        <p:tgtEl>
                                          <p:spTgt spid="171"/>
                                        </p:tgtEl>
                                        <p:attrNameLst>
                                          <p:attrName>ppt_x</p:attrName>
                                        </p:attrNameLst>
                                      </p:cBhvr>
                                      <p:tavLst>
                                        <p:tav tm="0">
                                          <p:val>
                                            <p:strVal val="0-#ppt_w/2"/>
                                          </p:val>
                                        </p:tav>
                                        <p:tav tm="100000">
                                          <p:val>
                                            <p:strVal val="#ppt_x"/>
                                          </p:val>
                                        </p:tav>
                                      </p:tavLst>
                                    </p:anim>
                                    <p:anim calcmode="lin" valueType="num">
                                      <p:cBhvr additive="base">
                                        <p:cTn id="15" dur="500" fill="hold"/>
                                        <p:tgtEl>
                                          <p:spTgt spid="171"/>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174"/>
                                        </p:tgtEl>
                                        <p:attrNameLst>
                                          <p:attrName>style.visibility</p:attrName>
                                        </p:attrNameLst>
                                      </p:cBhvr>
                                      <p:to>
                                        <p:strVal val="visible"/>
                                      </p:to>
                                    </p:set>
                                    <p:anim calcmode="lin" valueType="num">
                                      <p:cBhvr additive="base">
                                        <p:cTn id="20" dur="500" fill="hold"/>
                                        <p:tgtEl>
                                          <p:spTgt spid="174"/>
                                        </p:tgtEl>
                                        <p:attrNameLst>
                                          <p:attrName>ppt_x</p:attrName>
                                        </p:attrNameLst>
                                      </p:cBhvr>
                                      <p:tavLst>
                                        <p:tav tm="0">
                                          <p:val>
                                            <p:strVal val="0-#ppt_w/2"/>
                                          </p:val>
                                        </p:tav>
                                        <p:tav tm="100000">
                                          <p:val>
                                            <p:strVal val="#ppt_x"/>
                                          </p:val>
                                        </p:tav>
                                      </p:tavLst>
                                    </p:anim>
                                    <p:anim calcmode="lin" valueType="num">
                                      <p:cBhvr additive="base">
                                        <p:cTn id="21" dur="500" fill="hold"/>
                                        <p:tgtEl>
                                          <p:spTgt spid="174"/>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77"/>
                                        </p:tgtEl>
                                        <p:attrNameLst>
                                          <p:attrName>style.visibility</p:attrName>
                                        </p:attrNameLst>
                                      </p:cBhvr>
                                      <p:to>
                                        <p:strVal val="visible"/>
                                      </p:to>
                                    </p:set>
                                    <p:anim calcmode="lin" valueType="num">
                                      <p:cBhvr additive="base">
                                        <p:cTn id="26" dur="500" fill="hold"/>
                                        <p:tgtEl>
                                          <p:spTgt spid="177"/>
                                        </p:tgtEl>
                                        <p:attrNameLst>
                                          <p:attrName>ppt_x</p:attrName>
                                        </p:attrNameLst>
                                      </p:cBhvr>
                                      <p:tavLst>
                                        <p:tav tm="0">
                                          <p:val>
                                            <p:strVal val="0-#ppt_w/2"/>
                                          </p:val>
                                        </p:tav>
                                        <p:tav tm="100000">
                                          <p:val>
                                            <p:strVal val="#ppt_x"/>
                                          </p:val>
                                        </p:tav>
                                      </p:tavLst>
                                    </p:anim>
                                    <p:anim calcmode="lin" valueType="num">
                                      <p:cBhvr additive="base">
                                        <p:cTn id="27" dur="500" fill="hold"/>
                                        <p:tgtEl>
                                          <p:spTgt spid="177"/>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0"/>
                                  </p:stCondLst>
                                  <p:childTnLst>
                                    <p:set>
                                      <p:cBhvr>
                                        <p:cTn id="29" dur="1" fill="hold">
                                          <p:stCondLst>
                                            <p:cond delay="0"/>
                                          </p:stCondLst>
                                        </p:cTn>
                                        <p:tgtEl>
                                          <p:spTgt spid="180"/>
                                        </p:tgtEl>
                                        <p:attrNameLst>
                                          <p:attrName>style.visibility</p:attrName>
                                        </p:attrNameLst>
                                      </p:cBhvr>
                                      <p:to>
                                        <p:strVal val="visible"/>
                                      </p:to>
                                    </p:set>
                                    <p:anim calcmode="lin" valueType="num">
                                      <p:cBhvr additive="base">
                                        <p:cTn id="30" dur="500" fill="hold"/>
                                        <p:tgtEl>
                                          <p:spTgt spid="180"/>
                                        </p:tgtEl>
                                        <p:attrNameLst>
                                          <p:attrName>ppt_x</p:attrName>
                                        </p:attrNameLst>
                                      </p:cBhvr>
                                      <p:tavLst>
                                        <p:tav tm="0">
                                          <p:val>
                                            <p:strVal val="1+#ppt_w/2"/>
                                          </p:val>
                                        </p:tav>
                                        <p:tav tm="100000">
                                          <p:val>
                                            <p:strVal val="#ppt_x"/>
                                          </p:val>
                                        </p:tav>
                                      </p:tavLst>
                                    </p:anim>
                                    <p:anim calcmode="lin" valueType="num">
                                      <p:cBhvr additive="base">
                                        <p:cTn id="31" dur="500" fill="hold"/>
                                        <p:tgtEl>
                                          <p:spTgt spid="18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183"/>
                                        </p:tgtEl>
                                        <p:attrNameLst>
                                          <p:attrName>style.visibility</p:attrName>
                                        </p:attrNameLst>
                                      </p:cBhvr>
                                      <p:to>
                                        <p:strVal val="visible"/>
                                      </p:to>
                                    </p:set>
                                    <p:anim calcmode="lin" valueType="num">
                                      <p:cBhvr additive="base">
                                        <p:cTn id="36" dur="500" fill="hold"/>
                                        <p:tgtEl>
                                          <p:spTgt spid="183"/>
                                        </p:tgtEl>
                                        <p:attrNameLst>
                                          <p:attrName>ppt_x</p:attrName>
                                        </p:attrNameLst>
                                      </p:cBhvr>
                                      <p:tavLst>
                                        <p:tav tm="0">
                                          <p:val>
                                            <p:strVal val="1+#ppt_w/2"/>
                                          </p:val>
                                        </p:tav>
                                        <p:tav tm="100000">
                                          <p:val>
                                            <p:strVal val="#ppt_x"/>
                                          </p:val>
                                        </p:tav>
                                      </p:tavLst>
                                    </p:anim>
                                    <p:anim calcmode="lin" valueType="num">
                                      <p:cBhvr additive="base">
                                        <p:cTn id="37" dur="500" fill="hold"/>
                                        <p:tgtEl>
                                          <p:spTgt spid="18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86"/>
                                        </p:tgtEl>
                                        <p:attrNameLst>
                                          <p:attrName>style.visibility</p:attrName>
                                        </p:attrNameLst>
                                      </p:cBhvr>
                                      <p:to>
                                        <p:strVal val="visible"/>
                                      </p:to>
                                    </p:set>
                                    <p:anim calcmode="lin" valueType="num">
                                      <p:cBhvr additive="base">
                                        <p:cTn id="42" dur="500" fill="hold"/>
                                        <p:tgtEl>
                                          <p:spTgt spid="186"/>
                                        </p:tgtEl>
                                        <p:attrNameLst>
                                          <p:attrName>ppt_x</p:attrName>
                                        </p:attrNameLst>
                                      </p:cBhvr>
                                      <p:tavLst>
                                        <p:tav tm="0">
                                          <p:val>
                                            <p:strVal val="1+#ppt_w/2"/>
                                          </p:val>
                                        </p:tav>
                                        <p:tav tm="100000">
                                          <p:val>
                                            <p:strVal val="#ppt_x"/>
                                          </p:val>
                                        </p:tav>
                                      </p:tavLst>
                                    </p:anim>
                                    <p:anim calcmode="lin" valueType="num">
                                      <p:cBhvr additive="base">
                                        <p:cTn id="43" dur="500" fill="hold"/>
                                        <p:tgtEl>
                                          <p:spTgt spid="1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8" name="组合 137"/>
          <p:cNvGrpSpPr/>
          <p:nvPr/>
        </p:nvGrpSpPr>
        <p:grpSpPr>
          <a:xfrm>
            <a:off x="6777587" y="2387492"/>
            <a:ext cx="4284100" cy="3165955"/>
            <a:chOff x="4764334" y="1496709"/>
            <a:chExt cx="3213075" cy="2374466"/>
          </a:xfrm>
        </p:grpSpPr>
        <p:cxnSp>
          <p:nvCxnSpPr>
            <p:cNvPr id="139" name="直接连接符 138"/>
            <p:cNvCxnSpPr/>
            <p:nvPr/>
          </p:nvCxnSpPr>
          <p:spPr>
            <a:xfrm flipV="1">
              <a:off x="4764334" y="3854468"/>
              <a:ext cx="3213073" cy="16707"/>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flipV="1">
              <a:off x="5151076" y="2366722"/>
              <a:ext cx="2826333" cy="14696"/>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41" name="组合 140"/>
            <p:cNvGrpSpPr/>
            <p:nvPr/>
          </p:nvGrpSpPr>
          <p:grpSpPr>
            <a:xfrm>
              <a:off x="5647418" y="1496709"/>
              <a:ext cx="1768225" cy="765690"/>
              <a:chOff x="1256119" y="1638320"/>
              <a:chExt cx="1923767" cy="765690"/>
            </a:xfrm>
          </p:grpSpPr>
          <p:sp>
            <p:nvSpPr>
              <p:cNvPr id="145" name="TextBox 210"/>
              <p:cNvSpPr txBox="1"/>
              <p:nvPr/>
            </p:nvSpPr>
            <p:spPr>
              <a:xfrm>
                <a:off x="1256119" y="1958240"/>
                <a:ext cx="1923767" cy="445770"/>
              </a:xfrm>
              <a:prstGeom prst="rect">
                <a:avLst/>
              </a:prstGeom>
              <a:noFill/>
            </p:spPr>
            <p:txBody>
              <a:bodyPr wrap="square" lIns="0" tIns="0" rtlCol="0" anchor="t">
                <a:spAutoFit/>
              </a:bodyPr>
              <a:lstStyle/>
              <a:p>
                <a:r>
                  <a:rPr lang="zh-CN" altLang="en-US" sz="1200" dirty="0">
                    <a:solidFill>
                      <a:schemeClr val="tx1"/>
                    </a:solidFill>
                    <a:latin typeface="黑体" panose="02010600030101010101" charset="-122"/>
                    <a:ea typeface="黑体" panose="02010600030101010101" charset="-122"/>
                  </a:rPr>
                  <a:t>单击此处添加文本单击此处添加</a:t>
                </a:r>
              </a:p>
              <a:p>
                <a:r>
                  <a:rPr lang="zh-CN" altLang="en-US" sz="1200" dirty="0">
                    <a:solidFill>
                      <a:schemeClr val="tx1"/>
                    </a:solidFill>
                    <a:latin typeface="黑体" panose="02010600030101010101" charset="-122"/>
                    <a:ea typeface="黑体" panose="02010600030101010101" charset="-122"/>
                  </a:rPr>
                  <a:t>单击此处添加文本单击此处添加</a:t>
                </a:r>
              </a:p>
              <a:p>
                <a:r>
                  <a:rPr lang="zh-CN" altLang="en-US" sz="1200" dirty="0">
                    <a:solidFill>
                      <a:schemeClr val="tx1"/>
                    </a:solidFill>
                    <a:latin typeface="黑体" panose="02010600030101010101" charset="-122"/>
                    <a:ea typeface="黑体" panose="02010600030101010101" charset="-122"/>
                  </a:rPr>
                  <a:t>单击此处添加文本单击此处添加</a:t>
                </a:r>
              </a:p>
            </p:txBody>
          </p:sp>
          <p:sp>
            <p:nvSpPr>
              <p:cNvPr id="146" name="TextBox 211"/>
              <p:cNvSpPr txBox="1"/>
              <p:nvPr/>
            </p:nvSpPr>
            <p:spPr>
              <a:xfrm>
                <a:off x="1575484" y="1638320"/>
                <a:ext cx="887061" cy="259330"/>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42" name="组合 141"/>
            <p:cNvGrpSpPr/>
            <p:nvPr/>
          </p:nvGrpSpPr>
          <p:grpSpPr>
            <a:xfrm>
              <a:off x="5437752" y="2922073"/>
              <a:ext cx="1768225" cy="765690"/>
              <a:chOff x="1256119" y="1638320"/>
              <a:chExt cx="1923767" cy="765690"/>
            </a:xfrm>
          </p:grpSpPr>
          <p:sp>
            <p:nvSpPr>
              <p:cNvPr id="143" name="TextBox 210"/>
              <p:cNvSpPr txBox="1"/>
              <p:nvPr/>
            </p:nvSpPr>
            <p:spPr>
              <a:xfrm>
                <a:off x="1256119" y="1958240"/>
                <a:ext cx="1923767" cy="445770"/>
              </a:xfrm>
              <a:prstGeom prst="rect">
                <a:avLst/>
              </a:prstGeom>
              <a:noFill/>
            </p:spPr>
            <p:txBody>
              <a:bodyPr wrap="square" lIns="0" tIns="0" rtlCol="0" anchor="t">
                <a:spAutoFit/>
              </a:bodyPr>
              <a:lstStyle/>
              <a:p>
                <a:r>
                  <a:rPr lang="zh-CN" altLang="en-US" sz="1200" dirty="0">
                    <a:solidFill>
                      <a:schemeClr val="tx1"/>
                    </a:solidFill>
                    <a:latin typeface="黑体" panose="02010600030101010101" charset="-122"/>
                    <a:ea typeface="黑体" panose="02010600030101010101" charset="-122"/>
                  </a:rPr>
                  <a:t>单击此处添加文本单击此处添加</a:t>
                </a:r>
              </a:p>
              <a:p>
                <a:r>
                  <a:rPr lang="zh-CN" altLang="en-US" sz="1200" dirty="0">
                    <a:solidFill>
                      <a:schemeClr val="tx1"/>
                    </a:solidFill>
                    <a:latin typeface="黑体" panose="02010600030101010101" charset="-122"/>
                    <a:ea typeface="黑体" panose="02010600030101010101" charset="-122"/>
                  </a:rPr>
                  <a:t>单击此处添加文本单击此处添加</a:t>
                </a:r>
              </a:p>
              <a:p>
                <a:r>
                  <a:rPr lang="zh-CN" altLang="en-US" sz="1200" dirty="0">
                    <a:solidFill>
                      <a:schemeClr val="tx1"/>
                    </a:solidFill>
                    <a:latin typeface="黑体" panose="02010600030101010101" charset="-122"/>
                    <a:ea typeface="黑体" panose="02010600030101010101" charset="-122"/>
                  </a:rPr>
                  <a:t>单击此处添加文本单击此处添加</a:t>
                </a:r>
              </a:p>
            </p:txBody>
          </p:sp>
          <p:sp>
            <p:nvSpPr>
              <p:cNvPr id="144" name="TextBox 211"/>
              <p:cNvSpPr txBox="1"/>
              <p:nvPr/>
            </p:nvSpPr>
            <p:spPr>
              <a:xfrm>
                <a:off x="1575484" y="1638320"/>
                <a:ext cx="887061" cy="259330"/>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grpSp>
        <p:nvGrpSpPr>
          <p:cNvPr id="147" name="组合 146"/>
          <p:cNvGrpSpPr/>
          <p:nvPr/>
        </p:nvGrpSpPr>
        <p:grpSpPr>
          <a:xfrm>
            <a:off x="2067674" y="1729713"/>
            <a:ext cx="3911103" cy="2719105"/>
            <a:chOff x="1231899" y="1003375"/>
            <a:chExt cx="2933327" cy="2039329"/>
          </a:xfrm>
        </p:grpSpPr>
        <p:cxnSp>
          <p:nvCxnSpPr>
            <p:cNvPr id="148" name="直接连接符 147"/>
            <p:cNvCxnSpPr/>
            <p:nvPr/>
          </p:nvCxnSpPr>
          <p:spPr>
            <a:xfrm flipH="1">
              <a:off x="1231900" y="1711773"/>
              <a:ext cx="2610239" cy="0"/>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1231899" y="3042704"/>
              <a:ext cx="2933327" cy="0"/>
            </a:xfrm>
            <a:prstGeom prst="line">
              <a:avLst/>
            </a:prstGeom>
            <a:ln w="9525">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50" name="组合 149"/>
            <p:cNvGrpSpPr/>
            <p:nvPr/>
          </p:nvGrpSpPr>
          <p:grpSpPr>
            <a:xfrm>
              <a:off x="1344191" y="2140488"/>
              <a:ext cx="1768225" cy="765690"/>
              <a:chOff x="1256119" y="1638320"/>
              <a:chExt cx="1923767" cy="765690"/>
            </a:xfrm>
          </p:grpSpPr>
          <p:sp>
            <p:nvSpPr>
              <p:cNvPr id="154" name="TextBox 210"/>
              <p:cNvSpPr txBox="1"/>
              <p:nvPr/>
            </p:nvSpPr>
            <p:spPr>
              <a:xfrm>
                <a:off x="1256119" y="1958240"/>
                <a:ext cx="1923767" cy="445770"/>
              </a:xfrm>
              <a:prstGeom prst="rect">
                <a:avLst/>
              </a:prstGeom>
              <a:noFill/>
            </p:spPr>
            <p:txBody>
              <a:bodyPr wrap="square" lIns="0" tIns="0" rtlCol="0" anchor="t">
                <a:spAutoFit/>
              </a:bodyPr>
              <a:lstStyle/>
              <a:p>
                <a:r>
                  <a:rPr lang="zh-CN" altLang="en-US" sz="1200" dirty="0">
                    <a:solidFill>
                      <a:schemeClr val="tx1"/>
                    </a:solidFill>
                    <a:latin typeface="黑体" panose="02010600030101010101" charset="-122"/>
                    <a:ea typeface="黑体" panose="02010600030101010101" charset="-122"/>
                  </a:rPr>
                  <a:t>单击此处添加文本单击此处添加</a:t>
                </a:r>
              </a:p>
              <a:p>
                <a:r>
                  <a:rPr lang="zh-CN" altLang="en-US" sz="1200" dirty="0">
                    <a:solidFill>
                      <a:schemeClr val="tx1"/>
                    </a:solidFill>
                    <a:latin typeface="黑体" panose="02010600030101010101" charset="-122"/>
                    <a:ea typeface="黑体" panose="02010600030101010101" charset="-122"/>
                  </a:rPr>
                  <a:t>单击此处添加文本单击此处添加</a:t>
                </a:r>
              </a:p>
              <a:p>
                <a:r>
                  <a:rPr lang="zh-CN" altLang="en-US" sz="1200" dirty="0">
                    <a:solidFill>
                      <a:schemeClr val="tx1"/>
                    </a:solidFill>
                    <a:latin typeface="黑体" panose="02010600030101010101" charset="-122"/>
                    <a:ea typeface="黑体" panose="02010600030101010101" charset="-122"/>
                  </a:rPr>
                  <a:t>单击此处添加文本单击此处添加</a:t>
                </a:r>
              </a:p>
            </p:txBody>
          </p:sp>
          <p:sp>
            <p:nvSpPr>
              <p:cNvPr id="155" name="TextBox 211"/>
              <p:cNvSpPr txBox="1"/>
              <p:nvPr/>
            </p:nvSpPr>
            <p:spPr>
              <a:xfrm>
                <a:off x="1575484" y="1638320"/>
                <a:ext cx="887061" cy="259330"/>
              </a:xfrm>
              <a:prstGeom prst="rect">
                <a:avLst/>
              </a:prstGeom>
              <a:noFill/>
            </p:spPr>
            <p:txBody>
              <a:bodyPr wrap="none" lIns="0" tIns="0" rIns="0" bIns="0" rtlCol="0" anchor="t">
                <a:spAutoFit/>
              </a:bodyPr>
              <a:lstStyle/>
              <a:p>
                <a:pPr algn="ctr"/>
                <a:r>
                  <a:rPr lang="zh-CN" altLang="en-US" sz="2135" dirty="0">
                    <a:solidFill>
                      <a:schemeClr val="tx2"/>
                    </a:solidFill>
                    <a:latin typeface="微软雅黑" panose="020B0503020204020204" pitchFamily="34" charset="-122"/>
                  </a:rPr>
                  <a:t>标题文字</a:t>
                </a:r>
                <a:endParaRPr lang="en-US" sz="2135" dirty="0">
                  <a:solidFill>
                    <a:schemeClr val="tx2"/>
                  </a:solidFill>
                  <a:latin typeface="微软雅黑" panose="020B0503020204020204" pitchFamily="34" charset="-122"/>
                </a:endParaRPr>
              </a:p>
            </p:txBody>
          </p:sp>
        </p:grpSp>
        <p:grpSp>
          <p:nvGrpSpPr>
            <p:cNvPr id="151" name="组合 150"/>
            <p:cNvGrpSpPr/>
            <p:nvPr/>
          </p:nvGrpSpPr>
          <p:grpSpPr>
            <a:xfrm>
              <a:off x="1344191" y="1003375"/>
              <a:ext cx="1768225" cy="628530"/>
              <a:chOff x="1256119" y="1638320"/>
              <a:chExt cx="1923767" cy="628530"/>
            </a:xfrm>
          </p:grpSpPr>
          <p:sp>
            <p:nvSpPr>
              <p:cNvPr id="152" name="TextBox 210"/>
              <p:cNvSpPr txBox="1"/>
              <p:nvPr/>
            </p:nvSpPr>
            <p:spPr>
              <a:xfrm>
                <a:off x="1256119" y="1958240"/>
                <a:ext cx="1923767" cy="308610"/>
              </a:xfrm>
              <a:prstGeom prst="rect">
                <a:avLst/>
              </a:prstGeom>
              <a:noFill/>
            </p:spPr>
            <p:txBody>
              <a:bodyPr wrap="square" lIns="0" tIns="0" rtlCol="0" anchor="t">
                <a:spAutoFit/>
              </a:bodyPr>
              <a:lstStyle/>
              <a:p>
                <a:r>
                  <a:rPr lang="zh-CN" altLang="en-US" sz="1200" dirty="0">
                    <a:solidFill>
                      <a:schemeClr val="tx1"/>
                    </a:solidFill>
                    <a:latin typeface="黑体" panose="02010600030101010101" charset="-122"/>
                    <a:ea typeface="黑体" panose="02010600030101010101" charset="-122"/>
                  </a:rPr>
                  <a:t>单击此处添加文本单击此处添加</a:t>
                </a:r>
              </a:p>
              <a:p>
                <a:r>
                  <a:rPr lang="zh-CN" altLang="en-US" sz="1200" dirty="0">
                    <a:solidFill>
                      <a:schemeClr val="tx1"/>
                    </a:solidFill>
                    <a:latin typeface="黑体" panose="02010600030101010101" charset="-122"/>
                    <a:ea typeface="黑体" panose="02010600030101010101" charset="-122"/>
                  </a:rPr>
                  <a:t>单击此处添加文本单击此处添加</a:t>
                </a:r>
              </a:p>
            </p:txBody>
          </p:sp>
          <p:sp>
            <p:nvSpPr>
              <p:cNvPr id="153" name="TextBox 211"/>
              <p:cNvSpPr txBox="1"/>
              <p:nvPr/>
            </p:nvSpPr>
            <p:spPr>
              <a:xfrm>
                <a:off x="1575484" y="1638320"/>
                <a:ext cx="887061" cy="259416"/>
              </a:xfrm>
              <a:prstGeom prst="rect">
                <a:avLst/>
              </a:prstGeom>
              <a:noFill/>
            </p:spPr>
            <p:txBody>
              <a:bodyPr wrap="none" lIns="0" tIns="0" rIns="0" bIns="0" rtlCol="0" anchor="t">
                <a:spAutoFit/>
              </a:bodyPr>
              <a:lstStyle/>
              <a:p>
                <a:pPr algn="ctr"/>
                <a:r>
                  <a:rPr lang="zh-CN" altLang="en-US" sz="2135" dirty="0">
                    <a:solidFill>
                      <a:schemeClr val="bg2"/>
                    </a:solidFill>
                    <a:latin typeface="微软雅黑" panose="020B0503020204020204" pitchFamily="34" charset="-122"/>
                  </a:rPr>
                  <a:t>标题文字</a:t>
                </a:r>
                <a:endParaRPr lang="en-US" sz="2135" dirty="0">
                  <a:solidFill>
                    <a:schemeClr val="bg2"/>
                  </a:solidFill>
                  <a:latin typeface="微软雅黑" panose="020B0503020204020204" pitchFamily="34" charset="-122"/>
                </a:endParaRPr>
              </a:p>
            </p:txBody>
          </p:sp>
        </p:grpSp>
      </p:grpSp>
      <p:grpSp>
        <p:nvGrpSpPr>
          <p:cNvPr id="5" name="组合 4"/>
          <p:cNvGrpSpPr/>
          <p:nvPr/>
        </p:nvGrpSpPr>
        <p:grpSpPr>
          <a:xfrm>
            <a:off x="4865495" y="2267521"/>
            <a:ext cx="2462213" cy="3782371"/>
            <a:chOff x="3648671" y="1602670"/>
            <a:chExt cx="1846660" cy="2836778"/>
          </a:xfrm>
        </p:grpSpPr>
        <p:grpSp>
          <p:nvGrpSpPr>
            <p:cNvPr id="120" name="组合 119"/>
            <p:cNvGrpSpPr/>
            <p:nvPr/>
          </p:nvGrpSpPr>
          <p:grpSpPr>
            <a:xfrm>
              <a:off x="3648671" y="1602670"/>
              <a:ext cx="1846660" cy="2836778"/>
              <a:chOff x="3297768" y="1382151"/>
              <a:chExt cx="2462213" cy="3782371"/>
            </a:xfrm>
          </p:grpSpPr>
          <p:sp>
            <p:nvSpPr>
              <p:cNvPr id="121" name="Rectangle 7"/>
              <p:cNvSpPr>
                <a:spLocks noChangeArrowheads="1"/>
              </p:cNvSpPr>
              <p:nvPr/>
            </p:nvSpPr>
            <p:spPr bwMode="auto">
              <a:xfrm>
                <a:off x="4165600" y="4495652"/>
                <a:ext cx="702736" cy="668870"/>
              </a:xfrm>
              <a:prstGeom prst="rect">
                <a:avLst/>
              </a:prstGeom>
              <a:gradFill>
                <a:gsLst>
                  <a:gs pos="100000">
                    <a:schemeClr val="bg1"/>
                  </a:gs>
                  <a:gs pos="0">
                    <a:schemeClr val="bg1">
                      <a:lumMod val="85000"/>
                    </a:schemeClr>
                  </a:gs>
                </a:gsLst>
                <a:lin ang="2700000" scaled="1"/>
              </a:gradFill>
              <a:ln w="19050">
                <a:gradFill flip="none" rotWithShape="1">
                  <a:gsLst>
                    <a:gs pos="0">
                      <a:schemeClr val="bg1"/>
                    </a:gs>
                    <a:gs pos="100000">
                      <a:schemeClr val="bg1">
                        <a:lumMod val="85000"/>
                      </a:schemeClr>
                    </a:gs>
                  </a:gsLst>
                  <a:lin ang="2700000" scaled="1"/>
                  <a:tileRect/>
                </a:gradFill>
              </a:ln>
              <a:effectLst>
                <a:outerShdw blurRad="292100" dist="127000" dir="2700000" algn="tl" rotWithShape="0">
                  <a:prstClr val="black">
                    <a:alpha val="30000"/>
                  </a:prstClr>
                </a:outerShdw>
              </a:effectLst>
            </p:spPr>
            <p:txBody>
              <a:bodyPr vert="horz" wrap="square" lIns="121920" tIns="60960" rIns="121920" bIns="60960" numCol="1" anchor="t" anchorCtr="0" compatLnSpc="1"/>
              <a:lstStyle/>
              <a:p>
                <a:endParaRPr lang="zh-CN" altLang="en-US" sz="1865"/>
              </a:p>
            </p:txBody>
          </p:sp>
          <p:sp>
            <p:nvSpPr>
              <p:cNvPr id="122" name="任意多边形 121"/>
              <p:cNvSpPr/>
              <p:nvPr/>
            </p:nvSpPr>
            <p:spPr>
              <a:xfrm>
                <a:off x="3297768" y="1382151"/>
                <a:ext cx="1219200" cy="1320160"/>
              </a:xfrm>
              <a:custGeom>
                <a:avLst/>
                <a:gdLst>
                  <a:gd name="connsiteX0" fmla="*/ 1219200 w 1219200"/>
                  <a:gd name="connsiteY0" fmla="*/ 0 h 1307089"/>
                  <a:gd name="connsiteX1" fmla="*/ 1219200 w 1219200"/>
                  <a:gd name="connsiteY1" fmla="*/ 502643 h 1307089"/>
                  <a:gd name="connsiteX2" fmla="*/ 1169971 w 1219200"/>
                  <a:gd name="connsiteY2" fmla="*/ 504954 h 1307089"/>
                  <a:gd name="connsiteX3" fmla="*/ 765658 w 1219200"/>
                  <a:gd name="connsiteY3" fmla="*/ 722722 h 1307089"/>
                  <a:gd name="connsiteX4" fmla="*/ 604480 w 1219200"/>
                  <a:gd name="connsiteY4" fmla="*/ 1307089 h 1307089"/>
                  <a:gd name="connsiteX5" fmla="*/ 0 w 1219200"/>
                  <a:gd name="connsiteY5" fmla="*/ 1307089 h 1307089"/>
                  <a:gd name="connsiteX6" fmla="*/ 342595 w 1219200"/>
                  <a:gd name="connsiteY6" fmla="*/ 360139 h 1307089"/>
                  <a:gd name="connsiteX7" fmla="*/ 1143172 w 1219200"/>
                  <a:gd name="connsiteY7" fmla="*/ 2945 h 130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 h="1307089">
                    <a:moveTo>
                      <a:pt x="1219200" y="0"/>
                    </a:moveTo>
                    <a:lnTo>
                      <a:pt x="1219200" y="502643"/>
                    </a:lnTo>
                    <a:lnTo>
                      <a:pt x="1169971" y="504954"/>
                    </a:lnTo>
                    <a:cubicBezTo>
                      <a:pt x="992806" y="522275"/>
                      <a:pt x="871484" y="599274"/>
                      <a:pt x="765658" y="722722"/>
                    </a:cubicBezTo>
                    <a:cubicBezTo>
                      <a:pt x="664952" y="863805"/>
                      <a:pt x="604480" y="1065272"/>
                      <a:pt x="604480" y="1307089"/>
                    </a:cubicBezTo>
                    <a:lnTo>
                      <a:pt x="0" y="1307089"/>
                    </a:lnTo>
                    <a:cubicBezTo>
                      <a:pt x="0" y="904156"/>
                      <a:pt x="120945" y="601956"/>
                      <a:pt x="342595" y="360139"/>
                    </a:cubicBezTo>
                    <a:cubicBezTo>
                      <a:pt x="554249" y="148550"/>
                      <a:pt x="812014" y="29421"/>
                      <a:pt x="1143172" y="2945"/>
                    </a:cubicBezTo>
                    <a:close/>
                  </a:path>
                </a:pathLst>
              </a:custGeom>
              <a:gradFill flip="none" rotWithShape="1">
                <a:gsLst>
                  <a:gs pos="0">
                    <a:schemeClr val="bg1">
                      <a:lumMod val="85000"/>
                    </a:schemeClr>
                  </a:gs>
                  <a:gs pos="100000">
                    <a:schemeClr val="bg1"/>
                  </a:gs>
                </a:gsLst>
                <a:lin ang="2700000" scaled="1"/>
                <a:tileRect/>
              </a:gradFill>
              <a:ln w="19050">
                <a:gradFill flip="none" rotWithShape="1">
                  <a:gsLst>
                    <a:gs pos="0">
                      <a:schemeClr val="bg1"/>
                    </a:gs>
                    <a:gs pos="100000">
                      <a:schemeClr val="bg1">
                        <a:lumMod val="85000"/>
                      </a:schemeClr>
                    </a:gs>
                  </a:gsLst>
                  <a:lin ang="2700000" scaled="1"/>
                  <a:tileRect/>
                </a:gradFill>
              </a:ln>
              <a:effectLst>
                <a:outerShdw blurRad="2921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3" name="任意多边形 122"/>
              <p:cNvSpPr/>
              <p:nvPr/>
            </p:nvSpPr>
            <p:spPr>
              <a:xfrm>
                <a:off x="4540781" y="1385958"/>
                <a:ext cx="1219200" cy="1430869"/>
              </a:xfrm>
              <a:custGeom>
                <a:avLst/>
                <a:gdLst>
                  <a:gd name="connsiteX0" fmla="*/ 70470 w 1219200"/>
                  <a:gd name="connsiteY0" fmla="*/ 0 h 1430869"/>
                  <a:gd name="connsiteX1" fmla="*/ 876605 w 1219200"/>
                  <a:gd name="connsiteY1" fmla="*/ 282167 h 1430869"/>
                  <a:gd name="connsiteX2" fmla="*/ 1219200 w 1219200"/>
                  <a:gd name="connsiteY2" fmla="*/ 1088319 h 1430869"/>
                  <a:gd name="connsiteX3" fmla="*/ 1186465 w 1219200"/>
                  <a:gd name="connsiteY3" fmla="*/ 1405722 h 1430869"/>
                  <a:gd name="connsiteX4" fmla="*/ 1177630 w 1219200"/>
                  <a:gd name="connsiteY4" fmla="*/ 1430869 h 1430869"/>
                  <a:gd name="connsiteX5" fmla="*/ 478610 w 1219200"/>
                  <a:gd name="connsiteY5" fmla="*/ 1430869 h 1430869"/>
                  <a:gd name="connsiteX6" fmla="*/ 487109 w 1219200"/>
                  <a:gd name="connsiteY6" fmla="*/ 1417338 h 1430869"/>
                  <a:gd name="connsiteX7" fmla="*/ 554249 w 1219200"/>
                  <a:gd name="connsiteY7" fmla="*/ 1108351 h 1430869"/>
                  <a:gd name="connsiteX8" fmla="*/ 391851 w 1219200"/>
                  <a:gd name="connsiteY8" fmla="*/ 645036 h 1430869"/>
                  <a:gd name="connsiteX9" fmla="*/ 30236 w 1219200"/>
                  <a:gd name="connsiteY9" fmla="*/ 503952 h 1430869"/>
                  <a:gd name="connsiteX10" fmla="*/ 0 w 1219200"/>
                  <a:gd name="connsiteY10" fmla="*/ 505372 h 1430869"/>
                  <a:gd name="connsiteX11" fmla="*/ 0 w 1219200"/>
                  <a:gd name="connsiteY11" fmla="*/ 2729 h 143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 h="1430869">
                    <a:moveTo>
                      <a:pt x="70470" y="0"/>
                    </a:moveTo>
                    <a:cubicBezTo>
                      <a:pt x="393070" y="0"/>
                      <a:pt x="654954" y="100733"/>
                      <a:pt x="876605" y="282167"/>
                    </a:cubicBezTo>
                    <a:cubicBezTo>
                      <a:pt x="1098255" y="463602"/>
                      <a:pt x="1219200" y="725451"/>
                      <a:pt x="1219200" y="1088319"/>
                    </a:cubicBezTo>
                    <a:cubicBezTo>
                      <a:pt x="1219200" y="1209228"/>
                      <a:pt x="1209142" y="1315040"/>
                      <a:pt x="1186465" y="1405722"/>
                    </a:cubicBezTo>
                    <a:lnTo>
                      <a:pt x="1177630" y="1430869"/>
                    </a:lnTo>
                    <a:lnTo>
                      <a:pt x="478610" y="1430869"/>
                    </a:lnTo>
                    <a:lnTo>
                      <a:pt x="487109" y="1417338"/>
                    </a:lnTo>
                    <a:cubicBezTo>
                      <a:pt x="534040" y="1331406"/>
                      <a:pt x="559369" y="1214164"/>
                      <a:pt x="554249" y="1108351"/>
                    </a:cubicBezTo>
                    <a:cubicBezTo>
                      <a:pt x="547421" y="967268"/>
                      <a:pt x="531815" y="796994"/>
                      <a:pt x="391851" y="645036"/>
                    </a:cubicBezTo>
                    <a:cubicBezTo>
                      <a:pt x="245791" y="545161"/>
                      <a:pt x="259446" y="542013"/>
                      <a:pt x="30236" y="503952"/>
                    </a:cubicBezTo>
                    <a:lnTo>
                      <a:pt x="0" y="505372"/>
                    </a:lnTo>
                    <a:lnTo>
                      <a:pt x="0" y="2729"/>
                    </a:lnTo>
                    <a:close/>
                  </a:path>
                </a:pathLst>
              </a:custGeom>
              <a:gradFill flip="none" rotWithShape="1">
                <a:gsLst>
                  <a:gs pos="0">
                    <a:schemeClr val="bg1">
                      <a:lumMod val="85000"/>
                    </a:schemeClr>
                  </a:gs>
                  <a:gs pos="100000">
                    <a:schemeClr val="bg1"/>
                  </a:gs>
                </a:gsLst>
                <a:lin ang="8100000" scaled="1"/>
                <a:tileRect/>
              </a:gradFill>
              <a:ln w="19050">
                <a:gradFill flip="none" rotWithShape="1">
                  <a:gsLst>
                    <a:gs pos="0">
                      <a:schemeClr val="bg1"/>
                    </a:gs>
                    <a:gs pos="100000">
                      <a:schemeClr val="bg1">
                        <a:lumMod val="85000"/>
                      </a:schemeClr>
                    </a:gs>
                  </a:gsLst>
                  <a:lin ang="8100000" scaled="1"/>
                  <a:tileRect/>
                </a:gradFill>
              </a:ln>
              <a:effectLst>
                <a:outerShdw blurRad="2921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4" name="任意多边形 123"/>
              <p:cNvSpPr/>
              <p:nvPr/>
            </p:nvSpPr>
            <p:spPr>
              <a:xfrm>
                <a:off x="4248661" y="2839052"/>
                <a:ext cx="1469750" cy="1430869"/>
              </a:xfrm>
              <a:custGeom>
                <a:avLst/>
                <a:gdLst>
                  <a:gd name="connsiteX0" fmla="*/ 770730 w 1469750"/>
                  <a:gd name="connsiteY0" fmla="*/ 0 h 1430869"/>
                  <a:gd name="connsiteX1" fmla="*/ 1469750 w 1469750"/>
                  <a:gd name="connsiteY1" fmla="*/ 0 h 1430869"/>
                  <a:gd name="connsiteX2" fmla="*/ 1434785 w 1469750"/>
                  <a:gd name="connsiteY2" fmla="*/ 99522 h 1430869"/>
                  <a:gd name="connsiteX3" fmla="*/ 1370137 w 1469750"/>
                  <a:gd name="connsiteY3" fmla="*/ 201467 h 1430869"/>
                  <a:gd name="connsiteX4" fmla="*/ 1047780 w 1469750"/>
                  <a:gd name="connsiteY4" fmla="*/ 523984 h 1430869"/>
                  <a:gd name="connsiteX5" fmla="*/ 705185 w 1469750"/>
                  <a:gd name="connsiteY5" fmla="*/ 866534 h 1430869"/>
                  <a:gd name="connsiteX6" fmla="*/ 584241 w 1469750"/>
                  <a:gd name="connsiteY6" fmla="*/ 1430869 h 1430869"/>
                  <a:gd name="connsiteX7" fmla="*/ 0 w 1469750"/>
                  <a:gd name="connsiteY7" fmla="*/ 1430869 h 1430869"/>
                  <a:gd name="connsiteX8" fmla="*/ 100706 w 1469750"/>
                  <a:gd name="connsiteY8" fmla="*/ 745769 h 1430869"/>
                  <a:gd name="connsiteX9" fmla="*/ 423062 w 1469750"/>
                  <a:gd name="connsiteY9" fmla="*/ 342550 h 1430869"/>
                  <a:gd name="connsiteX10" fmla="*/ 725424 w 1469750"/>
                  <a:gd name="connsiteY10" fmla="*/ 60383 h 1430869"/>
                  <a:gd name="connsiteX11" fmla="*/ 754003 w 1469750"/>
                  <a:gd name="connsiteY11" fmla="*/ 26629 h 143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9750" h="1430869">
                    <a:moveTo>
                      <a:pt x="770730" y="0"/>
                    </a:moveTo>
                    <a:lnTo>
                      <a:pt x="1469750" y="0"/>
                    </a:lnTo>
                    <a:lnTo>
                      <a:pt x="1434785" y="99522"/>
                    </a:lnTo>
                    <a:cubicBezTo>
                      <a:pt x="1416817" y="137292"/>
                      <a:pt x="1395374" y="171275"/>
                      <a:pt x="1370137" y="201467"/>
                    </a:cubicBezTo>
                    <a:cubicBezTo>
                      <a:pt x="1269431" y="322518"/>
                      <a:pt x="1168725" y="423251"/>
                      <a:pt x="1047780" y="523984"/>
                    </a:cubicBezTo>
                    <a:cubicBezTo>
                      <a:pt x="906841" y="645036"/>
                      <a:pt x="805891" y="765801"/>
                      <a:pt x="705185" y="866534"/>
                    </a:cubicBezTo>
                    <a:cubicBezTo>
                      <a:pt x="624718" y="987586"/>
                      <a:pt x="584241" y="1169020"/>
                      <a:pt x="584241" y="1430869"/>
                    </a:cubicBezTo>
                    <a:lnTo>
                      <a:pt x="0" y="1430869"/>
                    </a:lnTo>
                    <a:cubicBezTo>
                      <a:pt x="0" y="1108351"/>
                      <a:pt x="40233" y="886853"/>
                      <a:pt x="100706" y="745769"/>
                    </a:cubicBezTo>
                    <a:cubicBezTo>
                      <a:pt x="161178" y="604685"/>
                      <a:pt x="282123" y="463602"/>
                      <a:pt x="423062" y="342550"/>
                    </a:cubicBezTo>
                    <a:cubicBezTo>
                      <a:pt x="523768" y="241817"/>
                      <a:pt x="624718" y="161116"/>
                      <a:pt x="725424" y="60383"/>
                    </a:cubicBezTo>
                    <a:cubicBezTo>
                      <a:pt x="735482" y="50331"/>
                      <a:pt x="745022" y="39014"/>
                      <a:pt x="754003" y="26629"/>
                    </a:cubicBezTo>
                    <a:close/>
                  </a:path>
                </a:pathLst>
              </a:custGeom>
              <a:gradFill>
                <a:gsLst>
                  <a:gs pos="100000">
                    <a:schemeClr val="bg1"/>
                  </a:gs>
                  <a:gs pos="0">
                    <a:schemeClr val="bg1">
                      <a:lumMod val="85000"/>
                    </a:schemeClr>
                  </a:gs>
                </a:gsLst>
                <a:lin ang="2700000" scaled="1"/>
              </a:gradFill>
              <a:ln w="19050">
                <a:gradFill flip="none" rotWithShape="1">
                  <a:gsLst>
                    <a:gs pos="0">
                      <a:schemeClr val="bg1"/>
                    </a:gs>
                    <a:gs pos="100000">
                      <a:schemeClr val="bg1">
                        <a:lumMod val="85000"/>
                      </a:schemeClr>
                    </a:gs>
                  </a:gsLst>
                  <a:lin ang="2700000" scaled="1"/>
                  <a:tileRect/>
                </a:gradFill>
              </a:ln>
              <a:effectLst>
                <a:outerShdw blurRad="2921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126" name="文本框 125"/>
            <p:cNvSpPr txBox="1"/>
            <p:nvPr/>
          </p:nvSpPr>
          <p:spPr>
            <a:xfrm>
              <a:off x="3781426" y="1826266"/>
              <a:ext cx="514350" cy="345281"/>
            </a:xfrm>
            <a:prstGeom prst="rect">
              <a:avLst/>
            </a:prstGeom>
            <a:noFill/>
          </p:spPr>
          <p:txBody>
            <a:bodyPr wrap="square" rtlCol="0">
              <a:spAutoFit/>
            </a:bodyPr>
            <a:lstStyle/>
            <a:p>
              <a:pPr algn="ctr"/>
              <a:r>
                <a:rPr lang="en-US" altLang="zh-CN" sz="2400" dirty="0">
                  <a:solidFill>
                    <a:schemeClr val="bg2"/>
                  </a:solidFill>
                  <a:latin typeface="Impact" panose="020B0806030902050204" pitchFamily="34" charset="0"/>
                </a:rPr>
                <a:t>01</a:t>
              </a:r>
              <a:endParaRPr lang="zh-CN" altLang="en-US" sz="2400" dirty="0">
                <a:solidFill>
                  <a:schemeClr val="bg2"/>
                </a:solidFill>
                <a:latin typeface="Impact" panose="020B0806030902050204" pitchFamily="34" charset="0"/>
              </a:endParaRPr>
            </a:p>
          </p:txBody>
        </p:sp>
        <p:sp>
          <p:nvSpPr>
            <p:cNvPr id="129" name="文本框 128"/>
            <p:cNvSpPr txBox="1"/>
            <p:nvPr/>
          </p:nvSpPr>
          <p:spPr>
            <a:xfrm>
              <a:off x="4978378" y="2203408"/>
              <a:ext cx="514350" cy="345281"/>
            </a:xfrm>
            <a:prstGeom prst="rect">
              <a:avLst/>
            </a:prstGeom>
            <a:noFill/>
          </p:spPr>
          <p:txBody>
            <a:bodyPr wrap="square" rtlCol="0">
              <a:spAutoFit/>
            </a:bodyPr>
            <a:lstStyle/>
            <a:p>
              <a:pPr algn="ctr"/>
              <a:r>
                <a:rPr lang="en-US" altLang="zh-CN" sz="2400" dirty="0">
                  <a:solidFill>
                    <a:schemeClr val="tx2"/>
                  </a:solidFill>
                  <a:latin typeface="Impact" panose="020B0806030902050204" pitchFamily="34" charset="0"/>
                </a:rPr>
                <a:t>02</a:t>
              </a:r>
              <a:endParaRPr lang="zh-CN" altLang="en-US" sz="2400" dirty="0">
                <a:solidFill>
                  <a:schemeClr val="tx2"/>
                </a:solidFill>
                <a:latin typeface="Impact" panose="020B0806030902050204" pitchFamily="34" charset="0"/>
              </a:endParaRPr>
            </a:p>
          </p:txBody>
        </p:sp>
        <p:sp>
          <p:nvSpPr>
            <p:cNvPr id="132" name="文本框 131"/>
            <p:cNvSpPr txBox="1"/>
            <p:nvPr/>
          </p:nvSpPr>
          <p:spPr>
            <a:xfrm>
              <a:off x="4432340" y="3025175"/>
              <a:ext cx="514350" cy="345281"/>
            </a:xfrm>
            <a:prstGeom prst="rect">
              <a:avLst/>
            </a:prstGeom>
            <a:noFill/>
          </p:spPr>
          <p:txBody>
            <a:bodyPr wrap="square" rtlCol="0">
              <a:spAutoFit/>
            </a:bodyPr>
            <a:lstStyle/>
            <a:p>
              <a:pPr algn="ctr"/>
              <a:r>
                <a:rPr lang="en-US" altLang="zh-CN" sz="2400" dirty="0">
                  <a:solidFill>
                    <a:schemeClr val="bg2"/>
                  </a:solidFill>
                  <a:latin typeface="Impact" panose="020B0806030902050204" pitchFamily="34" charset="0"/>
                </a:rPr>
                <a:t>03</a:t>
              </a:r>
              <a:endParaRPr lang="zh-CN" altLang="en-US" sz="2400" dirty="0">
                <a:solidFill>
                  <a:schemeClr val="bg2"/>
                </a:solidFill>
                <a:latin typeface="Impact" panose="020B0806030902050204" pitchFamily="34" charset="0"/>
              </a:endParaRPr>
            </a:p>
          </p:txBody>
        </p:sp>
        <p:sp>
          <p:nvSpPr>
            <p:cNvPr id="135" name="文本框 134"/>
            <p:cNvSpPr txBox="1"/>
            <p:nvPr/>
          </p:nvSpPr>
          <p:spPr>
            <a:xfrm>
              <a:off x="4300895" y="3985690"/>
              <a:ext cx="514350" cy="345281"/>
            </a:xfrm>
            <a:prstGeom prst="rect">
              <a:avLst/>
            </a:prstGeom>
            <a:noFill/>
          </p:spPr>
          <p:txBody>
            <a:bodyPr wrap="square" rtlCol="0">
              <a:spAutoFit/>
            </a:bodyPr>
            <a:lstStyle/>
            <a:p>
              <a:pPr algn="ctr"/>
              <a:r>
                <a:rPr lang="en-US" altLang="zh-CN" sz="2400" dirty="0">
                  <a:solidFill>
                    <a:schemeClr val="tx2"/>
                  </a:solidFill>
                  <a:latin typeface="Impact" panose="020B0806030902050204" pitchFamily="34" charset="0"/>
                </a:rPr>
                <a:t>04</a:t>
              </a:r>
              <a:endParaRPr lang="zh-CN" altLang="en-US" sz="2400" dirty="0">
                <a:solidFill>
                  <a:schemeClr val="tx2"/>
                </a:solidFill>
                <a:latin typeface="Impact" panose="020B0806030902050204" pitchFamily="34" charset="0"/>
              </a:endParaRPr>
            </a:p>
          </p:txBody>
        </p:sp>
      </p:gr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138"/>
                                        </p:tgtEl>
                                        <p:attrNameLst>
                                          <p:attrName>style.visibility</p:attrName>
                                        </p:attrNameLst>
                                      </p:cBhvr>
                                      <p:to>
                                        <p:strVal val="visible"/>
                                      </p:to>
                                    </p:set>
                                    <p:anim calcmode="lin" valueType="num">
                                      <p:cBhvr additive="base">
                                        <p:cTn id="14" dur="500" fill="hold"/>
                                        <p:tgtEl>
                                          <p:spTgt spid="138"/>
                                        </p:tgtEl>
                                        <p:attrNameLst>
                                          <p:attrName>ppt_x</p:attrName>
                                        </p:attrNameLst>
                                      </p:cBhvr>
                                      <p:tavLst>
                                        <p:tav tm="0">
                                          <p:val>
                                            <p:strVal val="0-#ppt_w/2"/>
                                          </p:val>
                                        </p:tav>
                                        <p:tav tm="100000">
                                          <p:val>
                                            <p:strVal val="#ppt_x"/>
                                          </p:val>
                                        </p:tav>
                                      </p:tavLst>
                                    </p:anim>
                                    <p:anim calcmode="lin" valueType="num">
                                      <p:cBhvr additive="base">
                                        <p:cTn id="15" dur="500" fill="hold"/>
                                        <p:tgtEl>
                                          <p:spTgt spid="13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0"/>
                                  </p:stCondLst>
                                  <p:childTnLst>
                                    <p:set>
                                      <p:cBhvr>
                                        <p:cTn id="17" dur="1" fill="hold">
                                          <p:stCondLst>
                                            <p:cond delay="0"/>
                                          </p:stCondLst>
                                        </p:cTn>
                                        <p:tgtEl>
                                          <p:spTgt spid="147"/>
                                        </p:tgtEl>
                                        <p:attrNameLst>
                                          <p:attrName>style.visibility</p:attrName>
                                        </p:attrNameLst>
                                      </p:cBhvr>
                                      <p:to>
                                        <p:strVal val="visible"/>
                                      </p:to>
                                    </p:set>
                                    <p:anim calcmode="lin" valueType="num">
                                      <p:cBhvr additive="base">
                                        <p:cTn id="18" dur="500" fill="hold"/>
                                        <p:tgtEl>
                                          <p:spTgt spid="147"/>
                                        </p:tgtEl>
                                        <p:attrNameLst>
                                          <p:attrName>ppt_x</p:attrName>
                                        </p:attrNameLst>
                                      </p:cBhvr>
                                      <p:tavLst>
                                        <p:tav tm="0">
                                          <p:val>
                                            <p:strVal val="1+#ppt_w/2"/>
                                          </p:val>
                                        </p:tav>
                                        <p:tav tm="100000">
                                          <p:val>
                                            <p:strVal val="#ppt_x"/>
                                          </p:val>
                                        </p:tav>
                                      </p:tavLst>
                                    </p:anim>
                                    <p:anim calcmode="lin" valueType="num">
                                      <p:cBhvr additive="base">
                                        <p:cTn id="19" dur="500" fill="hold"/>
                                        <p:tgtEl>
                                          <p:spTgt spid="1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Block Arc 51"/>
          <p:cNvSpPr/>
          <p:nvPr/>
        </p:nvSpPr>
        <p:spPr>
          <a:xfrm>
            <a:off x="1234944" y="2665633"/>
            <a:ext cx="2217579" cy="2217579"/>
          </a:xfrm>
          <a:prstGeom prst="blockArc">
            <a:avLst>
              <a:gd name="adj1" fmla="val 10800000"/>
              <a:gd name="adj2" fmla="val 3"/>
              <a:gd name="adj3" fmla="val 15291"/>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5" dirty="0">
              <a:latin typeface="+mj-ea"/>
              <a:ea typeface="+mj-ea"/>
            </a:endParaRPr>
          </a:p>
        </p:txBody>
      </p:sp>
      <p:sp>
        <p:nvSpPr>
          <p:cNvPr id="153" name="Block Arc 53"/>
          <p:cNvSpPr/>
          <p:nvPr/>
        </p:nvSpPr>
        <p:spPr>
          <a:xfrm>
            <a:off x="4987860" y="2665633"/>
            <a:ext cx="2217579" cy="2217579"/>
          </a:xfrm>
          <a:prstGeom prst="blockArc">
            <a:avLst>
              <a:gd name="adj1" fmla="val 10800000"/>
              <a:gd name="adj2" fmla="val 3"/>
              <a:gd name="adj3" fmla="val 15291"/>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5" dirty="0">
              <a:latin typeface="+mj-ea"/>
              <a:ea typeface="+mj-ea"/>
            </a:endParaRPr>
          </a:p>
        </p:txBody>
      </p:sp>
      <p:sp>
        <p:nvSpPr>
          <p:cNvPr id="154" name="Block Arc 55"/>
          <p:cNvSpPr/>
          <p:nvPr/>
        </p:nvSpPr>
        <p:spPr>
          <a:xfrm>
            <a:off x="8740679" y="2665633"/>
            <a:ext cx="2217579" cy="2217579"/>
          </a:xfrm>
          <a:prstGeom prst="blockArc">
            <a:avLst>
              <a:gd name="adj1" fmla="val 10800000"/>
              <a:gd name="adj2" fmla="val 3"/>
              <a:gd name="adj3" fmla="val 15291"/>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5" dirty="0">
              <a:latin typeface="+mj-ea"/>
              <a:ea typeface="+mj-ea"/>
            </a:endParaRPr>
          </a:p>
        </p:txBody>
      </p:sp>
      <p:sp>
        <p:nvSpPr>
          <p:cNvPr id="155" name="TextBox 64"/>
          <p:cNvSpPr txBox="1"/>
          <p:nvPr/>
        </p:nvSpPr>
        <p:spPr>
          <a:xfrm>
            <a:off x="1845747" y="4679245"/>
            <a:ext cx="949960" cy="304800"/>
          </a:xfrm>
          <a:prstGeom prst="rect">
            <a:avLst/>
          </a:prstGeom>
          <a:noFill/>
        </p:spPr>
        <p:txBody>
          <a:bodyPr wrap="none" lIns="0" tIns="0" rIns="0" bIns="0" rtlCol="0" anchor="ctr">
            <a:spAutoFit/>
          </a:bodyPr>
          <a:lstStyle/>
          <a:p>
            <a:pPr lvl="0" algn="ctr" defTabSz="914400">
              <a:spcBef>
                <a:spcPct val="20000"/>
              </a:spcBef>
              <a:defRPr/>
            </a:pPr>
            <a:r>
              <a:rPr lang="zh-CN" altLang="en-US" sz="1865" dirty="0">
                <a:solidFill>
                  <a:schemeClr val="tx2"/>
                </a:solidFill>
              </a:rPr>
              <a:t>标题文字</a:t>
            </a:r>
            <a:endParaRPr lang="en-US" sz="1865" dirty="0">
              <a:solidFill>
                <a:schemeClr val="tx2"/>
              </a:solidFill>
            </a:endParaRPr>
          </a:p>
        </p:txBody>
      </p:sp>
      <p:sp>
        <p:nvSpPr>
          <p:cNvPr id="156" name="TextBox 65"/>
          <p:cNvSpPr txBox="1"/>
          <p:nvPr/>
        </p:nvSpPr>
        <p:spPr>
          <a:xfrm>
            <a:off x="3717592" y="2725497"/>
            <a:ext cx="949960" cy="304800"/>
          </a:xfrm>
          <a:prstGeom prst="rect">
            <a:avLst/>
          </a:prstGeom>
          <a:noFill/>
        </p:spPr>
        <p:txBody>
          <a:bodyPr wrap="none" lIns="0" tIns="0" rIns="0" bIns="0" rtlCol="0" anchor="ctr">
            <a:spAutoFit/>
          </a:bodyPr>
          <a:lstStyle/>
          <a:p>
            <a:pPr lvl="0" algn="ctr" defTabSz="914400">
              <a:spcBef>
                <a:spcPct val="20000"/>
              </a:spcBef>
              <a:defRPr/>
            </a:pPr>
            <a:r>
              <a:rPr lang="zh-CN" altLang="en-US" sz="1865" dirty="0">
                <a:solidFill>
                  <a:schemeClr val="bg2"/>
                </a:solidFill>
              </a:rPr>
              <a:t>标题文字</a:t>
            </a:r>
            <a:endParaRPr lang="en-US" altLang="zh-CN" sz="1865" dirty="0">
              <a:solidFill>
                <a:schemeClr val="bg2"/>
              </a:solidFill>
            </a:endParaRPr>
          </a:p>
        </p:txBody>
      </p:sp>
      <p:sp>
        <p:nvSpPr>
          <p:cNvPr id="157" name="TextBox 66"/>
          <p:cNvSpPr txBox="1"/>
          <p:nvPr/>
        </p:nvSpPr>
        <p:spPr>
          <a:xfrm>
            <a:off x="5652164" y="4679245"/>
            <a:ext cx="949960" cy="304800"/>
          </a:xfrm>
          <a:prstGeom prst="rect">
            <a:avLst/>
          </a:prstGeom>
          <a:noFill/>
        </p:spPr>
        <p:txBody>
          <a:bodyPr wrap="none" lIns="0" tIns="0" rIns="0" bIns="0" rtlCol="0" anchor="ctr">
            <a:spAutoFit/>
          </a:bodyPr>
          <a:lstStyle/>
          <a:p>
            <a:pPr lvl="0" algn="ctr" defTabSz="914400">
              <a:spcBef>
                <a:spcPct val="20000"/>
              </a:spcBef>
              <a:defRPr/>
            </a:pPr>
            <a:r>
              <a:rPr lang="zh-CN" altLang="en-US" sz="1865" dirty="0">
                <a:solidFill>
                  <a:schemeClr val="tx2"/>
                </a:solidFill>
              </a:rPr>
              <a:t>标题文字</a:t>
            </a:r>
            <a:endParaRPr lang="en-US" altLang="zh-CN" sz="1865" dirty="0">
              <a:solidFill>
                <a:schemeClr val="tx2"/>
              </a:solidFill>
            </a:endParaRPr>
          </a:p>
        </p:txBody>
      </p:sp>
      <p:sp>
        <p:nvSpPr>
          <p:cNvPr id="158" name="TextBox 67"/>
          <p:cNvSpPr txBox="1"/>
          <p:nvPr/>
        </p:nvSpPr>
        <p:spPr>
          <a:xfrm>
            <a:off x="7504057" y="2725497"/>
            <a:ext cx="949960" cy="304800"/>
          </a:xfrm>
          <a:prstGeom prst="rect">
            <a:avLst/>
          </a:prstGeom>
          <a:noFill/>
        </p:spPr>
        <p:txBody>
          <a:bodyPr wrap="none" lIns="0" tIns="0" rIns="0" bIns="0" rtlCol="0" anchor="ctr">
            <a:spAutoFit/>
          </a:bodyPr>
          <a:lstStyle/>
          <a:p>
            <a:pPr lvl="0" algn="ctr" defTabSz="914400">
              <a:spcBef>
                <a:spcPct val="20000"/>
              </a:spcBef>
              <a:defRPr/>
            </a:pPr>
            <a:r>
              <a:rPr lang="zh-CN" altLang="en-US" sz="1865" dirty="0">
                <a:solidFill>
                  <a:schemeClr val="bg2"/>
                </a:solidFill>
              </a:rPr>
              <a:t>标题文字</a:t>
            </a:r>
            <a:endParaRPr lang="en-US" altLang="zh-CN" sz="1865" dirty="0">
              <a:solidFill>
                <a:schemeClr val="bg2"/>
              </a:solidFill>
            </a:endParaRPr>
          </a:p>
        </p:txBody>
      </p:sp>
      <p:sp>
        <p:nvSpPr>
          <p:cNvPr id="159" name="TextBox 68"/>
          <p:cNvSpPr txBox="1"/>
          <p:nvPr/>
        </p:nvSpPr>
        <p:spPr>
          <a:xfrm>
            <a:off x="9424290" y="4679245"/>
            <a:ext cx="949960" cy="304800"/>
          </a:xfrm>
          <a:prstGeom prst="rect">
            <a:avLst/>
          </a:prstGeom>
          <a:noFill/>
        </p:spPr>
        <p:txBody>
          <a:bodyPr wrap="none" lIns="0" tIns="0" rIns="0" bIns="0" rtlCol="0" anchor="ctr">
            <a:spAutoFit/>
          </a:bodyPr>
          <a:lstStyle/>
          <a:p>
            <a:pPr lvl="0" algn="ctr" defTabSz="914400">
              <a:spcBef>
                <a:spcPct val="20000"/>
              </a:spcBef>
              <a:defRPr/>
            </a:pPr>
            <a:r>
              <a:rPr lang="zh-CN" altLang="en-US" sz="1865" dirty="0">
                <a:solidFill>
                  <a:schemeClr val="tx2"/>
                </a:solidFill>
              </a:rPr>
              <a:t>标题文字</a:t>
            </a:r>
            <a:endParaRPr lang="en-US" altLang="zh-CN" sz="1865" dirty="0">
              <a:solidFill>
                <a:schemeClr val="tx2"/>
              </a:solidFill>
            </a:endParaRPr>
          </a:p>
        </p:txBody>
      </p:sp>
      <p:sp>
        <p:nvSpPr>
          <p:cNvPr id="160" name="Block Arc 52"/>
          <p:cNvSpPr/>
          <p:nvPr/>
        </p:nvSpPr>
        <p:spPr>
          <a:xfrm rot="10800000">
            <a:off x="3110428" y="2662751"/>
            <a:ext cx="2217579" cy="2217579"/>
          </a:xfrm>
          <a:prstGeom prst="blockArc">
            <a:avLst>
              <a:gd name="adj1" fmla="val 10800000"/>
              <a:gd name="adj2" fmla="val 3"/>
              <a:gd name="adj3" fmla="val 15291"/>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5" dirty="0">
              <a:latin typeface="+mj-ea"/>
              <a:ea typeface="+mj-ea"/>
            </a:endParaRPr>
          </a:p>
        </p:txBody>
      </p:sp>
      <p:sp>
        <p:nvSpPr>
          <p:cNvPr id="161" name="Block Arc 54"/>
          <p:cNvSpPr/>
          <p:nvPr/>
        </p:nvSpPr>
        <p:spPr>
          <a:xfrm rot="10800000">
            <a:off x="6863346" y="2662751"/>
            <a:ext cx="2217579" cy="2217579"/>
          </a:xfrm>
          <a:prstGeom prst="blockArc">
            <a:avLst>
              <a:gd name="adj1" fmla="val 10800000"/>
              <a:gd name="adj2" fmla="val 3"/>
              <a:gd name="adj3" fmla="val 15291"/>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5" dirty="0">
              <a:latin typeface="+mj-ea"/>
              <a:ea typeface="+mj-ea"/>
            </a:endParaRPr>
          </a:p>
        </p:txBody>
      </p:sp>
      <p:grpSp>
        <p:nvGrpSpPr>
          <p:cNvPr id="162" name="组合 161"/>
          <p:cNvGrpSpPr/>
          <p:nvPr/>
        </p:nvGrpSpPr>
        <p:grpSpPr>
          <a:xfrm>
            <a:off x="1716639" y="3179621"/>
            <a:ext cx="1233652" cy="1233652"/>
            <a:chOff x="1318780" y="2410117"/>
            <a:chExt cx="806358" cy="806358"/>
          </a:xfrm>
        </p:grpSpPr>
        <p:grpSp>
          <p:nvGrpSpPr>
            <p:cNvPr id="163" name="组合 162"/>
            <p:cNvGrpSpPr/>
            <p:nvPr/>
          </p:nvGrpSpPr>
          <p:grpSpPr>
            <a:xfrm>
              <a:off x="1318780" y="2410117"/>
              <a:ext cx="806358" cy="806358"/>
              <a:chOff x="3724322" y="1908536"/>
              <a:chExt cx="1329153" cy="1329153"/>
            </a:xfrm>
          </p:grpSpPr>
          <p:sp>
            <p:nvSpPr>
              <p:cNvPr id="165" name="椭圆 164"/>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endParaRPr>
              </a:p>
            </p:txBody>
          </p:sp>
          <p:sp>
            <p:nvSpPr>
              <p:cNvPr id="166" name="椭圆 165"/>
              <p:cNvSpPr/>
              <p:nvPr/>
            </p:nvSpPr>
            <p:spPr>
              <a:xfrm>
                <a:off x="3839838" y="2024052"/>
                <a:ext cx="1098122" cy="1098122"/>
              </a:xfrm>
              <a:prstGeom prst="ellipse">
                <a:avLst/>
              </a:prstGeom>
              <a:solidFill>
                <a:schemeClr val="bg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solidFill>
                </a:endParaRPr>
              </a:p>
            </p:txBody>
          </p:sp>
        </p:grpSp>
        <p:sp>
          <p:nvSpPr>
            <p:cNvPr id="164" name="Freeform 116"/>
            <p:cNvSpPr>
              <a:spLocks noEditPoints="1"/>
            </p:cNvSpPr>
            <p:nvPr/>
          </p:nvSpPr>
          <p:spPr bwMode="auto">
            <a:xfrm>
              <a:off x="1497123" y="2652994"/>
              <a:ext cx="397548" cy="320603"/>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p:spPr>
          <p:txBody>
            <a:bodyPr vert="horz" wrap="square" lIns="121920" tIns="60960" rIns="121920" bIns="60960" numCol="1" anchor="t" anchorCtr="0" compatLnSpc="1"/>
            <a:lstStyle/>
            <a:p>
              <a:endParaRPr lang="en-US" sz="1865"/>
            </a:p>
          </p:txBody>
        </p:sp>
      </p:grpSp>
      <p:grpSp>
        <p:nvGrpSpPr>
          <p:cNvPr id="167" name="组合 166"/>
          <p:cNvGrpSpPr/>
          <p:nvPr/>
        </p:nvGrpSpPr>
        <p:grpSpPr>
          <a:xfrm>
            <a:off x="3602390" y="3179621"/>
            <a:ext cx="1233652" cy="1233652"/>
            <a:chOff x="2701342" y="2384716"/>
            <a:chExt cx="925239" cy="925239"/>
          </a:xfrm>
        </p:grpSpPr>
        <p:grpSp>
          <p:nvGrpSpPr>
            <p:cNvPr id="168" name="组合 167"/>
            <p:cNvGrpSpPr/>
            <p:nvPr/>
          </p:nvGrpSpPr>
          <p:grpSpPr>
            <a:xfrm>
              <a:off x="2701342" y="2384716"/>
              <a:ext cx="925239" cy="925239"/>
              <a:chOff x="3724322" y="1908536"/>
              <a:chExt cx="1329153" cy="1329153"/>
            </a:xfrm>
          </p:grpSpPr>
          <p:sp>
            <p:nvSpPr>
              <p:cNvPr id="170" name="椭圆 169"/>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endParaRPr>
              </a:p>
            </p:txBody>
          </p:sp>
          <p:sp>
            <p:nvSpPr>
              <p:cNvPr id="171" name="椭圆 170"/>
              <p:cNvSpPr/>
              <p:nvPr/>
            </p:nvSpPr>
            <p:spPr>
              <a:xfrm>
                <a:off x="3839838" y="2024052"/>
                <a:ext cx="1098122" cy="1098122"/>
              </a:xfrm>
              <a:prstGeom prst="ellipse">
                <a:avLst/>
              </a:prstGeom>
              <a:solidFill>
                <a:schemeClr val="bg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solidFill>
                </a:endParaRPr>
              </a:p>
            </p:txBody>
          </p:sp>
        </p:grpSp>
        <p:sp>
          <p:nvSpPr>
            <p:cNvPr id="169" name="Freeform 105"/>
            <p:cNvSpPr>
              <a:spLocks noEditPoints="1"/>
            </p:cNvSpPr>
            <p:nvPr/>
          </p:nvSpPr>
          <p:spPr bwMode="auto">
            <a:xfrm>
              <a:off x="2943474" y="2657050"/>
              <a:ext cx="433281" cy="427002"/>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bg1"/>
            </a:solidFill>
            <a:ln w="9525">
              <a:noFill/>
              <a:round/>
            </a:ln>
          </p:spPr>
          <p:txBody>
            <a:bodyPr vert="horz" wrap="square" lIns="121920" tIns="60960" rIns="121920" bIns="60960" numCol="1" anchor="t" anchorCtr="0" compatLnSpc="1"/>
            <a:lstStyle/>
            <a:p>
              <a:endParaRPr lang="en-US" sz="1865" dirty="0">
                <a:solidFill>
                  <a:schemeClr val="accent3">
                    <a:lumMod val="50000"/>
                  </a:schemeClr>
                </a:solidFill>
              </a:endParaRPr>
            </a:p>
          </p:txBody>
        </p:sp>
      </p:grpSp>
      <p:grpSp>
        <p:nvGrpSpPr>
          <p:cNvPr id="172" name="组合 171"/>
          <p:cNvGrpSpPr/>
          <p:nvPr/>
        </p:nvGrpSpPr>
        <p:grpSpPr>
          <a:xfrm>
            <a:off x="7362210" y="3142732"/>
            <a:ext cx="1233652" cy="1233652"/>
            <a:chOff x="5521207" y="2357049"/>
            <a:chExt cx="925239" cy="925239"/>
          </a:xfrm>
        </p:grpSpPr>
        <p:grpSp>
          <p:nvGrpSpPr>
            <p:cNvPr id="173" name="组合 172"/>
            <p:cNvGrpSpPr/>
            <p:nvPr/>
          </p:nvGrpSpPr>
          <p:grpSpPr>
            <a:xfrm>
              <a:off x="5521207" y="2357049"/>
              <a:ext cx="925239" cy="925239"/>
              <a:chOff x="3724322" y="1908536"/>
              <a:chExt cx="1329153" cy="1329153"/>
            </a:xfrm>
          </p:grpSpPr>
          <p:sp>
            <p:nvSpPr>
              <p:cNvPr id="175" name="椭圆 174"/>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endParaRPr>
              </a:p>
            </p:txBody>
          </p:sp>
          <p:sp>
            <p:nvSpPr>
              <p:cNvPr id="176" name="椭圆 175"/>
              <p:cNvSpPr/>
              <p:nvPr/>
            </p:nvSpPr>
            <p:spPr>
              <a:xfrm>
                <a:off x="3839838" y="2024052"/>
                <a:ext cx="1098122" cy="1098122"/>
              </a:xfrm>
              <a:prstGeom prst="ellipse">
                <a:avLst/>
              </a:prstGeom>
              <a:solidFill>
                <a:schemeClr val="bg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solidFill>
                </a:endParaRPr>
              </a:p>
            </p:txBody>
          </p:sp>
        </p:grpSp>
        <p:sp>
          <p:nvSpPr>
            <p:cNvPr id="174" name="Freeform 45"/>
            <p:cNvSpPr>
              <a:spLocks noEditPoints="1"/>
            </p:cNvSpPr>
            <p:nvPr/>
          </p:nvSpPr>
          <p:spPr bwMode="auto">
            <a:xfrm>
              <a:off x="5784023" y="2620287"/>
              <a:ext cx="389255" cy="389255"/>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solidFill>
            <a:ln w="9525">
              <a:noFill/>
              <a:round/>
            </a:ln>
          </p:spPr>
          <p:txBody>
            <a:bodyPr vert="horz" wrap="square" lIns="121920" tIns="60960" rIns="121920" bIns="60960" numCol="1" anchor="t" anchorCtr="0" compatLnSpc="1"/>
            <a:lstStyle/>
            <a:p>
              <a:endParaRPr lang="en-US" sz="1865"/>
            </a:p>
          </p:txBody>
        </p:sp>
      </p:grpSp>
      <p:grpSp>
        <p:nvGrpSpPr>
          <p:cNvPr id="177" name="组合 176"/>
          <p:cNvGrpSpPr/>
          <p:nvPr/>
        </p:nvGrpSpPr>
        <p:grpSpPr>
          <a:xfrm>
            <a:off x="9247960" y="3152476"/>
            <a:ext cx="1233652" cy="1233652"/>
            <a:chOff x="6935520" y="2364357"/>
            <a:chExt cx="925239" cy="925239"/>
          </a:xfrm>
        </p:grpSpPr>
        <p:grpSp>
          <p:nvGrpSpPr>
            <p:cNvPr id="178" name="组合 177"/>
            <p:cNvGrpSpPr/>
            <p:nvPr/>
          </p:nvGrpSpPr>
          <p:grpSpPr>
            <a:xfrm>
              <a:off x="6935520" y="2364357"/>
              <a:ext cx="925239" cy="925239"/>
              <a:chOff x="3724322" y="1908536"/>
              <a:chExt cx="1329153" cy="1329153"/>
            </a:xfrm>
          </p:grpSpPr>
          <p:sp>
            <p:nvSpPr>
              <p:cNvPr id="180" name="椭圆 179"/>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endParaRPr>
              </a:p>
            </p:txBody>
          </p:sp>
          <p:sp>
            <p:nvSpPr>
              <p:cNvPr id="181" name="椭圆 180"/>
              <p:cNvSpPr/>
              <p:nvPr/>
            </p:nvSpPr>
            <p:spPr>
              <a:xfrm>
                <a:off x="3839838" y="2024052"/>
                <a:ext cx="1098122" cy="1098122"/>
              </a:xfrm>
              <a:prstGeom prst="ellipse">
                <a:avLst/>
              </a:prstGeom>
              <a:solidFill>
                <a:schemeClr val="tx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solidFill>
                </a:endParaRPr>
              </a:p>
            </p:txBody>
          </p:sp>
        </p:grpSp>
        <p:sp>
          <p:nvSpPr>
            <p:cNvPr id="179" name="Freeform 62"/>
            <p:cNvSpPr>
              <a:spLocks noChangeAspect="1" noEditPoints="1"/>
            </p:cNvSpPr>
            <p:nvPr/>
          </p:nvSpPr>
          <p:spPr bwMode="auto">
            <a:xfrm>
              <a:off x="7183365" y="2621245"/>
              <a:ext cx="423615" cy="427002"/>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ln>
          </p:spPr>
          <p:txBody>
            <a:bodyPr vert="horz" wrap="square" lIns="121920" tIns="60960" rIns="121920" bIns="60960" numCol="1" anchor="t" anchorCtr="0" compatLnSpc="1"/>
            <a:lstStyle/>
            <a:p>
              <a:endParaRPr lang="en-US" sz="1865"/>
            </a:p>
          </p:txBody>
        </p:sp>
      </p:grpSp>
      <p:grpSp>
        <p:nvGrpSpPr>
          <p:cNvPr id="182" name="组合 181"/>
          <p:cNvGrpSpPr/>
          <p:nvPr/>
        </p:nvGrpSpPr>
        <p:grpSpPr>
          <a:xfrm>
            <a:off x="5477940" y="3187207"/>
            <a:ext cx="1233652" cy="1233652"/>
            <a:chOff x="4313078" y="3516012"/>
            <a:chExt cx="925239" cy="925239"/>
          </a:xfrm>
        </p:grpSpPr>
        <p:grpSp>
          <p:nvGrpSpPr>
            <p:cNvPr id="183" name="组合 182"/>
            <p:cNvGrpSpPr/>
            <p:nvPr/>
          </p:nvGrpSpPr>
          <p:grpSpPr>
            <a:xfrm>
              <a:off x="4313078" y="3516012"/>
              <a:ext cx="925239" cy="925239"/>
              <a:chOff x="3724322" y="1908536"/>
              <a:chExt cx="1329153" cy="1329153"/>
            </a:xfrm>
          </p:grpSpPr>
          <p:sp>
            <p:nvSpPr>
              <p:cNvPr id="185" name="椭圆 184"/>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endParaRPr>
              </a:p>
            </p:txBody>
          </p:sp>
          <p:sp>
            <p:nvSpPr>
              <p:cNvPr id="186" name="椭圆 185"/>
              <p:cNvSpPr/>
              <p:nvPr/>
            </p:nvSpPr>
            <p:spPr>
              <a:xfrm>
                <a:off x="3839838" y="2024052"/>
                <a:ext cx="1098122" cy="1098122"/>
              </a:xfrm>
              <a:prstGeom prst="ellipse">
                <a:avLst/>
              </a:prstGeom>
              <a:solidFill>
                <a:schemeClr val="tx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solidFill>
                </a:endParaRPr>
              </a:p>
            </p:txBody>
          </p:sp>
        </p:grpSp>
        <p:sp>
          <p:nvSpPr>
            <p:cNvPr id="184" name="Freeform 178"/>
            <p:cNvSpPr>
              <a:spLocks noEditPoints="1"/>
            </p:cNvSpPr>
            <p:nvPr/>
          </p:nvSpPr>
          <p:spPr bwMode="auto">
            <a:xfrm>
              <a:off x="4518150" y="3784655"/>
              <a:ext cx="515095" cy="387952"/>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chemeClr val="bg1"/>
            </a:solidFill>
            <a:ln w="9525">
              <a:noFill/>
              <a:round/>
            </a:ln>
          </p:spPr>
          <p:txBody>
            <a:bodyPr vert="horz" wrap="square" lIns="121920" tIns="60960" rIns="121920" bIns="60960" numCol="1" anchor="t" anchorCtr="0" compatLnSpc="1"/>
            <a:lstStyle/>
            <a:p>
              <a:endParaRPr lang="en-US" sz="1865"/>
            </a:p>
          </p:txBody>
        </p:sp>
      </p:grpSp>
      <p:sp>
        <p:nvSpPr>
          <p:cNvPr id="187" name="TextBox 77"/>
          <p:cNvSpPr txBox="1"/>
          <p:nvPr/>
        </p:nvSpPr>
        <p:spPr>
          <a:xfrm>
            <a:off x="750676" y="1619457"/>
            <a:ext cx="3081832" cy="677545"/>
          </a:xfrm>
          <a:prstGeom prst="rect">
            <a:avLst/>
          </a:prstGeom>
          <a:noFill/>
          <a:ln w="3175">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mj-ea"/>
              </a:rPr>
              <a:t>标题文字</a:t>
            </a:r>
            <a:endParaRPr lang="en-US" altLang="zh-CN" sz="1600" dirty="0">
              <a:solidFill>
                <a:schemeClr val="tx2"/>
              </a:solidFill>
              <a:latin typeface="+mj-ea"/>
            </a:endParaRPr>
          </a:p>
          <a:p>
            <a:pPr algn="ctr"/>
            <a:r>
              <a:rPr lang="zh-CN" altLang="en-US" sz="1065" dirty="0">
                <a:latin typeface="+mj-ea"/>
              </a:rPr>
              <a:t>单击此处添加文本单击此处添加文本</a:t>
            </a:r>
            <a:endParaRPr lang="en-US" altLang="zh-CN" sz="1065" dirty="0">
              <a:latin typeface="+mj-ea"/>
            </a:endParaRPr>
          </a:p>
          <a:p>
            <a:pPr algn="ctr"/>
            <a:r>
              <a:rPr lang="zh-CN" altLang="en-US" sz="1065" dirty="0">
                <a:latin typeface="+mj-ea"/>
              </a:rPr>
              <a:t>单击此处添加文本单击此处添加文本</a:t>
            </a:r>
            <a:endParaRPr lang="en-US" altLang="zh-CN" sz="1065" dirty="0">
              <a:latin typeface="+mj-ea"/>
            </a:endParaRPr>
          </a:p>
        </p:txBody>
      </p:sp>
      <p:sp>
        <p:nvSpPr>
          <p:cNvPr id="188" name="TextBox 77"/>
          <p:cNvSpPr txBox="1"/>
          <p:nvPr/>
        </p:nvSpPr>
        <p:spPr>
          <a:xfrm>
            <a:off x="4563900" y="1619457"/>
            <a:ext cx="3081832" cy="677545"/>
          </a:xfrm>
          <a:prstGeom prst="rect">
            <a:avLst/>
          </a:prstGeom>
          <a:noFill/>
          <a:ln w="3175">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mj-ea"/>
              </a:rPr>
              <a:t>标题文字</a:t>
            </a:r>
            <a:endParaRPr lang="en-US" altLang="zh-CN" sz="1600" dirty="0">
              <a:solidFill>
                <a:schemeClr val="tx2"/>
              </a:solidFill>
              <a:latin typeface="+mj-ea"/>
            </a:endParaRPr>
          </a:p>
          <a:p>
            <a:pPr algn="ctr"/>
            <a:r>
              <a:rPr lang="zh-CN" altLang="en-US" sz="1065" dirty="0">
                <a:latin typeface="+mj-ea"/>
              </a:rPr>
              <a:t>单击此处添加文本单击此处添加文本</a:t>
            </a:r>
            <a:endParaRPr lang="en-US" altLang="zh-CN" sz="1065" dirty="0">
              <a:latin typeface="+mj-ea"/>
            </a:endParaRPr>
          </a:p>
          <a:p>
            <a:pPr algn="ctr"/>
            <a:r>
              <a:rPr lang="zh-CN" altLang="en-US" sz="1065" dirty="0">
                <a:latin typeface="+mj-ea"/>
              </a:rPr>
              <a:t>单击此处添加文本单击此处添加文本</a:t>
            </a:r>
            <a:endParaRPr lang="en-US" altLang="zh-CN" sz="1065" dirty="0">
              <a:latin typeface="+mj-ea"/>
            </a:endParaRPr>
          </a:p>
        </p:txBody>
      </p:sp>
      <p:sp>
        <p:nvSpPr>
          <p:cNvPr id="189" name="TextBox 77"/>
          <p:cNvSpPr txBox="1"/>
          <p:nvPr/>
        </p:nvSpPr>
        <p:spPr>
          <a:xfrm>
            <a:off x="8308552" y="1619457"/>
            <a:ext cx="3081832" cy="677545"/>
          </a:xfrm>
          <a:prstGeom prst="rect">
            <a:avLst/>
          </a:prstGeom>
          <a:noFill/>
          <a:ln w="3175">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mj-ea"/>
              </a:rPr>
              <a:t>标题文字</a:t>
            </a:r>
            <a:endParaRPr lang="en-US" altLang="zh-CN" sz="1600" dirty="0">
              <a:solidFill>
                <a:schemeClr val="tx2"/>
              </a:solidFill>
              <a:latin typeface="+mj-ea"/>
            </a:endParaRPr>
          </a:p>
          <a:p>
            <a:pPr algn="ctr"/>
            <a:r>
              <a:rPr lang="zh-CN" altLang="en-US" sz="1065" dirty="0">
                <a:latin typeface="+mj-ea"/>
              </a:rPr>
              <a:t>单击此处添加文本单击此处添加文本</a:t>
            </a:r>
            <a:endParaRPr lang="en-US" altLang="zh-CN" sz="1065" dirty="0">
              <a:latin typeface="+mj-ea"/>
            </a:endParaRPr>
          </a:p>
          <a:p>
            <a:pPr algn="ctr"/>
            <a:r>
              <a:rPr lang="zh-CN" altLang="en-US" sz="1065" dirty="0">
                <a:latin typeface="+mj-ea"/>
              </a:rPr>
              <a:t>单击此处添加文本单击此处添加文本</a:t>
            </a:r>
            <a:endParaRPr lang="en-US" altLang="zh-CN" sz="1065" dirty="0">
              <a:latin typeface="+mj-ea"/>
            </a:endParaRPr>
          </a:p>
        </p:txBody>
      </p:sp>
      <p:sp>
        <p:nvSpPr>
          <p:cNvPr id="190" name="TextBox 77"/>
          <p:cNvSpPr txBox="1"/>
          <p:nvPr/>
        </p:nvSpPr>
        <p:spPr>
          <a:xfrm>
            <a:off x="2798859" y="5165297"/>
            <a:ext cx="3081832" cy="677545"/>
          </a:xfrm>
          <a:prstGeom prst="rect">
            <a:avLst/>
          </a:prstGeom>
          <a:noFill/>
          <a:ln w="3175">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bg2"/>
                </a:solidFill>
                <a:latin typeface="+mj-ea"/>
              </a:rPr>
              <a:t>标题文字</a:t>
            </a:r>
            <a:endParaRPr lang="en-US" altLang="zh-CN" sz="1600" dirty="0">
              <a:solidFill>
                <a:schemeClr val="bg2"/>
              </a:solidFill>
              <a:latin typeface="+mj-ea"/>
            </a:endParaRPr>
          </a:p>
          <a:p>
            <a:pPr algn="ctr"/>
            <a:r>
              <a:rPr lang="zh-CN" altLang="en-US" sz="1065" dirty="0">
                <a:latin typeface="+mj-ea"/>
              </a:rPr>
              <a:t>单击此处添加文本单击此处添加文本</a:t>
            </a:r>
            <a:endParaRPr lang="en-US" altLang="zh-CN" sz="1065" dirty="0">
              <a:latin typeface="+mj-ea"/>
            </a:endParaRPr>
          </a:p>
          <a:p>
            <a:pPr algn="ctr"/>
            <a:r>
              <a:rPr lang="zh-CN" altLang="en-US" sz="1065" dirty="0">
                <a:latin typeface="+mj-ea"/>
              </a:rPr>
              <a:t>单击此处添加文本单击此处添加文本</a:t>
            </a:r>
            <a:endParaRPr lang="en-US" altLang="zh-CN" sz="1065" dirty="0">
              <a:latin typeface="+mj-ea"/>
            </a:endParaRPr>
          </a:p>
        </p:txBody>
      </p:sp>
      <p:sp>
        <p:nvSpPr>
          <p:cNvPr id="191" name="TextBox 77"/>
          <p:cNvSpPr txBox="1"/>
          <p:nvPr/>
        </p:nvSpPr>
        <p:spPr>
          <a:xfrm>
            <a:off x="6543511" y="5165297"/>
            <a:ext cx="3081832" cy="677545"/>
          </a:xfrm>
          <a:prstGeom prst="rect">
            <a:avLst/>
          </a:prstGeom>
          <a:noFill/>
          <a:ln w="3175">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bg2"/>
                </a:solidFill>
                <a:latin typeface="+mj-ea"/>
              </a:rPr>
              <a:t>标题文字</a:t>
            </a:r>
            <a:endParaRPr lang="en-US" altLang="zh-CN" sz="1600" dirty="0">
              <a:solidFill>
                <a:schemeClr val="bg2"/>
              </a:solidFill>
              <a:latin typeface="+mj-ea"/>
            </a:endParaRPr>
          </a:p>
          <a:p>
            <a:pPr algn="ctr"/>
            <a:r>
              <a:rPr lang="zh-CN" altLang="en-US" sz="1065" dirty="0">
                <a:latin typeface="+mj-ea"/>
              </a:rPr>
              <a:t>单击此处添加文本单击此处添加文本</a:t>
            </a:r>
            <a:endParaRPr lang="en-US" altLang="zh-CN" sz="1065" dirty="0">
              <a:latin typeface="+mj-ea"/>
            </a:endParaRPr>
          </a:p>
          <a:p>
            <a:pPr algn="ctr"/>
            <a:r>
              <a:rPr lang="zh-CN" altLang="en-US" sz="1065" dirty="0">
                <a:latin typeface="+mj-ea"/>
              </a:rPr>
              <a:t>单击此处添加文本单击此处添加文本</a:t>
            </a:r>
            <a:endParaRPr lang="en-US" altLang="zh-CN" sz="1065" dirty="0">
              <a:latin typeface="+mj-ea"/>
            </a:endParaRP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wipe(left)">
                                      <p:cBhvr>
                                        <p:cTn id="7" dur="500"/>
                                        <p:tgtEl>
                                          <p:spTgt spid="15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0"/>
                                        </p:tgtEl>
                                        <p:attrNameLst>
                                          <p:attrName>style.visibility</p:attrName>
                                        </p:attrNameLst>
                                      </p:cBhvr>
                                      <p:to>
                                        <p:strVal val="visible"/>
                                      </p:to>
                                    </p:set>
                                    <p:animEffect transition="in" filter="wipe(left)">
                                      <p:cBhvr>
                                        <p:cTn id="11" dur="500"/>
                                        <p:tgtEl>
                                          <p:spTgt spid="16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3"/>
                                        </p:tgtEl>
                                        <p:attrNameLst>
                                          <p:attrName>style.visibility</p:attrName>
                                        </p:attrNameLst>
                                      </p:cBhvr>
                                      <p:to>
                                        <p:strVal val="visible"/>
                                      </p:to>
                                    </p:set>
                                    <p:animEffect transition="in" filter="wipe(left)">
                                      <p:cBhvr>
                                        <p:cTn id="15" dur="500"/>
                                        <p:tgtEl>
                                          <p:spTgt spid="15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61"/>
                                        </p:tgtEl>
                                        <p:attrNameLst>
                                          <p:attrName>style.visibility</p:attrName>
                                        </p:attrNameLst>
                                      </p:cBhvr>
                                      <p:to>
                                        <p:strVal val="visible"/>
                                      </p:to>
                                    </p:set>
                                    <p:animEffect transition="in" filter="wipe(left)">
                                      <p:cBhvr>
                                        <p:cTn id="19" dur="500"/>
                                        <p:tgtEl>
                                          <p:spTgt spid="16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54"/>
                                        </p:tgtEl>
                                        <p:attrNameLst>
                                          <p:attrName>style.visibility</p:attrName>
                                        </p:attrNameLst>
                                      </p:cBhvr>
                                      <p:to>
                                        <p:strVal val="visible"/>
                                      </p:to>
                                    </p:set>
                                    <p:animEffect transition="in" filter="wipe(left)">
                                      <p:cBhvr>
                                        <p:cTn id="23" dur="500"/>
                                        <p:tgtEl>
                                          <p:spTgt spid="15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62"/>
                                        </p:tgtEl>
                                        <p:attrNameLst>
                                          <p:attrName>style.visibility</p:attrName>
                                        </p:attrNameLst>
                                      </p:cBhvr>
                                      <p:to>
                                        <p:strVal val="visible"/>
                                      </p:to>
                                    </p:set>
                                    <p:anim calcmode="lin" valueType="num">
                                      <p:cBhvr>
                                        <p:cTn id="28" dur="500" fill="hold"/>
                                        <p:tgtEl>
                                          <p:spTgt spid="162"/>
                                        </p:tgtEl>
                                        <p:attrNameLst>
                                          <p:attrName>ppt_w</p:attrName>
                                        </p:attrNameLst>
                                      </p:cBhvr>
                                      <p:tavLst>
                                        <p:tav tm="0">
                                          <p:val>
                                            <p:fltVal val="0"/>
                                          </p:val>
                                        </p:tav>
                                        <p:tav tm="100000">
                                          <p:val>
                                            <p:strVal val="#ppt_w"/>
                                          </p:val>
                                        </p:tav>
                                      </p:tavLst>
                                    </p:anim>
                                    <p:anim calcmode="lin" valueType="num">
                                      <p:cBhvr>
                                        <p:cTn id="29" dur="500" fill="hold"/>
                                        <p:tgtEl>
                                          <p:spTgt spid="162"/>
                                        </p:tgtEl>
                                        <p:attrNameLst>
                                          <p:attrName>ppt_h</p:attrName>
                                        </p:attrNameLst>
                                      </p:cBhvr>
                                      <p:tavLst>
                                        <p:tav tm="0">
                                          <p:val>
                                            <p:fltVal val="0"/>
                                          </p:val>
                                        </p:tav>
                                        <p:tav tm="100000">
                                          <p:val>
                                            <p:strVal val="#ppt_h"/>
                                          </p:val>
                                        </p:tav>
                                      </p:tavLst>
                                    </p:anim>
                                    <p:animEffect transition="in" filter="fade">
                                      <p:cBhvr>
                                        <p:cTn id="30" dur="500"/>
                                        <p:tgtEl>
                                          <p:spTgt spid="162"/>
                                        </p:tgtEl>
                                      </p:cBhvr>
                                    </p:animEffect>
                                  </p:childTnLst>
                                </p:cTn>
                              </p:par>
                              <p:par>
                                <p:cTn id="31" presetID="53" presetClass="entr" presetSubtype="16" fill="hold" nodeType="withEffect">
                                  <p:stCondLst>
                                    <p:cond delay="0"/>
                                  </p:stCondLst>
                                  <p:childTnLst>
                                    <p:set>
                                      <p:cBhvr>
                                        <p:cTn id="32" dur="1" fill="hold">
                                          <p:stCondLst>
                                            <p:cond delay="0"/>
                                          </p:stCondLst>
                                        </p:cTn>
                                        <p:tgtEl>
                                          <p:spTgt spid="167"/>
                                        </p:tgtEl>
                                        <p:attrNameLst>
                                          <p:attrName>style.visibility</p:attrName>
                                        </p:attrNameLst>
                                      </p:cBhvr>
                                      <p:to>
                                        <p:strVal val="visible"/>
                                      </p:to>
                                    </p:set>
                                    <p:anim calcmode="lin" valueType="num">
                                      <p:cBhvr>
                                        <p:cTn id="33" dur="500" fill="hold"/>
                                        <p:tgtEl>
                                          <p:spTgt spid="167"/>
                                        </p:tgtEl>
                                        <p:attrNameLst>
                                          <p:attrName>ppt_w</p:attrName>
                                        </p:attrNameLst>
                                      </p:cBhvr>
                                      <p:tavLst>
                                        <p:tav tm="0">
                                          <p:val>
                                            <p:fltVal val="0"/>
                                          </p:val>
                                        </p:tav>
                                        <p:tav tm="100000">
                                          <p:val>
                                            <p:strVal val="#ppt_w"/>
                                          </p:val>
                                        </p:tav>
                                      </p:tavLst>
                                    </p:anim>
                                    <p:anim calcmode="lin" valueType="num">
                                      <p:cBhvr>
                                        <p:cTn id="34" dur="500" fill="hold"/>
                                        <p:tgtEl>
                                          <p:spTgt spid="167"/>
                                        </p:tgtEl>
                                        <p:attrNameLst>
                                          <p:attrName>ppt_h</p:attrName>
                                        </p:attrNameLst>
                                      </p:cBhvr>
                                      <p:tavLst>
                                        <p:tav tm="0">
                                          <p:val>
                                            <p:fltVal val="0"/>
                                          </p:val>
                                        </p:tav>
                                        <p:tav tm="100000">
                                          <p:val>
                                            <p:strVal val="#ppt_h"/>
                                          </p:val>
                                        </p:tav>
                                      </p:tavLst>
                                    </p:anim>
                                    <p:animEffect transition="in" filter="fade">
                                      <p:cBhvr>
                                        <p:cTn id="35" dur="500"/>
                                        <p:tgtEl>
                                          <p:spTgt spid="167"/>
                                        </p:tgtEl>
                                      </p:cBhvr>
                                    </p:animEffect>
                                  </p:childTnLst>
                                </p:cTn>
                              </p:par>
                              <p:par>
                                <p:cTn id="36" presetID="53" presetClass="entr" presetSubtype="16" fill="hold" nodeType="withEffect">
                                  <p:stCondLst>
                                    <p:cond delay="0"/>
                                  </p:stCondLst>
                                  <p:childTnLst>
                                    <p:set>
                                      <p:cBhvr>
                                        <p:cTn id="37" dur="1" fill="hold">
                                          <p:stCondLst>
                                            <p:cond delay="0"/>
                                          </p:stCondLst>
                                        </p:cTn>
                                        <p:tgtEl>
                                          <p:spTgt spid="182"/>
                                        </p:tgtEl>
                                        <p:attrNameLst>
                                          <p:attrName>style.visibility</p:attrName>
                                        </p:attrNameLst>
                                      </p:cBhvr>
                                      <p:to>
                                        <p:strVal val="visible"/>
                                      </p:to>
                                    </p:set>
                                    <p:anim calcmode="lin" valueType="num">
                                      <p:cBhvr>
                                        <p:cTn id="38" dur="500" fill="hold"/>
                                        <p:tgtEl>
                                          <p:spTgt spid="182"/>
                                        </p:tgtEl>
                                        <p:attrNameLst>
                                          <p:attrName>ppt_w</p:attrName>
                                        </p:attrNameLst>
                                      </p:cBhvr>
                                      <p:tavLst>
                                        <p:tav tm="0">
                                          <p:val>
                                            <p:fltVal val="0"/>
                                          </p:val>
                                        </p:tav>
                                        <p:tav tm="100000">
                                          <p:val>
                                            <p:strVal val="#ppt_w"/>
                                          </p:val>
                                        </p:tav>
                                      </p:tavLst>
                                    </p:anim>
                                    <p:anim calcmode="lin" valueType="num">
                                      <p:cBhvr>
                                        <p:cTn id="39" dur="500" fill="hold"/>
                                        <p:tgtEl>
                                          <p:spTgt spid="182"/>
                                        </p:tgtEl>
                                        <p:attrNameLst>
                                          <p:attrName>ppt_h</p:attrName>
                                        </p:attrNameLst>
                                      </p:cBhvr>
                                      <p:tavLst>
                                        <p:tav tm="0">
                                          <p:val>
                                            <p:fltVal val="0"/>
                                          </p:val>
                                        </p:tav>
                                        <p:tav tm="100000">
                                          <p:val>
                                            <p:strVal val="#ppt_h"/>
                                          </p:val>
                                        </p:tav>
                                      </p:tavLst>
                                    </p:anim>
                                    <p:animEffect transition="in" filter="fade">
                                      <p:cBhvr>
                                        <p:cTn id="40" dur="500"/>
                                        <p:tgtEl>
                                          <p:spTgt spid="182"/>
                                        </p:tgtEl>
                                      </p:cBhvr>
                                    </p:animEffect>
                                  </p:childTnLst>
                                </p:cTn>
                              </p:par>
                              <p:par>
                                <p:cTn id="41" presetID="53" presetClass="entr" presetSubtype="16" fill="hold" nodeType="withEffect">
                                  <p:stCondLst>
                                    <p:cond delay="0"/>
                                  </p:stCondLst>
                                  <p:childTnLst>
                                    <p:set>
                                      <p:cBhvr>
                                        <p:cTn id="42" dur="1" fill="hold">
                                          <p:stCondLst>
                                            <p:cond delay="0"/>
                                          </p:stCondLst>
                                        </p:cTn>
                                        <p:tgtEl>
                                          <p:spTgt spid="172"/>
                                        </p:tgtEl>
                                        <p:attrNameLst>
                                          <p:attrName>style.visibility</p:attrName>
                                        </p:attrNameLst>
                                      </p:cBhvr>
                                      <p:to>
                                        <p:strVal val="visible"/>
                                      </p:to>
                                    </p:set>
                                    <p:anim calcmode="lin" valueType="num">
                                      <p:cBhvr>
                                        <p:cTn id="43" dur="500" fill="hold"/>
                                        <p:tgtEl>
                                          <p:spTgt spid="172"/>
                                        </p:tgtEl>
                                        <p:attrNameLst>
                                          <p:attrName>ppt_w</p:attrName>
                                        </p:attrNameLst>
                                      </p:cBhvr>
                                      <p:tavLst>
                                        <p:tav tm="0">
                                          <p:val>
                                            <p:fltVal val="0"/>
                                          </p:val>
                                        </p:tav>
                                        <p:tav tm="100000">
                                          <p:val>
                                            <p:strVal val="#ppt_w"/>
                                          </p:val>
                                        </p:tav>
                                      </p:tavLst>
                                    </p:anim>
                                    <p:anim calcmode="lin" valueType="num">
                                      <p:cBhvr>
                                        <p:cTn id="44" dur="500" fill="hold"/>
                                        <p:tgtEl>
                                          <p:spTgt spid="172"/>
                                        </p:tgtEl>
                                        <p:attrNameLst>
                                          <p:attrName>ppt_h</p:attrName>
                                        </p:attrNameLst>
                                      </p:cBhvr>
                                      <p:tavLst>
                                        <p:tav tm="0">
                                          <p:val>
                                            <p:fltVal val="0"/>
                                          </p:val>
                                        </p:tav>
                                        <p:tav tm="100000">
                                          <p:val>
                                            <p:strVal val="#ppt_h"/>
                                          </p:val>
                                        </p:tav>
                                      </p:tavLst>
                                    </p:anim>
                                    <p:animEffect transition="in" filter="fade">
                                      <p:cBhvr>
                                        <p:cTn id="45" dur="500"/>
                                        <p:tgtEl>
                                          <p:spTgt spid="172"/>
                                        </p:tgtEl>
                                      </p:cBhvr>
                                    </p:animEffect>
                                  </p:childTnLst>
                                </p:cTn>
                              </p:par>
                              <p:par>
                                <p:cTn id="46" presetID="53" presetClass="entr" presetSubtype="16" fill="hold" nodeType="withEffect">
                                  <p:stCondLst>
                                    <p:cond delay="0"/>
                                  </p:stCondLst>
                                  <p:childTnLst>
                                    <p:set>
                                      <p:cBhvr>
                                        <p:cTn id="47" dur="1" fill="hold">
                                          <p:stCondLst>
                                            <p:cond delay="0"/>
                                          </p:stCondLst>
                                        </p:cTn>
                                        <p:tgtEl>
                                          <p:spTgt spid="177"/>
                                        </p:tgtEl>
                                        <p:attrNameLst>
                                          <p:attrName>style.visibility</p:attrName>
                                        </p:attrNameLst>
                                      </p:cBhvr>
                                      <p:to>
                                        <p:strVal val="visible"/>
                                      </p:to>
                                    </p:set>
                                    <p:anim calcmode="lin" valueType="num">
                                      <p:cBhvr>
                                        <p:cTn id="48" dur="500" fill="hold"/>
                                        <p:tgtEl>
                                          <p:spTgt spid="177"/>
                                        </p:tgtEl>
                                        <p:attrNameLst>
                                          <p:attrName>ppt_w</p:attrName>
                                        </p:attrNameLst>
                                      </p:cBhvr>
                                      <p:tavLst>
                                        <p:tav tm="0">
                                          <p:val>
                                            <p:fltVal val="0"/>
                                          </p:val>
                                        </p:tav>
                                        <p:tav tm="100000">
                                          <p:val>
                                            <p:strVal val="#ppt_w"/>
                                          </p:val>
                                        </p:tav>
                                      </p:tavLst>
                                    </p:anim>
                                    <p:anim calcmode="lin" valueType="num">
                                      <p:cBhvr>
                                        <p:cTn id="49" dur="500" fill="hold"/>
                                        <p:tgtEl>
                                          <p:spTgt spid="177"/>
                                        </p:tgtEl>
                                        <p:attrNameLst>
                                          <p:attrName>ppt_h</p:attrName>
                                        </p:attrNameLst>
                                      </p:cBhvr>
                                      <p:tavLst>
                                        <p:tav tm="0">
                                          <p:val>
                                            <p:fltVal val="0"/>
                                          </p:val>
                                        </p:tav>
                                        <p:tav tm="100000">
                                          <p:val>
                                            <p:strVal val="#ppt_h"/>
                                          </p:val>
                                        </p:tav>
                                      </p:tavLst>
                                    </p:anim>
                                    <p:animEffect transition="in" filter="fade">
                                      <p:cBhvr>
                                        <p:cTn id="50" dur="500"/>
                                        <p:tgtEl>
                                          <p:spTgt spid="177"/>
                                        </p:tgtEl>
                                      </p:cBhvr>
                                    </p:animEffect>
                                  </p:childTnLst>
                                </p:cTn>
                              </p:par>
                            </p:childTnLst>
                          </p:cTn>
                        </p:par>
                      </p:childTnLst>
                    </p:cTn>
                  </p:par>
                  <p:par>
                    <p:cTn id="51" fill="hold">
                      <p:stCondLst>
                        <p:cond delay="indefinite"/>
                      </p:stCondLst>
                      <p:childTnLst>
                        <p:par>
                          <p:cTn id="52" fill="hold">
                            <p:stCondLst>
                              <p:cond delay="0"/>
                            </p:stCondLst>
                            <p:childTnLst>
                              <p:par>
                                <p:cTn id="53" presetID="47" presetClass="entr" presetSubtype="0" fill="hold" grpId="0" nodeType="clickEffect">
                                  <p:stCondLst>
                                    <p:cond delay="0"/>
                                  </p:stCondLst>
                                  <p:childTnLst>
                                    <p:set>
                                      <p:cBhvr>
                                        <p:cTn id="54" dur="1" fill="hold">
                                          <p:stCondLst>
                                            <p:cond delay="0"/>
                                          </p:stCondLst>
                                        </p:cTn>
                                        <p:tgtEl>
                                          <p:spTgt spid="155"/>
                                        </p:tgtEl>
                                        <p:attrNameLst>
                                          <p:attrName>style.visibility</p:attrName>
                                        </p:attrNameLst>
                                      </p:cBhvr>
                                      <p:to>
                                        <p:strVal val="visible"/>
                                      </p:to>
                                    </p:set>
                                    <p:animEffect transition="in" filter="fade">
                                      <p:cBhvr>
                                        <p:cTn id="55" dur="1000"/>
                                        <p:tgtEl>
                                          <p:spTgt spid="155"/>
                                        </p:tgtEl>
                                      </p:cBhvr>
                                    </p:animEffect>
                                    <p:anim calcmode="lin" valueType="num">
                                      <p:cBhvr>
                                        <p:cTn id="56" dur="1000" fill="hold"/>
                                        <p:tgtEl>
                                          <p:spTgt spid="155"/>
                                        </p:tgtEl>
                                        <p:attrNameLst>
                                          <p:attrName>ppt_x</p:attrName>
                                        </p:attrNameLst>
                                      </p:cBhvr>
                                      <p:tavLst>
                                        <p:tav tm="0">
                                          <p:val>
                                            <p:strVal val="#ppt_x"/>
                                          </p:val>
                                        </p:tav>
                                        <p:tav tm="100000">
                                          <p:val>
                                            <p:strVal val="#ppt_x"/>
                                          </p:val>
                                        </p:tav>
                                      </p:tavLst>
                                    </p:anim>
                                    <p:anim calcmode="lin" valueType="num">
                                      <p:cBhvr>
                                        <p:cTn id="57" dur="1000" fill="hold"/>
                                        <p:tgtEl>
                                          <p:spTgt spid="155"/>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157"/>
                                        </p:tgtEl>
                                        <p:attrNameLst>
                                          <p:attrName>style.visibility</p:attrName>
                                        </p:attrNameLst>
                                      </p:cBhvr>
                                      <p:to>
                                        <p:strVal val="visible"/>
                                      </p:to>
                                    </p:set>
                                    <p:animEffect transition="in" filter="fade">
                                      <p:cBhvr>
                                        <p:cTn id="60" dur="1000"/>
                                        <p:tgtEl>
                                          <p:spTgt spid="157"/>
                                        </p:tgtEl>
                                      </p:cBhvr>
                                    </p:animEffect>
                                    <p:anim calcmode="lin" valueType="num">
                                      <p:cBhvr>
                                        <p:cTn id="61" dur="1000" fill="hold"/>
                                        <p:tgtEl>
                                          <p:spTgt spid="157"/>
                                        </p:tgtEl>
                                        <p:attrNameLst>
                                          <p:attrName>ppt_x</p:attrName>
                                        </p:attrNameLst>
                                      </p:cBhvr>
                                      <p:tavLst>
                                        <p:tav tm="0">
                                          <p:val>
                                            <p:strVal val="#ppt_x"/>
                                          </p:val>
                                        </p:tav>
                                        <p:tav tm="100000">
                                          <p:val>
                                            <p:strVal val="#ppt_x"/>
                                          </p:val>
                                        </p:tav>
                                      </p:tavLst>
                                    </p:anim>
                                    <p:anim calcmode="lin" valueType="num">
                                      <p:cBhvr>
                                        <p:cTn id="62" dur="1000" fill="hold"/>
                                        <p:tgtEl>
                                          <p:spTgt spid="157"/>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159"/>
                                        </p:tgtEl>
                                        <p:attrNameLst>
                                          <p:attrName>style.visibility</p:attrName>
                                        </p:attrNameLst>
                                      </p:cBhvr>
                                      <p:to>
                                        <p:strVal val="visible"/>
                                      </p:to>
                                    </p:set>
                                    <p:animEffect transition="in" filter="fade">
                                      <p:cBhvr>
                                        <p:cTn id="65" dur="1000"/>
                                        <p:tgtEl>
                                          <p:spTgt spid="159"/>
                                        </p:tgtEl>
                                      </p:cBhvr>
                                    </p:animEffect>
                                    <p:anim calcmode="lin" valueType="num">
                                      <p:cBhvr>
                                        <p:cTn id="66" dur="1000" fill="hold"/>
                                        <p:tgtEl>
                                          <p:spTgt spid="159"/>
                                        </p:tgtEl>
                                        <p:attrNameLst>
                                          <p:attrName>ppt_x</p:attrName>
                                        </p:attrNameLst>
                                      </p:cBhvr>
                                      <p:tavLst>
                                        <p:tav tm="0">
                                          <p:val>
                                            <p:strVal val="#ppt_x"/>
                                          </p:val>
                                        </p:tav>
                                        <p:tav tm="100000">
                                          <p:val>
                                            <p:strVal val="#ppt_x"/>
                                          </p:val>
                                        </p:tav>
                                      </p:tavLst>
                                    </p:anim>
                                    <p:anim calcmode="lin" valueType="num">
                                      <p:cBhvr>
                                        <p:cTn id="67" dur="1000" fill="hold"/>
                                        <p:tgtEl>
                                          <p:spTgt spid="159"/>
                                        </p:tgtEl>
                                        <p:attrNameLst>
                                          <p:attrName>ppt_y</p:attrName>
                                        </p:attrNameLst>
                                      </p:cBhvr>
                                      <p:tavLst>
                                        <p:tav tm="0">
                                          <p:val>
                                            <p:strVal val="#ppt_y-.1"/>
                                          </p:val>
                                        </p:tav>
                                        <p:tav tm="100000">
                                          <p:val>
                                            <p:strVal val="#ppt_y"/>
                                          </p:val>
                                        </p:tav>
                                      </p:tavLst>
                                    </p:anim>
                                  </p:childTnLst>
                                </p:cTn>
                              </p:par>
                              <p:par>
                                <p:cTn id="68" presetID="47" presetClass="entr" presetSubtype="0" fill="hold" grpId="0" nodeType="withEffect">
                                  <p:stCondLst>
                                    <p:cond delay="0"/>
                                  </p:stCondLst>
                                  <p:childTnLst>
                                    <p:set>
                                      <p:cBhvr>
                                        <p:cTn id="69" dur="1" fill="hold">
                                          <p:stCondLst>
                                            <p:cond delay="0"/>
                                          </p:stCondLst>
                                        </p:cTn>
                                        <p:tgtEl>
                                          <p:spTgt spid="190"/>
                                        </p:tgtEl>
                                        <p:attrNameLst>
                                          <p:attrName>style.visibility</p:attrName>
                                        </p:attrNameLst>
                                      </p:cBhvr>
                                      <p:to>
                                        <p:strVal val="visible"/>
                                      </p:to>
                                    </p:set>
                                    <p:animEffect transition="in" filter="fade">
                                      <p:cBhvr>
                                        <p:cTn id="70" dur="1000"/>
                                        <p:tgtEl>
                                          <p:spTgt spid="190"/>
                                        </p:tgtEl>
                                      </p:cBhvr>
                                    </p:animEffect>
                                    <p:anim calcmode="lin" valueType="num">
                                      <p:cBhvr>
                                        <p:cTn id="71" dur="1000" fill="hold"/>
                                        <p:tgtEl>
                                          <p:spTgt spid="190"/>
                                        </p:tgtEl>
                                        <p:attrNameLst>
                                          <p:attrName>ppt_x</p:attrName>
                                        </p:attrNameLst>
                                      </p:cBhvr>
                                      <p:tavLst>
                                        <p:tav tm="0">
                                          <p:val>
                                            <p:strVal val="#ppt_x"/>
                                          </p:val>
                                        </p:tav>
                                        <p:tav tm="100000">
                                          <p:val>
                                            <p:strVal val="#ppt_x"/>
                                          </p:val>
                                        </p:tav>
                                      </p:tavLst>
                                    </p:anim>
                                    <p:anim calcmode="lin" valueType="num">
                                      <p:cBhvr>
                                        <p:cTn id="72" dur="1000" fill="hold"/>
                                        <p:tgtEl>
                                          <p:spTgt spid="190"/>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191"/>
                                        </p:tgtEl>
                                        <p:attrNameLst>
                                          <p:attrName>style.visibility</p:attrName>
                                        </p:attrNameLst>
                                      </p:cBhvr>
                                      <p:to>
                                        <p:strVal val="visible"/>
                                      </p:to>
                                    </p:set>
                                    <p:animEffect transition="in" filter="fade">
                                      <p:cBhvr>
                                        <p:cTn id="75" dur="1000"/>
                                        <p:tgtEl>
                                          <p:spTgt spid="191"/>
                                        </p:tgtEl>
                                      </p:cBhvr>
                                    </p:animEffect>
                                    <p:anim calcmode="lin" valueType="num">
                                      <p:cBhvr>
                                        <p:cTn id="76" dur="1000" fill="hold"/>
                                        <p:tgtEl>
                                          <p:spTgt spid="191"/>
                                        </p:tgtEl>
                                        <p:attrNameLst>
                                          <p:attrName>ppt_x</p:attrName>
                                        </p:attrNameLst>
                                      </p:cBhvr>
                                      <p:tavLst>
                                        <p:tav tm="0">
                                          <p:val>
                                            <p:strVal val="#ppt_x"/>
                                          </p:val>
                                        </p:tav>
                                        <p:tav tm="100000">
                                          <p:val>
                                            <p:strVal val="#ppt_x"/>
                                          </p:val>
                                        </p:tav>
                                      </p:tavLst>
                                    </p:anim>
                                    <p:anim calcmode="lin" valueType="num">
                                      <p:cBhvr>
                                        <p:cTn id="77" dur="1000" fill="hold"/>
                                        <p:tgtEl>
                                          <p:spTgt spid="191"/>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56"/>
                                        </p:tgtEl>
                                        <p:attrNameLst>
                                          <p:attrName>style.visibility</p:attrName>
                                        </p:attrNameLst>
                                      </p:cBhvr>
                                      <p:to>
                                        <p:strVal val="visible"/>
                                      </p:to>
                                    </p:set>
                                    <p:animEffect transition="in" filter="fade">
                                      <p:cBhvr>
                                        <p:cTn id="80" dur="1000"/>
                                        <p:tgtEl>
                                          <p:spTgt spid="156"/>
                                        </p:tgtEl>
                                      </p:cBhvr>
                                    </p:animEffect>
                                    <p:anim calcmode="lin" valueType="num">
                                      <p:cBhvr>
                                        <p:cTn id="81" dur="1000" fill="hold"/>
                                        <p:tgtEl>
                                          <p:spTgt spid="156"/>
                                        </p:tgtEl>
                                        <p:attrNameLst>
                                          <p:attrName>ppt_x</p:attrName>
                                        </p:attrNameLst>
                                      </p:cBhvr>
                                      <p:tavLst>
                                        <p:tav tm="0">
                                          <p:val>
                                            <p:strVal val="#ppt_x"/>
                                          </p:val>
                                        </p:tav>
                                        <p:tav tm="100000">
                                          <p:val>
                                            <p:strVal val="#ppt_x"/>
                                          </p:val>
                                        </p:tav>
                                      </p:tavLst>
                                    </p:anim>
                                    <p:anim calcmode="lin" valueType="num">
                                      <p:cBhvr>
                                        <p:cTn id="82" dur="1000" fill="hold"/>
                                        <p:tgtEl>
                                          <p:spTgt spid="156"/>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58"/>
                                        </p:tgtEl>
                                        <p:attrNameLst>
                                          <p:attrName>style.visibility</p:attrName>
                                        </p:attrNameLst>
                                      </p:cBhvr>
                                      <p:to>
                                        <p:strVal val="visible"/>
                                      </p:to>
                                    </p:set>
                                    <p:animEffect transition="in" filter="fade">
                                      <p:cBhvr>
                                        <p:cTn id="85" dur="1000"/>
                                        <p:tgtEl>
                                          <p:spTgt spid="158"/>
                                        </p:tgtEl>
                                      </p:cBhvr>
                                    </p:animEffect>
                                    <p:anim calcmode="lin" valueType="num">
                                      <p:cBhvr>
                                        <p:cTn id="86" dur="1000" fill="hold"/>
                                        <p:tgtEl>
                                          <p:spTgt spid="158"/>
                                        </p:tgtEl>
                                        <p:attrNameLst>
                                          <p:attrName>ppt_x</p:attrName>
                                        </p:attrNameLst>
                                      </p:cBhvr>
                                      <p:tavLst>
                                        <p:tav tm="0">
                                          <p:val>
                                            <p:strVal val="#ppt_x"/>
                                          </p:val>
                                        </p:tav>
                                        <p:tav tm="100000">
                                          <p:val>
                                            <p:strVal val="#ppt_x"/>
                                          </p:val>
                                        </p:tav>
                                      </p:tavLst>
                                    </p:anim>
                                    <p:anim calcmode="lin" valueType="num">
                                      <p:cBhvr>
                                        <p:cTn id="87" dur="1000" fill="hold"/>
                                        <p:tgtEl>
                                          <p:spTgt spid="158"/>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87"/>
                                        </p:tgtEl>
                                        <p:attrNameLst>
                                          <p:attrName>style.visibility</p:attrName>
                                        </p:attrNameLst>
                                      </p:cBhvr>
                                      <p:to>
                                        <p:strVal val="visible"/>
                                      </p:to>
                                    </p:set>
                                    <p:animEffect transition="in" filter="fade">
                                      <p:cBhvr>
                                        <p:cTn id="90" dur="1000"/>
                                        <p:tgtEl>
                                          <p:spTgt spid="187"/>
                                        </p:tgtEl>
                                      </p:cBhvr>
                                    </p:animEffect>
                                    <p:anim calcmode="lin" valueType="num">
                                      <p:cBhvr>
                                        <p:cTn id="91" dur="1000" fill="hold"/>
                                        <p:tgtEl>
                                          <p:spTgt spid="187"/>
                                        </p:tgtEl>
                                        <p:attrNameLst>
                                          <p:attrName>ppt_x</p:attrName>
                                        </p:attrNameLst>
                                      </p:cBhvr>
                                      <p:tavLst>
                                        <p:tav tm="0">
                                          <p:val>
                                            <p:strVal val="#ppt_x"/>
                                          </p:val>
                                        </p:tav>
                                        <p:tav tm="100000">
                                          <p:val>
                                            <p:strVal val="#ppt_x"/>
                                          </p:val>
                                        </p:tav>
                                      </p:tavLst>
                                    </p:anim>
                                    <p:anim calcmode="lin" valueType="num">
                                      <p:cBhvr>
                                        <p:cTn id="92" dur="1000" fill="hold"/>
                                        <p:tgtEl>
                                          <p:spTgt spid="187"/>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188"/>
                                        </p:tgtEl>
                                        <p:attrNameLst>
                                          <p:attrName>style.visibility</p:attrName>
                                        </p:attrNameLst>
                                      </p:cBhvr>
                                      <p:to>
                                        <p:strVal val="visible"/>
                                      </p:to>
                                    </p:set>
                                    <p:animEffect transition="in" filter="fade">
                                      <p:cBhvr>
                                        <p:cTn id="95" dur="1000"/>
                                        <p:tgtEl>
                                          <p:spTgt spid="188"/>
                                        </p:tgtEl>
                                      </p:cBhvr>
                                    </p:animEffect>
                                    <p:anim calcmode="lin" valueType="num">
                                      <p:cBhvr>
                                        <p:cTn id="96" dur="1000" fill="hold"/>
                                        <p:tgtEl>
                                          <p:spTgt spid="188"/>
                                        </p:tgtEl>
                                        <p:attrNameLst>
                                          <p:attrName>ppt_x</p:attrName>
                                        </p:attrNameLst>
                                      </p:cBhvr>
                                      <p:tavLst>
                                        <p:tav tm="0">
                                          <p:val>
                                            <p:strVal val="#ppt_x"/>
                                          </p:val>
                                        </p:tav>
                                        <p:tav tm="100000">
                                          <p:val>
                                            <p:strVal val="#ppt_x"/>
                                          </p:val>
                                        </p:tav>
                                      </p:tavLst>
                                    </p:anim>
                                    <p:anim calcmode="lin" valueType="num">
                                      <p:cBhvr>
                                        <p:cTn id="97" dur="1000" fill="hold"/>
                                        <p:tgtEl>
                                          <p:spTgt spid="188"/>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189"/>
                                        </p:tgtEl>
                                        <p:attrNameLst>
                                          <p:attrName>style.visibility</p:attrName>
                                        </p:attrNameLst>
                                      </p:cBhvr>
                                      <p:to>
                                        <p:strVal val="visible"/>
                                      </p:to>
                                    </p:set>
                                    <p:animEffect transition="in" filter="fade">
                                      <p:cBhvr>
                                        <p:cTn id="100" dur="1000"/>
                                        <p:tgtEl>
                                          <p:spTgt spid="189"/>
                                        </p:tgtEl>
                                      </p:cBhvr>
                                    </p:animEffect>
                                    <p:anim calcmode="lin" valueType="num">
                                      <p:cBhvr>
                                        <p:cTn id="101" dur="1000" fill="hold"/>
                                        <p:tgtEl>
                                          <p:spTgt spid="189"/>
                                        </p:tgtEl>
                                        <p:attrNameLst>
                                          <p:attrName>ppt_x</p:attrName>
                                        </p:attrNameLst>
                                      </p:cBhvr>
                                      <p:tavLst>
                                        <p:tav tm="0">
                                          <p:val>
                                            <p:strVal val="#ppt_x"/>
                                          </p:val>
                                        </p:tav>
                                        <p:tav tm="100000">
                                          <p:val>
                                            <p:strVal val="#ppt_x"/>
                                          </p:val>
                                        </p:tav>
                                      </p:tavLst>
                                    </p:anim>
                                    <p:anim calcmode="lin" valueType="num">
                                      <p:cBhvr>
                                        <p:cTn id="102" dur="1000" fill="hold"/>
                                        <p:tgtEl>
                                          <p:spTgt spid="1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bldLvl="0" animBg="1"/>
      <p:bldP spid="153" grpId="0" bldLvl="0" animBg="1"/>
      <p:bldP spid="154" grpId="0" bldLvl="0" animBg="1"/>
      <p:bldP spid="155" grpId="0"/>
      <p:bldP spid="156" grpId="0"/>
      <p:bldP spid="157" grpId="0"/>
      <p:bldP spid="158" grpId="0"/>
      <p:bldP spid="159" grpId="0"/>
      <p:bldP spid="160" grpId="0" bldLvl="0" animBg="1"/>
      <p:bldP spid="161" grpId="0" bldLvl="0" animBg="1"/>
      <p:bldP spid="187" grpId="0"/>
      <p:bldP spid="188" grpId="0"/>
      <p:bldP spid="189" grpId="0"/>
      <p:bldP spid="190" grpId="0"/>
      <p:bldP spid="19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401444" y="2135196"/>
            <a:ext cx="3180013" cy="3207839"/>
            <a:chOff x="1050633" y="1601397"/>
            <a:chExt cx="2385010" cy="2405879"/>
          </a:xfrm>
        </p:grpSpPr>
        <p:grpSp>
          <p:nvGrpSpPr>
            <p:cNvPr id="33" name="组合 32"/>
            <p:cNvGrpSpPr/>
            <p:nvPr/>
          </p:nvGrpSpPr>
          <p:grpSpPr>
            <a:xfrm>
              <a:off x="1122155" y="1668072"/>
              <a:ext cx="2313488" cy="2339204"/>
              <a:chOff x="1838891" y="2142672"/>
              <a:chExt cx="3084650" cy="3118938"/>
            </a:xfrm>
          </p:grpSpPr>
          <p:sp>
            <p:nvSpPr>
              <p:cNvPr id="34" name="平行四边形 33"/>
              <p:cNvSpPr/>
              <p:nvPr/>
            </p:nvSpPr>
            <p:spPr>
              <a:xfrm rot="5400000" flipH="1" flipV="1">
                <a:off x="3035391" y="3382101"/>
                <a:ext cx="3118938" cy="640080"/>
              </a:xfrm>
              <a:prstGeom prst="parallelogram">
                <a:avLst>
                  <a:gd name="adj" fmla="val 85166"/>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35" name="平行四边形 34"/>
              <p:cNvSpPr/>
              <p:nvPr/>
            </p:nvSpPr>
            <p:spPr>
              <a:xfrm flipH="1">
                <a:off x="1838891" y="4633142"/>
                <a:ext cx="3084650" cy="537028"/>
              </a:xfrm>
              <a:prstGeom prst="parallelogram">
                <a:avLst>
                  <a:gd name="adj" fmla="val 106824"/>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36" name="圆角矩形 35"/>
            <p:cNvSpPr/>
            <p:nvPr/>
          </p:nvSpPr>
          <p:spPr>
            <a:xfrm>
              <a:off x="1136018" y="1677597"/>
              <a:ext cx="1962150" cy="1962150"/>
            </a:xfrm>
            <a:prstGeom prst="roundRect">
              <a:avLst>
                <a:gd name="adj" fmla="val 12783"/>
              </a:avLst>
            </a:prstGeom>
            <a:solidFill>
              <a:srgbClr val="C9C9C9"/>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sp>
          <p:nvSpPr>
            <p:cNvPr id="37" name="圆角矩形 36"/>
            <p:cNvSpPr/>
            <p:nvPr/>
          </p:nvSpPr>
          <p:spPr>
            <a:xfrm>
              <a:off x="1050633" y="1601397"/>
              <a:ext cx="1962150" cy="1962150"/>
            </a:xfrm>
            <a:prstGeom prst="roundRect">
              <a:avLst>
                <a:gd name="adj" fmla="val 12783"/>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p>
          </p:txBody>
        </p:sp>
        <p:grpSp>
          <p:nvGrpSpPr>
            <p:cNvPr id="38" name="组合 37"/>
            <p:cNvGrpSpPr/>
            <p:nvPr/>
          </p:nvGrpSpPr>
          <p:grpSpPr>
            <a:xfrm>
              <a:off x="1248389" y="1758872"/>
              <a:ext cx="1656652" cy="534458"/>
              <a:chOff x="1994501" y="2251039"/>
              <a:chExt cx="2208870" cy="712610"/>
            </a:xfrm>
          </p:grpSpPr>
          <p:grpSp>
            <p:nvGrpSpPr>
              <p:cNvPr id="39" name="组合 38"/>
              <p:cNvGrpSpPr/>
              <p:nvPr/>
            </p:nvGrpSpPr>
            <p:grpSpPr>
              <a:xfrm>
                <a:off x="1994501" y="2251039"/>
                <a:ext cx="2208870" cy="712610"/>
                <a:chOff x="-3729752" y="2394136"/>
                <a:chExt cx="8752092" cy="2823536"/>
              </a:xfrm>
            </p:grpSpPr>
            <p:sp>
              <p:nvSpPr>
                <p:cNvPr id="42" name="平行四边形 41"/>
                <p:cNvSpPr/>
                <p:nvPr/>
              </p:nvSpPr>
              <p:spPr>
                <a:xfrm rot="5400000" flipH="1" flipV="1">
                  <a:off x="3205317" y="3438387"/>
                  <a:ext cx="2823536" cy="735033"/>
                </a:xfrm>
                <a:prstGeom prst="parallelogram">
                  <a:avLst>
                    <a:gd name="adj" fmla="val 72798"/>
                  </a:avLst>
                </a:prstGeom>
                <a:gradFill>
                  <a:gsLst>
                    <a:gs pos="0">
                      <a:schemeClr val="tx1">
                        <a:alpha val="40000"/>
                      </a:schemeClr>
                    </a:gs>
                    <a:gs pos="60000">
                      <a:srgbClr val="6D6D6D">
                        <a:alpha val="20000"/>
                      </a:srgbClr>
                    </a:gs>
                    <a:gs pos="100000">
                      <a:schemeClr val="bg1">
                        <a:lumMod val="85000"/>
                        <a:alpha val="0"/>
                      </a:scheme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43" name="平行四边形 42"/>
                <p:cNvSpPr/>
                <p:nvPr/>
              </p:nvSpPr>
              <p:spPr>
                <a:xfrm flipH="1">
                  <a:off x="-3729752" y="4595402"/>
                  <a:ext cx="8752092" cy="537027"/>
                </a:xfrm>
                <a:prstGeom prst="parallelogram">
                  <a:avLst>
                    <a:gd name="adj" fmla="val 106824"/>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40" name="圆角矩形 39"/>
              <p:cNvSpPr/>
              <p:nvPr/>
            </p:nvSpPr>
            <p:spPr>
              <a:xfrm>
                <a:off x="2013089" y="2306633"/>
                <a:ext cx="2092960" cy="533400"/>
              </a:xfrm>
              <a:prstGeom prst="round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44" name="文本框 43"/>
            <p:cNvSpPr txBox="1"/>
            <p:nvPr/>
          </p:nvSpPr>
          <p:spPr>
            <a:xfrm>
              <a:off x="1257505" y="1788709"/>
              <a:ext cx="382190" cy="391478"/>
            </a:xfrm>
            <a:prstGeom prst="rect">
              <a:avLst/>
            </a:prstGeom>
            <a:noFill/>
            <a:effectLst>
              <a:outerShdw blurRad="76200" dist="38100" dir="2700000" algn="tl" rotWithShape="0">
                <a:srgbClr val="D07C00">
                  <a:alpha val="40000"/>
                </a:srgbClr>
              </a:outerShdw>
            </a:effectLst>
          </p:spPr>
          <p:txBody>
            <a:bodyPr wrap="square" lIns="91440" tIns="45720" rIns="91440" bIns="45720" rtlCol="0">
              <a:spAutoFit/>
            </a:bodyPr>
            <a:lstStyle/>
            <a:p>
              <a:pPr algn="ctr"/>
              <a:r>
                <a:rPr lang="en-US" altLang="zh-CN" sz="2800" dirty="0">
                  <a:solidFill>
                    <a:schemeClr val="bg1"/>
                  </a:solidFill>
                  <a:effectLst>
                    <a:outerShdw blurRad="38100" dist="38100" dir="2700000" algn="tl">
                      <a:srgbClr val="000000">
                        <a:alpha val="43137"/>
                      </a:srgbClr>
                    </a:outerShdw>
                  </a:effectLst>
                  <a:latin typeface="Impact" panose="020B0806030902050204" pitchFamily="34" charset="0"/>
                </a:rPr>
                <a:t>01</a:t>
              </a:r>
              <a:endParaRPr lang="zh-CN" altLang="en-US" sz="2800" dirty="0">
                <a:solidFill>
                  <a:schemeClr val="bg1"/>
                </a:solidFill>
                <a:effectLst>
                  <a:outerShdw blurRad="38100" dist="38100" dir="2700000" algn="tl">
                    <a:srgbClr val="000000">
                      <a:alpha val="43137"/>
                    </a:srgbClr>
                  </a:outerShdw>
                </a:effectLst>
                <a:latin typeface="Impact" panose="020B0806030902050204" pitchFamily="34" charset="0"/>
              </a:endParaRPr>
            </a:p>
          </p:txBody>
        </p:sp>
        <p:sp>
          <p:nvSpPr>
            <p:cNvPr id="45" name="文本框 44"/>
            <p:cNvSpPr txBox="1"/>
            <p:nvPr/>
          </p:nvSpPr>
          <p:spPr>
            <a:xfrm>
              <a:off x="1570441" y="1841856"/>
              <a:ext cx="1442342" cy="281940"/>
            </a:xfrm>
            <a:prstGeom prst="rect">
              <a:avLst/>
            </a:prstGeom>
            <a:noFill/>
          </p:spPr>
          <p:txBody>
            <a:bodyPr wrap="square" lIns="91440" tIns="45720" rIns="91440" bIns="45720" rtlCol="0">
              <a:spAutoFit/>
            </a:bodyPr>
            <a:lstStyle/>
            <a:p>
              <a:r>
                <a:rPr lang="zh-CN" altLang="en-US" sz="1865" dirty="0">
                  <a:solidFill>
                    <a:schemeClr val="bg1"/>
                  </a:solidFill>
                  <a:latin typeface="时尚中黑简体" panose="01010104010101010101" pitchFamily="2" charset="-122"/>
                  <a:ea typeface="时尚中黑简体" panose="01010104010101010101" pitchFamily="2" charset="-122"/>
                </a:rPr>
                <a:t>在此添加标题</a:t>
              </a:r>
            </a:p>
          </p:txBody>
        </p:sp>
        <p:sp>
          <p:nvSpPr>
            <p:cNvPr id="46" name="文本框 45"/>
            <p:cNvSpPr txBox="1"/>
            <p:nvPr/>
          </p:nvSpPr>
          <p:spPr>
            <a:xfrm>
              <a:off x="1713288" y="2435189"/>
              <a:ext cx="1155668" cy="686753"/>
            </a:xfrm>
            <a:prstGeom prst="rect">
              <a:avLst/>
            </a:prstGeom>
            <a:noFill/>
          </p:spPr>
          <p:txBody>
            <a:bodyPr wrap="square" lIns="91440" tIns="45720" rIns="91440" bIns="45720" rtlCol="0">
              <a:spAutoFit/>
            </a:bodyPr>
            <a:lstStyle/>
            <a:p>
              <a:r>
                <a:rPr lang="zh-CN" altLang="en-US" sz="1065" dirty="0">
                  <a:solidFill>
                    <a:schemeClr val="tx1"/>
                  </a:solidFill>
                  <a:latin typeface="微软雅黑" panose="020B0503020204020204" pitchFamily="34" charset="-122"/>
                </a:rPr>
                <a:t>单击此处添加文本单击此处添加单击此处添加文本单击此处添加单击此处添加文本单击</a:t>
              </a:r>
            </a:p>
          </p:txBody>
        </p:sp>
        <p:grpSp>
          <p:nvGrpSpPr>
            <p:cNvPr id="47" name="Group 4"/>
            <p:cNvGrpSpPr>
              <a:grpSpLocks noChangeAspect="1"/>
            </p:cNvGrpSpPr>
            <p:nvPr/>
          </p:nvGrpSpPr>
          <p:grpSpPr bwMode="auto">
            <a:xfrm>
              <a:off x="1348167" y="2480567"/>
              <a:ext cx="263599" cy="308906"/>
              <a:chOff x="1776" y="1776"/>
              <a:chExt cx="64" cy="75"/>
            </a:xfrm>
            <a:solidFill>
              <a:schemeClr val="tx2"/>
            </a:solidFill>
            <a:effectLst/>
          </p:grpSpPr>
          <p:sp>
            <p:nvSpPr>
              <p:cNvPr id="48"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49"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50"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51"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grpSp>
      </p:grpSp>
      <p:grpSp>
        <p:nvGrpSpPr>
          <p:cNvPr id="3" name="组合 2"/>
          <p:cNvGrpSpPr/>
          <p:nvPr/>
        </p:nvGrpSpPr>
        <p:grpSpPr>
          <a:xfrm>
            <a:off x="4620896" y="2135196"/>
            <a:ext cx="3180013" cy="3207839"/>
            <a:chOff x="3465222" y="1601397"/>
            <a:chExt cx="2385010" cy="2405879"/>
          </a:xfrm>
        </p:grpSpPr>
        <p:grpSp>
          <p:nvGrpSpPr>
            <p:cNvPr id="52" name="组合 51"/>
            <p:cNvGrpSpPr/>
            <p:nvPr/>
          </p:nvGrpSpPr>
          <p:grpSpPr>
            <a:xfrm>
              <a:off x="3465222" y="1601397"/>
              <a:ext cx="2385010" cy="2405879"/>
              <a:chOff x="1730828" y="2041072"/>
              <a:chExt cx="3180013" cy="3207838"/>
            </a:xfrm>
          </p:grpSpPr>
          <p:grpSp>
            <p:nvGrpSpPr>
              <p:cNvPr id="53" name="组合 52"/>
              <p:cNvGrpSpPr/>
              <p:nvPr/>
            </p:nvGrpSpPr>
            <p:grpSpPr>
              <a:xfrm>
                <a:off x="1826191" y="2129972"/>
                <a:ext cx="3084650" cy="3118938"/>
                <a:chOff x="1838891" y="2142672"/>
                <a:chExt cx="3084650" cy="3118938"/>
              </a:xfrm>
            </p:grpSpPr>
            <p:sp>
              <p:nvSpPr>
                <p:cNvPr id="65" name="平行四边形 64"/>
                <p:cNvSpPr/>
                <p:nvPr/>
              </p:nvSpPr>
              <p:spPr>
                <a:xfrm rot="5400000" flipH="1" flipV="1">
                  <a:off x="3035391" y="3382101"/>
                  <a:ext cx="3118938" cy="640080"/>
                </a:xfrm>
                <a:prstGeom prst="parallelogram">
                  <a:avLst>
                    <a:gd name="adj" fmla="val 85166"/>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66" name="平行四边形 65"/>
                <p:cNvSpPr/>
                <p:nvPr/>
              </p:nvSpPr>
              <p:spPr>
                <a:xfrm flipH="1">
                  <a:off x="1838891" y="4633142"/>
                  <a:ext cx="3084650" cy="537028"/>
                </a:xfrm>
                <a:prstGeom prst="parallelogram">
                  <a:avLst>
                    <a:gd name="adj" fmla="val 106824"/>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54" name="圆角矩形 53"/>
              <p:cNvSpPr/>
              <p:nvPr/>
            </p:nvSpPr>
            <p:spPr>
              <a:xfrm>
                <a:off x="1844675" y="2142672"/>
                <a:ext cx="2616200" cy="2616200"/>
              </a:xfrm>
              <a:prstGeom prst="roundRect">
                <a:avLst>
                  <a:gd name="adj" fmla="val 12783"/>
                </a:avLst>
              </a:prstGeom>
              <a:solidFill>
                <a:srgbClr val="C9C9C9"/>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55" name="圆角矩形 54"/>
              <p:cNvSpPr/>
              <p:nvPr/>
            </p:nvSpPr>
            <p:spPr>
              <a:xfrm>
                <a:off x="1730828" y="2041072"/>
                <a:ext cx="2616200" cy="2616200"/>
              </a:xfrm>
              <a:prstGeom prst="roundRect">
                <a:avLst>
                  <a:gd name="adj" fmla="val 12783"/>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nvGrpSpPr>
              <p:cNvPr id="56" name="组合 55"/>
              <p:cNvGrpSpPr/>
              <p:nvPr/>
            </p:nvGrpSpPr>
            <p:grpSpPr>
              <a:xfrm>
                <a:off x="1994501" y="2251039"/>
                <a:ext cx="2208870" cy="712610"/>
                <a:chOff x="1994501" y="2251039"/>
                <a:chExt cx="2208870" cy="712610"/>
              </a:xfrm>
            </p:grpSpPr>
            <p:grpSp>
              <p:nvGrpSpPr>
                <p:cNvPr id="60" name="组合 59"/>
                <p:cNvGrpSpPr/>
                <p:nvPr/>
              </p:nvGrpSpPr>
              <p:grpSpPr>
                <a:xfrm>
                  <a:off x="1994501" y="2251039"/>
                  <a:ext cx="2208870" cy="712610"/>
                  <a:chOff x="-3729752" y="2394136"/>
                  <a:chExt cx="8752092" cy="2823536"/>
                </a:xfrm>
              </p:grpSpPr>
              <p:sp>
                <p:nvSpPr>
                  <p:cNvPr id="63" name="平行四边形 62"/>
                  <p:cNvSpPr/>
                  <p:nvPr/>
                </p:nvSpPr>
                <p:spPr>
                  <a:xfrm rot="5400000" flipH="1" flipV="1">
                    <a:off x="3205317" y="3438387"/>
                    <a:ext cx="2823536" cy="735033"/>
                  </a:xfrm>
                  <a:prstGeom prst="parallelogram">
                    <a:avLst>
                      <a:gd name="adj" fmla="val 72798"/>
                    </a:avLst>
                  </a:prstGeom>
                  <a:gradFill>
                    <a:gsLst>
                      <a:gs pos="0">
                        <a:schemeClr val="tx1">
                          <a:alpha val="40000"/>
                        </a:schemeClr>
                      </a:gs>
                      <a:gs pos="60000">
                        <a:srgbClr val="6D6D6D">
                          <a:alpha val="20000"/>
                        </a:srgbClr>
                      </a:gs>
                      <a:gs pos="100000">
                        <a:schemeClr val="bg1">
                          <a:lumMod val="85000"/>
                          <a:alpha val="0"/>
                        </a:scheme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64" name="平行四边形 63"/>
                  <p:cNvSpPr/>
                  <p:nvPr/>
                </p:nvSpPr>
                <p:spPr>
                  <a:xfrm flipH="1">
                    <a:off x="-3729752" y="4595402"/>
                    <a:ext cx="8752092" cy="537027"/>
                  </a:xfrm>
                  <a:prstGeom prst="parallelogram">
                    <a:avLst>
                      <a:gd name="adj" fmla="val 106824"/>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61" name="圆角矩形 60"/>
                <p:cNvSpPr/>
                <p:nvPr/>
              </p:nvSpPr>
              <p:spPr>
                <a:xfrm>
                  <a:off x="2013089" y="2306633"/>
                  <a:ext cx="2092960" cy="533400"/>
                </a:xfrm>
                <a:prstGeom prst="round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57" name="文本框 56"/>
              <p:cNvSpPr txBox="1"/>
              <p:nvPr/>
            </p:nvSpPr>
            <p:spPr>
              <a:xfrm>
                <a:off x="1994708" y="2290821"/>
                <a:ext cx="738809" cy="521970"/>
              </a:xfrm>
              <a:prstGeom prst="rect">
                <a:avLst/>
              </a:prstGeom>
              <a:noFill/>
              <a:effectLst>
                <a:outerShdw blurRad="76200" dist="38100" dir="2700000" algn="tl" rotWithShape="0">
                  <a:srgbClr val="017885">
                    <a:alpha val="40000"/>
                  </a:srgbClr>
                </a:outerShdw>
              </a:effectLst>
            </p:spPr>
            <p:txBody>
              <a:bodyPr wrap="square" rtlCol="0">
                <a:spAutoFit/>
              </a:bodyP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sp>
            <p:nvSpPr>
              <p:cNvPr id="58" name="文本框 57"/>
              <p:cNvSpPr txBox="1"/>
              <p:nvPr/>
            </p:nvSpPr>
            <p:spPr>
              <a:xfrm>
                <a:off x="2452480" y="2361684"/>
                <a:ext cx="1923122" cy="375920"/>
              </a:xfrm>
              <a:prstGeom prst="rect">
                <a:avLst/>
              </a:prstGeom>
              <a:noFill/>
            </p:spPr>
            <p:txBody>
              <a:bodyPr wrap="square" rtlCol="0">
                <a:spAutoFit/>
              </a:bodyPr>
              <a:lstStyle/>
              <a:p>
                <a:r>
                  <a:rPr lang="zh-CN" altLang="en-US" sz="1865" dirty="0">
                    <a:solidFill>
                      <a:schemeClr val="bg1"/>
                    </a:solidFill>
                    <a:latin typeface="时尚中黑简体" panose="01010104010101010101" pitchFamily="2" charset="-122"/>
                    <a:ea typeface="时尚中黑简体" panose="01010104010101010101" pitchFamily="2" charset="-122"/>
                  </a:rPr>
                  <a:t>在此添加标题</a:t>
                </a:r>
              </a:p>
            </p:txBody>
          </p:sp>
          <p:sp>
            <p:nvSpPr>
              <p:cNvPr id="59" name="文本框 58"/>
              <p:cNvSpPr txBox="1"/>
              <p:nvPr/>
            </p:nvSpPr>
            <p:spPr>
              <a:xfrm>
                <a:off x="2614368" y="3152793"/>
                <a:ext cx="1540891" cy="915670"/>
              </a:xfrm>
              <a:prstGeom prst="rect">
                <a:avLst/>
              </a:prstGeom>
              <a:noFill/>
            </p:spPr>
            <p:txBody>
              <a:bodyPr wrap="square" rtlCol="0">
                <a:spAutoFit/>
              </a:bodyPr>
              <a:lstStyle/>
              <a:p>
                <a:r>
                  <a:rPr lang="zh-CN" altLang="en-US" sz="1065" dirty="0">
                    <a:solidFill>
                      <a:schemeClr val="tx1"/>
                    </a:solidFill>
                    <a:latin typeface="微软雅黑" panose="020B0503020204020204" pitchFamily="34" charset="-122"/>
                  </a:rPr>
                  <a:t>单击此处添加文本单击此处添加单击此处添加文本单击此处添加单击此处添加文本单击</a:t>
                </a:r>
              </a:p>
            </p:txBody>
          </p:sp>
        </p:grpSp>
        <p:grpSp>
          <p:nvGrpSpPr>
            <p:cNvPr id="82" name="Group 18"/>
            <p:cNvGrpSpPr>
              <a:grpSpLocks noChangeAspect="1"/>
            </p:cNvGrpSpPr>
            <p:nvPr/>
          </p:nvGrpSpPr>
          <p:grpSpPr bwMode="auto">
            <a:xfrm>
              <a:off x="3751507" y="2493026"/>
              <a:ext cx="294476" cy="274397"/>
              <a:chOff x="3802" y="2858"/>
              <a:chExt cx="616" cy="574"/>
            </a:xfrm>
            <a:solidFill>
              <a:schemeClr val="bg2"/>
            </a:solidFill>
            <a:effectLst/>
          </p:grpSpPr>
          <p:sp>
            <p:nvSpPr>
              <p:cNvPr id="83"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84"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85"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86"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87"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grpSp>
      </p:grpSp>
      <p:grpSp>
        <p:nvGrpSpPr>
          <p:cNvPr id="4" name="组合 3"/>
          <p:cNvGrpSpPr/>
          <p:nvPr/>
        </p:nvGrpSpPr>
        <p:grpSpPr>
          <a:xfrm>
            <a:off x="7840344" y="2135196"/>
            <a:ext cx="3180013" cy="3207839"/>
            <a:chOff x="5879808" y="1601397"/>
            <a:chExt cx="2385010" cy="2405879"/>
          </a:xfrm>
        </p:grpSpPr>
        <p:grpSp>
          <p:nvGrpSpPr>
            <p:cNvPr id="67" name="组合 66"/>
            <p:cNvGrpSpPr/>
            <p:nvPr/>
          </p:nvGrpSpPr>
          <p:grpSpPr>
            <a:xfrm>
              <a:off x="5879808" y="1601397"/>
              <a:ext cx="2385010" cy="2405879"/>
              <a:chOff x="1730828" y="2041072"/>
              <a:chExt cx="3180013" cy="3207838"/>
            </a:xfrm>
          </p:grpSpPr>
          <p:grpSp>
            <p:nvGrpSpPr>
              <p:cNvPr id="68" name="组合 67"/>
              <p:cNvGrpSpPr/>
              <p:nvPr/>
            </p:nvGrpSpPr>
            <p:grpSpPr>
              <a:xfrm>
                <a:off x="1826191" y="2129972"/>
                <a:ext cx="3084650" cy="3118938"/>
                <a:chOff x="1838891" y="2142672"/>
                <a:chExt cx="3084650" cy="3118938"/>
              </a:xfrm>
            </p:grpSpPr>
            <p:sp>
              <p:nvSpPr>
                <p:cNvPr id="80" name="平行四边形 79"/>
                <p:cNvSpPr/>
                <p:nvPr/>
              </p:nvSpPr>
              <p:spPr>
                <a:xfrm rot="5400000" flipH="1" flipV="1">
                  <a:off x="3035391" y="3382101"/>
                  <a:ext cx="3118938" cy="640080"/>
                </a:xfrm>
                <a:prstGeom prst="parallelogram">
                  <a:avLst>
                    <a:gd name="adj" fmla="val 85166"/>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81" name="平行四边形 80"/>
                <p:cNvSpPr/>
                <p:nvPr/>
              </p:nvSpPr>
              <p:spPr>
                <a:xfrm flipH="1">
                  <a:off x="1838891" y="4633142"/>
                  <a:ext cx="3084650" cy="537028"/>
                </a:xfrm>
                <a:prstGeom prst="parallelogram">
                  <a:avLst>
                    <a:gd name="adj" fmla="val 106824"/>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69" name="圆角矩形 68"/>
              <p:cNvSpPr/>
              <p:nvPr/>
            </p:nvSpPr>
            <p:spPr>
              <a:xfrm>
                <a:off x="1844675" y="2142672"/>
                <a:ext cx="2616200" cy="2616200"/>
              </a:xfrm>
              <a:prstGeom prst="roundRect">
                <a:avLst>
                  <a:gd name="adj" fmla="val 12783"/>
                </a:avLst>
              </a:prstGeom>
              <a:solidFill>
                <a:srgbClr val="C9C9C9"/>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70" name="圆角矩形 69"/>
              <p:cNvSpPr/>
              <p:nvPr/>
            </p:nvSpPr>
            <p:spPr>
              <a:xfrm>
                <a:off x="1730828" y="2041072"/>
                <a:ext cx="2616200" cy="2616200"/>
              </a:xfrm>
              <a:prstGeom prst="roundRect">
                <a:avLst>
                  <a:gd name="adj" fmla="val 12783"/>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nvGrpSpPr>
              <p:cNvPr id="71" name="组合 70"/>
              <p:cNvGrpSpPr/>
              <p:nvPr/>
            </p:nvGrpSpPr>
            <p:grpSpPr>
              <a:xfrm>
                <a:off x="1994501" y="2251039"/>
                <a:ext cx="2208870" cy="712610"/>
                <a:chOff x="1994501" y="2251039"/>
                <a:chExt cx="2208870" cy="712610"/>
              </a:xfrm>
            </p:grpSpPr>
            <p:grpSp>
              <p:nvGrpSpPr>
                <p:cNvPr id="75" name="组合 74"/>
                <p:cNvGrpSpPr/>
                <p:nvPr/>
              </p:nvGrpSpPr>
              <p:grpSpPr>
                <a:xfrm>
                  <a:off x="1994501" y="2251039"/>
                  <a:ext cx="2208870" cy="712610"/>
                  <a:chOff x="-3729752" y="2394136"/>
                  <a:chExt cx="8752092" cy="2823536"/>
                </a:xfrm>
              </p:grpSpPr>
              <p:sp>
                <p:nvSpPr>
                  <p:cNvPr id="78" name="平行四边形 77"/>
                  <p:cNvSpPr/>
                  <p:nvPr/>
                </p:nvSpPr>
                <p:spPr>
                  <a:xfrm rot="5400000" flipH="1" flipV="1">
                    <a:off x="3205317" y="3438387"/>
                    <a:ext cx="2823536" cy="735033"/>
                  </a:xfrm>
                  <a:prstGeom prst="parallelogram">
                    <a:avLst>
                      <a:gd name="adj" fmla="val 72798"/>
                    </a:avLst>
                  </a:prstGeom>
                  <a:gradFill>
                    <a:gsLst>
                      <a:gs pos="0">
                        <a:schemeClr val="tx1">
                          <a:alpha val="40000"/>
                        </a:schemeClr>
                      </a:gs>
                      <a:gs pos="60000">
                        <a:srgbClr val="6D6D6D">
                          <a:alpha val="20000"/>
                        </a:srgbClr>
                      </a:gs>
                      <a:gs pos="100000">
                        <a:schemeClr val="bg1">
                          <a:lumMod val="85000"/>
                          <a:alpha val="0"/>
                        </a:scheme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79" name="平行四边形 78"/>
                  <p:cNvSpPr/>
                  <p:nvPr/>
                </p:nvSpPr>
                <p:spPr>
                  <a:xfrm flipH="1">
                    <a:off x="-3729752" y="4595402"/>
                    <a:ext cx="8752092" cy="537027"/>
                  </a:xfrm>
                  <a:prstGeom prst="parallelogram">
                    <a:avLst>
                      <a:gd name="adj" fmla="val 106824"/>
                    </a:avLst>
                  </a:prstGeom>
                  <a:gradFill>
                    <a:gsLst>
                      <a:gs pos="0">
                        <a:schemeClr val="tx1">
                          <a:alpha val="40000"/>
                        </a:schemeClr>
                      </a:gs>
                      <a:gs pos="51000">
                        <a:srgbClr val="6D6D6D">
                          <a:alpha val="20000"/>
                        </a:srgbClr>
                      </a:gs>
                      <a:gs pos="100000">
                        <a:schemeClr val="bg1">
                          <a:lumMod val="85000"/>
                          <a:alpha val="0"/>
                        </a:scheme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76" name="圆角矩形 75"/>
                <p:cNvSpPr/>
                <p:nvPr/>
              </p:nvSpPr>
              <p:spPr>
                <a:xfrm>
                  <a:off x="2013089" y="2306633"/>
                  <a:ext cx="2092960" cy="533400"/>
                </a:xfrm>
                <a:prstGeom prst="round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sp>
            <p:nvSpPr>
              <p:cNvPr id="72" name="文本框 71"/>
              <p:cNvSpPr txBox="1"/>
              <p:nvPr/>
            </p:nvSpPr>
            <p:spPr>
              <a:xfrm>
                <a:off x="2006655" y="2290821"/>
                <a:ext cx="638715" cy="521970"/>
              </a:xfrm>
              <a:prstGeom prst="rect">
                <a:avLst/>
              </a:prstGeom>
              <a:noFill/>
              <a:effectLst>
                <a:outerShdw blurRad="76200" dist="38100" dir="2700000" algn="tl" rotWithShape="0">
                  <a:srgbClr val="DB2323">
                    <a:alpha val="40000"/>
                  </a:srgbClr>
                </a:outerShdw>
              </a:effectLst>
            </p:spPr>
            <p:txBody>
              <a:bodyPr wrap="square" rtlCol="0">
                <a:spAutoFit/>
              </a:bodyPr>
              <a:lstStyle/>
              <a:p>
                <a:pPr algn="ctr"/>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sp>
            <p:nvSpPr>
              <p:cNvPr id="73" name="文本框 72"/>
              <p:cNvSpPr txBox="1"/>
              <p:nvPr/>
            </p:nvSpPr>
            <p:spPr>
              <a:xfrm>
                <a:off x="2481055" y="2361684"/>
                <a:ext cx="1923122" cy="375920"/>
              </a:xfrm>
              <a:prstGeom prst="rect">
                <a:avLst/>
              </a:prstGeom>
              <a:noFill/>
            </p:spPr>
            <p:txBody>
              <a:bodyPr wrap="square" rtlCol="0">
                <a:spAutoFit/>
              </a:bodyPr>
              <a:lstStyle/>
              <a:p>
                <a:r>
                  <a:rPr lang="zh-CN" altLang="en-US" sz="1865" dirty="0">
                    <a:solidFill>
                      <a:schemeClr val="bg1"/>
                    </a:solidFill>
                    <a:latin typeface="时尚中黑简体" panose="01010104010101010101" pitchFamily="2" charset="-122"/>
                    <a:ea typeface="时尚中黑简体" panose="01010104010101010101" pitchFamily="2" charset="-122"/>
                  </a:rPr>
                  <a:t>在此添加标题</a:t>
                </a:r>
              </a:p>
            </p:txBody>
          </p:sp>
          <p:sp>
            <p:nvSpPr>
              <p:cNvPr id="74" name="文本框 73"/>
              <p:cNvSpPr txBox="1"/>
              <p:nvPr/>
            </p:nvSpPr>
            <p:spPr>
              <a:xfrm>
                <a:off x="2614368" y="3152793"/>
                <a:ext cx="1540891" cy="915670"/>
              </a:xfrm>
              <a:prstGeom prst="rect">
                <a:avLst/>
              </a:prstGeom>
              <a:noFill/>
            </p:spPr>
            <p:txBody>
              <a:bodyPr wrap="square" rtlCol="0">
                <a:spAutoFit/>
              </a:bodyPr>
              <a:lstStyle/>
              <a:p>
                <a:r>
                  <a:rPr lang="zh-CN" altLang="en-US" sz="1065" dirty="0">
                    <a:solidFill>
                      <a:schemeClr val="tx1"/>
                    </a:solidFill>
                    <a:latin typeface="微软雅黑" panose="020B0503020204020204" pitchFamily="34" charset="-122"/>
                  </a:rPr>
                  <a:t>单击此处添加文本单击此处添加单击此处添加文本单击此处添加单击此处添加文本单击</a:t>
                </a:r>
              </a:p>
            </p:txBody>
          </p:sp>
        </p:grpSp>
        <p:grpSp>
          <p:nvGrpSpPr>
            <p:cNvPr id="88" name="组合 87"/>
            <p:cNvGrpSpPr/>
            <p:nvPr/>
          </p:nvGrpSpPr>
          <p:grpSpPr>
            <a:xfrm>
              <a:off x="6166237" y="2484203"/>
              <a:ext cx="276242" cy="300608"/>
              <a:chOff x="4873620" y="1965325"/>
              <a:chExt cx="269882" cy="293688"/>
            </a:xfrm>
            <a:solidFill>
              <a:schemeClr val="tx2"/>
            </a:solidFill>
            <a:effectLst/>
          </p:grpSpPr>
          <p:sp>
            <p:nvSpPr>
              <p:cNvPr id="89" name="Freeform 502"/>
              <p:cNvSpPr/>
              <p:nvPr/>
            </p:nvSpPr>
            <p:spPr bwMode="auto">
              <a:xfrm>
                <a:off x="4873620"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90" name="Freeform 503"/>
              <p:cNvSpPr/>
              <p:nvPr/>
            </p:nvSpPr>
            <p:spPr bwMode="auto">
              <a:xfrm>
                <a:off x="4884737"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91" name="Freeform 504"/>
              <p:cNvSpPr/>
              <p:nvPr/>
            </p:nvSpPr>
            <p:spPr bwMode="auto">
              <a:xfrm>
                <a:off x="4940303"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sp>
            <p:nvSpPr>
              <p:cNvPr id="92" name="Freeform 505"/>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prstClr val="black"/>
                  </a:solidFill>
                </a:endParaRPr>
              </a:p>
            </p:txBody>
          </p:sp>
        </p:grpSp>
      </p:grpSp>
      <p:sp>
        <p:nvSpPr>
          <p:cNvPr id="5" name="同侧圆角矩形 4"/>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1267879" y="2111828"/>
            <a:ext cx="2710544" cy="2710544"/>
            <a:chOff x="1632856" y="2106385"/>
            <a:chExt cx="2710544" cy="2710544"/>
          </a:xfrm>
        </p:grpSpPr>
        <p:sp>
          <p:nvSpPr>
            <p:cNvPr id="93" name="椭圆 92"/>
            <p:cNvSpPr/>
            <p:nvPr/>
          </p:nvSpPr>
          <p:spPr>
            <a:xfrm>
              <a:off x="1632856" y="2106385"/>
              <a:ext cx="2710544" cy="2710544"/>
            </a:xfrm>
            <a:prstGeom prst="ellipse">
              <a:avLst/>
            </a:prstGeom>
            <a:gradFill flip="none" rotWithShape="1">
              <a:gsLst>
                <a:gs pos="0">
                  <a:srgbClr val="F9F9F9"/>
                </a:gs>
                <a:gs pos="100000">
                  <a:schemeClr val="bg1">
                    <a:lumMod val="85000"/>
                  </a:schemeClr>
                </a:gs>
              </a:gsLst>
              <a:lin ang="2700000" scaled="1"/>
              <a:tileRect/>
            </a:gradFill>
            <a:ln w="31750">
              <a:gradFill flip="none" rotWithShape="1">
                <a:gsLst>
                  <a:gs pos="0">
                    <a:schemeClr val="bg1"/>
                  </a:gs>
                  <a:gs pos="100000">
                    <a:schemeClr val="bg1">
                      <a:lumMod val="75000"/>
                    </a:schemeClr>
                  </a:gs>
                </a:gsLst>
                <a:lin ang="2700000" scaled="1"/>
                <a:tileRect/>
              </a:gradFill>
            </a:ln>
            <a:effectLst>
              <a:outerShdw blurRad="2413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94" name="椭圆 93"/>
            <p:cNvSpPr/>
            <p:nvPr/>
          </p:nvSpPr>
          <p:spPr>
            <a:xfrm>
              <a:off x="1784922" y="2258451"/>
              <a:ext cx="2406413" cy="2406413"/>
            </a:xfrm>
            <a:prstGeom prst="ellipse">
              <a:avLst/>
            </a:prstGeom>
            <a:solidFill>
              <a:schemeClr val="tx2"/>
            </a:solidFill>
            <a:ln w="25400">
              <a:gradFill flip="none" rotWithShape="1">
                <a:gsLst>
                  <a:gs pos="0">
                    <a:srgbClr val="CFCFCF"/>
                  </a:gs>
                  <a:gs pos="100000">
                    <a:schemeClr val="bg1"/>
                  </a:gs>
                </a:gsLst>
                <a:lin ang="2700000" scaled="1"/>
                <a:tileRect/>
              </a:gradFill>
            </a:ln>
            <a:effectLst>
              <a:innerShdw blurRad="139700" dist="635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95" name="椭圆 94"/>
            <p:cNvSpPr/>
            <p:nvPr/>
          </p:nvSpPr>
          <p:spPr>
            <a:xfrm>
              <a:off x="1919423" y="2392952"/>
              <a:ext cx="2137410" cy="2137410"/>
            </a:xfrm>
            <a:prstGeom prst="ellipse">
              <a:avLst/>
            </a:prstGeom>
            <a:solidFill>
              <a:schemeClr val="bg1">
                <a:lumMod val="95000"/>
              </a:schemeClr>
            </a:solidFill>
            <a:ln>
              <a:gradFill flip="none" rotWithShape="1">
                <a:gsLst>
                  <a:gs pos="0">
                    <a:schemeClr val="bg1"/>
                  </a:gs>
                  <a:gs pos="100000">
                    <a:schemeClr val="bg1">
                      <a:lumMod val="75000"/>
                    </a:schemeClr>
                  </a:gs>
                </a:gsLst>
                <a:lin ang="27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nvGrpSpPr>
            <p:cNvPr id="96" name="组合 95"/>
            <p:cNvGrpSpPr/>
            <p:nvPr/>
          </p:nvGrpSpPr>
          <p:grpSpPr>
            <a:xfrm>
              <a:off x="2208581" y="3263809"/>
              <a:ext cx="1923123" cy="875930"/>
              <a:chOff x="223455" y="2766059"/>
              <a:chExt cx="1923123" cy="875930"/>
            </a:xfrm>
          </p:grpSpPr>
          <p:sp>
            <p:nvSpPr>
              <p:cNvPr id="98" name="文本框 97"/>
              <p:cNvSpPr txBox="1"/>
              <p:nvPr/>
            </p:nvSpPr>
            <p:spPr>
              <a:xfrm>
                <a:off x="223455" y="2766059"/>
                <a:ext cx="1923123" cy="375920"/>
              </a:xfrm>
              <a:prstGeom prst="rect">
                <a:avLst/>
              </a:prstGeom>
              <a:noFill/>
            </p:spPr>
            <p:txBody>
              <a:bodyPr wrap="square" rtlCol="0">
                <a:spAutoFit/>
              </a:bodyPr>
              <a:lstStyle/>
              <a:p>
                <a:r>
                  <a:rPr lang="zh-CN" altLang="en-US" sz="1865" dirty="0">
                    <a:solidFill>
                      <a:schemeClr val="tx2"/>
                    </a:solidFill>
                    <a:latin typeface="时尚中黑简体" panose="01010104010101010101" pitchFamily="2" charset="-122"/>
                    <a:ea typeface="时尚中黑简体" panose="01010104010101010101" pitchFamily="2" charset="-122"/>
                  </a:rPr>
                  <a:t>在此添加标题</a:t>
                </a:r>
              </a:p>
            </p:txBody>
          </p:sp>
          <p:sp>
            <p:nvSpPr>
              <p:cNvPr id="99" name="文本框 98"/>
              <p:cNvSpPr txBox="1"/>
              <p:nvPr/>
            </p:nvSpPr>
            <p:spPr>
              <a:xfrm>
                <a:off x="229376" y="3051439"/>
                <a:ext cx="1559316" cy="590550"/>
              </a:xfrm>
              <a:prstGeom prst="rect">
                <a:avLst/>
              </a:prstGeom>
              <a:noFill/>
            </p:spPr>
            <p:txBody>
              <a:bodyPr wrap="square" rtlCol="0">
                <a:spAutoFit/>
              </a:bodyPr>
              <a:lstStyle/>
              <a:p>
                <a:r>
                  <a:rPr lang="zh-CN" altLang="en-US" sz="1065" dirty="0">
                    <a:solidFill>
                      <a:schemeClr val="tx1"/>
                    </a:solidFill>
                    <a:latin typeface="微软雅黑" panose="020B0503020204020204" pitchFamily="34" charset="-122"/>
                  </a:rPr>
                  <a:t>单击此处添加文本单击此处添加单击此处添加文本单击此处加</a:t>
                </a:r>
              </a:p>
            </p:txBody>
          </p:sp>
        </p:grpSp>
        <p:sp>
          <p:nvSpPr>
            <p:cNvPr id="97" name="文本框 96"/>
            <p:cNvSpPr txBox="1"/>
            <p:nvPr/>
          </p:nvSpPr>
          <p:spPr>
            <a:xfrm>
              <a:off x="2614056" y="2663794"/>
              <a:ext cx="748144" cy="644525"/>
            </a:xfrm>
            <a:prstGeom prst="rect">
              <a:avLst/>
            </a:prstGeom>
            <a:noFill/>
          </p:spPr>
          <p:txBody>
            <a:bodyPr wrap="square" rtlCol="0">
              <a:spAutoFit/>
            </a:bodyPr>
            <a:lstStyle/>
            <a:p>
              <a:pPr algn="ctr"/>
              <a:r>
                <a:rPr lang="en-US" altLang="zh-CN" sz="3600" dirty="0">
                  <a:solidFill>
                    <a:schemeClr val="tx2"/>
                  </a:solidFill>
                  <a:effectLst>
                    <a:innerShdw blurRad="63500" dist="50800" dir="13500000">
                      <a:prstClr val="black">
                        <a:alpha val="50000"/>
                      </a:prstClr>
                    </a:innerShdw>
                  </a:effectLst>
                  <a:latin typeface="Impact" panose="020B0806030902050204" pitchFamily="34" charset="0"/>
                </a:rPr>
                <a:t>01</a:t>
              </a:r>
              <a:endParaRPr lang="zh-CN" altLang="en-US" sz="3600" dirty="0">
                <a:solidFill>
                  <a:schemeClr val="tx2"/>
                </a:solidFill>
                <a:effectLst>
                  <a:innerShdw blurRad="63500" dist="50800" dir="13500000">
                    <a:prstClr val="black">
                      <a:alpha val="50000"/>
                    </a:prstClr>
                  </a:innerShdw>
                </a:effectLst>
                <a:latin typeface="Impact" panose="020B0806030902050204" pitchFamily="34" charset="0"/>
              </a:endParaRPr>
            </a:p>
          </p:txBody>
        </p:sp>
      </p:grpSp>
      <p:grpSp>
        <p:nvGrpSpPr>
          <p:cNvPr id="100" name="组合 99"/>
          <p:cNvGrpSpPr/>
          <p:nvPr/>
        </p:nvGrpSpPr>
        <p:grpSpPr>
          <a:xfrm>
            <a:off x="4741328" y="2111828"/>
            <a:ext cx="2710544" cy="2710544"/>
            <a:chOff x="1632856" y="2106385"/>
            <a:chExt cx="2710544" cy="2710544"/>
          </a:xfrm>
        </p:grpSpPr>
        <p:sp>
          <p:nvSpPr>
            <p:cNvPr id="101" name="椭圆 100"/>
            <p:cNvSpPr/>
            <p:nvPr/>
          </p:nvSpPr>
          <p:spPr>
            <a:xfrm>
              <a:off x="1632856" y="2106385"/>
              <a:ext cx="2710544" cy="2710544"/>
            </a:xfrm>
            <a:prstGeom prst="ellipse">
              <a:avLst/>
            </a:prstGeom>
            <a:gradFill flip="none" rotWithShape="1">
              <a:gsLst>
                <a:gs pos="0">
                  <a:srgbClr val="F9F9F9"/>
                </a:gs>
                <a:gs pos="100000">
                  <a:schemeClr val="bg1">
                    <a:lumMod val="85000"/>
                  </a:schemeClr>
                </a:gs>
              </a:gsLst>
              <a:lin ang="2700000" scaled="1"/>
              <a:tileRect/>
            </a:gradFill>
            <a:ln w="31750">
              <a:gradFill flip="none" rotWithShape="1">
                <a:gsLst>
                  <a:gs pos="0">
                    <a:schemeClr val="bg1"/>
                  </a:gs>
                  <a:gs pos="100000">
                    <a:schemeClr val="bg1">
                      <a:lumMod val="75000"/>
                    </a:schemeClr>
                  </a:gs>
                </a:gsLst>
                <a:lin ang="2700000" scaled="1"/>
                <a:tileRect/>
              </a:gradFill>
            </a:ln>
            <a:effectLst>
              <a:outerShdw blurRad="2413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02" name="椭圆 101"/>
            <p:cNvSpPr/>
            <p:nvPr/>
          </p:nvSpPr>
          <p:spPr>
            <a:xfrm>
              <a:off x="1784922" y="2258451"/>
              <a:ext cx="2406413" cy="2406413"/>
            </a:xfrm>
            <a:prstGeom prst="ellipse">
              <a:avLst/>
            </a:prstGeom>
            <a:solidFill>
              <a:schemeClr val="bg2"/>
            </a:solidFill>
            <a:ln w="25400">
              <a:gradFill flip="none" rotWithShape="1">
                <a:gsLst>
                  <a:gs pos="0">
                    <a:srgbClr val="CFCFCF"/>
                  </a:gs>
                  <a:gs pos="100000">
                    <a:schemeClr val="bg1"/>
                  </a:gs>
                </a:gsLst>
                <a:lin ang="2700000" scaled="1"/>
                <a:tileRect/>
              </a:gradFill>
            </a:ln>
            <a:effectLst>
              <a:innerShdw blurRad="139700" dist="635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rgbClr val="FFB850"/>
                </a:solidFill>
              </a:endParaRPr>
            </a:p>
          </p:txBody>
        </p:sp>
        <p:sp>
          <p:nvSpPr>
            <p:cNvPr id="103" name="椭圆 102"/>
            <p:cNvSpPr/>
            <p:nvPr/>
          </p:nvSpPr>
          <p:spPr>
            <a:xfrm>
              <a:off x="1919423" y="2392952"/>
              <a:ext cx="2137410" cy="2137410"/>
            </a:xfrm>
            <a:prstGeom prst="ellipse">
              <a:avLst/>
            </a:prstGeom>
            <a:solidFill>
              <a:schemeClr val="bg1">
                <a:lumMod val="95000"/>
              </a:schemeClr>
            </a:solidFill>
            <a:ln>
              <a:gradFill flip="none" rotWithShape="1">
                <a:gsLst>
                  <a:gs pos="0">
                    <a:schemeClr val="bg1"/>
                  </a:gs>
                  <a:gs pos="100000">
                    <a:schemeClr val="bg1">
                      <a:lumMod val="75000"/>
                    </a:schemeClr>
                  </a:gs>
                </a:gsLst>
                <a:lin ang="27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nvGrpSpPr>
            <p:cNvPr id="104" name="组合 103"/>
            <p:cNvGrpSpPr/>
            <p:nvPr/>
          </p:nvGrpSpPr>
          <p:grpSpPr>
            <a:xfrm>
              <a:off x="2208581" y="3263809"/>
              <a:ext cx="1923123" cy="875930"/>
              <a:chOff x="223455" y="2766059"/>
              <a:chExt cx="1923123" cy="875930"/>
            </a:xfrm>
          </p:grpSpPr>
          <p:sp>
            <p:nvSpPr>
              <p:cNvPr id="106" name="文本框 105"/>
              <p:cNvSpPr txBox="1"/>
              <p:nvPr/>
            </p:nvSpPr>
            <p:spPr>
              <a:xfrm>
                <a:off x="223455" y="2766059"/>
                <a:ext cx="1923123" cy="375920"/>
              </a:xfrm>
              <a:prstGeom prst="rect">
                <a:avLst/>
              </a:prstGeom>
              <a:noFill/>
            </p:spPr>
            <p:txBody>
              <a:bodyPr wrap="square" rtlCol="0">
                <a:spAutoFit/>
              </a:bodyPr>
              <a:lstStyle/>
              <a:p>
                <a:r>
                  <a:rPr lang="zh-CN" altLang="en-US" sz="1865" dirty="0">
                    <a:solidFill>
                      <a:schemeClr val="bg2"/>
                    </a:solidFill>
                    <a:latin typeface="时尚中黑简体" panose="01010104010101010101" pitchFamily="2" charset="-122"/>
                    <a:ea typeface="时尚中黑简体" panose="01010104010101010101" pitchFamily="2" charset="-122"/>
                  </a:rPr>
                  <a:t>在此添加标题</a:t>
                </a:r>
              </a:p>
            </p:txBody>
          </p:sp>
          <p:sp>
            <p:nvSpPr>
              <p:cNvPr id="107" name="文本框 106"/>
              <p:cNvSpPr txBox="1"/>
              <p:nvPr/>
            </p:nvSpPr>
            <p:spPr>
              <a:xfrm>
                <a:off x="229376" y="3051439"/>
                <a:ext cx="1559316" cy="590550"/>
              </a:xfrm>
              <a:prstGeom prst="rect">
                <a:avLst/>
              </a:prstGeom>
              <a:noFill/>
            </p:spPr>
            <p:txBody>
              <a:bodyPr wrap="square" rtlCol="0">
                <a:spAutoFit/>
              </a:bodyPr>
              <a:lstStyle/>
              <a:p>
                <a:r>
                  <a:rPr lang="zh-CN" altLang="en-US" sz="1065" dirty="0">
                    <a:solidFill>
                      <a:schemeClr val="tx1"/>
                    </a:solidFill>
                    <a:latin typeface="微软雅黑" panose="020B0503020204020204" pitchFamily="34" charset="-122"/>
                  </a:rPr>
                  <a:t>单击此处添加文本单击此处添加单击此处添加文本单击此处加</a:t>
                </a:r>
              </a:p>
            </p:txBody>
          </p:sp>
        </p:grpSp>
        <p:sp>
          <p:nvSpPr>
            <p:cNvPr id="105" name="文本框 104"/>
            <p:cNvSpPr txBox="1"/>
            <p:nvPr/>
          </p:nvSpPr>
          <p:spPr>
            <a:xfrm>
              <a:off x="2614056" y="2663794"/>
              <a:ext cx="748144" cy="644525"/>
            </a:xfrm>
            <a:prstGeom prst="rect">
              <a:avLst/>
            </a:prstGeom>
            <a:noFill/>
          </p:spPr>
          <p:txBody>
            <a:bodyPr wrap="square" rtlCol="0">
              <a:spAutoFit/>
            </a:bodyPr>
            <a:lstStyle/>
            <a:p>
              <a:pPr algn="ctr"/>
              <a:r>
                <a:rPr lang="en-US" altLang="zh-CN" sz="3600" dirty="0">
                  <a:solidFill>
                    <a:schemeClr val="bg2"/>
                  </a:solidFill>
                  <a:effectLst>
                    <a:innerShdw blurRad="63500" dist="50800" dir="13500000">
                      <a:prstClr val="black">
                        <a:alpha val="50000"/>
                      </a:prstClr>
                    </a:innerShdw>
                  </a:effectLst>
                  <a:latin typeface="Impact" panose="020B0806030902050204" pitchFamily="34" charset="0"/>
                </a:rPr>
                <a:t>02</a:t>
              </a:r>
              <a:endParaRPr lang="zh-CN" altLang="en-US" sz="3600" dirty="0">
                <a:solidFill>
                  <a:schemeClr val="bg2"/>
                </a:solidFill>
                <a:effectLst>
                  <a:innerShdw blurRad="63500" dist="50800" dir="13500000">
                    <a:prstClr val="black">
                      <a:alpha val="50000"/>
                    </a:prstClr>
                  </a:innerShdw>
                </a:effectLst>
                <a:latin typeface="Impact" panose="020B0806030902050204" pitchFamily="34" charset="0"/>
              </a:endParaRPr>
            </a:p>
          </p:txBody>
        </p:sp>
      </p:grpSp>
      <p:grpSp>
        <p:nvGrpSpPr>
          <p:cNvPr id="108" name="组合 107"/>
          <p:cNvGrpSpPr/>
          <p:nvPr/>
        </p:nvGrpSpPr>
        <p:grpSpPr>
          <a:xfrm>
            <a:off x="8214779" y="2111828"/>
            <a:ext cx="2710544" cy="2710544"/>
            <a:chOff x="1632856" y="2106385"/>
            <a:chExt cx="2710544" cy="2710544"/>
          </a:xfrm>
        </p:grpSpPr>
        <p:sp>
          <p:nvSpPr>
            <p:cNvPr id="109" name="椭圆 108"/>
            <p:cNvSpPr/>
            <p:nvPr/>
          </p:nvSpPr>
          <p:spPr>
            <a:xfrm>
              <a:off x="1632856" y="2106385"/>
              <a:ext cx="2710544" cy="2710544"/>
            </a:xfrm>
            <a:prstGeom prst="ellipse">
              <a:avLst/>
            </a:prstGeom>
            <a:gradFill flip="none" rotWithShape="1">
              <a:gsLst>
                <a:gs pos="0">
                  <a:srgbClr val="F9F9F9"/>
                </a:gs>
                <a:gs pos="100000">
                  <a:schemeClr val="bg1">
                    <a:lumMod val="85000"/>
                  </a:schemeClr>
                </a:gs>
              </a:gsLst>
              <a:lin ang="2700000" scaled="1"/>
              <a:tileRect/>
            </a:gradFill>
            <a:ln w="31750">
              <a:gradFill flip="none" rotWithShape="1">
                <a:gsLst>
                  <a:gs pos="0">
                    <a:schemeClr val="bg1"/>
                  </a:gs>
                  <a:gs pos="100000">
                    <a:schemeClr val="bg1">
                      <a:lumMod val="75000"/>
                    </a:schemeClr>
                  </a:gs>
                </a:gsLst>
                <a:lin ang="2700000" scaled="1"/>
                <a:tileRect/>
              </a:gradFill>
            </a:ln>
            <a:effectLst>
              <a:outerShdw blurRad="241300" dist="1270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10" name="椭圆 109"/>
            <p:cNvSpPr/>
            <p:nvPr/>
          </p:nvSpPr>
          <p:spPr>
            <a:xfrm>
              <a:off x="1784922" y="2258451"/>
              <a:ext cx="2406413" cy="2406413"/>
            </a:xfrm>
            <a:prstGeom prst="ellipse">
              <a:avLst/>
            </a:prstGeom>
            <a:solidFill>
              <a:schemeClr val="tx2"/>
            </a:solidFill>
            <a:ln w="25400">
              <a:gradFill flip="none" rotWithShape="1">
                <a:gsLst>
                  <a:gs pos="0">
                    <a:srgbClr val="CFCFCF"/>
                  </a:gs>
                  <a:gs pos="100000">
                    <a:schemeClr val="bg1"/>
                  </a:gs>
                </a:gsLst>
                <a:lin ang="2700000" scaled="1"/>
                <a:tileRect/>
              </a:gradFill>
            </a:ln>
            <a:effectLst>
              <a:innerShdw blurRad="139700" dist="635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11" name="椭圆 110"/>
            <p:cNvSpPr/>
            <p:nvPr/>
          </p:nvSpPr>
          <p:spPr>
            <a:xfrm>
              <a:off x="1919423" y="2392952"/>
              <a:ext cx="2137410" cy="2137410"/>
            </a:xfrm>
            <a:prstGeom prst="ellipse">
              <a:avLst/>
            </a:prstGeom>
            <a:solidFill>
              <a:schemeClr val="bg1">
                <a:lumMod val="95000"/>
              </a:schemeClr>
            </a:solidFill>
            <a:ln>
              <a:gradFill flip="none" rotWithShape="1">
                <a:gsLst>
                  <a:gs pos="0">
                    <a:schemeClr val="bg1"/>
                  </a:gs>
                  <a:gs pos="100000">
                    <a:schemeClr val="bg1">
                      <a:lumMod val="75000"/>
                    </a:schemeClr>
                  </a:gs>
                </a:gsLst>
                <a:lin ang="2700000" scaled="1"/>
                <a:tileRect/>
              </a:grad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nvGrpSpPr>
            <p:cNvPr id="112" name="组合 111"/>
            <p:cNvGrpSpPr/>
            <p:nvPr/>
          </p:nvGrpSpPr>
          <p:grpSpPr>
            <a:xfrm>
              <a:off x="2208581" y="3263809"/>
              <a:ext cx="1923123" cy="875930"/>
              <a:chOff x="223455" y="2766059"/>
              <a:chExt cx="1923123" cy="875930"/>
            </a:xfrm>
          </p:grpSpPr>
          <p:sp>
            <p:nvSpPr>
              <p:cNvPr id="114" name="文本框 113"/>
              <p:cNvSpPr txBox="1"/>
              <p:nvPr/>
            </p:nvSpPr>
            <p:spPr>
              <a:xfrm>
                <a:off x="223455" y="2766059"/>
                <a:ext cx="1923123" cy="375920"/>
              </a:xfrm>
              <a:prstGeom prst="rect">
                <a:avLst/>
              </a:prstGeom>
              <a:noFill/>
            </p:spPr>
            <p:txBody>
              <a:bodyPr wrap="square" rtlCol="0">
                <a:spAutoFit/>
              </a:bodyPr>
              <a:lstStyle/>
              <a:p>
                <a:r>
                  <a:rPr lang="zh-CN" altLang="en-US" sz="1865" dirty="0">
                    <a:solidFill>
                      <a:schemeClr val="tx2"/>
                    </a:solidFill>
                    <a:latin typeface="时尚中黑简体" panose="01010104010101010101" pitchFamily="2" charset="-122"/>
                    <a:ea typeface="时尚中黑简体" panose="01010104010101010101" pitchFamily="2" charset="-122"/>
                  </a:rPr>
                  <a:t>在此添加标题</a:t>
                </a:r>
              </a:p>
            </p:txBody>
          </p:sp>
          <p:sp>
            <p:nvSpPr>
              <p:cNvPr id="115" name="文本框 114"/>
              <p:cNvSpPr txBox="1"/>
              <p:nvPr/>
            </p:nvSpPr>
            <p:spPr>
              <a:xfrm>
                <a:off x="229376" y="3051439"/>
                <a:ext cx="1559316" cy="590550"/>
              </a:xfrm>
              <a:prstGeom prst="rect">
                <a:avLst/>
              </a:prstGeom>
              <a:noFill/>
            </p:spPr>
            <p:txBody>
              <a:bodyPr wrap="square" rtlCol="0">
                <a:spAutoFit/>
              </a:bodyPr>
              <a:lstStyle/>
              <a:p>
                <a:r>
                  <a:rPr lang="zh-CN" altLang="en-US" sz="1065" dirty="0">
                    <a:solidFill>
                      <a:schemeClr val="tx1"/>
                    </a:solidFill>
                    <a:latin typeface="微软雅黑" panose="020B0503020204020204" pitchFamily="34" charset="-122"/>
                  </a:rPr>
                  <a:t>单击此处添加文本单击此处添加单击此处添加文本单击此处加</a:t>
                </a:r>
              </a:p>
            </p:txBody>
          </p:sp>
        </p:grpSp>
        <p:sp>
          <p:nvSpPr>
            <p:cNvPr id="113" name="文本框 112"/>
            <p:cNvSpPr txBox="1"/>
            <p:nvPr/>
          </p:nvSpPr>
          <p:spPr>
            <a:xfrm>
              <a:off x="2614056" y="2663794"/>
              <a:ext cx="748144" cy="644525"/>
            </a:xfrm>
            <a:prstGeom prst="rect">
              <a:avLst/>
            </a:prstGeom>
            <a:noFill/>
          </p:spPr>
          <p:txBody>
            <a:bodyPr wrap="square" rtlCol="0">
              <a:spAutoFit/>
            </a:bodyPr>
            <a:lstStyle/>
            <a:p>
              <a:pPr algn="ctr"/>
              <a:r>
                <a:rPr lang="en-US" altLang="zh-CN" sz="3600" dirty="0">
                  <a:solidFill>
                    <a:schemeClr val="tx2"/>
                  </a:solidFill>
                  <a:effectLst>
                    <a:innerShdw blurRad="63500" dist="50800" dir="13500000">
                      <a:prstClr val="black">
                        <a:alpha val="50000"/>
                      </a:prstClr>
                    </a:innerShdw>
                  </a:effectLst>
                  <a:latin typeface="Impact" panose="020B0806030902050204" pitchFamily="34" charset="0"/>
                </a:rPr>
                <a:t>03</a:t>
              </a:r>
              <a:endParaRPr lang="zh-CN" altLang="en-US" sz="3600" dirty="0">
                <a:solidFill>
                  <a:schemeClr val="tx2"/>
                </a:solidFill>
                <a:effectLst>
                  <a:innerShdw blurRad="63500" dist="50800" dir="13500000">
                    <a:prstClr val="black">
                      <a:alpha val="50000"/>
                    </a:prstClr>
                  </a:innerShdw>
                </a:effectLst>
                <a:latin typeface="Impact" panose="020B0806030902050204" pitchFamily="34" charset="0"/>
              </a:endParaRPr>
            </a:p>
          </p:txBody>
        </p:sp>
      </p:grpSp>
      <p:sp>
        <p:nvSpPr>
          <p:cNvPr id="117" name="矩形 116"/>
          <p:cNvSpPr/>
          <p:nvPr/>
        </p:nvSpPr>
        <p:spPr>
          <a:xfrm>
            <a:off x="1990524" y="5198799"/>
            <a:ext cx="8014047" cy="908050"/>
          </a:xfrm>
          <a:prstGeom prst="rect">
            <a:avLst/>
          </a:prstGeom>
        </p:spPr>
        <p:txBody>
          <a:bodyPr wrap="square" lIns="91440" tIns="45720" rIns="91440" bIns="45720">
            <a:spAutoFit/>
          </a:bodyPr>
          <a:lstStyle/>
          <a:p>
            <a:pPr>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a:p>
            <a:pPr>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a:p>
            <a:pPr>
              <a:spcBef>
                <a:spcPts val="750"/>
              </a:spcBef>
              <a:buFont typeface="Arial" panose="020B0604020202020204" pitchFamily="34" charset="0"/>
              <a:buChar char="•"/>
            </a:pPr>
            <a:endParaRPr lang="zh-CN" altLang="en-US" sz="1335" dirty="0">
              <a:solidFill>
                <a:schemeClr val="tx1"/>
              </a:solidFill>
              <a:latin typeface="微软雅黑" panose="020B0503020204020204" pitchFamily="34" charset="-122"/>
              <a:cs typeface="宋体" panose="02010600030101010101" pitchFamily="2" charset="-122"/>
            </a:endParaRP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animEffect transition="in" filter="fade">
                                      <p:cBhvr>
                                        <p:cTn id="9" dur="500"/>
                                        <p:tgtEl>
                                          <p:spTgt spid="77"/>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p:cTn id="13" dur="500" fill="hold"/>
                                        <p:tgtEl>
                                          <p:spTgt spid="100"/>
                                        </p:tgtEl>
                                        <p:attrNameLst>
                                          <p:attrName>ppt_w</p:attrName>
                                        </p:attrNameLst>
                                      </p:cBhvr>
                                      <p:tavLst>
                                        <p:tav tm="0">
                                          <p:val>
                                            <p:fltVal val="0"/>
                                          </p:val>
                                        </p:tav>
                                        <p:tav tm="100000">
                                          <p:val>
                                            <p:strVal val="#ppt_w"/>
                                          </p:val>
                                        </p:tav>
                                      </p:tavLst>
                                    </p:anim>
                                    <p:anim calcmode="lin" valueType="num">
                                      <p:cBhvr>
                                        <p:cTn id="14" dur="500" fill="hold"/>
                                        <p:tgtEl>
                                          <p:spTgt spid="100"/>
                                        </p:tgtEl>
                                        <p:attrNameLst>
                                          <p:attrName>ppt_h</p:attrName>
                                        </p:attrNameLst>
                                      </p:cBhvr>
                                      <p:tavLst>
                                        <p:tav tm="0">
                                          <p:val>
                                            <p:fltVal val="0"/>
                                          </p:val>
                                        </p:tav>
                                        <p:tav tm="100000">
                                          <p:val>
                                            <p:strVal val="#ppt_h"/>
                                          </p:val>
                                        </p:tav>
                                      </p:tavLst>
                                    </p:anim>
                                    <p:animEffect transition="in" filter="fade">
                                      <p:cBhvr>
                                        <p:cTn id="15" dur="500"/>
                                        <p:tgtEl>
                                          <p:spTgt spid="100"/>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108"/>
                                        </p:tgtEl>
                                        <p:attrNameLst>
                                          <p:attrName>style.visibility</p:attrName>
                                        </p:attrNameLst>
                                      </p:cBhvr>
                                      <p:to>
                                        <p:strVal val="visible"/>
                                      </p:to>
                                    </p:set>
                                    <p:anim calcmode="lin" valueType="num">
                                      <p:cBhvr>
                                        <p:cTn id="19" dur="500" fill="hold"/>
                                        <p:tgtEl>
                                          <p:spTgt spid="108"/>
                                        </p:tgtEl>
                                        <p:attrNameLst>
                                          <p:attrName>ppt_w</p:attrName>
                                        </p:attrNameLst>
                                      </p:cBhvr>
                                      <p:tavLst>
                                        <p:tav tm="0">
                                          <p:val>
                                            <p:fltVal val="0"/>
                                          </p:val>
                                        </p:tav>
                                        <p:tav tm="100000">
                                          <p:val>
                                            <p:strVal val="#ppt_w"/>
                                          </p:val>
                                        </p:tav>
                                      </p:tavLst>
                                    </p:anim>
                                    <p:anim calcmode="lin" valueType="num">
                                      <p:cBhvr>
                                        <p:cTn id="20" dur="500" fill="hold"/>
                                        <p:tgtEl>
                                          <p:spTgt spid="108"/>
                                        </p:tgtEl>
                                        <p:attrNameLst>
                                          <p:attrName>ppt_h</p:attrName>
                                        </p:attrNameLst>
                                      </p:cBhvr>
                                      <p:tavLst>
                                        <p:tav tm="0">
                                          <p:val>
                                            <p:fltVal val="0"/>
                                          </p:val>
                                        </p:tav>
                                        <p:tav tm="100000">
                                          <p:val>
                                            <p:strVal val="#ppt_h"/>
                                          </p:val>
                                        </p:tav>
                                      </p:tavLst>
                                    </p:anim>
                                    <p:animEffect transition="in" filter="fade">
                                      <p:cBhvr>
                                        <p:cTn id="21" dur="500"/>
                                        <p:tgtEl>
                                          <p:spTgt spid="108"/>
                                        </p:tgtEl>
                                      </p:cBhvr>
                                    </p:animEffect>
                                  </p:childTnLst>
                                </p:cTn>
                              </p:par>
                              <p:par>
                                <p:cTn id="22" presetID="2" presetClass="entr" presetSubtype="8" fill="hold" grpId="0" nodeType="withEffect">
                                  <p:stCondLst>
                                    <p:cond delay="0"/>
                                  </p:stCondLst>
                                  <p:childTnLst>
                                    <p:set>
                                      <p:cBhvr>
                                        <p:cTn id="23" dur="1" fill="hold">
                                          <p:stCondLst>
                                            <p:cond delay="0"/>
                                          </p:stCondLst>
                                        </p:cTn>
                                        <p:tgtEl>
                                          <p:spTgt spid="117"/>
                                        </p:tgtEl>
                                        <p:attrNameLst>
                                          <p:attrName>style.visibility</p:attrName>
                                        </p:attrNameLst>
                                      </p:cBhvr>
                                      <p:to>
                                        <p:strVal val="visible"/>
                                      </p:to>
                                    </p:set>
                                    <p:anim calcmode="lin" valueType="num">
                                      <p:cBhvr additive="base">
                                        <p:cTn id="24" dur="500" fill="hold"/>
                                        <p:tgtEl>
                                          <p:spTgt spid="117"/>
                                        </p:tgtEl>
                                        <p:attrNameLst>
                                          <p:attrName>ppt_x</p:attrName>
                                        </p:attrNameLst>
                                      </p:cBhvr>
                                      <p:tavLst>
                                        <p:tav tm="0">
                                          <p:val>
                                            <p:strVal val="0-#ppt_w/2"/>
                                          </p:val>
                                        </p:tav>
                                        <p:tav tm="100000">
                                          <p:val>
                                            <p:strVal val="#ppt_x"/>
                                          </p:val>
                                        </p:tav>
                                      </p:tavLst>
                                    </p:anim>
                                    <p:anim calcmode="lin" valueType="num">
                                      <p:cBhvr additive="base">
                                        <p:cTn id="25" dur="500" fill="hold"/>
                                        <p:tgtEl>
                                          <p:spTgt spid="1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 name="组合 120"/>
          <p:cNvGrpSpPr/>
          <p:nvPr/>
        </p:nvGrpSpPr>
        <p:grpSpPr>
          <a:xfrm>
            <a:off x="3327240" y="3117036"/>
            <a:ext cx="1656097" cy="1656099"/>
            <a:chOff x="4993868" y="2326868"/>
            <a:chExt cx="2204265" cy="2204265"/>
          </a:xfrm>
          <a:effectLst>
            <a:outerShdw blurRad="292100" dist="114300" dir="2700000" algn="tl" rotWithShape="0">
              <a:prstClr val="black">
                <a:alpha val="25000"/>
              </a:prstClr>
            </a:outerShdw>
          </a:effectLst>
        </p:grpSpPr>
        <p:sp>
          <p:nvSpPr>
            <p:cNvPr id="122" name="任意多边形 121"/>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3" name="椭圆 122"/>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4" name="椭圆 123"/>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125" name="组合 124"/>
          <p:cNvGrpSpPr/>
          <p:nvPr/>
        </p:nvGrpSpPr>
        <p:grpSpPr>
          <a:xfrm>
            <a:off x="4568856" y="2171949"/>
            <a:ext cx="1656097" cy="1656099"/>
            <a:chOff x="4993868" y="2326868"/>
            <a:chExt cx="2204265" cy="2204265"/>
          </a:xfrm>
          <a:effectLst>
            <a:outerShdw blurRad="292100" dist="114300" dir="2700000" algn="tl" rotWithShape="0">
              <a:prstClr val="black">
                <a:alpha val="25000"/>
              </a:prstClr>
            </a:outerShdw>
          </a:effectLst>
        </p:grpSpPr>
        <p:sp>
          <p:nvSpPr>
            <p:cNvPr id="126" name="任意多边形 125"/>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7" name="椭圆 126"/>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28" name="椭圆 127"/>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129" name="组合 128"/>
          <p:cNvGrpSpPr/>
          <p:nvPr/>
        </p:nvGrpSpPr>
        <p:grpSpPr>
          <a:xfrm>
            <a:off x="5868672" y="3117036"/>
            <a:ext cx="1656097" cy="1656099"/>
            <a:chOff x="4993868" y="2326868"/>
            <a:chExt cx="2204265" cy="2204265"/>
          </a:xfrm>
          <a:effectLst>
            <a:outerShdw blurRad="292100" dist="114300" dir="2700000" algn="tl" rotWithShape="0">
              <a:prstClr val="black">
                <a:alpha val="25000"/>
              </a:prstClr>
            </a:outerShdw>
          </a:effectLst>
        </p:grpSpPr>
        <p:sp>
          <p:nvSpPr>
            <p:cNvPr id="130" name="任意多边形 129"/>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1" name="椭圆 130"/>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2" name="椭圆 131"/>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133" name="组合 132"/>
          <p:cNvGrpSpPr/>
          <p:nvPr/>
        </p:nvGrpSpPr>
        <p:grpSpPr>
          <a:xfrm>
            <a:off x="7133664" y="2171949"/>
            <a:ext cx="1656097" cy="1656099"/>
            <a:chOff x="4993868" y="2326868"/>
            <a:chExt cx="2204265" cy="2204265"/>
          </a:xfrm>
          <a:effectLst>
            <a:outerShdw blurRad="292100" dist="114300" dir="2700000" algn="tl" rotWithShape="0">
              <a:prstClr val="black">
                <a:alpha val="25000"/>
              </a:prstClr>
            </a:outerShdw>
          </a:effectLst>
        </p:grpSpPr>
        <p:sp>
          <p:nvSpPr>
            <p:cNvPr id="134" name="任意多边形 133"/>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5" name="椭圆 134"/>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sp>
          <p:nvSpPr>
            <p:cNvPr id="136" name="椭圆 135"/>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p>
          </p:txBody>
        </p:sp>
      </p:grpSp>
      <p:grpSp>
        <p:nvGrpSpPr>
          <p:cNvPr id="137" name="组合 136"/>
          <p:cNvGrpSpPr/>
          <p:nvPr/>
        </p:nvGrpSpPr>
        <p:grpSpPr>
          <a:xfrm>
            <a:off x="8300650" y="1643828"/>
            <a:ext cx="2684915" cy="892333"/>
            <a:chOff x="5947699" y="908862"/>
            <a:chExt cx="2684915" cy="892332"/>
          </a:xfrm>
        </p:grpSpPr>
        <p:grpSp>
          <p:nvGrpSpPr>
            <p:cNvPr id="138" name="组合 137"/>
            <p:cNvGrpSpPr/>
            <p:nvPr/>
          </p:nvGrpSpPr>
          <p:grpSpPr>
            <a:xfrm flipV="1">
              <a:off x="5947699" y="1317986"/>
              <a:ext cx="2684915" cy="333365"/>
              <a:chOff x="5272248" y="4626108"/>
              <a:chExt cx="2684915" cy="333365"/>
            </a:xfrm>
          </p:grpSpPr>
          <p:sp>
            <p:nvSpPr>
              <p:cNvPr id="141" name="椭圆 140"/>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42" name="任意多边形 141"/>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1" fmla="*/ 0 w 2815771"/>
                  <a:gd name="connsiteY0-2" fmla="*/ 0 h 649982"/>
                  <a:gd name="connsiteX1-3" fmla="*/ 254183 w 2815771"/>
                  <a:gd name="connsiteY1-4" fmla="*/ 649982 h 649982"/>
                  <a:gd name="connsiteX2-5" fmla="*/ 2815771 w 2815771"/>
                  <a:gd name="connsiteY2-6" fmla="*/ 638628 h 649982"/>
                </a:gdLst>
                <a:ahLst/>
                <a:cxnLst>
                  <a:cxn ang="0">
                    <a:pos x="connsiteX0-1" y="connsiteY0-2"/>
                  </a:cxn>
                  <a:cxn ang="0">
                    <a:pos x="connsiteX1-3" y="connsiteY1-4"/>
                  </a:cxn>
                  <a:cxn ang="0">
                    <a:pos x="connsiteX2-5" y="connsiteY2-6"/>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39" name="文本框 138"/>
            <p:cNvSpPr txBox="1"/>
            <p:nvPr/>
          </p:nvSpPr>
          <p:spPr>
            <a:xfrm>
              <a:off x="6852147" y="908862"/>
              <a:ext cx="1780467" cy="396240"/>
            </a:xfrm>
            <a:prstGeom prst="rect">
              <a:avLst/>
            </a:prstGeom>
            <a:noFill/>
          </p:spPr>
          <p:txBody>
            <a:bodyPr wrap="square" rtlCol="0">
              <a:spAutoFit/>
            </a:bodyPr>
            <a:lstStyle/>
            <a:p>
              <a:r>
                <a:rPr lang="zh-CN" altLang="en-US" sz="2000" dirty="0">
                  <a:solidFill>
                    <a:schemeClr val="bg2"/>
                  </a:solidFill>
                  <a:latin typeface="时尚中黑简体" panose="01010104010101010101" pitchFamily="2" charset="-122"/>
                  <a:ea typeface="时尚中黑简体" panose="01010104010101010101" pitchFamily="2" charset="-122"/>
                </a:rPr>
                <a:t>在此添加标题</a:t>
              </a:r>
            </a:p>
          </p:txBody>
        </p:sp>
        <p:sp>
          <p:nvSpPr>
            <p:cNvPr id="140" name="文本框 139"/>
            <p:cNvSpPr txBox="1"/>
            <p:nvPr/>
          </p:nvSpPr>
          <p:spPr>
            <a:xfrm>
              <a:off x="6290683" y="1331295"/>
              <a:ext cx="2341931" cy="469899"/>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a:t>
              </a:r>
            </a:p>
          </p:txBody>
        </p:sp>
      </p:grpSp>
      <p:grpSp>
        <p:nvGrpSpPr>
          <p:cNvPr id="143" name="组合 142"/>
          <p:cNvGrpSpPr/>
          <p:nvPr/>
        </p:nvGrpSpPr>
        <p:grpSpPr>
          <a:xfrm flipV="1">
            <a:off x="7048595" y="4563626"/>
            <a:ext cx="2684915" cy="808034"/>
            <a:chOff x="5947699" y="843317"/>
            <a:chExt cx="2684915" cy="808034"/>
          </a:xfrm>
        </p:grpSpPr>
        <p:grpSp>
          <p:nvGrpSpPr>
            <p:cNvPr id="144" name="组合 143"/>
            <p:cNvGrpSpPr/>
            <p:nvPr/>
          </p:nvGrpSpPr>
          <p:grpSpPr>
            <a:xfrm flipV="1">
              <a:off x="5947699" y="1317986"/>
              <a:ext cx="2684915" cy="333365"/>
              <a:chOff x="5272248" y="4626108"/>
              <a:chExt cx="2684915" cy="333365"/>
            </a:xfrm>
          </p:grpSpPr>
          <p:sp>
            <p:nvSpPr>
              <p:cNvPr id="147" name="椭圆 146"/>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48" name="任意多边形 147"/>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1" fmla="*/ 0 w 2815771"/>
                  <a:gd name="connsiteY0-2" fmla="*/ 0 h 649982"/>
                  <a:gd name="connsiteX1-3" fmla="*/ 254183 w 2815771"/>
                  <a:gd name="connsiteY1-4" fmla="*/ 649982 h 649982"/>
                  <a:gd name="connsiteX2-5" fmla="*/ 2815771 w 2815771"/>
                  <a:gd name="connsiteY2-6" fmla="*/ 638628 h 649982"/>
                </a:gdLst>
                <a:ahLst/>
                <a:cxnLst>
                  <a:cxn ang="0">
                    <a:pos x="connsiteX0-1" y="connsiteY0-2"/>
                  </a:cxn>
                  <a:cxn ang="0">
                    <a:pos x="connsiteX1-3" y="connsiteY1-4"/>
                  </a:cxn>
                  <a:cxn ang="0">
                    <a:pos x="connsiteX2-5" y="connsiteY2-6"/>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45" name="文本框 144"/>
            <p:cNvSpPr txBox="1"/>
            <p:nvPr/>
          </p:nvSpPr>
          <p:spPr>
            <a:xfrm flipV="1">
              <a:off x="6852147" y="1251466"/>
              <a:ext cx="1780467" cy="396240"/>
            </a:xfrm>
            <a:prstGeom prst="rect">
              <a:avLst/>
            </a:prstGeom>
            <a:noFill/>
          </p:spPr>
          <p:txBody>
            <a:bodyPr wrap="square" rtlCol="0">
              <a:spAutoFit/>
            </a:bodyPr>
            <a:lstStyle/>
            <a:p>
              <a:r>
                <a:rPr lang="zh-CN" altLang="en-US" sz="2000" dirty="0">
                  <a:solidFill>
                    <a:schemeClr val="tx2"/>
                  </a:solidFill>
                  <a:latin typeface="时尚中黑简体" panose="01010104010101010101" pitchFamily="2" charset="-122"/>
                  <a:ea typeface="时尚中黑简体" panose="01010104010101010101" pitchFamily="2" charset="-122"/>
                </a:rPr>
                <a:t>在此添加标题</a:t>
              </a:r>
            </a:p>
          </p:txBody>
        </p:sp>
        <p:sp>
          <p:nvSpPr>
            <p:cNvPr id="146" name="文本框 145"/>
            <p:cNvSpPr txBox="1"/>
            <p:nvPr/>
          </p:nvSpPr>
          <p:spPr>
            <a:xfrm flipV="1">
              <a:off x="6290683" y="843317"/>
              <a:ext cx="2341931" cy="469900"/>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a:t>
              </a:r>
            </a:p>
          </p:txBody>
        </p:sp>
      </p:grpSp>
      <p:grpSp>
        <p:nvGrpSpPr>
          <p:cNvPr id="149" name="组合 148"/>
          <p:cNvGrpSpPr/>
          <p:nvPr/>
        </p:nvGrpSpPr>
        <p:grpSpPr>
          <a:xfrm flipH="1">
            <a:off x="2369222" y="1645632"/>
            <a:ext cx="2684915" cy="892333"/>
            <a:chOff x="5947699" y="908862"/>
            <a:chExt cx="2684915" cy="892332"/>
          </a:xfrm>
        </p:grpSpPr>
        <p:grpSp>
          <p:nvGrpSpPr>
            <p:cNvPr id="150" name="组合 149"/>
            <p:cNvGrpSpPr/>
            <p:nvPr/>
          </p:nvGrpSpPr>
          <p:grpSpPr>
            <a:xfrm flipV="1">
              <a:off x="5947699" y="1317986"/>
              <a:ext cx="2684915" cy="333365"/>
              <a:chOff x="5272248" y="4626108"/>
              <a:chExt cx="2684915" cy="333365"/>
            </a:xfrm>
          </p:grpSpPr>
          <p:sp>
            <p:nvSpPr>
              <p:cNvPr id="153" name="椭圆 152"/>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54" name="任意多边形 153"/>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1" fmla="*/ 0 w 2815771"/>
                  <a:gd name="connsiteY0-2" fmla="*/ 0 h 649982"/>
                  <a:gd name="connsiteX1-3" fmla="*/ 254183 w 2815771"/>
                  <a:gd name="connsiteY1-4" fmla="*/ 649982 h 649982"/>
                  <a:gd name="connsiteX2-5" fmla="*/ 2815771 w 2815771"/>
                  <a:gd name="connsiteY2-6" fmla="*/ 638628 h 649982"/>
                </a:gdLst>
                <a:ahLst/>
                <a:cxnLst>
                  <a:cxn ang="0">
                    <a:pos x="connsiteX0-1" y="connsiteY0-2"/>
                  </a:cxn>
                  <a:cxn ang="0">
                    <a:pos x="connsiteX1-3" y="connsiteY1-4"/>
                  </a:cxn>
                  <a:cxn ang="0">
                    <a:pos x="connsiteX2-5" y="connsiteY2-6"/>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51" name="文本框 150"/>
            <p:cNvSpPr txBox="1"/>
            <p:nvPr/>
          </p:nvSpPr>
          <p:spPr>
            <a:xfrm>
              <a:off x="6852147" y="908862"/>
              <a:ext cx="1780467" cy="396240"/>
            </a:xfrm>
            <a:prstGeom prst="rect">
              <a:avLst/>
            </a:prstGeom>
            <a:noFill/>
          </p:spPr>
          <p:txBody>
            <a:bodyPr wrap="square" rtlCol="0">
              <a:spAutoFit/>
            </a:bodyPr>
            <a:lstStyle/>
            <a:p>
              <a:r>
                <a:rPr lang="zh-CN" altLang="en-US" sz="2000" dirty="0">
                  <a:solidFill>
                    <a:schemeClr val="bg2"/>
                  </a:solidFill>
                  <a:latin typeface="时尚中黑简体" panose="01010104010101010101" pitchFamily="2" charset="-122"/>
                  <a:ea typeface="时尚中黑简体" panose="01010104010101010101" pitchFamily="2" charset="-122"/>
                </a:rPr>
                <a:t>在此添加标题</a:t>
              </a:r>
            </a:p>
          </p:txBody>
        </p:sp>
        <p:sp>
          <p:nvSpPr>
            <p:cNvPr id="152" name="文本框 151"/>
            <p:cNvSpPr txBox="1"/>
            <p:nvPr/>
          </p:nvSpPr>
          <p:spPr>
            <a:xfrm>
              <a:off x="6290683" y="1331295"/>
              <a:ext cx="2341931" cy="469899"/>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a:t>
              </a:r>
            </a:p>
          </p:txBody>
        </p:sp>
      </p:grpSp>
      <p:grpSp>
        <p:nvGrpSpPr>
          <p:cNvPr id="155" name="组合 154"/>
          <p:cNvGrpSpPr/>
          <p:nvPr/>
        </p:nvGrpSpPr>
        <p:grpSpPr>
          <a:xfrm flipH="1" flipV="1">
            <a:off x="1155994" y="4547752"/>
            <a:ext cx="2684915" cy="808034"/>
            <a:chOff x="5947699" y="843317"/>
            <a:chExt cx="2684915" cy="808034"/>
          </a:xfrm>
        </p:grpSpPr>
        <p:grpSp>
          <p:nvGrpSpPr>
            <p:cNvPr id="156" name="组合 155"/>
            <p:cNvGrpSpPr/>
            <p:nvPr/>
          </p:nvGrpSpPr>
          <p:grpSpPr>
            <a:xfrm flipV="1">
              <a:off x="5947699" y="1317986"/>
              <a:ext cx="2684915" cy="333365"/>
              <a:chOff x="5272248" y="4626108"/>
              <a:chExt cx="2684915" cy="333365"/>
            </a:xfrm>
          </p:grpSpPr>
          <p:sp>
            <p:nvSpPr>
              <p:cNvPr id="159" name="椭圆 158"/>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60" name="任意多边形 159"/>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1" fmla="*/ 0 w 2815771"/>
                  <a:gd name="connsiteY0-2" fmla="*/ 0 h 649982"/>
                  <a:gd name="connsiteX1-3" fmla="*/ 254183 w 2815771"/>
                  <a:gd name="connsiteY1-4" fmla="*/ 649982 h 649982"/>
                  <a:gd name="connsiteX2-5" fmla="*/ 2815771 w 2815771"/>
                  <a:gd name="connsiteY2-6" fmla="*/ 638628 h 649982"/>
                </a:gdLst>
                <a:ahLst/>
                <a:cxnLst>
                  <a:cxn ang="0">
                    <a:pos x="connsiteX0-1" y="connsiteY0-2"/>
                  </a:cxn>
                  <a:cxn ang="0">
                    <a:pos x="connsiteX1-3" y="connsiteY1-4"/>
                  </a:cxn>
                  <a:cxn ang="0">
                    <a:pos x="connsiteX2-5" y="connsiteY2-6"/>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57" name="文本框 156"/>
            <p:cNvSpPr txBox="1"/>
            <p:nvPr/>
          </p:nvSpPr>
          <p:spPr>
            <a:xfrm flipV="1">
              <a:off x="6852147" y="1251466"/>
              <a:ext cx="1780467" cy="396240"/>
            </a:xfrm>
            <a:prstGeom prst="rect">
              <a:avLst/>
            </a:prstGeom>
            <a:noFill/>
          </p:spPr>
          <p:txBody>
            <a:bodyPr wrap="square" rtlCol="0">
              <a:spAutoFit/>
            </a:bodyPr>
            <a:lstStyle/>
            <a:p>
              <a:r>
                <a:rPr lang="zh-CN" altLang="en-US" sz="2000" dirty="0">
                  <a:solidFill>
                    <a:schemeClr val="tx2"/>
                  </a:solidFill>
                  <a:latin typeface="时尚中黑简体" panose="01010104010101010101" pitchFamily="2" charset="-122"/>
                  <a:ea typeface="时尚中黑简体" panose="01010104010101010101" pitchFamily="2" charset="-122"/>
                </a:rPr>
                <a:t>在此添加标题</a:t>
              </a:r>
            </a:p>
          </p:txBody>
        </p:sp>
        <p:sp>
          <p:nvSpPr>
            <p:cNvPr id="158" name="文本框 157"/>
            <p:cNvSpPr txBox="1"/>
            <p:nvPr/>
          </p:nvSpPr>
          <p:spPr>
            <a:xfrm flipV="1">
              <a:off x="6290683" y="843317"/>
              <a:ext cx="2341931" cy="469900"/>
            </a:xfrm>
            <a:prstGeom prst="rect">
              <a:avLst/>
            </a:prstGeom>
            <a:noFill/>
          </p:spPr>
          <p:txBody>
            <a:bodyPr wrap="square" rtlCol="0">
              <a:spAutoFit/>
            </a:bodyPr>
            <a:lstStyle/>
            <a:p>
              <a:r>
                <a:rPr lang="zh-CN" altLang="en-US" sz="1200" dirty="0">
                  <a:solidFill>
                    <a:schemeClr val="tx1"/>
                  </a:solidFill>
                  <a:latin typeface="微软雅黑" panose="020B0503020204020204" pitchFamily="34" charset="-122"/>
                </a:rPr>
                <a:t>单击此处添加文本单击此处添加单击此处添加文本单击此处</a:t>
              </a:r>
            </a:p>
          </p:txBody>
        </p:sp>
      </p:grpSp>
      <p:sp>
        <p:nvSpPr>
          <p:cNvPr id="173" name="文本框 172"/>
          <p:cNvSpPr txBox="1"/>
          <p:nvPr/>
        </p:nvSpPr>
        <p:spPr>
          <a:xfrm>
            <a:off x="3649504" y="3537216"/>
            <a:ext cx="1000117" cy="706120"/>
          </a:xfrm>
          <a:prstGeom prst="rect">
            <a:avLst/>
          </a:prstGeom>
          <a:noFill/>
        </p:spPr>
        <p:txBody>
          <a:bodyPr wrap="square" rtlCol="0">
            <a:spAutoFit/>
          </a:bodyPr>
          <a:lstStyle/>
          <a:p>
            <a:pPr algn="ctr"/>
            <a:r>
              <a:rPr lang="en-US" altLang="zh-CN" sz="4000" dirty="0">
                <a:solidFill>
                  <a:schemeClr val="tx2"/>
                </a:solidFill>
                <a:latin typeface="Impact" panose="020B0806030902050204" pitchFamily="34" charset="0"/>
              </a:rPr>
              <a:t>01</a:t>
            </a:r>
            <a:endParaRPr lang="zh-CN" altLang="en-US" sz="4000" dirty="0">
              <a:solidFill>
                <a:schemeClr val="tx2"/>
              </a:solidFill>
              <a:latin typeface="Impact" panose="020B0806030902050204" pitchFamily="34" charset="0"/>
            </a:endParaRPr>
          </a:p>
        </p:txBody>
      </p:sp>
      <p:sp>
        <p:nvSpPr>
          <p:cNvPr id="176" name="文本框 175"/>
          <p:cNvSpPr txBox="1"/>
          <p:nvPr/>
        </p:nvSpPr>
        <p:spPr>
          <a:xfrm>
            <a:off x="4899552" y="2607395"/>
            <a:ext cx="1000117" cy="706120"/>
          </a:xfrm>
          <a:prstGeom prst="rect">
            <a:avLst/>
          </a:prstGeom>
          <a:noFill/>
        </p:spPr>
        <p:txBody>
          <a:bodyPr wrap="square" rtlCol="0">
            <a:spAutoFit/>
          </a:bodyPr>
          <a:lstStyle/>
          <a:p>
            <a:pPr algn="ctr"/>
            <a:r>
              <a:rPr lang="en-US" altLang="zh-CN" sz="4000" dirty="0">
                <a:solidFill>
                  <a:schemeClr val="bg2"/>
                </a:solidFill>
                <a:latin typeface="Impact" panose="020B0806030902050204" pitchFamily="34" charset="0"/>
              </a:rPr>
              <a:t>02</a:t>
            </a:r>
            <a:endParaRPr lang="zh-CN" altLang="en-US" sz="4000" dirty="0">
              <a:solidFill>
                <a:schemeClr val="bg2"/>
              </a:solidFill>
              <a:latin typeface="Impact" panose="020B0806030902050204" pitchFamily="34" charset="0"/>
            </a:endParaRPr>
          </a:p>
        </p:txBody>
      </p:sp>
      <p:sp>
        <p:nvSpPr>
          <p:cNvPr id="179" name="文本框 178"/>
          <p:cNvSpPr txBox="1"/>
          <p:nvPr/>
        </p:nvSpPr>
        <p:spPr>
          <a:xfrm>
            <a:off x="7472095" y="2607395"/>
            <a:ext cx="1000117" cy="706120"/>
          </a:xfrm>
          <a:prstGeom prst="rect">
            <a:avLst/>
          </a:prstGeom>
          <a:noFill/>
        </p:spPr>
        <p:txBody>
          <a:bodyPr wrap="square" rtlCol="0">
            <a:spAutoFit/>
          </a:bodyPr>
          <a:lstStyle/>
          <a:p>
            <a:pPr algn="ctr"/>
            <a:r>
              <a:rPr lang="en-US" altLang="zh-CN" sz="4000" dirty="0">
                <a:solidFill>
                  <a:schemeClr val="bg2"/>
                </a:solidFill>
                <a:latin typeface="Impact" panose="020B0806030902050204" pitchFamily="34" charset="0"/>
              </a:rPr>
              <a:t>04</a:t>
            </a:r>
            <a:endParaRPr lang="zh-CN" altLang="en-US" sz="4000" dirty="0">
              <a:solidFill>
                <a:schemeClr val="bg2"/>
              </a:solidFill>
              <a:latin typeface="Impact" panose="020B0806030902050204" pitchFamily="34" charset="0"/>
            </a:endParaRPr>
          </a:p>
        </p:txBody>
      </p:sp>
      <p:sp>
        <p:nvSpPr>
          <p:cNvPr id="182" name="文本框 181"/>
          <p:cNvSpPr txBox="1"/>
          <p:nvPr/>
        </p:nvSpPr>
        <p:spPr>
          <a:xfrm>
            <a:off x="6196660" y="3537216"/>
            <a:ext cx="1000117" cy="706120"/>
          </a:xfrm>
          <a:prstGeom prst="rect">
            <a:avLst/>
          </a:prstGeom>
          <a:noFill/>
        </p:spPr>
        <p:txBody>
          <a:bodyPr wrap="square" rtlCol="0">
            <a:spAutoFit/>
          </a:bodyPr>
          <a:lstStyle/>
          <a:p>
            <a:pPr algn="ctr"/>
            <a:r>
              <a:rPr lang="en-US" altLang="zh-CN" sz="4000" dirty="0">
                <a:solidFill>
                  <a:schemeClr val="tx2"/>
                </a:solidFill>
                <a:latin typeface="Impact" panose="020B0806030902050204" pitchFamily="34" charset="0"/>
              </a:rPr>
              <a:t>03</a:t>
            </a:r>
            <a:endParaRPr lang="zh-CN" altLang="en-US" sz="4000" dirty="0">
              <a:solidFill>
                <a:schemeClr val="tx2"/>
              </a:solidFill>
              <a:latin typeface="Impact" panose="020B0806030902050204" pitchFamily="34" charset="0"/>
            </a:endParaRP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87"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333333"/>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 calcmode="lin" valueType="num">
                                      <p:cBhvr>
                                        <p:cTn id="7" dur="500" fill="hold"/>
                                        <p:tgtEl>
                                          <p:spTgt spid="121"/>
                                        </p:tgtEl>
                                        <p:attrNameLst>
                                          <p:attrName>ppt_w</p:attrName>
                                        </p:attrNameLst>
                                      </p:cBhvr>
                                      <p:tavLst>
                                        <p:tav tm="0">
                                          <p:val>
                                            <p:fltVal val="0"/>
                                          </p:val>
                                        </p:tav>
                                        <p:tav tm="100000">
                                          <p:val>
                                            <p:strVal val="#ppt_w"/>
                                          </p:val>
                                        </p:tav>
                                      </p:tavLst>
                                    </p:anim>
                                    <p:anim calcmode="lin" valueType="num">
                                      <p:cBhvr>
                                        <p:cTn id="8" dur="500" fill="hold"/>
                                        <p:tgtEl>
                                          <p:spTgt spid="121"/>
                                        </p:tgtEl>
                                        <p:attrNameLst>
                                          <p:attrName>ppt_h</p:attrName>
                                        </p:attrNameLst>
                                      </p:cBhvr>
                                      <p:tavLst>
                                        <p:tav tm="0">
                                          <p:val>
                                            <p:fltVal val="0"/>
                                          </p:val>
                                        </p:tav>
                                        <p:tav tm="100000">
                                          <p:val>
                                            <p:strVal val="#ppt_h"/>
                                          </p:val>
                                        </p:tav>
                                      </p:tavLst>
                                    </p:anim>
                                    <p:animEffect transition="in" filter="fade">
                                      <p:cBhvr>
                                        <p:cTn id="9" dur="500"/>
                                        <p:tgtEl>
                                          <p:spTgt spid="121"/>
                                        </p:tgtEl>
                                      </p:cBhvr>
                                    </p:animEffect>
                                  </p:childTnLst>
                                </p:cTn>
                              </p:par>
                              <p:par>
                                <p:cTn id="10" presetID="53" presetClass="entr" presetSubtype="16" fill="hold" nodeType="withEffect">
                                  <p:stCondLst>
                                    <p:cond delay="0"/>
                                  </p:stCondLst>
                                  <p:childTnLst>
                                    <p:set>
                                      <p:cBhvr>
                                        <p:cTn id="11" dur="1" fill="hold">
                                          <p:stCondLst>
                                            <p:cond delay="0"/>
                                          </p:stCondLst>
                                        </p:cTn>
                                        <p:tgtEl>
                                          <p:spTgt spid="125"/>
                                        </p:tgtEl>
                                        <p:attrNameLst>
                                          <p:attrName>style.visibility</p:attrName>
                                        </p:attrNameLst>
                                      </p:cBhvr>
                                      <p:to>
                                        <p:strVal val="visible"/>
                                      </p:to>
                                    </p:set>
                                    <p:anim calcmode="lin" valueType="num">
                                      <p:cBhvr>
                                        <p:cTn id="12" dur="500" fill="hold"/>
                                        <p:tgtEl>
                                          <p:spTgt spid="125"/>
                                        </p:tgtEl>
                                        <p:attrNameLst>
                                          <p:attrName>ppt_w</p:attrName>
                                        </p:attrNameLst>
                                      </p:cBhvr>
                                      <p:tavLst>
                                        <p:tav tm="0">
                                          <p:val>
                                            <p:fltVal val="0"/>
                                          </p:val>
                                        </p:tav>
                                        <p:tav tm="100000">
                                          <p:val>
                                            <p:strVal val="#ppt_w"/>
                                          </p:val>
                                        </p:tav>
                                      </p:tavLst>
                                    </p:anim>
                                    <p:anim calcmode="lin" valueType="num">
                                      <p:cBhvr>
                                        <p:cTn id="13" dur="500" fill="hold"/>
                                        <p:tgtEl>
                                          <p:spTgt spid="125"/>
                                        </p:tgtEl>
                                        <p:attrNameLst>
                                          <p:attrName>ppt_h</p:attrName>
                                        </p:attrNameLst>
                                      </p:cBhvr>
                                      <p:tavLst>
                                        <p:tav tm="0">
                                          <p:val>
                                            <p:fltVal val="0"/>
                                          </p:val>
                                        </p:tav>
                                        <p:tav tm="100000">
                                          <p:val>
                                            <p:strVal val="#ppt_h"/>
                                          </p:val>
                                        </p:tav>
                                      </p:tavLst>
                                    </p:anim>
                                    <p:animEffect transition="in" filter="fade">
                                      <p:cBhvr>
                                        <p:cTn id="14" dur="500"/>
                                        <p:tgtEl>
                                          <p:spTgt spid="125"/>
                                        </p:tgtEl>
                                      </p:cBhvr>
                                    </p:animEffect>
                                  </p:childTnLst>
                                </p:cTn>
                              </p:par>
                              <p:par>
                                <p:cTn id="15" presetID="53" presetClass="entr" presetSubtype="16" fill="hold" nodeType="withEffect">
                                  <p:stCondLst>
                                    <p:cond delay="0"/>
                                  </p:stCondLst>
                                  <p:childTnLst>
                                    <p:set>
                                      <p:cBhvr>
                                        <p:cTn id="16" dur="1" fill="hold">
                                          <p:stCondLst>
                                            <p:cond delay="0"/>
                                          </p:stCondLst>
                                        </p:cTn>
                                        <p:tgtEl>
                                          <p:spTgt spid="129"/>
                                        </p:tgtEl>
                                        <p:attrNameLst>
                                          <p:attrName>style.visibility</p:attrName>
                                        </p:attrNameLst>
                                      </p:cBhvr>
                                      <p:to>
                                        <p:strVal val="visible"/>
                                      </p:to>
                                    </p:set>
                                    <p:anim calcmode="lin" valueType="num">
                                      <p:cBhvr>
                                        <p:cTn id="17" dur="500" fill="hold"/>
                                        <p:tgtEl>
                                          <p:spTgt spid="129"/>
                                        </p:tgtEl>
                                        <p:attrNameLst>
                                          <p:attrName>ppt_w</p:attrName>
                                        </p:attrNameLst>
                                      </p:cBhvr>
                                      <p:tavLst>
                                        <p:tav tm="0">
                                          <p:val>
                                            <p:fltVal val="0"/>
                                          </p:val>
                                        </p:tav>
                                        <p:tav tm="100000">
                                          <p:val>
                                            <p:strVal val="#ppt_w"/>
                                          </p:val>
                                        </p:tav>
                                      </p:tavLst>
                                    </p:anim>
                                    <p:anim calcmode="lin" valueType="num">
                                      <p:cBhvr>
                                        <p:cTn id="18" dur="500" fill="hold"/>
                                        <p:tgtEl>
                                          <p:spTgt spid="129"/>
                                        </p:tgtEl>
                                        <p:attrNameLst>
                                          <p:attrName>ppt_h</p:attrName>
                                        </p:attrNameLst>
                                      </p:cBhvr>
                                      <p:tavLst>
                                        <p:tav tm="0">
                                          <p:val>
                                            <p:fltVal val="0"/>
                                          </p:val>
                                        </p:tav>
                                        <p:tav tm="100000">
                                          <p:val>
                                            <p:strVal val="#ppt_h"/>
                                          </p:val>
                                        </p:tav>
                                      </p:tavLst>
                                    </p:anim>
                                    <p:animEffect transition="in" filter="fade">
                                      <p:cBhvr>
                                        <p:cTn id="19" dur="500"/>
                                        <p:tgtEl>
                                          <p:spTgt spid="129"/>
                                        </p:tgtEl>
                                      </p:cBhvr>
                                    </p:animEffect>
                                  </p:childTnLst>
                                </p:cTn>
                              </p:par>
                              <p:par>
                                <p:cTn id="20" presetID="53" presetClass="entr" presetSubtype="16" fill="hold" nodeType="withEffect">
                                  <p:stCondLst>
                                    <p:cond delay="0"/>
                                  </p:stCondLst>
                                  <p:childTnLst>
                                    <p:set>
                                      <p:cBhvr>
                                        <p:cTn id="21" dur="1" fill="hold">
                                          <p:stCondLst>
                                            <p:cond delay="0"/>
                                          </p:stCondLst>
                                        </p:cTn>
                                        <p:tgtEl>
                                          <p:spTgt spid="133"/>
                                        </p:tgtEl>
                                        <p:attrNameLst>
                                          <p:attrName>style.visibility</p:attrName>
                                        </p:attrNameLst>
                                      </p:cBhvr>
                                      <p:to>
                                        <p:strVal val="visible"/>
                                      </p:to>
                                    </p:set>
                                    <p:anim calcmode="lin" valueType="num">
                                      <p:cBhvr>
                                        <p:cTn id="22" dur="500" fill="hold"/>
                                        <p:tgtEl>
                                          <p:spTgt spid="133"/>
                                        </p:tgtEl>
                                        <p:attrNameLst>
                                          <p:attrName>ppt_w</p:attrName>
                                        </p:attrNameLst>
                                      </p:cBhvr>
                                      <p:tavLst>
                                        <p:tav tm="0">
                                          <p:val>
                                            <p:fltVal val="0"/>
                                          </p:val>
                                        </p:tav>
                                        <p:tav tm="100000">
                                          <p:val>
                                            <p:strVal val="#ppt_w"/>
                                          </p:val>
                                        </p:tav>
                                      </p:tavLst>
                                    </p:anim>
                                    <p:anim calcmode="lin" valueType="num">
                                      <p:cBhvr>
                                        <p:cTn id="23" dur="500" fill="hold"/>
                                        <p:tgtEl>
                                          <p:spTgt spid="133"/>
                                        </p:tgtEl>
                                        <p:attrNameLst>
                                          <p:attrName>ppt_h</p:attrName>
                                        </p:attrNameLst>
                                      </p:cBhvr>
                                      <p:tavLst>
                                        <p:tav tm="0">
                                          <p:val>
                                            <p:fltVal val="0"/>
                                          </p:val>
                                        </p:tav>
                                        <p:tav tm="100000">
                                          <p:val>
                                            <p:strVal val="#ppt_h"/>
                                          </p:val>
                                        </p:tav>
                                      </p:tavLst>
                                    </p:anim>
                                    <p:animEffect transition="in" filter="fade">
                                      <p:cBhvr>
                                        <p:cTn id="24" dur="500"/>
                                        <p:tgtEl>
                                          <p:spTgt spid="13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73"/>
                                        </p:tgtEl>
                                        <p:attrNameLst>
                                          <p:attrName>style.visibility</p:attrName>
                                        </p:attrNameLst>
                                      </p:cBhvr>
                                      <p:to>
                                        <p:strVal val="visible"/>
                                      </p:to>
                                    </p:set>
                                    <p:anim calcmode="lin" valueType="num">
                                      <p:cBhvr>
                                        <p:cTn id="27" dur="500" fill="hold"/>
                                        <p:tgtEl>
                                          <p:spTgt spid="173"/>
                                        </p:tgtEl>
                                        <p:attrNameLst>
                                          <p:attrName>ppt_w</p:attrName>
                                        </p:attrNameLst>
                                      </p:cBhvr>
                                      <p:tavLst>
                                        <p:tav tm="0">
                                          <p:val>
                                            <p:fltVal val="0"/>
                                          </p:val>
                                        </p:tav>
                                        <p:tav tm="100000">
                                          <p:val>
                                            <p:strVal val="#ppt_w"/>
                                          </p:val>
                                        </p:tav>
                                      </p:tavLst>
                                    </p:anim>
                                    <p:anim calcmode="lin" valueType="num">
                                      <p:cBhvr>
                                        <p:cTn id="28" dur="500" fill="hold"/>
                                        <p:tgtEl>
                                          <p:spTgt spid="173"/>
                                        </p:tgtEl>
                                        <p:attrNameLst>
                                          <p:attrName>ppt_h</p:attrName>
                                        </p:attrNameLst>
                                      </p:cBhvr>
                                      <p:tavLst>
                                        <p:tav tm="0">
                                          <p:val>
                                            <p:fltVal val="0"/>
                                          </p:val>
                                        </p:tav>
                                        <p:tav tm="100000">
                                          <p:val>
                                            <p:strVal val="#ppt_h"/>
                                          </p:val>
                                        </p:tav>
                                      </p:tavLst>
                                    </p:anim>
                                    <p:animEffect transition="in" filter="fade">
                                      <p:cBhvr>
                                        <p:cTn id="29" dur="500"/>
                                        <p:tgtEl>
                                          <p:spTgt spid="173"/>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76"/>
                                        </p:tgtEl>
                                        <p:attrNameLst>
                                          <p:attrName>style.visibility</p:attrName>
                                        </p:attrNameLst>
                                      </p:cBhvr>
                                      <p:to>
                                        <p:strVal val="visible"/>
                                      </p:to>
                                    </p:set>
                                    <p:anim calcmode="lin" valueType="num">
                                      <p:cBhvr>
                                        <p:cTn id="32" dur="500" fill="hold"/>
                                        <p:tgtEl>
                                          <p:spTgt spid="176"/>
                                        </p:tgtEl>
                                        <p:attrNameLst>
                                          <p:attrName>ppt_w</p:attrName>
                                        </p:attrNameLst>
                                      </p:cBhvr>
                                      <p:tavLst>
                                        <p:tav tm="0">
                                          <p:val>
                                            <p:fltVal val="0"/>
                                          </p:val>
                                        </p:tav>
                                        <p:tav tm="100000">
                                          <p:val>
                                            <p:strVal val="#ppt_w"/>
                                          </p:val>
                                        </p:tav>
                                      </p:tavLst>
                                    </p:anim>
                                    <p:anim calcmode="lin" valueType="num">
                                      <p:cBhvr>
                                        <p:cTn id="33" dur="500" fill="hold"/>
                                        <p:tgtEl>
                                          <p:spTgt spid="176"/>
                                        </p:tgtEl>
                                        <p:attrNameLst>
                                          <p:attrName>ppt_h</p:attrName>
                                        </p:attrNameLst>
                                      </p:cBhvr>
                                      <p:tavLst>
                                        <p:tav tm="0">
                                          <p:val>
                                            <p:fltVal val="0"/>
                                          </p:val>
                                        </p:tav>
                                        <p:tav tm="100000">
                                          <p:val>
                                            <p:strVal val="#ppt_h"/>
                                          </p:val>
                                        </p:tav>
                                      </p:tavLst>
                                    </p:anim>
                                    <p:animEffect transition="in" filter="fade">
                                      <p:cBhvr>
                                        <p:cTn id="34" dur="500"/>
                                        <p:tgtEl>
                                          <p:spTgt spid="17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79"/>
                                        </p:tgtEl>
                                        <p:attrNameLst>
                                          <p:attrName>style.visibility</p:attrName>
                                        </p:attrNameLst>
                                      </p:cBhvr>
                                      <p:to>
                                        <p:strVal val="visible"/>
                                      </p:to>
                                    </p:set>
                                    <p:anim calcmode="lin" valueType="num">
                                      <p:cBhvr>
                                        <p:cTn id="37" dur="500" fill="hold"/>
                                        <p:tgtEl>
                                          <p:spTgt spid="179"/>
                                        </p:tgtEl>
                                        <p:attrNameLst>
                                          <p:attrName>ppt_w</p:attrName>
                                        </p:attrNameLst>
                                      </p:cBhvr>
                                      <p:tavLst>
                                        <p:tav tm="0">
                                          <p:val>
                                            <p:fltVal val="0"/>
                                          </p:val>
                                        </p:tav>
                                        <p:tav tm="100000">
                                          <p:val>
                                            <p:strVal val="#ppt_w"/>
                                          </p:val>
                                        </p:tav>
                                      </p:tavLst>
                                    </p:anim>
                                    <p:anim calcmode="lin" valueType="num">
                                      <p:cBhvr>
                                        <p:cTn id="38" dur="500" fill="hold"/>
                                        <p:tgtEl>
                                          <p:spTgt spid="179"/>
                                        </p:tgtEl>
                                        <p:attrNameLst>
                                          <p:attrName>ppt_h</p:attrName>
                                        </p:attrNameLst>
                                      </p:cBhvr>
                                      <p:tavLst>
                                        <p:tav tm="0">
                                          <p:val>
                                            <p:fltVal val="0"/>
                                          </p:val>
                                        </p:tav>
                                        <p:tav tm="100000">
                                          <p:val>
                                            <p:strVal val="#ppt_h"/>
                                          </p:val>
                                        </p:tav>
                                      </p:tavLst>
                                    </p:anim>
                                    <p:animEffect transition="in" filter="fade">
                                      <p:cBhvr>
                                        <p:cTn id="39" dur="500"/>
                                        <p:tgtEl>
                                          <p:spTgt spid="17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82"/>
                                        </p:tgtEl>
                                        <p:attrNameLst>
                                          <p:attrName>style.visibility</p:attrName>
                                        </p:attrNameLst>
                                      </p:cBhvr>
                                      <p:to>
                                        <p:strVal val="visible"/>
                                      </p:to>
                                    </p:set>
                                    <p:anim calcmode="lin" valueType="num">
                                      <p:cBhvr>
                                        <p:cTn id="42" dur="500" fill="hold"/>
                                        <p:tgtEl>
                                          <p:spTgt spid="182"/>
                                        </p:tgtEl>
                                        <p:attrNameLst>
                                          <p:attrName>ppt_w</p:attrName>
                                        </p:attrNameLst>
                                      </p:cBhvr>
                                      <p:tavLst>
                                        <p:tav tm="0">
                                          <p:val>
                                            <p:fltVal val="0"/>
                                          </p:val>
                                        </p:tav>
                                        <p:tav tm="100000">
                                          <p:val>
                                            <p:strVal val="#ppt_w"/>
                                          </p:val>
                                        </p:tav>
                                      </p:tavLst>
                                    </p:anim>
                                    <p:anim calcmode="lin" valueType="num">
                                      <p:cBhvr>
                                        <p:cTn id="43" dur="500" fill="hold"/>
                                        <p:tgtEl>
                                          <p:spTgt spid="182"/>
                                        </p:tgtEl>
                                        <p:attrNameLst>
                                          <p:attrName>ppt_h</p:attrName>
                                        </p:attrNameLst>
                                      </p:cBhvr>
                                      <p:tavLst>
                                        <p:tav tm="0">
                                          <p:val>
                                            <p:fltVal val="0"/>
                                          </p:val>
                                        </p:tav>
                                        <p:tav tm="100000">
                                          <p:val>
                                            <p:strVal val="#ppt_h"/>
                                          </p:val>
                                        </p:tav>
                                      </p:tavLst>
                                    </p:anim>
                                    <p:animEffect transition="in" filter="fade">
                                      <p:cBhvr>
                                        <p:cTn id="44" dur="500"/>
                                        <p:tgtEl>
                                          <p:spTgt spid="182"/>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37"/>
                                        </p:tgtEl>
                                        <p:attrNameLst>
                                          <p:attrName>style.visibility</p:attrName>
                                        </p:attrNameLst>
                                      </p:cBhvr>
                                      <p:to>
                                        <p:strVal val="visible"/>
                                      </p:to>
                                    </p:set>
                                    <p:anim calcmode="lin" valueType="num">
                                      <p:cBhvr additive="base">
                                        <p:cTn id="49" dur="500" fill="hold"/>
                                        <p:tgtEl>
                                          <p:spTgt spid="137"/>
                                        </p:tgtEl>
                                        <p:attrNameLst>
                                          <p:attrName>ppt_x</p:attrName>
                                        </p:attrNameLst>
                                      </p:cBhvr>
                                      <p:tavLst>
                                        <p:tav tm="0">
                                          <p:val>
                                            <p:strVal val="#ppt_x"/>
                                          </p:val>
                                        </p:tav>
                                        <p:tav tm="100000">
                                          <p:val>
                                            <p:strVal val="#ppt_x"/>
                                          </p:val>
                                        </p:tav>
                                      </p:tavLst>
                                    </p:anim>
                                    <p:anim calcmode="lin" valueType="num">
                                      <p:cBhvr additive="base">
                                        <p:cTn id="50" dur="500" fill="hold"/>
                                        <p:tgtEl>
                                          <p:spTgt spid="13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43"/>
                                        </p:tgtEl>
                                        <p:attrNameLst>
                                          <p:attrName>style.visibility</p:attrName>
                                        </p:attrNameLst>
                                      </p:cBhvr>
                                      <p:to>
                                        <p:strVal val="visible"/>
                                      </p:to>
                                    </p:set>
                                    <p:anim calcmode="lin" valueType="num">
                                      <p:cBhvr additive="base">
                                        <p:cTn id="53" dur="500" fill="hold"/>
                                        <p:tgtEl>
                                          <p:spTgt spid="143"/>
                                        </p:tgtEl>
                                        <p:attrNameLst>
                                          <p:attrName>ppt_x</p:attrName>
                                        </p:attrNameLst>
                                      </p:cBhvr>
                                      <p:tavLst>
                                        <p:tav tm="0">
                                          <p:val>
                                            <p:strVal val="#ppt_x"/>
                                          </p:val>
                                        </p:tav>
                                        <p:tav tm="100000">
                                          <p:val>
                                            <p:strVal val="#ppt_x"/>
                                          </p:val>
                                        </p:tav>
                                      </p:tavLst>
                                    </p:anim>
                                    <p:anim calcmode="lin" valueType="num">
                                      <p:cBhvr additive="base">
                                        <p:cTn id="54" dur="500" fill="hold"/>
                                        <p:tgtEl>
                                          <p:spTgt spid="143"/>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49"/>
                                        </p:tgtEl>
                                        <p:attrNameLst>
                                          <p:attrName>style.visibility</p:attrName>
                                        </p:attrNameLst>
                                      </p:cBhvr>
                                      <p:to>
                                        <p:strVal val="visible"/>
                                      </p:to>
                                    </p:set>
                                    <p:anim calcmode="lin" valueType="num">
                                      <p:cBhvr additive="base">
                                        <p:cTn id="57" dur="500" fill="hold"/>
                                        <p:tgtEl>
                                          <p:spTgt spid="149"/>
                                        </p:tgtEl>
                                        <p:attrNameLst>
                                          <p:attrName>ppt_x</p:attrName>
                                        </p:attrNameLst>
                                      </p:cBhvr>
                                      <p:tavLst>
                                        <p:tav tm="0">
                                          <p:val>
                                            <p:strVal val="#ppt_x"/>
                                          </p:val>
                                        </p:tav>
                                        <p:tav tm="100000">
                                          <p:val>
                                            <p:strVal val="#ppt_x"/>
                                          </p:val>
                                        </p:tav>
                                      </p:tavLst>
                                    </p:anim>
                                    <p:anim calcmode="lin" valueType="num">
                                      <p:cBhvr additive="base">
                                        <p:cTn id="58" dur="500" fill="hold"/>
                                        <p:tgtEl>
                                          <p:spTgt spid="149"/>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55"/>
                                        </p:tgtEl>
                                        <p:attrNameLst>
                                          <p:attrName>style.visibility</p:attrName>
                                        </p:attrNameLst>
                                      </p:cBhvr>
                                      <p:to>
                                        <p:strVal val="visible"/>
                                      </p:to>
                                    </p:set>
                                    <p:anim calcmode="lin" valueType="num">
                                      <p:cBhvr additive="base">
                                        <p:cTn id="61" dur="500" fill="hold"/>
                                        <p:tgtEl>
                                          <p:spTgt spid="155"/>
                                        </p:tgtEl>
                                        <p:attrNameLst>
                                          <p:attrName>ppt_x</p:attrName>
                                        </p:attrNameLst>
                                      </p:cBhvr>
                                      <p:tavLst>
                                        <p:tav tm="0">
                                          <p:val>
                                            <p:strVal val="#ppt_x"/>
                                          </p:val>
                                        </p:tav>
                                        <p:tav tm="100000">
                                          <p:val>
                                            <p:strVal val="#ppt_x"/>
                                          </p:val>
                                        </p:tav>
                                      </p:tavLst>
                                    </p:anim>
                                    <p:anim calcmode="lin" valueType="num">
                                      <p:cBhvr additive="base">
                                        <p:cTn id="62" dur="500" fill="hold"/>
                                        <p:tgtEl>
                                          <p:spTgt spid="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 grpId="0"/>
      <p:bldP spid="176" grpId="0"/>
      <p:bldP spid="179" grpId="0"/>
      <p:bldP spid="18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任意多边形 28"/>
          <p:cNvSpPr/>
          <p:nvPr/>
        </p:nvSpPr>
        <p:spPr>
          <a:xfrm>
            <a:off x="1874500" y="2550225"/>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schemeClr val="tx1"/>
              </a:solidFill>
            </a:endParaRPr>
          </a:p>
        </p:txBody>
      </p:sp>
      <p:sp>
        <p:nvSpPr>
          <p:cNvPr id="30" name="任意多边形 29"/>
          <p:cNvSpPr/>
          <p:nvPr/>
        </p:nvSpPr>
        <p:spPr>
          <a:xfrm>
            <a:off x="5146647" y="2550225"/>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schemeClr val="tx1"/>
              </a:solidFill>
            </a:endParaRPr>
          </a:p>
        </p:txBody>
      </p:sp>
      <p:sp>
        <p:nvSpPr>
          <p:cNvPr id="31" name="任意多边形 30"/>
          <p:cNvSpPr/>
          <p:nvPr/>
        </p:nvSpPr>
        <p:spPr>
          <a:xfrm>
            <a:off x="8418794" y="2550225"/>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1865">
              <a:solidFill>
                <a:schemeClr val="tx1"/>
              </a:solidFill>
            </a:endParaRPr>
          </a:p>
        </p:txBody>
      </p:sp>
      <p:grpSp>
        <p:nvGrpSpPr>
          <p:cNvPr id="32" name="组合 31"/>
          <p:cNvGrpSpPr/>
          <p:nvPr/>
        </p:nvGrpSpPr>
        <p:grpSpPr>
          <a:xfrm>
            <a:off x="1108718" y="3048089"/>
            <a:ext cx="1010799" cy="1010800"/>
            <a:chOff x="4565675" y="907548"/>
            <a:chExt cx="1794376" cy="1794376"/>
          </a:xfrm>
        </p:grpSpPr>
        <p:sp>
          <p:nvSpPr>
            <p:cNvPr id="33" name="椭圆 32"/>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椭圆 33"/>
            <p:cNvSpPr/>
            <p:nvPr/>
          </p:nvSpPr>
          <p:spPr>
            <a:xfrm>
              <a:off x="4776826" y="1118698"/>
              <a:ext cx="1372075" cy="1372076"/>
            </a:xfrm>
            <a:prstGeom prst="ellipse">
              <a:avLst/>
            </a:prstGeom>
            <a:solidFill>
              <a:schemeClr val="bg2"/>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7" name="组合 36"/>
          <p:cNvGrpSpPr/>
          <p:nvPr/>
        </p:nvGrpSpPr>
        <p:grpSpPr>
          <a:xfrm>
            <a:off x="4291646" y="3048089"/>
            <a:ext cx="1010799" cy="1010800"/>
            <a:chOff x="4565675" y="907548"/>
            <a:chExt cx="1794376" cy="1794376"/>
          </a:xfrm>
        </p:grpSpPr>
        <p:sp>
          <p:nvSpPr>
            <p:cNvPr id="38" name="椭圆 37"/>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39" name="椭圆 38"/>
            <p:cNvSpPr/>
            <p:nvPr/>
          </p:nvSpPr>
          <p:spPr>
            <a:xfrm>
              <a:off x="4776826" y="1118698"/>
              <a:ext cx="1372075" cy="1372076"/>
            </a:xfrm>
            <a:prstGeom prst="ellipse">
              <a:avLst/>
            </a:prstGeom>
            <a:solidFill>
              <a:schemeClr val="tx2"/>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2" name="组合 41"/>
          <p:cNvGrpSpPr/>
          <p:nvPr/>
        </p:nvGrpSpPr>
        <p:grpSpPr>
          <a:xfrm>
            <a:off x="7589192" y="3048089"/>
            <a:ext cx="1010799" cy="1010800"/>
            <a:chOff x="4565675" y="907548"/>
            <a:chExt cx="1794376" cy="1794376"/>
          </a:xfrm>
        </p:grpSpPr>
        <p:sp>
          <p:nvSpPr>
            <p:cNvPr id="43" name="椭圆 42"/>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椭圆 43"/>
            <p:cNvSpPr/>
            <p:nvPr/>
          </p:nvSpPr>
          <p:spPr>
            <a:xfrm>
              <a:off x="4776826" y="1118698"/>
              <a:ext cx="1372075" cy="1372076"/>
            </a:xfrm>
            <a:prstGeom prst="ellipse">
              <a:avLst/>
            </a:prstGeom>
            <a:solidFill>
              <a:schemeClr val="bg2"/>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7" name="组合 46"/>
          <p:cNvGrpSpPr/>
          <p:nvPr/>
        </p:nvGrpSpPr>
        <p:grpSpPr>
          <a:xfrm>
            <a:off x="1703582" y="2035891"/>
            <a:ext cx="2767968" cy="521970"/>
            <a:chOff x="1703707" y="2072537"/>
            <a:chExt cx="2767968" cy="521970"/>
          </a:xfrm>
        </p:grpSpPr>
        <p:sp>
          <p:nvSpPr>
            <p:cNvPr id="48" name="文本框 47"/>
            <p:cNvSpPr txBox="1"/>
            <p:nvPr/>
          </p:nvSpPr>
          <p:spPr>
            <a:xfrm>
              <a:off x="1703707" y="2072537"/>
              <a:ext cx="1030515" cy="521970"/>
            </a:xfrm>
            <a:prstGeom prst="rect">
              <a:avLst/>
            </a:prstGeom>
            <a:noFill/>
          </p:spPr>
          <p:txBody>
            <a:bodyPr wrap="square" rtlCol="0">
              <a:spAutoFit/>
            </a:bodyPr>
            <a:lstStyle/>
            <a:p>
              <a:pPr algn="ctr"/>
              <a:r>
                <a:rPr lang="en-US" altLang="zh-CN" sz="2800" dirty="0">
                  <a:solidFill>
                    <a:schemeClr val="tx1"/>
                  </a:solidFill>
                  <a:latin typeface="Impact" panose="020B0806030902050204" pitchFamily="34" charset="0"/>
                </a:rPr>
                <a:t>01</a:t>
              </a:r>
            </a:p>
          </p:txBody>
        </p:sp>
        <p:sp>
          <p:nvSpPr>
            <p:cNvPr id="49" name="文本框 48"/>
            <p:cNvSpPr txBox="1"/>
            <p:nvPr/>
          </p:nvSpPr>
          <p:spPr>
            <a:xfrm>
              <a:off x="2385682" y="2077312"/>
              <a:ext cx="2085993" cy="457200"/>
            </a:xfrm>
            <a:prstGeom prst="rect">
              <a:avLst/>
            </a:prstGeom>
            <a:noFill/>
          </p:spPr>
          <p:txBody>
            <a:bodyPr wrap="square" rtlCol="0">
              <a:spAutoFit/>
            </a:bodyPr>
            <a:lstStyle/>
            <a:p>
              <a:r>
                <a:rPr lang="zh-CN" altLang="en-US" sz="2400" dirty="0">
                  <a:solidFill>
                    <a:schemeClr val="tx1"/>
                  </a:solidFill>
                  <a:latin typeface="时尚中黑简体" panose="01010104010101010101" pitchFamily="2" charset="-122"/>
                  <a:ea typeface="时尚中黑简体" panose="01010104010101010101" pitchFamily="2" charset="-122"/>
                </a:rPr>
                <a:t>在此添加标题</a:t>
              </a:r>
            </a:p>
          </p:txBody>
        </p:sp>
      </p:grpSp>
      <p:grpSp>
        <p:nvGrpSpPr>
          <p:cNvPr id="50" name="组合 49"/>
          <p:cNvGrpSpPr/>
          <p:nvPr/>
        </p:nvGrpSpPr>
        <p:grpSpPr>
          <a:xfrm>
            <a:off x="5011559" y="2035891"/>
            <a:ext cx="2767968" cy="521970"/>
            <a:chOff x="1703707" y="2072537"/>
            <a:chExt cx="2767968" cy="521970"/>
          </a:xfrm>
        </p:grpSpPr>
        <p:sp>
          <p:nvSpPr>
            <p:cNvPr id="51" name="文本框 50"/>
            <p:cNvSpPr txBox="1"/>
            <p:nvPr/>
          </p:nvSpPr>
          <p:spPr>
            <a:xfrm>
              <a:off x="1703707" y="2072537"/>
              <a:ext cx="1030515" cy="521970"/>
            </a:xfrm>
            <a:prstGeom prst="rect">
              <a:avLst/>
            </a:prstGeom>
            <a:noFill/>
          </p:spPr>
          <p:txBody>
            <a:bodyPr wrap="square" rtlCol="0">
              <a:spAutoFit/>
            </a:bodyPr>
            <a:lstStyle/>
            <a:p>
              <a:pPr algn="ctr"/>
              <a:r>
                <a:rPr lang="en-US" altLang="zh-CN" sz="2800" dirty="0">
                  <a:solidFill>
                    <a:schemeClr val="tx1"/>
                  </a:solidFill>
                  <a:latin typeface="Impact" panose="020B0806030902050204" pitchFamily="34" charset="0"/>
                </a:rPr>
                <a:t>02</a:t>
              </a:r>
            </a:p>
          </p:txBody>
        </p:sp>
        <p:sp>
          <p:nvSpPr>
            <p:cNvPr id="52" name="文本框 51"/>
            <p:cNvSpPr txBox="1"/>
            <p:nvPr/>
          </p:nvSpPr>
          <p:spPr>
            <a:xfrm>
              <a:off x="2385682" y="2077312"/>
              <a:ext cx="2085993" cy="457200"/>
            </a:xfrm>
            <a:prstGeom prst="rect">
              <a:avLst/>
            </a:prstGeom>
            <a:noFill/>
          </p:spPr>
          <p:txBody>
            <a:bodyPr wrap="square" rtlCol="0">
              <a:spAutoFit/>
            </a:bodyPr>
            <a:lstStyle/>
            <a:p>
              <a:r>
                <a:rPr lang="zh-CN" altLang="en-US" sz="2400" dirty="0">
                  <a:solidFill>
                    <a:schemeClr val="tx1"/>
                  </a:solidFill>
                  <a:latin typeface="时尚中黑简体" panose="01010104010101010101" pitchFamily="2" charset="-122"/>
                  <a:ea typeface="时尚中黑简体" panose="01010104010101010101" pitchFamily="2" charset="-122"/>
                </a:rPr>
                <a:t>在此添加标题</a:t>
              </a:r>
            </a:p>
          </p:txBody>
        </p:sp>
      </p:grpSp>
      <p:grpSp>
        <p:nvGrpSpPr>
          <p:cNvPr id="53" name="组合 52"/>
          <p:cNvGrpSpPr/>
          <p:nvPr/>
        </p:nvGrpSpPr>
        <p:grpSpPr>
          <a:xfrm>
            <a:off x="8268527" y="2035891"/>
            <a:ext cx="2767968" cy="521970"/>
            <a:chOff x="1703707" y="2072537"/>
            <a:chExt cx="2767968" cy="521970"/>
          </a:xfrm>
        </p:grpSpPr>
        <p:sp>
          <p:nvSpPr>
            <p:cNvPr id="54" name="文本框 53"/>
            <p:cNvSpPr txBox="1"/>
            <p:nvPr/>
          </p:nvSpPr>
          <p:spPr>
            <a:xfrm>
              <a:off x="1703707" y="2072537"/>
              <a:ext cx="1030515" cy="521970"/>
            </a:xfrm>
            <a:prstGeom prst="rect">
              <a:avLst/>
            </a:prstGeom>
            <a:noFill/>
          </p:spPr>
          <p:txBody>
            <a:bodyPr wrap="square" rtlCol="0">
              <a:spAutoFit/>
            </a:bodyPr>
            <a:lstStyle/>
            <a:p>
              <a:pPr algn="ctr"/>
              <a:r>
                <a:rPr lang="en-US" altLang="zh-CN" sz="2800" dirty="0">
                  <a:solidFill>
                    <a:schemeClr val="tx1"/>
                  </a:solidFill>
                  <a:latin typeface="Impact" panose="020B0806030902050204" pitchFamily="34" charset="0"/>
                </a:rPr>
                <a:t>03</a:t>
              </a:r>
            </a:p>
          </p:txBody>
        </p:sp>
        <p:sp>
          <p:nvSpPr>
            <p:cNvPr id="55" name="文本框 54"/>
            <p:cNvSpPr txBox="1"/>
            <p:nvPr/>
          </p:nvSpPr>
          <p:spPr>
            <a:xfrm>
              <a:off x="2385682" y="2077312"/>
              <a:ext cx="2085993" cy="457200"/>
            </a:xfrm>
            <a:prstGeom prst="rect">
              <a:avLst/>
            </a:prstGeom>
            <a:noFill/>
          </p:spPr>
          <p:txBody>
            <a:bodyPr wrap="square" rtlCol="0">
              <a:spAutoFit/>
            </a:bodyPr>
            <a:lstStyle/>
            <a:p>
              <a:r>
                <a:rPr lang="zh-CN" altLang="en-US" sz="2400" dirty="0">
                  <a:solidFill>
                    <a:schemeClr val="tx1"/>
                  </a:solidFill>
                  <a:latin typeface="时尚中黑简体" panose="01010104010101010101" pitchFamily="2" charset="-122"/>
                  <a:ea typeface="时尚中黑简体" panose="01010104010101010101" pitchFamily="2" charset="-122"/>
                </a:rPr>
                <a:t>在此添加标题</a:t>
              </a:r>
            </a:p>
          </p:txBody>
        </p:sp>
      </p:grpSp>
      <p:grpSp>
        <p:nvGrpSpPr>
          <p:cNvPr id="56" name="组合 55"/>
          <p:cNvGrpSpPr/>
          <p:nvPr/>
        </p:nvGrpSpPr>
        <p:grpSpPr>
          <a:xfrm>
            <a:off x="1425958" y="3383593"/>
            <a:ext cx="382345" cy="337559"/>
            <a:chOff x="10044251" y="4522834"/>
            <a:chExt cx="745082" cy="657806"/>
          </a:xfrm>
          <a:solidFill>
            <a:schemeClr val="bg1"/>
          </a:solidFill>
          <a:effectLst/>
        </p:grpSpPr>
        <p:sp>
          <p:nvSpPr>
            <p:cNvPr id="57" name="Oval 423"/>
            <p:cNvSpPr>
              <a:spLocks noChangeArrowheads="1"/>
            </p:cNvSpPr>
            <p:nvPr/>
          </p:nvSpPr>
          <p:spPr bwMode="auto">
            <a:xfrm>
              <a:off x="10603243" y="4610108"/>
              <a:ext cx="173829" cy="2012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58" name="Freeform 424"/>
            <p:cNvSpPr/>
            <p:nvPr/>
          </p:nvSpPr>
          <p:spPr bwMode="auto">
            <a:xfrm>
              <a:off x="10567179" y="4817837"/>
              <a:ext cx="222154" cy="298610"/>
            </a:xfrm>
            <a:custGeom>
              <a:avLst/>
              <a:gdLst>
                <a:gd name="T0" fmla="*/ 65 w 130"/>
                <a:gd name="T1" fmla="*/ 3 h 175"/>
                <a:gd name="T2" fmla="*/ 52 w 130"/>
                <a:gd name="T3" fmla="*/ 89 h 175"/>
                <a:gd name="T4" fmla="*/ 14 w 130"/>
                <a:gd name="T5" fmla="*/ 112 h 175"/>
                <a:gd name="T6" fmla="*/ 14 w 130"/>
                <a:gd name="T7" fmla="*/ 78 h 175"/>
                <a:gd name="T8" fmla="*/ 65 w 130"/>
                <a:gd name="T9" fmla="*/ 3 h 175"/>
                <a:gd name="T10" fmla="*/ 9 w 130"/>
                <a:gd name="T11" fmla="*/ 58 h 175"/>
                <a:gd name="T12" fmla="*/ 0 w 130"/>
                <a:gd name="T13" fmla="*/ 89 h 175"/>
                <a:gd name="T14" fmla="*/ 0 w 130"/>
                <a:gd name="T15" fmla="*/ 137 h 175"/>
                <a:gd name="T16" fmla="*/ 7 w 130"/>
                <a:gd name="T17" fmla="*/ 160 h 175"/>
                <a:gd name="T18" fmla="*/ 65 w 130"/>
                <a:gd name="T19" fmla="*/ 175 h 175"/>
                <a:gd name="T20" fmla="*/ 130 w 130"/>
                <a:gd name="T21" fmla="*/ 149 h 175"/>
                <a:gd name="T22" fmla="*/ 130 w 130"/>
                <a:gd name="T23" fmla="*/ 45 h 175"/>
                <a:gd name="T24" fmla="*/ 65 w 130"/>
                <a:gd name="T25" fmla="*/ 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 h="175">
                  <a:moveTo>
                    <a:pt x="65" y="3"/>
                  </a:moveTo>
                  <a:cubicBezTo>
                    <a:pt x="52" y="89"/>
                    <a:pt x="52" y="89"/>
                    <a:pt x="52" y="89"/>
                  </a:cubicBezTo>
                  <a:cubicBezTo>
                    <a:pt x="14" y="112"/>
                    <a:pt x="14" y="112"/>
                    <a:pt x="14" y="112"/>
                  </a:cubicBezTo>
                  <a:cubicBezTo>
                    <a:pt x="14" y="78"/>
                    <a:pt x="14" y="78"/>
                    <a:pt x="14" y="78"/>
                  </a:cubicBezTo>
                  <a:cubicBezTo>
                    <a:pt x="65" y="3"/>
                    <a:pt x="65" y="3"/>
                    <a:pt x="65" y="3"/>
                  </a:cubicBezTo>
                  <a:cubicBezTo>
                    <a:pt x="35" y="3"/>
                    <a:pt x="18" y="33"/>
                    <a:pt x="9" y="58"/>
                  </a:cubicBezTo>
                  <a:cubicBezTo>
                    <a:pt x="3" y="75"/>
                    <a:pt x="0" y="89"/>
                    <a:pt x="0" y="89"/>
                  </a:cubicBezTo>
                  <a:cubicBezTo>
                    <a:pt x="0" y="89"/>
                    <a:pt x="0" y="116"/>
                    <a:pt x="0" y="137"/>
                  </a:cubicBezTo>
                  <a:cubicBezTo>
                    <a:pt x="0" y="146"/>
                    <a:pt x="2" y="153"/>
                    <a:pt x="7" y="160"/>
                  </a:cubicBezTo>
                  <a:cubicBezTo>
                    <a:pt x="14" y="169"/>
                    <a:pt x="31" y="175"/>
                    <a:pt x="65" y="175"/>
                  </a:cubicBezTo>
                  <a:cubicBezTo>
                    <a:pt x="122" y="175"/>
                    <a:pt x="130" y="149"/>
                    <a:pt x="130" y="149"/>
                  </a:cubicBezTo>
                  <a:cubicBezTo>
                    <a:pt x="130" y="149"/>
                    <a:pt x="130" y="89"/>
                    <a:pt x="130" y="45"/>
                  </a:cubicBezTo>
                  <a:cubicBezTo>
                    <a:pt x="130" y="0"/>
                    <a:pt x="65" y="3"/>
                    <a:pt x="6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59" name="Freeform 425"/>
            <p:cNvSpPr/>
            <p:nvPr/>
          </p:nvSpPr>
          <p:spPr bwMode="auto">
            <a:xfrm>
              <a:off x="10229620" y="5001763"/>
              <a:ext cx="362082" cy="178877"/>
            </a:xfrm>
            <a:custGeom>
              <a:avLst/>
              <a:gdLst>
                <a:gd name="T0" fmla="*/ 187 w 212"/>
                <a:gd name="T1" fmla="*/ 55 h 105"/>
                <a:gd name="T2" fmla="*/ 178 w 212"/>
                <a:gd name="T3" fmla="*/ 0 h 105"/>
                <a:gd name="T4" fmla="*/ 110 w 212"/>
                <a:gd name="T5" fmla="*/ 20 h 105"/>
                <a:gd name="T6" fmla="*/ 44 w 212"/>
                <a:gd name="T7" fmla="*/ 0 h 105"/>
                <a:gd name="T8" fmla="*/ 30 w 212"/>
                <a:gd name="T9" fmla="*/ 56 h 105"/>
                <a:gd name="T10" fmla="*/ 0 w 212"/>
                <a:gd name="T11" fmla="*/ 72 h 105"/>
                <a:gd name="T12" fmla="*/ 110 w 212"/>
                <a:gd name="T13" fmla="*/ 105 h 105"/>
                <a:gd name="T14" fmla="*/ 212 w 212"/>
                <a:gd name="T15" fmla="*/ 72 h 105"/>
                <a:gd name="T16" fmla="*/ 187 w 212"/>
                <a:gd name="T17" fmla="*/ 5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 h="105">
                  <a:moveTo>
                    <a:pt x="187" y="55"/>
                  </a:moveTo>
                  <a:cubicBezTo>
                    <a:pt x="173" y="33"/>
                    <a:pt x="178" y="0"/>
                    <a:pt x="178" y="0"/>
                  </a:cubicBezTo>
                  <a:cubicBezTo>
                    <a:pt x="178" y="0"/>
                    <a:pt x="156" y="20"/>
                    <a:pt x="110" y="20"/>
                  </a:cubicBezTo>
                  <a:cubicBezTo>
                    <a:pt x="64" y="20"/>
                    <a:pt x="44" y="0"/>
                    <a:pt x="44" y="0"/>
                  </a:cubicBezTo>
                  <a:cubicBezTo>
                    <a:pt x="44" y="0"/>
                    <a:pt x="49" y="34"/>
                    <a:pt x="30" y="56"/>
                  </a:cubicBezTo>
                  <a:cubicBezTo>
                    <a:pt x="23" y="64"/>
                    <a:pt x="14" y="70"/>
                    <a:pt x="0" y="72"/>
                  </a:cubicBezTo>
                  <a:cubicBezTo>
                    <a:pt x="0" y="72"/>
                    <a:pt x="32" y="105"/>
                    <a:pt x="110" y="105"/>
                  </a:cubicBezTo>
                  <a:cubicBezTo>
                    <a:pt x="187" y="105"/>
                    <a:pt x="212" y="72"/>
                    <a:pt x="212" y="72"/>
                  </a:cubicBezTo>
                  <a:cubicBezTo>
                    <a:pt x="200" y="70"/>
                    <a:pt x="193" y="63"/>
                    <a:pt x="187"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0" name="Freeform 426"/>
            <p:cNvSpPr/>
            <p:nvPr/>
          </p:nvSpPr>
          <p:spPr bwMode="auto">
            <a:xfrm>
              <a:off x="10275782" y="4701711"/>
              <a:ext cx="283463" cy="256054"/>
            </a:xfrm>
            <a:custGeom>
              <a:avLst/>
              <a:gdLst>
                <a:gd name="T0" fmla="*/ 75 w 166"/>
                <a:gd name="T1" fmla="*/ 150 h 150"/>
                <a:gd name="T2" fmla="*/ 91 w 166"/>
                <a:gd name="T3" fmla="*/ 150 h 150"/>
                <a:gd name="T4" fmla="*/ 166 w 166"/>
                <a:gd name="T5" fmla="*/ 125 h 150"/>
                <a:gd name="T6" fmla="*/ 166 w 166"/>
                <a:gd name="T7" fmla="*/ 122 h 150"/>
                <a:gd name="T8" fmla="*/ 166 w 166"/>
                <a:gd name="T9" fmla="*/ 59 h 150"/>
                <a:gd name="T10" fmla="*/ 108 w 166"/>
                <a:gd name="T11" fmla="*/ 0 h 150"/>
                <a:gd name="T12" fmla="*/ 108 w 166"/>
                <a:gd name="T13" fmla="*/ 0 h 150"/>
                <a:gd name="T14" fmla="*/ 83 w 166"/>
                <a:gd name="T15" fmla="*/ 10 h 150"/>
                <a:gd name="T16" fmla="*/ 102 w 166"/>
                <a:gd name="T17" fmla="*/ 82 h 150"/>
                <a:gd name="T18" fmla="*/ 83 w 166"/>
                <a:gd name="T19" fmla="*/ 111 h 150"/>
                <a:gd name="T20" fmla="*/ 63 w 166"/>
                <a:gd name="T21" fmla="*/ 82 h 150"/>
                <a:gd name="T22" fmla="*/ 83 w 166"/>
                <a:gd name="T23" fmla="*/ 10 h 150"/>
                <a:gd name="T24" fmla="*/ 58 w 166"/>
                <a:gd name="T25" fmla="*/ 0 h 150"/>
                <a:gd name="T26" fmla="*/ 0 w 166"/>
                <a:gd name="T27" fmla="*/ 59 h 150"/>
                <a:gd name="T28" fmla="*/ 0 w 166"/>
                <a:gd name="T29" fmla="*/ 122 h 150"/>
                <a:gd name="T30" fmla="*/ 0 w 166"/>
                <a:gd name="T31" fmla="*/ 123 h 150"/>
                <a:gd name="T32" fmla="*/ 75 w 166"/>
                <a:gd name="T3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150">
                  <a:moveTo>
                    <a:pt x="75" y="150"/>
                  </a:moveTo>
                  <a:cubicBezTo>
                    <a:pt x="91" y="150"/>
                    <a:pt x="91" y="150"/>
                    <a:pt x="91" y="150"/>
                  </a:cubicBezTo>
                  <a:cubicBezTo>
                    <a:pt x="150" y="150"/>
                    <a:pt x="163" y="132"/>
                    <a:pt x="166" y="125"/>
                  </a:cubicBezTo>
                  <a:cubicBezTo>
                    <a:pt x="166" y="123"/>
                    <a:pt x="166" y="122"/>
                    <a:pt x="166" y="122"/>
                  </a:cubicBezTo>
                  <a:cubicBezTo>
                    <a:pt x="166" y="122"/>
                    <a:pt x="166" y="113"/>
                    <a:pt x="166" y="59"/>
                  </a:cubicBezTo>
                  <a:cubicBezTo>
                    <a:pt x="166" y="22"/>
                    <a:pt x="130" y="6"/>
                    <a:pt x="108" y="0"/>
                  </a:cubicBezTo>
                  <a:cubicBezTo>
                    <a:pt x="108" y="0"/>
                    <a:pt x="108" y="0"/>
                    <a:pt x="108" y="0"/>
                  </a:cubicBezTo>
                  <a:cubicBezTo>
                    <a:pt x="83" y="10"/>
                    <a:pt x="83" y="10"/>
                    <a:pt x="83" y="10"/>
                  </a:cubicBezTo>
                  <a:cubicBezTo>
                    <a:pt x="102" y="82"/>
                    <a:pt x="102" y="82"/>
                    <a:pt x="102" y="82"/>
                  </a:cubicBezTo>
                  <a:cubicBezTo>
                    <a:pt x="83" y="111"/>
                    <a:pt x="83" y="111"/>
                    <a:pt x="83" y="111"/>
                  </a:cubicBezTo>
                  <a:cubicBezTo>
                    <a:pt x="63" y="82"/>
                    <a:pt x="63" y="82"/>
                    <a:pt x="63" y="82"/>
                  </a:cubicBezTo>
                  <a:cubicBezTo>
                    <a:pt x="83" y="10"/>
                    <a:pt x="83" y="10"/>
                    <a:pt x="83" y="10"/>
                  </a:cubicBezTo>
                  <a:cubicBezTo>
                    <a:pt x="58" y="0"/>
                    <a:pt x="58" y="0"/>
                    <a:pt x="58" y="0"/>
                  </a:cubicBezTo>
                  <a:cubicBezTo>
                    <a:pt x="36" y="6"/>
                    <a:pt x="0" y="22"/>
                    <a:pt x="0" y="59"/>
                  </a:cubicBezTo>
                  <a:cubicBezTo>
                    <a:pt x="0" y="113"/>
                    <a:pt x="0" y="122"/>
                    <a:pt x="0" y="122"/>
                  </a:cubicBezTo>
                  <a:cubicBezTo>
                    <a:pt x="0" y="122"/>
                    <a:pt x="0" y="123"/>
                    <a:pt x="0" y="123"/>
                  </a:cubicBezTo>
                  <a:cubicBezTo>
                    <a:pt x="1" y="127"/>
                    <a:pt x="9" y="150"/>
                    <a:pt x="75"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1" name="Oval 427"/>
            <p:cNvSpPr>
              <a:spLocks noChangeArrowheads="1"/>
            </p:cNvSpPr>
            <p:nvPr/>
          </p:nvSpPr>
          <p:spPr bwMode="auto">
            <a:xfrm>
              <a:off x="10345746" y="4522834"/>
              <a:ext cx="143535" cy="1673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2" name="Freeform 428"/>
            <p:cNvSpPr/>
            <p:nvPr/>
          </p:nvSpPr>
          <p:spPr bwMode="auto">
            <a:xfrm>
              <a:off x="10044251" y="4816394"/>
              <a:ext cx="219990" cy="297889"/>
            </a:xfrm>
            <a:custGeom>
              <a:avLst/>
              <a:gdLst>
                <a:gd name="T0" fmla="*/ 129 w 129"/>
                <a:gd name="T1" fmla="*/ 138 h 175"/>
                <a:gd name="T2" fmla="*/ 129 w 129"/>
                <a:gd name="T3" fmla="*/ 89 h 175"/>
                <a:gd name="T4" fmla="*/ 121 w 129"/>
                <a:gd name="T5" fmla="*/ 58 h 175"/>
                <a:gd name="T6" fmla="*/ 65 w 129"/>
                <a:gd name="T7" fmla="*/ 3 h 175"/>
                <a:gd name="T8" fmla="*/ 116 w 129"/>
                <a:gd name="T9" fmla="*/ 78 h 175"/>
                <a:gd name="T10" fmla="*/ 116 w 129"/>
                <a:gd name="T11" fmla="*/ 113 h 175"/>
                <a:gd name="T12" fmla="*/ 78 w 129"/>
                <a:gd name="T13" fmla="*/ 89 h 175"/>
                <a:gd name="T14" fmla="*/ 65 w 129"/>
                <a:gd name="T15" fmla="*/ 3 h 175"/>
                <a:gd name="T16" fmla="*/ 0 w 129"/>
                <a:gd name="T17" fmla="*/ 45 h 175"/>
                <a:gd name="T18" fmla="*/ 0 w 129"/>
                <a:gd name="T19" fmla="*/ 149 h 175"/>
                <a:gd name="T20" fmla="*/ 65 w 129"/>
                <a:gd name="T21" fmla="*/ 175 h 175"/>
                <a:gd name="T22" fmla="*/ 122 w 129"/>
                <a:gd name="T23" fmla="*/ 161 h 175"/>
                <a:gd name="T24" fmla="*/ 129 w 129"/>
                <a:gd name="T25" fmla="*/ 138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75">
                  <a:moveTo>
                    <a:pt x="129" y="138"/>
                  </a:moveTo>
                  <a:cubicBezTo>
                    <a:pt x="129" y="117"/>
                    <a:pt x="129" y="89"/>
                    <a:pt x="129" y="89"/>
                  </a:cubicBezTo>
                  <a:cubicBezTo>
                    <a:pt x="129" y="89"/>
                    <a:pt x="127" y="75"/>
                    <a:pt x="121" y="58"/>
                  </a:cubicBezTo>
                  <a:cubicBezTo>
                    <a:pt x="112" y="33"/>
                    <a:pt x="95" y="3"/>
                    <a:pt x="65" y="3"/>
                  </a:cubicBezTo>
                  <a:cubicBezTo>
                    <a:pt x="116" y="78"/>
                    <a:pt x="116" y="78"/>
                    <a:pt x="116" y="78"/>
                  </a:cubicBezTo>
                  <a:cubicBezTo>
                    <a:pt x="116" y="113"/>
                    <a:pt x="116" y="113"/>
                    <a:pt x="116" y="113"/>
                  </a:cubicBezTo>
                  <a:cubicBezTo>
                    <a:pt x="78" y="89"/>
                    <a:pt x="78" y="89"/>
                    <a:pt x="78" y="89"/>
                  </a:cubicBezTo>
                  <a:cubicBezTo>
                    <a:pt x="65" y="3"/>
                    <a:pt x="65" y="3"/>
                    <a:pt x="65" y="3"/>
                  </a:cubicBezTo>
                  <a:cubicBezTo>
                    <a:pt x="65" y="3"/>
                    <a:pt x="0" y="0"/>
                    <a:pt x="0" y="45"/>
                  </a:cubicBezTo>
                  <a:cubicBezTo>
                    <a:pt x="0" y="90"/>
                    <a:pt x="0" y="149"/>
                    <a:pt x="0" y="149"/>
                  </a:cubicBezTo>
                  <a:cubicBezTo>
                    <a:pt x="0" y="149"/>
                    <a:pt x="8" y="175"/>
                    <a:pt x="65" y="175"/>
                  </a:cubicBezTo>
                  <a:cubicBezTo>
                    <a:pt x="97" y="175"/>
                    <a:pt x="114" y="170"/>
                    <a:pt x="122" y="161"/>
                  </a:cubicBezTo>
                  <a:cubicBezTo>
                    <a:pt x="128" y="155"/>
                    <a:pt x="129" y="147"/>
                    <a:pt x="129"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3" name="Oval 429"/>
            <p:cNvSpPr>
              <a:spLocks noChangeArrowheads="1"/>
            </p:cNvSpPr>
            <p:nvPr/>
          </p:nvSpPr>
          <p:spPr bwMode="auto">
            <a:xfrm>
              <a:off x="10055791" y="4607944"/>
              <a:ext cx="173829" cy="20340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grpSp>
      <p:grpSp>
        <p:nvGrpSpPr>
          <p:cNvPr id="64" name="组合 63"/>
          <p:cNvGrpSpPr/>
          <p:nvPr/>
        </p:nvGrpSpPr>
        <p:grpSpPr>
          <a:xfrm>
            <a:off x="4609034" y="3368167"/>
            <a:ext cx="372723" cy="337931"/>
            <a:chOff x="10054349" y="2685014"/>
            <a:chExt cx="726328" cy="658528"/>
          </a:xfrm>
          <a:solidFill>
            <a:schemeClr val="bg1"/>
          </a:solidFill>
          <a:effectLst/>
        </p:grpSpPr>
        <p:sp>
          <p:nvSpPr>
            <p:cNvPr id="65" name="Oval 440"/>
            <p:cNvSpPr>
              <a:spLocks noChangeArrowheads="1"/>
            </p:cNvSpPr>
            <p:nvPr/>
          </p:nvSpPr>
          <p:spPr bwMode="auto">
            <a:xfrm>
              <a:off x="10639307"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6" name="Freeform 441"/>
            <p:cNvSpPr/>
            <p:nvPr/>
          </p:nvSpPr>
          <p:spPr bwMode="auto">
            <a:xfrm>
              <a:off x="10606849" y="2685014"/>
              <a:ext cx="119011" cy="119732"/>
            </a:xfrm>
            <a:custGeom>
              <a:avLst/>
              <a:gdLst>
                <a:gd name="T0" fmla="*/ 55 w 70"/>
                <a:gd name="T1" fmla="*/ 70 h 70"/>
                <a:gd name="T2" fmla="*/ 70 w 70"/>
                <a:gd name="T3" fmla="*/ 70 h 70"/>
                <a:gd name="T4" fmla="*/ 0 w 70"/>
                <a:gd name="T5" fmla="*/ 0 h 70"/>
                <a:gd name="T6" fmla="*/ 0 w 70"/>
                <a:gd name="T7" fmla="*/ 14 h 70"/>
                <a:gd name="T8" fmla="*/ 55 w 70"/>
                <a:gd name="T9" fmla="*/ 70 h 70"/>
              </a:gdLst>
              <a:ahLst/>
              <a:cxnLst>
                <a:cxn ang="0">
                  <a:pos x="T0" y="T1"/>
                </a:cxn>
                <a:cxn ang="0">
                  <a:pos x="T2" y="T3"/>
                </a:cxn>
                <a:cxn ang="0">
                  <a:pos x="T4" y="T5"/>
                </a:cxn>
                <a:cxn ang="0">
                  <a:pos x="T6" y="T7"/>
                </a:cxn>
                <a:cxn ang="0">
                  <a:pos x="T8" y="T9"/>
                </a:cxn>
              </a:cxnLst>
              <a:rect l="0" t="0" r="r" b="b"/>
              <a:pathLst>
                <a:path w="70" h="70">
                  <a:moveTo>
                    <a:pt x="55" y="70"/>
                  </a:moveTo>
                  <a:cubicBezTo>
                    <a:pt x="70" y="70"/>
                    <a:pt x="70" y="70"/>
                    <a:pt x="70" y="70"/>
                  </a:cubicBezTo>
                  <a:cubicBezTo>
                    <a:pt x="70" y="31"/>
                    <a:pt x="39" y="0"/>
                    <a:pt x="0" y="0"/>
                  </a:cubicBezTo>
                  <a:cubicBezTo>
                    <a:pt x="0" y="14"/>
                    <a:pt x="0" y="14"/>
                    <a:pt x="0" y="14"/>
                  </a:cubicBezTo>
                  <a:cubicBezTo>
                    <a:pt x="31" y="14"/>
                    <a:pt x="55" y="39"/>
                    <a:pt x="55"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7" name="Freeform 442"/>
            <p:cNvSpPr/>
            <p:nvPr/>
          </p:nvSpPr>
          <p:spPr bwMode="auto">
            <a:xfrm>
              <a:off x="10606849" y="2727569"/>
              <a:ext cx="76456" cy="77177"/>
            </a:xfrm>
            <a:custGeom>
              <a:avLst/>
              <a:gdLst>
                <a:gd name="T0" fmla="*/ 33 w 45"/>
                <a:gd name="T1" fmla="*/ 45 h 45"/>
                <a:gd name="T2" fmla="*/ 45 w 45"/>
                <a:gd name="T3" fmla="*/ 45 h 45"/>
                <a:gd name="T4" fmla="*/ 0 w 45"/>
                <a:gd name="T5" fmla="*/ 0 h 45"/>
                <a:gd name="T6" fmla="*/ 0 w 45"/>
                <a:gd name="T7" fmla="*/ 12 h 45"/>
                <a:gd name="T8" fmla="*/ 33 w 45"/>
                <a:gd name="T9" fmla="*/ 45 h 45"/>
              </a:gdLst>
              <a:ahLst/>
              <a:cxnLst>
                <a:cxn ang="0">
                  <a:pos x="T0" y="T1"/>
                </a:cxn>
                <a:cxn ang="0">
                  <a:pos x="T2" y="T3"/>
                </a:cxn>
                <a:cxn ang="0">
                  <a:pos x="T4" y="T5"/>
                </a:cxn>
                <a:cxn ang="0">
                  <a:pos x="T6" y="T7"/>
                </a:cxn>
                <a:cxn ang="0">
                  <a:pos x="T8" y="T9"/>
                </a:cxn>
              </a:cxnLst>
              <a:rect l="0" t="0" r="r" b="b"/>
              <a:pathLst>
                <a:path w="45" h="45">
                  <a:moveTo>
                    <a:pt x="33" y="45"/>
                  </a:moveTo>
                  <a:cubicBezTo>
                    <a:pt x="45" y="45"/>
                    <a:pt x="45" y="45"/>
                    <a:pt x="45" y="45"/>
                  </a:cubicBezTo>
                  <a:cubicBezTo>
                    <a:pt x="45" y="20"/>
                    <a:pt x="25" y="0"/>
                    <a:pt x="0" y="0"/>
                  </a:cubicBezTo>
                  <a:cubicBezTo>
                    <a:pt x="0" y="12"/>
                    <a:pt x="0" y="12"/>
                    <a:pt x="0" y="12"/>
                  </a:cubicBezTo>
                  <a:cubicBezTo>
                    <a:pt x="18" y="12"/>
                    <a:pt x="33" y="27"/>
                    <a:pt x="33"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8" name="Freeform 443"/>
            <p:cNvSpPr/>
            <p:nvPr/>
          </p:nvSpPr>
          <p:spPr bwMode="auto">
            <a:xfrm>
              <a:off x="10606849" y="2762190"/>
              <a:ext cx="42556" cy="42556"/>
            </a:xfrm>
            <a:custGeom>
              <a:avLst/>
              <a:gdLst>
                <a:gd name="T0" fmla="*/ 13 w 25"/>
                <a:gd name="T1" fmla="*/ 25 h 25"/>
                <a:gd name="T2" fmla="*/ 25 w 25"/>
                <a:gd name="T3" fmla="*/ 25 h 25"/>
                <a:gd name="T4" fmla="*/ 0 w 25"/>
                <a:gd name="T5" fmla="*/ 0 h 25"/>
                <a:gd name="T6" fmla="*/ 0 w 25"/>
                <a:gd name="T7" fmla="*/ 12 h 25"/>
                <a:gd name="T8" fmla="*/ 13 w 25"/>
                <a:gd name="T9" fmla="*/ 25 h 25"/>
              </a:gdLst>
              <a:ahLst/>
              <a:cxnLst>
                <a:cxn ang="0">
                  <a:pos x="T0" y="T1"/>
                </a:cxn>
                <a:cxn ang="0">
                  <a:pos x="T2" y="T3"/>
                </a:cxn>
                <a:cxn ang="0">
                  <a:pos x="T4" y="T5"/>
                </a:cxn>
                <a:cxn ang="0">
                  <a:pos x="T6" y="T7"/>
                </a:cxn>
                <a:cxn ang="0">
                  <a:pos x="T8" y="T9"/>
                </a:cxn>
              </a:cxnLst>
              <a:rect l="0" t="0" r="r" b="b"/>
              <a:pathLst>
                <a:path w="25" h="25">
                  <a:moveTo>
                    <a:pt x="13" y="25"/>
                  </a:moveTo>
                  <a:cubicBezTo>
                    <a:pt x="25" y="25"/>
                    <a:pt x="25" y="25"/>
                    <a:pt x="25" y="25"/>
                  </a:cubicBezTo>
                  <a:cubicBezTo>
                    <a:pt x="25" y="11"/>
                    <a:pt x="14" y="0"/>
                    <a:pt x="0" y="0"/>
                  </a:cubicBezTo>
                  <a:cubicBezTo>
                    <a:pt x="0" y="12"/>
                    <a:pt x="0" y="12"/>
                    <a:pt x="0" y="12"/>
                  </a:cubicBezTo>
                  <a:cubicBezTo>
                    <a:pt x="7" y="12"/>
                    <a:pt x="13" y="18"/>
                    <a:pt x="13"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69" name="Freeform 444"/>
            <p:cNvSpPr/>
            <p:nvPr/>
          </p:nvSpPr>
          <p:spPr bwMode="auto">
            <a:xfrm>
              <a:off x="10611898" y="3114896"/>
              <a:ext cx="168779" cy="228646"/>
            </a:xfrm>
            <a:custGeom>
              <a:avLst/>
              <a:gdLst>
                <a:gd name="T0" fmla="*/ 49 w 99"/>
                <a:gd name="T1" fmla="*/ 2 h 134"/>
                <a:gd name="T2" fmla="*/ 40 w 99"/>
                <a:gd name="T3" fmla="*/ 68 h 134"/>
                <a:gd name="T4" fmla="*/ 10 w 99"/>
                <a:gd name="T5" fmla="*/ 87 h 134"/>
                <a:gd name="T6" fmla="*/ 10 w 99"/>
                <a:gd name="T7" fmla="*/ 60 h 134"/>
                <a:gd name="T8" fmla="*/ 49 w 99"/>
                <a:gd name="T9" fmla="*/ 2 h 134"/>
                <a:gd name="T10" fmla="*/ 0 w 99"/>
                <a:gd name="T11" fmla="*/ 68 h 134"/>
                <a:gd name="T12" fmla="*/ 0 w 99"/>
                <a:gd name="T13" fmla="*/ 106 h 134"/>
                <a:gd name="T14" fmla="*/ 49 w 99"/>
                <a:gd name="T15" fmla="*/ 134 h 134"/>
                <a:gd name="T16" fmla="*/ 99 w 99"/>
                <a:gd name="T17" fmla="*/ 115 h 134"/>
                <a:gd name="T18" fmla="*/ 99 w 99"/>
                <a:gd name="T19" fmla="*/ 35 h 134"/>
                <a:gd name="T20" fmla="*/ 49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49" y="2"/>
                  </a:moveTo>
                  <a:cubicBezTo>
                    <a:pt x="40" y="68"/>
                    <a:pt x="40" y="68"/>
                    <a:pt x="40" y="68"/>
                  </a:cubicBezTo>
                  <a:cubicBezTo>
                    <a:pt x="10" y="87"/>
                    <a:pt x="10" y="87"/>
                    <a:pt x="10" y="87"/>
                  </a:cubicBezTo>
                  <a:cubicBezTo>
                    <a:pt x="10" y="60"/>
                    <a:pt x="10" y="60"/>
                    <a:pt x="10" y="60"/>
                  </a:cubicBezTo>
                  <a:cubicBezTo>
                    <a:pt x="49" y="2"/>
                    <a:pt x="49" y="2"/>
                    <a:pt x="49" y="2"/>
                  </a:cubicBezTo>
                  <a:cubicBezTo>
                    <a:pt x="11" y="2"/>
                    <a:pt x="0" y="68"/>
                    <a:pt x="0" y="68"/>
                  </a:cubicBezTo>
                  <a:cubicBezTo>
                    <a:pt x="0" y="68"/>
                    <a:pt x="0" y="90"/>
                    <a:pt x="0" y="106"/>
                  </a:cubicBezTo>
                  <a:cubicBezTo>
                    <a:pt x="0" y="122"/>
                    <a:pt x="5" y="134"/>
                    <a:pt x="49" y="134"/>
                  </a:cubicBezTo>
                  <a:cubicBezTo>
                    <a:pt x="94" y="134"/>
                    <a:pt x="99" y="115"/>
                    <a:pt x="99" y="115"/>
                  </a:cubicBezTo>
                  <a:cubicBezTo>
                    <a:pt x="99" y="115"/>
                    <a:pt x="99" y="69"/>
                    <a:pt x="99" y="35"/>
                  </a:cubicBezTo>
                  <a:cubicBezTo>
                    <a:pt x="99" y="0"/>
                    <a:pt x="49" y="2"/>
                    <a:pt x="4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0" name="Freeform 445"/>
            <p:cNvSpPr/>
            <p:nvPr/>
          </p:nvSpPr>
          <p:spPr bwMode="auto">
            <a:xfrm>
              <a:off x="10344303" y="3058636"/>
              <a:ext cx="170222" cy="22360"/>
            </a:xfrm>
            <a:custGeom>
              <a:avLst/>
              <a:gdLst>
                <a:gd name="T0" fmla="*/ 94 w 100"/>
                <a:gd name="T1" fmla="*/ 0 h 13"/>
                <a:gd name="T2" fmla="*/ 7 w 100"/>
                <a:gd name="T3" fmla="*/ 0 h 13"/>
                <a:gd name="T4" fmla="*/ 2 w 100"/>
                <a:gd name="T5" fmla="*/ 2 h 13"/>
                <a:gd name="T6" fmla="*/ 0 w 100"/>
                <a:gd name="T7" fmla="*/ 6 h 13"/>
                <a:gd name="T8" fmla="*/ 7 w 100"/>
                <a:gd name="T9" fmla="*/ 13 h 13"/>
                <a:gd name="T10" fmla="*/ 94 w 100"/>
                <a:gd name="T11" fmla="*/ 13 h 13"/>
                <a:gd name="T12" fmla="*/ 100 w 100"/>
                <a:gd name="T13" fmla="*/ 6 h 13"/>
                <a:gd name="T14" fmla="*/ 94 w 100"/>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3">
                  <a:moveTo>
                    <a:pt x="94" y="0"/>
                  </a:moveTo>
                  <a:cubicBezTo>
                    <a:pt x="7" y="0"/>
                    <a:pt x="7" y="0"/>
                    <a:pt x="7" y="0"/>
                  </a:cubicBezTo>
                  <a:cubicBezTo>
                    <a:pt x="5" y="0"/>
                    <a:pt x="4" y="0"/>
                    <a:pt x="2" y="2"/>
                  </a:cubicBezTo>
                  <a:cubicBezTo>
                    <a:pt x="1" y="3"/>
                    <a:pt x="0" y="4"/>
                    <a:pt x="0" y="6"/>
                  </a:cubicBezTo>
                  <a:cubicBezTo>
                    <a:pt x="0" y="10"/>
                    <a:pt x="3" y="13"/>
                    <a:pt x="7" y="13"/>
                  </a:cubicBezTo>
                  <a:cubicBezTo>
                    <a:pt x="94" y="13"/>
                    <a:pt x="94" y="13"/>
                    <a:pt x="94" y="13"/>
                  </a:cubicBezTo>
                  <a:cubicBezTo>
                    <a:pt x="97" y="13"/>
                    <a:pt x="100" y="10"/>
                    <a:pt x="100" y="6"/>
                  </a:cubicBezTo>
                  <a:cubicBezTo>
                    <a:pt x="100" y="3"/>
                    <a:pt x="97" y="0"/>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1" name="Freeform 446"/>
            <p:cNvSpPr/>
            <p:nvPr/>
          </p:nvSpPr>
          <p:spPr bwMode="auto">
            <a:xfrm>
              <a:off x="10465478" y="2847301"/>
              <a:ext cx="56260" cy="64915"/>
            </a:xfrm>
            <a:custGeom>
              <a:avLst/>
              <a:gdLst>
                <a:gd name="T0" fmla="*/ 17 w 33"/>
                <a:gd name="T1" fmla="*/ 38 h 38"/>
                <a:gd name="T2" fmla="*/ 33 w 33"/>
                <a:gd name="T3" fmla="*/ 24 h 38"/>
                <a:gd name="T4" fmla="*/ 33 w 33"/>
                <a:gd name="T5" fmla="*/ 19 h 38"/>
                <a:gd name="T6" fmla="*/ 18 w 33"/>
                <a:gd name="T7" fmla="*/ 0 h 38"/>
                <a:gd name="T8" fmla="*/ 17 w 33"/>
                <a:gd name="T9" fmla="*/ 0 h 38"/>
                <a:gd name="T10" fmla="*/ 0 w 33"/>
                <a:gd name="T11" fmla="*/ 19 h 38"/>
                <a:gd name="T12" fmla="*/ 17 w 3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3" h="38">
                  <a:moveTo>
                    <a:pt x="17" y="38"/>
                  </a:moveTo>
                  <a:cubicBezTo>
                    <a:pt x="24" y="38"/>
                    <a:pt x="31" y="32"/>
                    <a:pt x="33" y="24"/>
                  </a:cubicBezTo>
                  <a:cubicBezTo>
                    <a:pt x="33" y="22"/>
                    <a:pt x="33" y="21"/>
                    <a:pt x="33" y="19"/>
                  </a:cubicBezTo>
                  <a:cubicBezTo>
                    <a:pt x="33" y="9"/>
                    <a:pt x="26" y="0"/>
                    <a:pt x="18" y="0"/>
                  </a:cubicBezTo>
                  <a:cubicBezTo>
                    <a:pt x="17" y="0"/>
                    <a:pt x="17" y="0"/>
                    <a:pt x="17" y="0"/>
                  </a:cubicBezTo>
                  <a:cubicBezTo>
                    <a:pt x="7" y="0"/>
                    <a:pt x="0" y="8"/>
                    <a:pt x="0" y="19"/>
                  </a:cubicBezTo>
                  <a:cubicBezTo>
                    <a:pt x="0" y="30"/>
                    <a:pt x="7" y="38"/>
                    <a:pt x="17"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2" name="Freeform 447"/>
            <p:cNvSpPr/>
            <p:nvPr/>
          </p:nvSpPr>
          <p:spPr bwMode="auto">
            <a:xfrm>
              <a:off x="10434463" y="2918708"/>
              <a:ext cx="117569" cy="68522"/>
            </a:xfrm>
            <a:custGeom>
              <a:avLst/>
              <a:gdLst>
                <a:gd name="T0" fmla="*/ 50 w 69"/>
                <a:gd name="T1" fmla="*/ 0 h 40"/>
                <a:gd name="T2" fmla="*/ 36 w 69"/>
                <a:gd name="T3" fmla="*/ 5 h 40"/>
                <a:gd name="T4" fmla="*/ 42 w 69"/>
                <a:gd name="T5" fmla="*/ 25 h 40"/>
                <a:gd name="T6" fmla="*/ 36 w 69"/>
                <a:gd name="T7" fmla="*/ 35 h 40"/>
                <a:gd name="T8" fmla="*/ 29 w 69"/>
                <a:gd name="T9" fmla="*/ 25 h 40"/>
                <a:gd name="T10" fmla="*/ 36 w 69"/>
                <a:gd name="T11" fmla="*/ 5 h 40"/>
                <a:gd name="T12" fmla="*/ 19 w 69"/>
                <a:gd name="T13" fmla="*/ 0 h 40"/>
                <a:gd name="T14" fmla="*/ 0 w 69"/>
                <a:gd name="T15" fmla="*/ 20 h 40"/>
                <a:gd name="T16" fmla="*/ 0 w 69"/>
                <a:gd name="T17" fmla="*/ 40 h 40"/>
                <a:gd name="T18" fmla="*/ 32 w 69"/>
                <a:gd name="T19" fmla="*/ 40 h 40"/>
                <a:gd name="T20" fmla="*/ 37 w 69"/>
                <a:gd name="T21" fmla="*/ 40 h 40"/>
                <a:gd name="T22" fmla="*/ 69 w 69"/>
                <a:gd name="T23" fmla="*/ 40 h 40"/>
                <a:gd name="T24" fmla="*/ 69 w 69"/>
                <a:gd name="T25" fmla="*/ 20 h 40"/>
                <a:gd name="T26" fmla="*/ 50 w 69"/>
                <a:gd name="T2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 h="40">
                  <a:moveTo>
                    <a:pt x="50" y="0"/>
                  </a:moveTo>
                  <a:cubicBezTo>
                    <a:pt x="36" y="5"/>
                    <a:pt x="36" y="5"/>
                    <a:pt x="36" y="5"/>
                  </a:cubicBezTo>
                  <a:cubicBezTo>
                    <a:pt x="42" y="25"/>
                    <a:pt x="42" y="25"/>
                    <a:pt x="42" y="25"/>
                  </a:cubicBezTo>
                  <a:cubicBezTo>
                    <a:pt x="36" y="35"/>
                    <a:pt x="36" y="35"/>
                    <a:pt x="36" y="35"/>
                  </a:cubicBezTo>
                  <a:cubicBezTo>
                    <a:pt x="29" y="25"/>
                    <a:pt x="29" y="25"/>
                    <a:pt x="29" y="25"/>
                  </a:cubicBezTo>
                  <a:cubicBezTo>
                    <a:pt x="36" y="5"/>
                    <a:pt x="36" y="5"/>
                    <a:pt x="36" y="5"/>
                  </a:cubicBezTo>
                  <a:cubicBezTo>
                    <a:pt x="19" y="0"/>
                    <a:pt x="19" y="0"/>
                    <a:pt x="19" y="0"/>
                  </a:cubicBezTo>
                  <a:cubicBezTo>
                    <a:pt x="10" y="3"/>
                    <a:pt x="0" y="8"/>
                    <a:pt x="0" y="20"/>
                  </a:cubicBezTo>
                  <a:cubicBezTo>
                    <a:pt x="0" y="40"/>
                    <a:pt x="0" y="40"/>
                    <a:pt x="0" y="40"/>
                  </a:cubicBezTo>
                  <a:cubicBezTo>
                    <a:pt x="32" y="40"/>
                    <a:pt x="32" y="40"/>
                    <a:pt x="32" y="40"/>
                  </a:cubicBezTo>
                  <a:cubicBezTo>
                    <a:pt x="37" y="40"/>
                    <a:pt x="37" y="40"/>
                    <a:pt x="37" y="40"/>
                  </a:cubicBezTo>
                  <a:cubicBezTo>
                    <a:pt x="69" y="40"/>
                    <a:pt x="69" y="40"/>
                    <a:pt x="69" y="40"/>
                  </a:cubicBezTo>
                  <a:cubicBezTo>
                    <a:pt x="69" y="40"/>
                    <a:pt x="69" y="40"/>
                    <a:pt x="69" y="20"/>
                  </a:cubicBezTo>
                  <a:cubicBezTo>
                    <a:pt x="69" y="8"/>
                    <a:pt x="59" y="3"/>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3" name="Freeform 448"/>
            <p:cNvSpPr/>
            <p:nvPr/>
          </p:nvSpPr>
          <p:spPr bwMode="auto">
            <a:xfrm>
              <a:off x="10280831" y="2814844"/>
              <a:ext cx="119732" cy="196188"/>
            </a:xfrm>
            <a:custGeom>
              <a:avLst/>
              <a:gdLst>
                <a:gd name="T0" fmla="*/ 66 w 70"/>
                <a:gd name="T1" fmla="*/ 0 h 115"/>
                <a:gd name="T2" fmla="*/ 61 w 70"/>
                <a:gd name="T3" fmla="*/ 4 h 115"/>
                <a:gd name="T4" fmla="*/ 61 w 70"/>
                <a:gd name="T5" fmla="*/ 56 h 115"/>
                <a:gd name="T6" fmla="*/ 3 w 70"/>
                <a:gd name="T7" fmla="*/ 56 h 115"/>
                <a:gd name="T8" fmla="*/ 1 w 70"/>
                <a:gd name="T9" fmla="*/ 57 h 115"/>
                <a:gd name="T10" fmla="*/ 0 w 70"/>
                <a:gd name="T11" fmla="*/ 61 h 115"/>
                <a:gd name="T12" fmla="*/ 3 w 70"/>
                <a:gd name="T13" fmla="*/ 65 h 115"/>
                <a:gd name="T14" fmla="*/ 29 w 70"/>
                <a:gd name="T15" fmla="*/ 65 h 115"/>
                <a:gd name="T16" fmla="*/ 61 w 70"/>
                <a:gd name="T17" fmla="*/ 65 h 115"/>
                <a:gd name="T18" fmla="*/ 61 w 70"/>
                <a:gd name="T19" fmla="*/ 111 h 115"/>
                <a:gd name="T20" fmla="*/ 63 w 70"/>
                <a:gd name="T21" fmla="*/ 114 h 115"/>
                <a:gd name="T22" fmla="*/ 66 w 70"/>
                <a:gd name="T23" fmla="*/ 115 h 115"/>
                <a:gd name="T24" fmla="*/ 70 w 70"/>
                <a:gd name="T25" fmla="*/ 111 h 115"/>
                <a:gd name="T26" fmla="*/ 70 w 70"/>
                <a:gd name="T27" fmla="*/ 61 h 115"/>
                <a:gd name="T28" fmla="*/ 70 w 70"/>
                <a:gd name="T29" fmla="*/ 4 h 115"/>
                <a:gd name="T30" fmla="*/ 69 w 70"/>
                <a:gd name="T31" fmla="*/ 1 h 115"/>
                <a:gd name="T32" fmla="*/ 66 w 70"/>
                <a:gd name="T33"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115">
                  <a:moveTo>
                    <a:pt x="66" y="0"/>
                  </a:moveTo>
                  <a:cubicBezTo>
                    <a:pt x="63" y="0"/>
                    <a:pt x="61" y="2"/>
                    <a:pt x="61" y="4"/>
                  </a:cubicBezTo>
                  <a:cubicBezTo>
                    <a:pt x="61" y="56"/>
                    <a:pt x="61" y="56"/>
                    <a:pt x="61" y="56"/>
                  </a:cubicBezTo>
                  <a:cubicBezTo>
                    <a:pt x="3" y="56"/>
                    <a:pt x="3" y="56"/>
                    <a:pt x="3" y="56"/>
                  </a:cubicBezTo>
                  <a:cubicBezTo>
                    <a:pt x="2" y="56"/>
                    <a:pt x="1" y="57"/>
                    <a:pt x="1" y="57"/>
                  </a:cubicBezTo>
                  <a:cubicBezTo>
                    <a:pt x="0" y="58"/>
                    <a:pt x="0" y="59"/>
                    <a:pt x="0" y="61"/>
                  </a:cubicBezTo>
                  <a:cubicBezTo>
                    <a:pt x="0" y="63"/>
                    <a:pt x="1" y="65"/>
                    <a:pt x="3" y="65"/>
                  </a:cubicBezTo>
                  <a:cubicBezTo>
                    <a:pt x="29" y="65"/>
                    <a:pt x="29" y="65"/>
                    <a:pt x="29" y="65"/>
                  </a:cubicBezTo>
                  <a:cubicBezTo>
                    <a:pt x="61" y="65"/>
                    <a:pt x="61" y="65"/>
                    <a:pt x="61" y="65"/>
                  </a:cubicBezTo>
                  <a:cubicBezTo>
                    <a:pt x="61" y="111"/>
                    <a:pt x="61" y="111"/>
                    <a:pt x="61" y="111"/>
                  </a:cubicBezTo>
                  <a:cubicBezTo>
                    <a:pt x="61" y="112"/>
                    <a:pt x="62" y="113"/>
                    <a:pt x="63" y="114"/>
                  </a:cubicBezTo>
                  <a:cubicBezTo>
                    <a:pt x="63" y="115"/>
                    <a:pt x="65" y="115"/>
                    <a:pt x="66" y="115"/>
                  </a:cubicBezTo>
                  <a:cubicBezTo>
                    <a:pt x="68" y="115"/>
                    <a:pt x="70" y="113"/>
                    <a:pt x="70" y="111"/>
                  </a:cubicBezTo>
                  <a:cubicBezTo>
                    <a:pt x="70" y="61"/>
                    <a:pt x="70" y="61"/>
                    <a:pt x="70" y="61"/>
                  </a:cubicBezTo>
                  <a:cubicBezTo>
                    <a:pt x="70" y="4"/>
                    <a:pt x="70" y="4"/>
                    <a:pt x="70" y="4"/>
                  </a:cubicBezTo>
                  <a:cubicBezTo>
                    <a:pt x="70" y="3"/>
                    <a:pt x="70" y="2"/>
                    <a:pt x="69" y="1"/>
                  </a:cubicBezTo>
                  <a:cubicBezTo>
                    <a:pt x="68" y="0"/>
                    <a:pt x="67" y="0"/>
                    <a:pt x="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4" name="Freeform 449"/>
            <p:cNvSpPr/>
            <p:nvPr/>
          </p:nvSpPr>
          <p:spPr bwMode="auto">
            <a:xfrm>
              <a:off x="10298141" y="2974968"/>
              <a:ext cx="62752" cy="37507"/>
            </a:xfrm>
            <a:custGeom>
              <a:avLst/>
              <a:gdLst>
                <a:gd name="T0" fmla="*/ 27 w 37"/>
                <a:gd name="T1" fmla="*/ 0 h 22"/>
                <a:gd name="T2" fmla="*/ 19 w 37"/>
                <a:gd name="T3" fmla="*/ 3 h 22"/>
                <a:gd name="T4" fmla="*/ 23 w 37"/>
                <a:gd name="T5" fmla="*/ 14 h 22"/>
                <a:gd name="T6" fmla="*/ 19 w 37"/>
                <a:gd name="T7" fmla="*/ 19 h 22"/>
                <a:gd name="T8" fmla="*/ 15 w 37"/>
                <a:gd name="T9" fmla="*/ 14 h 22"/>
                <a:gd name="T10" fmla="*/ 19 w 37"/>
                <a:gd name="T11" fmla="*/ 3 h 22"/>
                <a:gd name="T12" fmla="*/ 15 w 37"/>
                <a:gd name="T13" fmla="*/ 2 h 22"/>
                <a:gd name="T14" fmla="*/ 10 w 37"/>
                <a:gd name="T15" fmla="*/ 0 h 22"/>
                <a:gd name="T16" fmla="*/ 0 w 37"/>
                <a:gd name="T17" fmla="*/ 11 h 22"/>
                <a:gd name="T18" fmla="*/ 0 w 37"/>
                <a:gd name="T19" fmla="*/ 22 h 22"/>
                <a:gd name="T20" fmla="*/ 17 w 37"/>
                <a:gd name="T21" fmla="*/ 22 h 22"/>
                <a:gd name="T22" fmla="*/ 19 w 37"/>
                <a:gd name="T23" fmla="*/ 22 h 22"/>
                <a:gd name="T24" fmla="*/ 20 w 37"/>
                <a:gd name="T25" fmla="*/ 22 h 22"/>
                <a:gd name="T26" fmla="*/ 37 w 37"/>
                <a:gd name="T27" fmla="*/ 22 h 22"/>
                <a:gd name="T28" fmla="*/ 37 w 37"/>
                <a:gd name="T29" fmla="*/ 11 h 22"/>
                <a:gd name="T30" fmla="*/ 27 w 37"/>
                <a:gd name="T3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22">
                  <a:moveTo>
                    <a:pt x="27" y="0"/>
                  </a:moveTo>
                  <a:cubicBezTo>
                    <a:pt x="19" y="3"/>
                    <a:pt x="19" y="3"/>
                    <a:pt x="19" y="3"/>
                  </a:cubicBezTo>
                  <a:cubicBezTo>
                    <a:pt x="23" y="14"/>
                    <a:pt x="23" y="14"/>
                    <a:pt x="23" y="14"/>
                  </a:cubicBezTo>
                  <a:cubicBezTo>
                    <a:pt x="19" y="19"/>
                    <a:pt x="19" y="19"/>
                    <a:pt x="19" y="19"/>
                  </a:cubicBezTo>
                  <a:cubicBezTo>
                    <a:pt x="15" y="14"/>
                    <a:pt x="15" y="14"/>
                    <a:pt x="15" y="14"/>
                  </a:cubicBezTo>
                  <a:cubicBezTo>
                    <a:pt x="19" y="3"/>
                    <a:pt x="19" y="3"/>
                    <a:pt x="19" y="3"/>
                  </a:cubicBezTo>
                  <a:cubicBezTo>
                    <a:pt x="15" y="2"/>
                    <a:pt x="15" y="2"/>
                    <a:pt x="15" y="2"/>
                  </a:cubicBezTo>
                  <a:cubicBezTo>
                    <a:pt x="10" y="0"/>
                    <a:pt x="10" y="0"/>
                    <a:pt x="10" y="0"/>
                  </a:cubicBezTo>
                  <a:cubicBezTo>
                    <a:pt x="5" y="2"/>
                    <a:pt x="0" y="5"/>
                    <a:pt x="0" y="11"/>
                  </a:cubicBezTo>
                  <a:cubicBezTo>
                    <a:pt x="0" y="22"/>
                    <a:pt x="0" y="22"/>
                    <a:pt x="0" y="22"/>
                  </a:cubicBezTo>
                  <a:cubicBezTo>
                    <a:pt x="17" y="22"/>
                    <a:pt x="17" y="22"/>
                    <a:pt x="17" y="22"/>
                  </a:cubicBezTo>
                  <a:cubicBezTo>
                    <a:pt x="19" y="22"/>
                    <a:pt x="19" y="22"/>
                    <a:pt x="19" y="22"/>
                  </a:cubicBezTo>
                  <a:cubicBezTo>
                    <a:pt x="20" y="22"/>
                    <a:pt x="20" y="22"/>
                    <a:pt x="20" y="22"/>
                  </a:cubicBezTo>
                  <a:cubicBezTo>
                    <a:pt x="37" y="22"/>
                    <a:pt x="37" y="22"/>
                    <a:pt x="37" y="22"/>
                  </a:cubicBezTo>
                  <a:cubicBezTo>
                    <a:pt x="37" y="22"/>
                    <a:pt x="37" y="22"/>
                    <a:pt x="37" y="11"/>
                  </a:cubicBezTo>
                  <a:cubicBezTo>
                    <a:pt x="37" y="5"/>
                    <a:pt x="32" y="2"/>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5" name="Freeform 450"/>
            <p:cNvSpPr/>
            <p:nvPr/>
          </p:nvSpPr>
          <p:spPr bwMode="auto">
            <a:xfrm>
              <a:off x="10313288" y="2936019"/>
              <a:ext cx="32458" cy="35343"/>
            </a:xfrm>
            <a:custGeom>
              <a:avLst/>
              <a:gdLst>
                <a:gd name="T0" fmla="*/ 8 w 19"/>
                <a:gd name="T1" fmla="*/ 21 h 21"/>
                <a:gd name="T2" fmla="*/ 10 w 19"/>
                <a:gd name="T3" fmla="*/ 21 h 21"/>
                <a:gd name="T4" fmla="*/ 19 w 19"/>
                <a:gd name="T5" fmla="*/ 10 h 21"/>
                <a:gd name="T6" fmla="*/ 10 w 19"/>
                <a:gd name="T7" fmla="*/ 0 h 21"/>
                <a:gd name="T8" fmla="*/ 0 w 19"/>
                <a:gd name="T9" fmla="*/ 10 h 21"/>
                <a:gd name="T10" fmla="*/ 8 w 19"/>
                <a:gd name="T11" fmla="*/ 21 h 21"/>
              </a:gdLst>
              <a:ahLst/>
              <a:cxnLst>
                <a:cxn ang="0">
                  <a:pos x="T0" y="T1"/>
                </a:cxn>
                <a:cxn ang="0">
                  <a:pos x="T2" y="T3"/>
                </a:cxn>
                <a:cxn ang="0">
                  <a:pos x="T4" y="T5"/>
                </a:cxn>
                <a:cxn ang="0">
                  <a:pos x="T6" y="T7"/>
                </a:cxn>
                <a:cxn ang="0">
                  <a:pos x="T8" y="T9"/>
                </a:cxn>
                <a:cxn ang="0">
                  <a:pos x="T10" y="T11"/>
                </a:cxn>
              </a:cxnLst>
              <a:rect l="0" t="0" r="r" b="b"/>
              <a:pathLst>
                <a:path w="19" h="21">
                  <a:moveTo>
                    <a:pt x="8" y="21"/>
                  </a:moveTo>
                  <a:cubicBezTo>
                    <a:pt x="8" y="21"/>
                    <a:pt x="9" y="21"/>
                    <a:pt x="10" y="21"/>
                  </a:cubicBezTo>
                  <a:cubicBezTo>
                    <a:pt x="15" y="21"/>
                    <a:pt x="19" y="16"/>
                    <a:pt x="19" y="10"/>
                  </a:cubicBezTo>
                  <a:cubicBezTo>
                    <a:pt x="19" y="4"/>
                    <a:pt x="15" y="0"/>
                    <a:pt x="10" y="0"/>
                  </a:cubicBezTo>
                  <a:cubicBezTo>
                    <a:pt x="4" y="0"/>
                    <a:pt x="0" y="4"/>
                    <a:pt x="0" y="10"/>
                  </a:cubicBezTo>
                  <a:cubicBezTo>
                    <a:pt x="0" y="15"/>
                    <a:pt x="3" y="20"/>
                    <a:pt x="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6" name="Oval 451"/>
            <p:cNvSpPr>
              <a:spLocks noChangeArrowheads="1"/>
            </p:cNvSpPr>
            <p:nvPr/>
          </p:nvSpPr>
          <p:spPr bwMode="auto">
            <a:xfrm>
              <a:off x="10313288" y="2816286"/>
              <a:ext cx="31015" cy="3750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8" name="Freeform 452"/>
            <p:cNvSpPr/>
            <p:nvPr/>
          </p:nvSpPr>
          <p:spPr bwMode="auto">
            <a:xfrm>
              <a:off x="10296699" y="2857399"/>
              <a:ext cx="64194" cy="36064"/>
            </a:xfrm>
            <a:custGeom>
              <a:avLst/>
              <a:gdLst>
                <a:gd name="T0" fmla="*/ 20 w 38"/>
                <a:gd name="T1" fmla="*/ 21 h 21"/>
                <a:gd name="T2" fmla="*/ 20 w 38"/>
                <a:gd name="T3" fmla="*/ 21 h 21"/>
                <a:gd name="T4" fmla="*/ 38 w 38"/>
                <a:gd name="T5" fmla="*/ 21 h 21"/>
                <a:gd name="T6" fmla="*/ 38 w 38"/>
                <a:gd name="T7" fmla="*/ 10 h 21"/>
                <a:gd name="T8" fmla="*/ 28 w 38"/>
                <a:gd name="T9" fmla="*/ 0 h 21"/>
                <a:gd name="T10" fmla="*/ 20 w 38"/>
                <a:gd name="T11" fmla="*/ 3 h 21"/>
                <a:gd name="T12" fmla="*/ 23 w 38"/>
                <a:gd name="T13" fmla="*/ 13 h 21"/>
                <a:gd name="T14" fmla="*/ 20 w 38"/>
                <a:gd name="T15" fmla="*/ 19 h 21"/>
                <a:gd name="T16" fmla="*/ 16 w 38"/>
                <a:gd name="T17" fmla="*/ 13 h 21"/>
                <a:gd name="T18" fmla="*/ 20 w 38"/>
                <a:gd name="T19" fmla="*/ 3 h 21"/>
                <a:gd name="T20" fmla="*/ 10 w 38"/>
                <a:gd name="T21" fmla="*/ 0 h 21"/>
                <a:gd name="T22" fmla="*/ 0 w 38"/>
                <a:gd name="T23" fmla="*/ 10 h 21"/>
                <a:gd name="T24" fmla="*/ 0 w 38"/>
                <a:gd name="T25" fmla="*/ 21 h 21"/>
                <a:gd name="T26" fmla="*/ 18 w 38"/>
                <a:gd name="T27" fmla="*/ 21 h 21"/>
                <a:gd name="T28" fmla="*/ 20 w 38"/>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21">
                  <a:moveTo>
                    <a:pt x="20" y="21"/>
                  </a:moveTo>
                  <a:cubicBezTo>
                    <a:pt x="20" y="21"/>
                    <a:pt x="20" y="21"/>
                    <a:pt x="20" y="21"/>
                  </a:cubicBezTo>
                  <a:cubicBezTo>
                    <a:pt x="38" y="21"/>
                    <a:pt x="38" y="21"/>
                    <a:pt x="38" y="21"/>
                  </a:cubicBezTo>
                  <a:cubicBezTo>
                    <a:pt x="38" y="21"/>
                    <a:pt x="38" y="21"/>
                    <a:pt x="38" y="10"/>
                  </a:cubicBezTo>
                  <a:cubicBezTo>
                    <a:pt x="38" y="4"/>
                    <a:pt x="32" y="1"/>
                    <a:pt x="28" y="0"/>
                  </a:cubicBezTo>
                  <a:cubicBezTo>
                    <a:pt x="20" y="3"/>
                    <a:pt x="20" y="3"/>
                    <a:pt x="20" y="3"/>
                  </a:cubicBezTo>
                  <a:cubicBezTo>
                    <a:pt x="23" y="13"/>
                    <a:pt x="23" y="13"/>
                    <a:pt x="23" y="13"/>
                  </a:cubicBezTo>
                  <a:cubicBezTo>
                    <a:pt x="20" y="19"/>
                    <a:pt x="20" y="19"/>
                    <a:pt x="20" y="19"/>
                  </a:cubicBezTo>
                  <a:cubicBezTo>
                    <a:pt x="16" y="13"/>
                    <a:pt x="16" y="13"/>
                    <a:pt x="16" y="13"/>
                  </a:cubicBezTo>
                  <a:cubicBezTo>
                    <a:pt x="20" y="3"/>
                    <a:pt x="20" y="3"/>
                    <a:pt x="20" y="3"/>
                  </a:cubicBezTo>
                  <a:cubicBezTo>
                    <a:pt x="10" y="0"/>
                    <a:pt x="10" y="0"/>
                    <a:pt x="10" y="0"/>
                  </a:cubicBezTo>
                  <a:cubicBezTo>
                    <a:pt x="6" y="1"/>
                    <a:pt x="0" y="4"/>
                    <a:pt x="0" y="10"/>
                  </a:cubicBezTo>
                  <a:cubicBezTo>
                    <a:pt x="0" y="21"/>
                    <a:pt x="0" y="21"/>
                    <a:pt x="0" y="21"/>
                  </a:cubicBezTo>
                  <a:cubicBezTo>
                    <a:pt x="18" y="21"/>
                    <a:pt x="18" y="21"/>
                    <a:pt x="18" y="21"/>
                  </a:cubicBezTo>
                  <a:lnTo>
                    <a:pt x="20"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79" name="Freeform 453"/>
            <p:cNvSpPr>
              <a:spLocks noEditPoints="1"/>
            </p:cNvSpPr>
            <p:nvPr/>
          </p:nvSpPr>
          <p:spPr bwMode="auto">
            <a:xfrm>
              <a:off x="10238275" y="2785993"/>
              <a:ext cx="383721" cy="262546"/>
            </a:xfrm>
            <a:custGeom>
              <a:avLst/>
              <a:gdLst>
                <a:gd name="T0" fmla="*/ 225 w 225"/>
                <a:gd name="T1" fmla="*/ 137 h 154"/>
                <a:gd name="T2" fmla="*/ 225 w 225"/>
                <a:gd name="T3" fmla="*/ 80 h 154"/>
                <a:gd name="T4" fmla="*/ 225 w 225"/>
                <a:gd name="T5" fmla="*/ 66 h 154"/>
                <a:gd name="T6" fmla="*/ 225 w 225"/>
                <a:gd name="T7" fmla="*/ 56 h 154"/>
                <a:gd name="T8" fmla="*/ 225 w 225"/>
                <a:gd name="T9" fmla="*/ 42 h 154"/>
                <a:gd name="T10" fmla="*/ 225 w 225"/>
                <a:gd name="T11" fmla="*/ 35 h 154"/>
                <a:gd name="T12" fmla="*/ 225 w 225"/>
                <a:gd name="T13" fmla="*/ 21 h 154"/>
                <a:gd name="T14" fmla="*/ 225 w 225"/>
                <a:gd name="T15" fmla="*/ 18 h 154"/>
                <a:gd name="T16" fmla="*/ 223 w 225"/>
                <a:gd name="T17" fmla="*/ 11 h 154"/>
                <a:gd name="T18" fmla="*/ 216 w 225"/>
                <a:gd name="T19" fmla="*/ 3 h 154"/>
                <a:gd name="T20" fmla="*/ 209 w 225"/>
                <a:gd name="T21" fmla="*/ 0 h 154"/>
                <a:gd name="T22" fmla="*/ 207 w 225"/>
                <a:gd name="T23" fmla="*/ 0 h 154"/>
                <a:gd name="T24" fmla="*/ 193 w 225"/>
                <a:gd name="T25" fmla="*/ 0 h 154"/>
                <a:gd name="T26" fmla="*/ 185 w 225"/>
                <a:gd name="T27" fmla="*/ 0 h 154"/>
                <a:gd name="T28" fmla="*/ 172 w 225"/>
                <a:gd name="T29" fmla="*/ 0 h 154"/>
                <a:gd name="T30" fmla="*/ 161 w 225"/>
                <a:gd name="T31" fmla="*/ 0 h 154"/>
                <a:gd name="T32" fmla="*/ 147 w 225"/>
                <a:gd name="T33" fmla="*/ 0 h 154"/>
                <a:gd name="T34" fmla="*/ 18 w 225"/>
                <a:gd name="T35" fmla="*/ 0 h 154"/>
                <a:gd name="T36" fmla="*/ 0 w 225"/>
                <a:gd name="T37" fmla="*/ 18 h 154"/>
                <a:gd name="T38" fmla="*/ 0 w 225"/>
                <a:gd name="T39" fmla="*/ 137 h 154"/>
                <a:gd name="T40" fmla="*/ 18 w 225"/>
                <a:gd name="T41" fmla="*/ 154 h 154"/>
                <a:gd name="T42" fmla="*/ 207 w 225"/>
                <a:gd name="T43" fmla="*/ 154 h 154"/>
                <a:gd name="T44" fmla="*/ 225 w 225"/>
                <a:gd name="T45" fmla="*/ 137 h 154"/>
                <a:gd name="T46" fmla="*/ 211 w 225"/>
                <a:gd name="T47" fmla="*/ 126 h 154"/>
                <a:gd name="T48" fmla="*/ 196 w 225"/>
                <a:gd name="T49" fmla="*/ 141 h 154"/>
                <a:gd name="T50" fmla="*/ 55 w 225"/>
                <a:gd name="T51" fmla="*/ 141 h 154"/>
                <a:gd name="T52" fmla="*/ 29 w 225"/>
                <a:gd name="T53" fmla="*/ 141 h 154"/>
                <a:gd name="T54" fmla="*/ 13 w 225"/>
                <a:gd name="T55" fmla="*/ 126 h 154"/>
                <a:gd name="T56" fmla="*/ 13 w 225"/>
                <a:gd name="T57" fmla="*/ 26 h 154"/>
                <a:gd name="T58" fmla="*/ 29 w 225"/>
                <a:gd name="T59" fmla="*/ 11 h 154"/>
                <a:gd name="T60" fmla="*/ 91 w 225"/>
                <a:gd name="T61" fmla="*/ 11 h 154"/>
                <a:gd name="T62" fmla="*/ 146 w 225"/>
                <a:gd name="T63" fmla="*/ 11 h 154"/>
                <a:gd name="T64" fmla="*/ 160 w 225"/>
                <a:gd name="T65" fmla="*/ 11 h 154"/>
                <a:gd name="T66" fmla="*/ 170 w 225"/>
                <a:gd name="T67" fmla="*/ 11 h 154"/>
                <a:gd name="T68" fmla="*/ 183 w 225"/>
                <a:gd name="T69" fmla="*/ 11 h 154"/>
                <a:gd name="T70" fmla="*/ 191 w 225"/>
                <a:gd name="T71" fmla="*/ 11 h 154"/>
                <a:gd name="T72" fmla="*/ 196 w 225"/>
                <a:gd name="T73" fmla="*/ 11 h 154"/>
                <a:gd name="T74" fmla="*/ 203 w 225"/>
                <a:gd name="T75" fmla="*/ 13 h 154"/>
                <a:gd name="T76" fmla="*/ 211 w 225"/>
                <a:gd name="T77" fmla="*/ 23 h 154"/>
                <a:gd name="T78" fmla="*/ 211 w 225"/>
                <a:gd name="T79" fmla="*/ 26 h 154"/>
                <a:gd name="T80" fmla="*/ 211 w 225"/>
                <a:gd name="T81" fmla="*/ 36 h 154"/>
                <a:gd name="T82" fmla="*/ 211 w 225"/>
                <a:gd name="T83" fmla="*/ 43 h 154"/>
                <a:gd name="T84" fmla="*/ 211 w 225"/>
                <a:gd name="T85" fmla="*/ 57 h 154"/>
                <a:gd name="T86" fmla="*/ 211 w 225"/>
                <a:gd name="T87" fmla="*/ 66 h 154"/>
                <a:gd name="T88" fmla="*/ 211 w 225"/>
                <a:gd name="T89" fmla="*/ 81 h 154"/>
                <a:gd name="T90" fmla="*/ 211 w 225"/>
                <a:gd name="T91" fmla="*/ 12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5" h="154">
                  <a:moveTo>
                    <a:pt x="225" y="137"/>
                  </a:moveTo>
                  <a:cubicBezTo>
                    <a:pt x="225" y="80"/>
                    <a:pt x="225" y="80"/>
                    <a:pt x="225" y="80"/>
                  </a:cubicBezTo>
                  <a:cubicBezTo>
                    <a:pt x="225" y="66"/>
                    <a:pt x="225" y="66"/>
                    <a:pt x="225" y="66"/>
                  </a:cubicBezTo>
                  <a:cubicBezTo>
                    <a:pt x="225" y="56"/>
                    <a:pt x="225" y="56"/>
                    <a:pt x="225" y="56"/>
                  </a:cubicBezTo>
                  <a:cubicBezTo>
                    <a:pt x="225" y="42"/>
                    <a:pt x="225" y="42"/>
                    <a:pt x="225" y="42"/>
                  </a:cubicBezTo>
                  <a:cubicBezTo>
                    <a:pt x="225" y="35"/>
                    <a:pt x="225" y="35"/>
                    <a:pt x="225" y="35"/>
                  </a:cubicBezTo>
                  <a:cubicBezTo>
                    <a:pt x="225" y="21"/>
                    <a:pt x="225" y="21"/>
                    <a:pt x="225" y="21"/>
                  </a:cubicBezTo>
                  <a:cubicBezTo>
                    <a:pt x="225" y="18"/>
                    <a:pt x="225" y="18"/>
                    <a:pt x="225" y="18"/>
                  </a:cubicBezTo>
                  <a:cubicBezTo>
                    <a:pt x="225" y="15"/>
                    <a:pt x="224" y="13"/>
                    <a:pt x="223" y="11"/>
                  </a:cubicBezTo>
                  <a:cubicBezTo>
                    <a:pt x="222" y="7"/>
                    <a:pt x="219" y="5"/>
                    <a:pt x="216" y="3"/>
                  </a:cubicBezTo>
                  <a:cubicBezTo>
                    <a:pt x="214" y="1"/>
                    <a:pt x="212" y="1"/>
                    <a:pt x="209" y="0"/>
                  </a:cubicBezTo>
                  <a:cubicBezTo>
                    <a:pt x="208" y="0"/>
                    <a:pt x="208" y="0"/>
                    <a:pt x="207" y="0"/>
                  </a:cubicBezTo>
                  <a:cubicBezTo>
                    <a:pt x="193" y="0"/>
                    <a:pt x="193" y="0"/>
                    <a:pt x="193" y="0"/>
                  </a:cubicBezTo>
                  <a:cubicBezTo>
                    <a:pt x="185" y="0"/>
                    <a:pt x="185" y="0"/>
                    <a:pt x="185" y="0"/>
                  </a:cubicBezTo>
                  <a:cubicBezTo>
                    <a:pt x="172" y="0"/>
                    <a:pt x="172" y="0"/>
                    <a:pt x="172" y="0"/>
                  </a:cubicBezTo>
                  <a:cubicBezTo>
                    <a:pt x="161" y="0"/>
                    <a:pt x="161" y="0"/>
                    <a:pt x="161" y="0"/>
                  </a:cubicBezTo>
                  <a:cubicBezTo>
                    <a:pt x="147" y="0"/>
                    <a:pt x="147" y="0"/>
                    <a:pt x="147" y="0"/>
                  </a:cubicBezTo>
                  <a:cubicBezTo>
                    <a:pt x="18" y="0"/>
                    <a:pt x="18" y="0"/>
                    <a:pt x="18" y="0"/>
                  </a:cubicBezTo>
                  <a:cubicBezTo>
                    <a:pt x="8" y="0"/>
                    <a:pt x="0" y="8"/>
                    <a:pt x="0" y="18"/>
                  </a:cubicBezTo>
                  <a:cubicBezTo>
                    <a:pt x="0" y="137"/>
                    <a:pt x="0" y="137"/>
                    <a:pt x="0" y="137"/>
                  </a:cubicBezTo>
                  <a:cubicBezTo>
                    <a:pt x="0" y="146"/>
                    <a:pt x="8" y="154"/>
                    <a:pt x="18" y="154"/>
                  </a:cubicBezTo>
                  <a:cubicBezTo>
                    <a:pt x="207" y="154"/>
                    <a:pt x="207" y="154"/>
                    <a:pt x="207" y="154"/>
                  </a:cubicBezTo>
                  <a:cubicBezTo>
                    <a:pt x="217" y="154"/>
                    <a:pt x="225" y="146"/>
                    <a:pt x="225" y="137"/>
                  </a:cubicBezTo>
                  <a:close/>
                  <a:moveTo>
                    <a:pt x="211" y="126"/>
                  </a:moveTo>
                  <a:cubicBezTo>
                    <a:pt x="211" y="135"/>
                    <a:pt x="204" y="141"/>
                    <a:pt x="196" y="141"/>
                  </a:cubicBezTo>
                  <a:cubicBezTo>
                    <a:pt x="55" y="141"/>
                    <a:pt x="55" y="141"/>
                    <a:pt x="55" y="141"/>
                  </a:cubicBezTo>
                  <a:cubicBezTo>
                    <a:pt x="29" y="141"/>
                    <a:pt x="29" y="141"/>
                    <a:pt x="29" y="141"/>
                  </a:cubicBezTo>
                  <a:cubicBezTo>
                    <a:pt x="20" y="141"/>
                    <a:pt x="13" y="135"/>
                    <a:pt x="13" y="126"/>
                  </a:cubicBezTo>
                  <a:cubicBezTo>
                    <a:pt x="13" y="26"/>
                    <a:pt x="13" y="26"/>
                    <a:pt x="13" y="26"/>
                  </a:cubicBezTo>
                  <a:cubicBezTo>
                    <a:pt x="13" y="18"/>
                    <a:pt x="20" y="11"/>
                    <a:pt x="29" y="11"/>
                  </a:cubicBezTo>
                  <a:cubicBezTo>
                    <a:pt x="91" y="11"/>
                    <a:pt x="91" y="11"/>
                    <a:pt x="91" y="11"/>
                  </a:cubicBezTo>
                  <a:cubicBezTo>
                    <a:pt x="146" y="11"/>
                    <a:pt x="146" y="11"/>
                    <a:pt x="146" y="11"/>
                  </a:cubicBezTo>
                  <a:cubicBezTo>
                    <a:pt x="160" y="11"/>
                    <a:pt x="160" y="11"/>
                    <a:pt x="160" y="11"/>
                  </a:cubicBezTo>
                  <a:cubicBezTo>
                    <a:pt x="170" y="11"/>
                    <a:pt x="170" y="11"/>
                    <a:pt x="170" y="11"/>
                  </a:cubicBezTo>
                  <a:cubicBezTo>
                    <a:pt x="183" y="11"/>
                    <a:pt x="183" y="11"/>
                    <a:pt x="183" y="11"/>
                  </a:cubicBezTo>
                  <a:cubicBezTo>
                    <a:pt x="191" y="11"/>
                    <a:pt x="191" y="11"/>
                    <a:pt x="191" y="11"/>
                  </a:cubicBezTo>
                  <a:cubicBezTo>
                    <a:pt x="196" y="11"/>
                    <a:pt x="196" y="11"/>
                    <a:pt x="196" y="11"/>
                  </a:cubicBezTo>
                  <a:cubicBezTo>
                    <a:pt x="198" y="11"/>
                    <a:pt x="201" y="12"/>
                    <a:pt x="203" y="13"/>
                  </a:cubicBezTo>
                  <a:cubicBezTo>
                    <a:pt x="207" y="15"/>
                    <a:pt x="210" y="19"/>
                    <a:pt x="211" y="23"/>
                  </a:cubicBezTo>
                  <a:cubicBezTo>
                    <a:pt x="211" y="24"/>
                    <a:pt x="211" y="25"/>
                    <a:pt x="211" y="26"/>
                  </a:cubicBezTo>
                  <a:cubicBezTo>
                    <a:pt x="211" y="36"/>
                    <a:pt x="211" y="36"/>
                    <a:pt x="211" y="36"/>
                  </a:cubicBezTo>
                  <a:cubicBezTo>
                    <a:pt x="211" y="43"/>
                    <a:pt x="211" y="43"/>
                    <a:pt x="211" y="43"/>
                  </a:cubicBezTo>
                  <a:cubicBezTo>
                    <a:pt x="211" y="57"/>
                    <a:pt x="211" y="57"/>
                    <a:pt x="211" y="57"/>
                  </a:cubicBezTo>
                  <a:cubicBezTo>
                    <a:pt x="211" y="66"/>
                    <a:pt x="211" y="66"/>
                    <a:pt x="211" y="66"/>
                  </a:cubicBezTo>
                  <a:cubicBezTo>
                    <a:pt x="211" y="81"/>
                    <a:pt x="211" y="81"/>
                    <a:pt x="211" y="81"/>
                  </a:cubicBezTo>
                  <a:lnTo>
                    <a:pt x="211"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80" name="Freeform 454"/>
            <p:cNvSpPr/>
            <p:nvPr/>
          </p:nvSpPr>
          <p:spPr bwMode="auto">
            <a:xfrm>
              <a:off x="10054349" y="3114896"/>
              <a:ext cx="168779" cy="228646"/>
            </a:xfrm>
            <a:custGeom>
              <a:avLst/>
              <a:gdLst>
                <a:gd name="T0" fmla="*/ 50 w 99"/>
                <a:gd name="T1" fmla="*/ 2 h 134"/>
                <a:gd name="T2" fmla="*/ 89 w 99"/>
                <a:gd name="T3" fmla="*/ 59 h 134"/>
                <a:gd name="T4" fmla="*/ 89 w 99"/>
                <a:gd name="T5" fmla="*/ 86 h 134"/>
                <a:gd name="T6" fmla="*/ 59 w 99"/>
                <a:gd name="T7" fmla="*/ 68 h 134"/>
                <a:gd name="T8" fmla="*/ 50 w 99"/>
                <a:gd name="T9" fmla="*/ 2 h 134"/>
                <a:gd name="T10" fmla="*/ 0 w 99"/>
                <a:gd name="T11" fmla="*/ 34 h 134"/>
                <a:gd name="T12" fmla="*/ 0 w 99"/>
                <a:gd name="T13" fmla="*/ 114 h 134"/>
                <a:gd name="T14" fmla="*/ 50 w 99"/>
                <a:gd name="T15" fmla="*/ 134 h 134"/>
                <a:gd name="T16" fmla="*/ 99 w 99"/>
                <a:gd name="T17" fmla="*/ 105 h 134"/>
                <a:gd name="T18" fmla="*/ 99 w 99"/>
                <a:gd name="T19" fmla="*/ 68 h 134"/>
                <a:gd name="T20" fmla="*/ 50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50" y="2"/>
                  </a:moveTo>
                  <a:cubicBezTo>
                    <a:pt x="89" y="59"/>
                    <a:pt x="89" y="59"/>
                    <a:pt x="89" y="59"/>
                  </a:cubicBezTo>
                  <a:cubicBezTo>
                    <a:pt x="89" y="86"/>
                    <a:pt x="89" y="86"/>
                    <a:pt x="89" y="86"/>
                  </a:cubicBezTo>
                  <a:cubicBezTo>
                    <a:pt x="59" y="68"/>
                    <a:pt x="59" y="68"/>
                    <a:pt x="59" y="68"/>
                  </a:cubicBezTo>
                  <a:cubicBezTo>
                    <a:pt x="50" y="2"/>
                    <a:pt x="50" y="2"/>
                    <a:pt x="50" y="2"/>
                  </a:cubicBezTo>
                  <a:cubicBezTo>
                    <a:pt x="50" y="2"/>
                    <a:pt x="0" y="0"/>
                    <a:pt x="0" y="34"/>
                  </a:cubicBezTo>
                  <a:cubicBezTo>
                    <a:pt x="0" y="68"/>
                    <a:pt x="0" y="114"/>
                    <a:pt x="0" y="114"/>
                  </a:cubicBezTo>
                  <a:cubicBezTo>
                    <a:pt x="0" y="114"/>
                    <a:pt x="5" y="134"/>
                    <a:pt x="50" y="134"/>
                  </a:cubicBezTo>
                  <a:cubicBezTo>
                    <a:pt x="94" y="134"/>
                    <a:pt x="99" y="121"/>
                    <a:pt x="99" y="105"/>
                  </a:cubicBezTo>
                  <a:cubicBezTo>
                    <a:pt x="99" y="89"/>
                    <a:pt x="99" y="68"/>
                    <a:pt x="99" y="68"/>
                  </a:cubicBezTo>
                  <a:cubicBezTo>
                    <a:pt x="99" y="68"/>
                    <a:pt x="88" y="2"/>
                    <a:pt x="5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81" name="Oval 455"/>
            <p:cNvSpPr>
              <a:spLocks noChangeArrowheads="1"/>
            </p:cNvSpPr>
            <p:nvPr/>
          </p:nvSpPr>
          <p:spPr bwMode="auto">
            <a:xfrm>
              <a:off x="10063004"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grpSp>
      <p:grpSp>
        <p:nvGrpSpPr>
          <p:cNvPr id="82" name="组合 81"/>
          <p:cNvGrpSpPr/>
          <p:nvPr/>
        </p:nvGrpSpPr>
        <p:grpSpPr>
          <a:xfrm>
            <a:off x="7942252" y="3349411"/>
            <a:ext cx="271565" cy="405923"/>
            <a:chOff x="10182016" y="3597432"/>
            <a:chExt cx="481093" cy="719115"/>
          </a:xfrm>
          <a:solidFill>
            <a:schemeClr val="bg1"/>
          </a:solidFill>
          <a:effectLst/>
        </p:grpSpPr>
        <p:sp>
          <p:nvSpPr>
            <p:cNvPr id="83" name="Freeform 456"/>
            <p:cNvSpPr>
              <a:spLocks noEditPoints="1"/>
            </p:cNvSpPr>
            <p:nvPr/>
          </p:nvSpPr>
          <p:spPr bwMode="auto">
            <a:xfrm>
              <a:off x="10274339" y="3841224"/>
              <a:ext cx="388770" cy="347657"/>
            </a:xfrm>
            <a:custGeom>
              <a:avLst/>
              <a:gdLst>
                <a:gd name="T0" fmla="*/ 148 w 228"/>
                <a:gd name="T1" fmla="*/ 0 h 204"/>
                <a:gd name="T2" fmla="*/ 148 w 228"/>
                <a:gd name="T3" fmla="*/ 0 h 204"/>
                <a:gd name="T4" fmla="*/ 114 w 228"/>
                <a:gd name="T5" fmla="*/ 13 h 204"/>
                <a:gd name="T6" fmla="*/ 80 w 228"/>
                <a:gd name="T7" fmla="*/ 0 h 204"/>
                <a:gd name="T8" fmla="*/ 0 w 228"/>
                <a:gd name="T9" fmla="*/ 80 h 204"/>
                <a:gd name="T10" fmla="*/ 0 w 228"/>
                <a:gd name="T11" fmla="*/ 98 h 204"/>
                <a:gd name="T12" fmla="*/ 7 w 228"/>
                <a:gd name="T13" fmla="*/ 84 h 204"/>
                <a:gd name="T14" fmla="*/ 17 w 228"/>
                <a:gd name="T15" fmla="*/ 84 h 204"/>
                <a:gd name="T16" fmla="*/ 93 w 228"/>
                <a:gd name="T17" fmla="*/ 137 h 204"/>
                <a:gd name="T18" fmla="*/ 93 w 228"/>
                <a:gd name="T19" fmla="*/ 204 h 204"/>
                <a:gd name="T20" fmla="*/ 104 w 228"/>
                <a:gd name="T21" fmla="*/ 204 h 204"/>
                <a:gd name="T22" fmla="*/ 124 w 228"/>
                <a:gd name="T23" fmla="*/ 204 h 204"/>
                <a:gd name="T24" fmla="*/ 228 w 228"/>
                <a:gd name="T25" fmla="*/ 167 h 204"/>
                <a:gd name="T26" fmla="*/ 228 w 228"/>
                <a:gd name="T27" fmla="*/ 80 h 204"/>
                <a:gd name="T28" fmla="*/ 148 w 228"/>
                <a:gd name="T29" fmla="*/ 0 h 204"/>
                <a:gd name="T30" fmla="*/ 114 w 228"/>
                <a:gd name="T31" fmla="*/ 151 h 204"/>
                <a:gd name="T32" fmla="*/ 101 w 228"/>
                <a:gd name="T33" fmla="*/ 132 h 204"/>
                <a:gd name="T34" fmla="*/ 87 w 228"/>
                <a:gd name="T35" fmla="*/ 112 h 204"/>
                <a:gd name="T36" fmla="*/ 114 w 228"/>
                <a:gd name="T37" fmla="*/ 13 h 204"/>
                <a:gd name="T38" fmla="*/ 141 w 228"/>
                <a:gd name="T39" fmla="*/ 112 h 204"/>
                <a:gd name="T40" fmla="*/ 114 w 228"/>
                <a:gd name="T41" fmla="*/ 15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8" h="204">
                  <a:moveTo>
                    <a:pt x="148" y="0"/>
                  </a:moveTo>
                  <a:cubicBezTo>
                    <a:pt x="148" y="0"/>
                    <a:pt x="148" y="0"/>
                    <a:pt x="148" y="0"/>
                  </a:cubicBezTo>
                  <a:cubicBezTo>
                    <a:pt x="114" y="13"/>
                    <a:pt x="114" y="13"/>
                    <a:pt x="114" y="13"/>
                  </a:cubicBezTo>
                  <a:cubicBezTo>
                    <a:pt x="80" y="0"/>
                    <a:pt x="80" y="0"/>
                    <a:pt x="80" y="0"/>
                  </a:cubicBezTo>
                  <a:cubicBezTo>
                    <a:pt x="50" y="9"/>
                    <a:pt x="0" y="30"/>
                    <a:pt x="0" y="80"/>
                  </a:cubicBezTo>
                  <a:cubicBezTo>
                    <a:pt x="0" y="87"/>
                    <a:pt x="0" y="92"/>
                    <a:pt x="0" y="98"/>
                  </a:cubicBezTo>
                  <a:cubicBezTo>
                    <a:pt x="5" y="90"/>
                    <a:pt x="7" y="84"/>
                    <a:pt x="7" y="84"/>
                  </a:cubicBezTo>
                  <a:cubicBezTo>
                    <a:pt x="17" y="84"/>
                    <a:pt x="17" y="84"/>
                    <a:pt x="17" y="84"/>
                  </a:cubicBezTo>
                  <a:cubicBezTo>
                    <a:pt x="17" y="84"/>
                    <a:pt x="33" y="137"/>
                    <a:pt x="93" y="137"/>
                  </a:cubicBezTo>
                  <a:cubicBezTo>
                    <a:pt x="93" y="204"/>
                    <a:pt x="93" y="204"/>
                    <a:pt x="93" y="204"/>
                  </a:cubicBezTo>
                  <a:cubicBezTo>
                    <a:pt x="97" y="204"/>
                    <a:pt x="100" y="204"/>
                    <a:pt x="104" y="204"/>
                  </a:cubicBezTo>
                  <a:cubicBezTo>
                    <a:pt x="124" y="204"/>
                    <a:pt x="124" y="204"/>
                    <a:pt x="124" y="204"/>
                  </a:cubicBezTo>
                  <a:cubicBezTo>
                    <a:pt x="225" y="204"/>
                    <a:pt x="228" y="167"/>
                    <a:pt x="228" y="167"/>
                  </a:cubicBezTo>
                  <a:cubicBezTo>
                    <a:pt x="228" y="167"/>
                    <a:pt x="228" y="154"/>
                    <a:pt x="228" y="80"/>
                  </a:cubicBezTo>
                  <a:cubicBezTo>
                    <a:pt x="228" y="30"/>
                    <a:pt x="178" y="9"/>
                    <a:pt x="148" y="0"/>
                  </a:cubicBezTo>
                  <a:close/>
                  <a:moveTo>
                    <a:pt x="114" y="151"/>
                  </a:moveTo>
                  <a:cubicBezTo>
                    <a:pt x="101" y="132"/>
                    <a:pt x="101" y="132"/>
                    <a:pt x="101" y="132"/>
                  </a:cubicBezTo>
                  <a:cubicBezTo>
                    <a:pt x="87" y="112"/>
                    <a:pt x="87" y="112"/>
                    <a:pt x="87" y="112"/>
                  </a:cubicBezTo>
                  <a:cubicBezTo>
                    <a:pt x="114" y="13"/>
                    <a:pt x="114" y="13"/>
                    <a:pt x="114" y="13"/>
                  </a:cubicBezTo>
                  <a:cubicBezTo>
                    <a:pt x="141" y="112"/>
                    <a:pt x="141" y="112"/>
                    <a:pt x="141" y="112"/>
                  </a:cubicBezTo>
                  <a:lnTo>
                    <a:pt x="114"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84" name="Oval 457"/>
            <p:cNvSpPr>
              <a:spLocks noChangeArrowheads="1"/>
            </p:cNvSpPr>
            <p:nvPr/>
          </p:nvSpPr>
          <p:spPr bwMode="auto">
            <a:xfrm>
              <a:off x="10371712" y="3597432"/>
              <a:ext cx="195467" cy="22792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85" name="Freeform 458"/>
            <p:cNvSpPr/>
            <p:nvPr/>
          </p:nvSpPr>
          <p:spPr bwMode="auto">
            <a:xfrm>
              <a:off x="10241882" y="4125408"/>
              <a:ext cx="108913" cy="109634"/>
            </a:xfrm>
            <a:custGeom>
              <a:avLst/>
              <a:gdLst>
                <a:gd name="T0" fmla="*/ 20 w 64"/>
                <a:gd name="T1" fmla="*/ 2 h 64"/>
                <a:gd name="T2" fmla="*/ 0 w 64"/>
                <a:gd name="T3" fmla="*/ 32 h 64"/>
                <a:gd name="T4" fmla="*/ 32 w 64"/>
                <a:gd name="T5" fmla="*/ 64 h 64"/>
                <a:gd name="T6" fmla="*/ 64 w 64"/>
                <a:gd name="T7" fmla="*/ 32 h 64"/>
                <a:gd name="T8" fmla="*/ 64 w 64"/>
                <a:gd name="T9" fmla="*/ 31 h 64"/>
                <a:gd name="T10" fmla="*/ 32 w 64"/>
                <a:gd name="T11" fmla="*/ 0 h 64"/>
                <a:gd name="T12" fmla="*/ 20 w 64"/>
                <a:gd name="T13" fmla="*/ 2 h 64"/>
              </a:gdLst>
              <a:ahLst/>
              <a:cxnLst>
                <a:cxn ang="0">
                  <a:pos x="T0" y="T1"/>
                </a:cxn>
                <a:cxn ang="0">
                  <a:pos x="T2" y="T3"/>
                </a:cxn>
                <a:cxn ang="0">
                  <a:pos x="T4" y="T5"/>
                </a:cxn>
                <a:cxn ang="0">
                  <a:pos x="T6" y="T7"/>
                </a:cxn>
                <a:cxn ang="0">
                  <a:pos x="T8" y="T9"/>
                </a:cxn>
                <a:cxn ang="0">
                  <a:pos x="T10" y="T11"/>
                </a:cxn>
                <a:cxn ang="0">
                  <a:pos x="T12" y="T13"/>
                </a:cxn>
              </a:cxnLst>
              <a:rect l="0" t="0" r="r" b="b"/>
              <a:pathLst>
                <a:path w="64" h="64">
                  <a:moveTo>
                    <a:pt x="20" y="2"/>
                  </a:moveTo>
                  <a:cubicBezTo>
                    <a:pt x="8" y="7"/>
                    <a:pt x="0" y="18"/>
                    <a:pt x="0" y="32"/>
                  </a:cubicBezTo>
                  <a:cubicBezTo>
                    <a:pt x="0" y="49"/>
                    <a:pt x="14" y="64"/>
                    <a:pt x="32" y="64"/>
                  </a:cubicBezTo>
                  <a:cubicBezTo>
                    <a:pt x="50" y="64"/>
                    <a:pt x="64" y="49"/>
                    <a:pt x="64" y="32"/>
                  </a:cubicBezTo>
                  <a:cubicBezTo>
                    <a:pt x="64" y="32"/>
                    <a:pt x="64" y="31"/>
                    <a:pt x="64" y="31"/>
                  </a:cubicBezTo>
                  <a:cubicBezTo>
                    <a:pt x="64" y="14"/>
                    <a:pt x="49" y="0"/>
                    <a:pt x="32" y="0"/>
                  </a:cubicBezTo>
                  <a:cubicBezTo>
                    <a:pt x="28" y="0"/>
                    <a:pt x="24" y="1"/>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sp>
          <p:nvSpPr>
            <p:cNvPr id="86" name="Freeform 459"/>
            <p:cNvSpPr>
              <a:spLocks noEditPoints="1"/>
            </p:cNvSpPr>
            <p:nvPr/>
          </p:nvSpPr>
          <p:spPr bwMode="auto">
            <a:xfrm>
              <a:off x="10182016" y="4011446"/>
              <a:ext cx="228646" cy="305101"/>
            </a:xfrm>
            <a:custGeom>
              <a:avLst/>
              <a:gdLst>
                <a:gd name="T0" fmla="*/ 66 w 134"/>
                <a:gd name="T1" fmla="*/ 0 h 179"/>
                <a:gd name="T2" fmla="*/ 54 w 134"/>
                <a:gd name="T3" fmla="*/ 18 h 179"/>
                <a:gd name="T4" fmla="*/ 0 w 134"/>
                <a:gd name="T5" fmla="*/ 48 h 179"/>
                <a:gd name="T6" fmla="*/ 0 w 134"/>
                <a:gd name="T7" fmla="*/ 117 h 179"/>
                <a:gd name="T8" fmla="*/ 66 w 134"/>
                <a:gd name="T9" fmla="*/ 179 h 179"/>
                <a:gd name="T10" fmla="*/ 134 w 134"/>
                <a:gd name="T11" fmla="*/ 116 h 179"/>
                <a:gd name="T12" fmla="*/ 134 w 134"/>
                <a:gd name="T13" fmla="*/ 104 h 179"/>
                <a:gd name="T14" fmla="*/ 134 w 134"/>
                <a:gd name="T15" fmla="*/ 48 h 179"/>
                <a:gd name="T16" fmla="*/ 66 w 134"/>
                <a:gd name="T17" fmla="*/ 0 h 179"/>
                <a:gd name="T18" fmla="*/ 107 w 134"/>
                <a:gd name="T19" fmla="*/ 99 h 179"/>
                <a:gd name="T20" fmla="*/ 107 w 134"/>
                <a:gd name="T21" fmla="*/ 100 h 179"/>
                <a:gd name="T22" fmla="*/ 67 w 134"/>
                <a:gd name="T23" fmla="*/ 139 h 179"/>
                <a:gd name="T24" fmla="*/ 27 w 134"/>
                <a:gd name="T25" fmla="*/ 99 h 179"/>
                <a:gd name="T26" fmla="*/ 54 w 134"/>
                <a:gd name="T27" fmla="*/ 60 h 179"/>
                <a:gd name="T28" fmla="*/ 67 w 134"/>
                <a:gd name="T29" fmla="*/ 58 h 179"/>
                <a:gd name="T30" fmla="*/ 107 w 134"/>
                <a:gd name="T31" fmla="*/ 9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4" h="179">
                  <a:moveTo>
                    <a:pt x="66" y="0"/>
                  </a:moveTo>
                  <a:cubicBezTo>
                    <a:pt x="66" y="0"/>
                    <a:pt x="62" y="9"/>
                    <a:pt x="54" y="18"/>
                  </a:cubicBezTo>
                  <a:cubicBezTo>
                    <a:pt x="44" y="30"/>
                    <a:pt x="27" y="45"/>
                    <a:pt x="0" y="48"/>
                  </a:cubicBezTo>
                  <a:cubicBezTo>
                    <a:pt x="0" y="117"/>
                    <a:pt x="0" y="117"/>
                    <a:pt x="0" y="117"/>
                  </a:cubicBezTo>
                  <a:cubicBezTo>
                    <a:pt x="0" y="153"/>
                    <a:pt x="66" y="179"/>
                    <a:pt x="66" y="179"/>
                  </a:cubicBezTo>
                  <a:cubicBezTo>
                    <a:pt x="124" y="164"/>
                    <a:pt x="134" y="116"/>
                    <a:pt x="134" y="116"/>
                  </a:cubicBezTo>
                  <a:cubicBezTo>
                    <a:pt x="134" y="104"/>
                    <a:pt x="134" y="104"/>
                    <a:pt x="134" y="104"/>
                  </a:cubicBezTo>
                  <a:cubicBezTo>
                    <a:pt x="134" y="48"/>
                    <a:pt x="134" y="48"/>
                    <a:pt x="134" y="48"/>
                  </a:cubicBezTo>
                  <a:cubicBezTo>
                    <a:pt x="81" y="46"/>
                    <a:pt x="66" y="0"/>
                    <a:pt x="66" y="0"/>
                  </a:cubicBezTo>
                  <a:close/>
                  <a:moveTo>
                    <a:pt x="107" y="99"/>
                  </a:moveTo>
                  <a:cubicBezTo>
                    <a:pt x="107" y="99"/>
                    <a:pt x="107" y="100"/>
                    <a:pt x="107" y="100"/>
                  </a:cubicBezTo>
                  <a:cubicBezTo>
                    <a:pt x="106" y="122"/>
                    <a:pt x="89" y="139"/>
                    <a:pt x="67" y="139"/>
                  </a:cubicBezTo>
                  <a:cubicBezTo>
                    <a:pt x="45" y="139"/>
                    <a:pt x="27" y="121"/>
                    <a:pt x="27" y="99"/>
                  </a:cubicBezTo>
                  <a:cubicBezTo>
                    <a:pt x="27" y="81"/>
                    <a:pt x="38" y="66"/>
                    <a:pt x="54" y="60"/>
                  </a:cubicBezTo>
                  <a:cubicBezTo>
                    <a:pt x="58" y="59"/>
                    <a:pt x="63" y="58"/>
                    <a:pt x="67" y="58"/>
                  </a:cubicBezTo>
                  <a:cubicBezTo>
                    <a:pt x="89" y="58"/>
                    <a:pt x="107" y="76"/>
                    <a:pt x="107"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1865">
                <a:solidFill>
                  <a:schemeClr val="tx1"/>
                </a:solidFill>
              </a:endParaRPr>
            </a:p>
          </p:txBody>
        </p:sp>
      </p:grpSp>
      <p:sp>
        <p:nvSpPr>
          <p:cNvPr id="87" name="文本框 86"/>
          <p:cNvSpPr txBox="1"/>
          <p:nvPr/>
        </p:nvSpPr>
        <p:spPr>
          <a:xfrm>
            <a:off x="2316236" y="3092287"/>
            <a:ext cx="1742449" cy="1001395"/>
          </a:xfrm>
          <a:prstGeom prst="rect">
            <a:avLst/>
          </a:prstGeom>
          <a:noFill/>
        </p:spPr>
        <p:txBody>
          <a:bodyPr wrap="square" lIns="91440" tIns="45720" rIns="91440" bIns="45720" rtlCol="0">
            <a:spAutoFit/>
          </a:bodyPr>
          <a:lstStyle/>
          <a:p>
            <a:r>
              <a:rPr lang="zh-CN" altLang="en-US" sz="1465" dirty="0">
                <a:solidFill>
                  <a:schemeClr val="tx1"/>
                </a:solidFill>
                <a:latin typeface="微软雅黑" panose="020B0503020204020204" pitchFamily="34" charset="-122"/>
              </a:rPr>
              <a:t>单击此处添加文本单击此处添加单击此处添加文本单击此处加</a:t>
            </a:r>
          </a:p>
        </p:txBody>
      </p:sp>
      <p:sp>
        <p:nvSpPr>
          <p:cNvPr id="88" name="文本框 87"/>
          <p:cNvSpPr txBox="1"/>
          <p:nvPr/>
        </p:nvSpPr>
        <p:spPr>
          <a:xfrm>
            <a:off x="5609803" y="3092287"/>
            <a:ext cx="1742449" cy="1001395"/>
          </a:xfrm>
          <a:prstGeom prst="rect">
            <a:avLst/>
          </a:prstGeom>
          <a:noFill/>
        </p:spPr>
        <p:txBody>
          <a:bodyPr wrap="square" lIns="91440" tIns="45720" rIns="91440" bIns="45720" rtlCol="0">
            <a:spAutoFit/>
          </a:bodyPr>
          <a:lstStyle/>
          <a:p>
            <a:r>
              <a:rPr lang="zh-CN" altLang="en-US" sz="1465" dirty="0">
                <a:solidFill>
                  <a:schemeClr val="tx1"/>
                </a:solidFill>
                <a:latin typeface="微软雅黑" panose="020B0503020204020204" pitchFamily="34" charset="-122"/>
              </a:rPr>
              <a:t>单击此处添加文本单击此处添加单击此处添加文本单击此处加</a:t>
            </a:r>
          </a:p>
        </p:txBody>
      </p:sp>
      <p:sp>
        <p:nvSpPr>
          <p:cNvPr id="89" name="文本框 88"/>
          <p:cNvSpPr txBox="1"/>
          <p:nvPr/>
        </p:nvSpPr>
        <p:spPr>
          <a:xfrm>
            <a:off x="8899914" y="3092287"/>
            <a:ext cx="1742449" cy="1001395"/>
          </a:xfrm>
          <a:prstGeom prst="rect">
            <a:avLst/>
          </a:prstGeom>
          <a:noFill/>
        </p:spPr>
        <p:txBody>
          <a:bodyPr wrap="square" lIns="91440" tIns="45720" rIns="91440" bIns="45720" rtlCol="0">
            <a:spAutoFit/>
          </a:bodyPr>
          <a:lstStyle/>
          <a:p>
            <a:r>
              <a:rPr lang="zh-CN" altLang="en-US" sz="1465" dirty="0">
                <a:solidFill>
                  <a:schemeClr val="tx1"/>
                </a:solidFill>
                <a:latin typeface="微软雅黑" panose="020B0503020204020204" pitchFamily="34" charset="-122"/>
              </a:rPr>
              <a:t>单击此处添加文本单击此处添加单击此处添加文本单击此处加</a:t>
            </a:r>
          </a:p>
        </p:txBody>
      </p:sp>
      <p:cxnSp>
        <p:nvCxnSpPr>
          <p:cNvPr id="90" name="直接连接符 89"/>
          <p:cNvCxnSpPr/>
          <p:nvPr/>
        </p:nvCxnSpPr>
        <p:spPr>
          <a:xfrm>
            <a:off x="1710791" y="4846413"/>
            <a:ext cx="8771621" cy="0"/>
          </a:xfrm>
          <a:prstGeom prst="line">
            <a:avLst/>
          </a:prstGeom>
          <a:ln w="19050">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1990524" y="5133484"/>
            <a:ext cx="8014047" cy="908050"/>
          </a:xfrm>
          <a:prstGeom prst="rect">
            <a:avLst/>
          </a:prstGeom>
        </p:spPr>
        <p:txBody>
          <a:bodyPr wrap="square" lIns="91440" tIns="45720" rIns="91440" bIns="45720">
            <a:spAutoFit/>
          </a:bodyPr>
          <a:lstStyle/>
          <a:p>
            <a:pPr>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a:p>
            <a:pPr>
              <a:spcBef>
                <a:spcPts val="750"/>
              </a:spcBef>
              <a:buFont typeface="Arial" panose="020B0604020202020204" pitchFamily="34" charset="0"/>
              <a:buChar char="•"/>
            </a:pPr>
            <a:r>
              <a:rPr lang="zh-CN" altLang="en-US" sz="1335" dirty="0">
                <a:solidFill>
                  <a:schemeClr val="tx1"/>
                </a:solidFill>
                <a:latin typeface="微软雅黑" panose="020B0503020204020204" pitchFamily="34" charset="-122"/>
                <a:cs typeface="宋体" panose="02010600030101010101" pitchFamily="2" charset="-122"/>
              </a:rPr>
              <a:t>单击此处添加段落文本单击此处添加段落文本单击此处添加段落文本单击此处添加段落文本</a:t>
            </a:r>
          </a:p>
          <a:p>
            <a:pPr>
              <a:spcBef>
                <a:spcPts val="750"/>
              </a:spcBef>
              <a:buFont typeface="Arial" panose="020B0604020202020204" pitchFamily="34" charset="0"/>
              <a:buChar char="•"/>
            </a:pPr>
            <a:endParaRPr lang="zh-CN" altLang="en-US" sz="1335" dirty="0">
              <a:solidFill>
                <a:schemeClr val="tx1"/>
              </a:solidFill>
              <a:latin typeface="微软雅黑" panose="020B0503020204020204" pitchFamily="34" charset="-122"/>
              <a:cs typeface="宋体" panose="02010600030101010101" pitchFamily="2" charset="-122"/>
            </a:endParaRPr>
          </a:p>
        </p:txBody>
      </p:sp>
      <p:sp>
        <p:nvSpPr>
          <p:cNvPr id="2" name="同侧圆角矩形 1"/>
          <p:cNvSpPr/>
          <p:nvPr/>
        </p:nvSpPr>
        <p:spPr>
          <a:xfrm rot="5400000">
            <a:off x="2609850" y="-1223645"/>
            <a:ext cx="523240" cy="3974465"/>
          </a:xfrm>
          <a:prstGeom prst="round2Same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5" name="图片 4" descr="8b2aa8cd0ee32ba7e508288bd027fd0c"/>
          <p:cNvPicPr>
            <a:picLocks noChangeAspect="1"/>
          </p:cNvPicPr>
          <p:nvPr/>
        </p:nvPicPr>
        <p:blipFill>
          <a:blip r:embed="rId3"/>
          <a:stretch>
            <a:fillRect/>
          </a:stretch>
        </p:blipFill>
        <p:spPr>
          <a:xfrm>
            <a:off x="537210" y="176530"/>
            <a:ext cx="1124585" cy="1172845"/>
          </a:xfrm>
          <a:prstGeom prst="rect">
            <a:avLst/>
          </a:prstGeom>
        </p:spPr>
      </p:pic>
      <p:sp>
        <p:nvSpPr>
          <p:cNvPr id="3" name="Text Box 18"/>
          <p:cNvSpPr txBox="1">
            <a:spLocks noChangeArrowheads="1"/>
          </p:cNvSpPr>
          <p:nvPr/>
        </p:nvSpPr>
        <p:spPr bwMode="gray">
          <a:xfrm>
            <a:off x="930275" y="516255"/>
            <a:ext cx="4498975"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chemeClr val="tx1"/>
                </a:solidFill>
                <a:latin typeface="微软雅黑" panose="020B0503020204020204" pitchFamily="34" charset="-122"/>
                <a:ea typeface="微软雅黑" panose="020B0503020204020204" pitchFamily="34" charset="-122"/>
              </a:rPr>
              <a:t>点击添加标题文字内容</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1+#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1+#ppt_w/2"/>
                                          </p:val>
                                        </p:tav>
                                        <p:tav tm="100000">
                                          <p:val>
                                            <p:strVal val="#ppt_x"/>
                                          </p:val>
                                        </p:tav>
                                      </p:tavLst>
                                    </p:anim>
                                    <p:anim calcmode="lin" valueType="num">
                                      <p:cBhvr additive="base">
                                        <p:cTn id="12" dur="50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1+#ppt_w/2"/>
                                          </p:val>
                                        </p:tav>
                                        <p:tav tm="100000">
                                          <p:val>
                                            <p:strVal val="#ppt_x"/>
                                          </p:val>
                                        </p:tav>
                                      </p:tavLst>
                                    </p:anim>
                                    <p:anim calcmode="lin" valueType="num">
                                      <p:cBhvr additive="base">
                                        <p:cTn id="16" dur="500" fill="hold"/>
                                        <p:tgtEl>
                                          <p:spTgt spid="31"/>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1+#ppt_w/2"/>
                                          </p:val>
                                        </p:tav>
                                        <p:tav tm="100000">
                                          <p:val>
                                            <p:strVal val="#ppt_x"/>
                                          </p:val>
                                        </p:tav>
                                      </p:tavLst>
                                    </p:anim>
                                    <p:anim calcmode="lin" valueType="num">
                                      <p:cBhvr additive="base">
                                        <p:cTn id="20" dur="500" fill="hold"/>
                                        <p:tgtEl>
                                          <p:spTgt spid="32"/>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1+#ppt_w/2"/>
                                          </p:val>
                                        </p:tav>
                                        <p:tav tm="100000">
                                          <p:val>
                                            <p:strVal val="#ppt_x"/>
                                          </p:val>
                                        </p:tav>
                                      </p:tavLst>
                                    </p:anim>
                                    <p:anim calcmode="lin" valueType="num">
                                      <p:cBhvr additive="base">
                                        <p:cTn id="24" dur="500" fill="hold"/>
                                        <p:tgtEl>
                                          <p:spTgt spid="37"/>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500" fill="hold"/>
                                        <p:tgtEl>
                                          <p:spTgt spid="42"/>
                                        </p:tgtEl>
                                        <p:attrNameLst>
                                          <p:attrName>ppt_x</p:attrName>
                                        </p:attrNameLst>
                                      </p:cBhvr>
                                      <p:tavLst>
                                        <p:tav tm="0">
                                          <p:val>
                                            <p:strVal val="1+#ppt_w/2"/>
                                          </p:val>
                                        </p:tav>
                                        <p:tav tm="100000">
                                          <p:val>
                                            <p:strVal val="#ppt_x"/>
                                          </p:val>
                                        </p:tav>
                                      </p:tavLst>
                                    </p:anim>
                                    <p:anim calcmode="lin" valueType="num">
                                      <p:cBhvr additive="base">
                                        <p:cTn id="28" dur="500" fill="hold"/>
                                        <p:tgtEl>
                                          <p:spTgt spid="42"/>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1+#ppt_w/2"/>
                                          </p:val>
                                        </p:tav>
                                        <p:tav tm="100000">
                                          <p:val>
                                            <p:strVal val="#ppt_x"/>
                                          </p:val>
                                        </p:tav>
                                      </p:tavLst>
                                    </p:anim>
                                    <p:anim calcmode="lin" valueType="num">
                                      <p:cBhvr additive="base">
                                        <p:cTn id="32" dur="500" fill="hold"/>
                                        <p:tgtEl>
                                          <p:spTgt spid="47"/>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1+#ppt_w/2"/>
                                          </p:val>
                                        </p:tav>
                                        <p:tav tm="100000">
                                          <p:val>
                                            <p:strVal val="#ppt_x"/>
                                          </p:val>
                                        </p:tav>
                                      </p:tavLst>
                                    </p:anim>
                                    <p:anim calcmode="lin" valueType="num">
                                      <p:cBhvr additive="base">
                                        <p:cTn id="36" dur="500" fill="hold"/>
                                        <p:tgtEl>
                                          <p:spTgt spid="50"/>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53"/>
                                        </p:tgtEl>
                                        <p:attrNameLst>
                                          <p:attrName>style.visibility</p:attrName>
                                        </p:attrNameLst>
                                      </p:cBhvr>
                                      <p:to>
                                        <p:strVal val="visible"/>
                                      </p:to>
                                    </p:set>
                                    <p:anim calcmode="lin" valueType="num">
                                      <p:cBhvr additive="base">
                                        <p:cTn id="39" dur="500" fill="hold"/>
                                        <p:tgtEl>
                                          <p:spTgt spid="53"/>
                                        </p:tgtEl>
                                        <p:attrNameLst>
                                          <p:attrName>ppt_x</p:attrName>
                                        </p:attrNameLst>
                                      </p:cBhvr>
                                      <p:tavLst>
                                        <p:tav tm="0">
                                          <p:val>
                                            <p:strVal val="1+#ppt_w/2"/>
                                          </p:val>
                                        </p:tav>
                                        <p:tav tm="100000">
                                          <p:val>
                                            <p:strVal val="#ppt_x"/>
                                          </p:val>
                                        </p:tav>
                                      </p:tavLst>
                                    </p:anim>
                                    <p:anim calcmode="lin" valueType="num">
                                      <p:cBhvr additive="base">
                                        <p:cTn id="40" dur="500" fill="hold"/>
                                        <p:tgtEl>
                                          <p:spTgt spid="53"/>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500" fill="hold"/>
                                        <p:tgtEl>
                                          <p:spTgt spid="56"/>
                                        </p:tgtEl>
                                        <p:attrNameLst>
                                          <p:attrName>ppt_x</p:attrName>
                                        </p:attrNameLst>
                                      </p:cBhvr>
                                      <p:tavLst>
                                        <p:tav tm="0">
                                          <p:val>
                                            <p:strVal val="1+#ppt_w/2"/>
                                          </p:val>
                                        </p:tav>
                                        <p:tav tm="100000">
                                          <p:val>
                                            <p:strVal val="#ppt_x"/>
                                          </p:val>
                                        </p:tav>
                                      </p:tavLst>
                                    </p:anim>
                                    <p:anim calcmode="lin" valueType="num">
                                      <p:cBhvr additive="base">
                                        <p:cTn id="44" dur="500" fill="hold"/>
                                        <p:tgtEl>
                                          <p:spTgt spid="56"/>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64"/>
                                        </p:tgtEl>
                                        <p:attrNameLst>
                                          <p:attrName>style.visibility</p:attrName>
                                        </p:attrNameLst>
                                      </p:cBhvr>
                                      <p:to>
                                        <p:strVal val="visible"/>
                                      </p:to>
                                    </p:set>
                                    <p:anim calcmode="lin" valueType="num">
                                      <p:cBhvr additive="base">
                                        <p:cTn id="47" dur="500" fill="hold"/>
                                        <p:tgtEl>
                                          <p:spTgt spid="64"/>
                                        </p:tgtEl>
                                        <p:attrNameLst>
                                          <p:attrName>ppt_x</p:attrName>
                                        </p:attrNameLst>
                                      </p:cBhvr>
                                      <p:tavLst>
                                        <p:tav tm="0">
                                          <p:val>
                                            <p:strVal val="1+#ppt_w/2"/>
                                          </p:val>
                                        </p:tav>
                                        <p:tav tm="100000">
                                          <p:val>
                                            <p:strVal val="#ppt_x"/>
                                          </p:val>
                                        </p:tav>
                                      </p:tavLst>
                                    </p:anim>
                                    <p:anim calcmode="lin" valueType="num">
                                      <p:cBhvr additive="base">
                                        <p:cTn id="48" dur="500" fill="hold"/>
                                        <p:tgtEl>
                                          <p:spTgt spid="64"/>
                                        </p:tgtEl>
                                        <p:attrNameLst>
                                          <p:attrName>ppt_y</p:attrName>
                                        </p:attrNameLst>
                                      </p:cBhvr>
                                      <p:tavLst>
                                        <p:tav tm="0">
                                          <p:val>
                                            <p:strVal val="#ppt_y"/>
                                          </p:val>
                                        </p:tav>
                                        <p:tav tm="100000">
                                          <p:val>
                                            <p:strVal val="#ppt_y"/>
                                          </p:val>
                                        </p:tav>
                                      </p:tavLst>
                                    </p:anim>
                                  </p:childTnLst>
                                </p:cTn>
                              </p:par>
                              <p:par>
                                <p:cTn id="49" presetID="2" presetClass="entr" presetSubtype="2" fill="hold" nodeType="withEffect">
                                  <p:stCondLst>
                                    <p:cond delay="0"/>
                                  </p:stCondLst>
                                  <p:childTnLst>
                                    <p:set>
                                      <p:cBhvr>
                                        <p:cTn id="50" dur="1" fill="hold">
                                          <p:stCondLst>
                                            <p:cond delay="0"/>
                                          </p:stCondLst>
                                        </p:cTn>
                                        <p:tgtEl>
                                          <p:spTgt spid="82"/>
                                        </p:tgtEl>
                                        <p:attrNameLst>
                                          <p:attrName>style.visibility</p:attrName>
                                        </p:attrNameLst>
                                      </p:cBhvr>
                                      <p:to>
                                        <p:strVal val="visible"/>
                                      </p:to>
                                    </p:set>
                                    <p:anim calcmode="lin" valueType="num">
                                      <p:cBhvr additive="base">
                                        <p:cTn id="51" dur="500" fill="hold"/>
                                        <p:tgtEl>
                                          <p:spTgt spid="82"/>
                                        </p:tgtEl>
                                        <p:attrNameLst>
                                          <p:attrName>ppt_x</p:attrName>
                                        </p:attrNameLst>
                                      </p:cBhvr>
                                      <p:tavLst>
                                        <p:tav tm="0">
                                          <p:val>
                                            <p:strVal val="1+#ppt_w/2"/>
                                          </p:val>
                                        </p:tav>
                                        <p:tav tm="100000">
                                          <p:val>
                                            <p:strVal val="#ppt_x"/>
                                          </p:val>
                                        </p:tav>
                                      </p:tavLst>
                                    </p:anim>
                                    <p:anim calcmode="lin" valueType="num">
                                      <p:cBhvr additive="base">
                                        <p:cTn id="52" dur="500" fill="hold"/>
                                        <p:tgtEl>
                                          <p:spTgt spid="82"/>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87"/>
                                        </p:tgtEl>
                                        <p:attrNameLst>
                                          <p:attrName>style.visibility</p:attrName>
                                        </p:attrNameLst>
                                      </p:cBhvr>
                                      <p:to>
                                        <p:strVal val="visible"/>
                                      </p:to>
                                    </p:set>
                                    <p:anim calcmode="lin" valueType="num">
                                      <p:cBhvr additive="base">
                                        <p:cTn id="55" dur="500" fill="hold"/>
                                        <p:tgtEl>
                                          <p:spTgt spid="87"/>
                                        </p:tgtEl>
                                        <p:attrNameLst>
                                          <p:attrName>ppt_x</p:attrName>
                                        </p:attrNameLst>
                                      </p:cBhvr>
                                      <p:tavLst>
                                        <p:tav tm="0">
                                          <p:val>
                                            <p:strVal val="1+#ppt_w/2"/>
                                          </p:val>
                                        </p:tav>
                                        <p:tav tm="100000">
                                          <p:val>
                                            <p:strVal val="#ppt_x"/>
                                          </p:val>
                                        </p:tav>
                                      </p:tavLst>
                                    </p:anim>
                                    <p:anim calcmode="lin" valueType="num">
                                      <p:cBhvr additive="base">
                                        <p:cTn id="56" dur="500" fill="hold"/>
                                        <p:tgtEl>
                                          <p:spTgt spid="87"/>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88"/>
                                        </p:tgtEl>
                                        <p:attrNameLst>
                                          <p:attrName>style.visibility</p:attrName>
                                        </p:attrNameLst>
                                      </p:cBhvr>
                                      <p:to>
                                        <p:strVal val="visible"/>
                                      </p:to>
                                    </p:set>
                                    <p:anim calcmode="lin" valueType="num">
                                      <p:cBhvr additive="base">
                                        <p:cTn id="59" dur="500" fill="hold"/>
                                        <p:tgtEl>
                                          <p:spTgt spid="88"/>
                                        </p:tgtEl>
                                        <p:attrNameLst>
                                          <p:attrName>ppt_x</p:attrName>
                                        </p:attrNameLst>
                                      </p:cBhvr>
                                      <p:tavLst>
                                        <p:tav tm="0">
                                          <p:val>
                                            <p:strVal val="1+#ppt_w/2"/>
                                          </p:val>
                                        </p:tav>
                                        <p:tav tm="100000">
                                          <p:val>
                                            <p:strVal val="#ppt_x"/>
                                          </p:val>
                                        </p:tav>
                                      </p:tavLst>
                                    </p:anim>
                                    <p:anim calcmode="lin" valueType="num">
                                      <p:cBhvr additive="base">
                                        <p:cTn id="60" dur="500" fill="hold"/>
                                        <p:tgtEl>
                                          <p:spTgt spid="88"/>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89"/>
                                        </p:tgtEl>
                                        <p:attrNameLst>
                                          <p:attrName>style.visibility</p:attrName>
                                        </p:attrNameLst>
                                      </p:cBhvr>
                                      <p:to>
                                        <p:strVal val="visible"/>
                                      </p:to>
                                    </p:set>
                                    <p:anim calcmode="lin" valueType="num">
                                      <p:cBhvr additive="base">
                                        <p:cTn id="63" dur="500" fill="hold"/>
                                        <p:tgtEl>
                                          <p:spTgt spid="89"/>
                                        </p:tgtEl>
                                        <p:attrNameLst>
                                          <p:attrName>ppt_x</p:attrName>
                                        </p:attrNameLst>
                                      </p:cBhvr>
                                      <p:tavLst>
                                        <p:tav tm="0">
                                          <p:val>
                                            <p:strVal val="1+#ppt_w/2"/>
                                          </p:val>
                                        </p:tav>
                                        <p:tav tm="100000">
                                          <p:val>
                                            <p:strVal val="#ppt_x"/>
                                          </p:val>
                                        </p:tav>
                                      </p:tavLst>
                                    </p:anim>
                                    <p:anim calcmode="lin" valueType="num">
                                      <p:cBhvr additive="base">
                                        <p:cTn id="64"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90"/>
                                        </p:tgtEl>
                                        <p:attrNameLst>
                                          <p:attrName>style.visibility</p:attrName>
                                        </p:attrNameLst>
                                      </p:cBhvr>
                                      <p:to>
                                        <p:strVal val="visible"/>
                                      </p:to>
                                    </p:set>
                                    <p:animEffect transition="in" filter="wipe(left)">
                                      <p:cBhvr>
                                        <p:cTn id="69" dur="500"/>
                                        <p:tgtEl>
                                          <p:spTgt spid="90"/>
                                        </p:tgtEl>
                                      </p:cBhvr>
                                    </p:animEffect>
                                  </p:childTnLst>
                                </p:cTn>
                              </p:par>
                              <p:par>
                                <p:cTn id="70" presetID="2" presetClass="entr" presetSubtype="8" fill="hold" grpId="0" nodeType="withEffect">
                                  <p:stCondLst>
                                    <p:cond delay="0"/>
                                  </p:stCondLst>
                                  <p:childTnLst>
                                    <p:set>
                                      <p:cBhvr>
                                        <p:cTn id="71" dur="1" fill="hold">
                                          <p:stCondLst>
                                            <p:cond delay="0"/>
                                          </p:stCondLst>
                                        </p:cTn>
                                        <p:tgtEl>
                                          <p:spTgt spid="91"/>
                                        </p:tgtEl>
                                        <p:attrNameLst>
                                          <p:attrName>style.visibility</p:attrName>
                                        </p:attrNameLst>
                                      </p:cBhvr>
                                      <p:to>
                                        <p:strVal val="visible"/>
                                      </p:to>
                                    </p:set>
                                    <p:anim calcmode="lin" valueType="num">
                                      <p:cBhvr additive="base">
                                        <p:cTn id="72" dur="500" fill="hold"/>
                                        <p:tgtEl>
                                          <p:spTgt spid="91"/>
                                        </p:tgtEl>
                                        <p:attrNameLst>
                                          <p:attrName>ppt_x</p:attrName>
                                        </p:attrNameLst>
                                      </p:cBhvr>
                                      <p:tavLst>
                                        <p:tav tm="0">
                                          <p:val>
                                            <p:strVal val="0-#ppt_w/2"/>
                                          </p:val>
                                        </p:tav>
                                        <p:tav tm="100000">
                                          <p:val>
                                            <p:strVal val="#ppt_x"/>
                                          </p:val>
                                        </p:tav>
                                      </p:tavLst>
                                    </p:anim>
                                    <p:anim calcmode="lin" valueType="num">
                                      <p:cBhvr additive="base">
                                        <p:cTn id="73" dur="500" fill="hold"/>
                                        <p:tgtEl>
                                          <p:spTgt spid="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0" grpId="0" bldLvl="0" animBg="1"/>
      <p:bldP spid="31" grpId="0" bldLvl="0" animBg="1"/>
      <p:bldP spid="87" grpId="0"/>
      <p:bldP spid="88" grpId="0"/>
      <p:bldP spid="89" grpId="0"/>
      <p:bldP spid="91"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矩形 17"/>
          <p:cNvSpPr>
            <a:spLocks noChangeArrowheads="1"/>
          </p:cNvSpPr>
          <p:nvPr/>
        </p:nvSpPr>
        <p:spPr bwMode="auto">
          <a:xfrm>
            <a:off x="3562985" y="2379345"/>
            <a:ext cx="787273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6600" b="1" dirty="0">
                <a:solidFill>
                  <a:srgbClr val="C00000"/>
                </a:solidFill>
                <a:latin typeface="微软雅黑" panose="020B0503020204020204" pitchFamily="34" charset="-122"/>
                <a:ea typeface="微软雅黑" panose="020B0503020204020204" pitchFamily="34" charset="-122"/>
              </a:rPr>
              <a:t>感谢您的聆听！</a:t>
            </a:r>
          </a:p>
        </p:txBody>
      </p:sp>
      <p:sp>
        <p:nvSpPr>
          <p:cNvPr id="54" name="矩形 53"/>
          <p:cNvSpPr/>
          <p:nvPr/>
        </p:nvSpPr>
        <p:spPr>
          <a:xfrm>
            <a:off x="3562668" y="3538855"/>
            <a:ext cx="5487035" cy="373380"/>
          </a:xfrm>
          <a:prstGeom prst="rect">
            <a:avLst/>
          </a:prstGeom>
        </p:spPr>
        <p:txBody>
          <a:bodyPr wrap="square" lIns="68580" tIns="34290" rIns="68580" bIns="34290">
            <a:spAutoFit/>
          </a:bodyPr>
          <a:lstStyle/>
          <a:p>
            <a:pPr algn="ctr"/>
            <a:r>
              <a:rPr lang="en-US" altLang="zh-CN" sz="1000" dirty="0">
                <a:solidFill>
                  <a:srgbClr val="C00000"/>
                </a:solidFill>
                <a:latin typeface="Source Han Sans ExtraLight" panose="020B0200000000000000" pitchFamily="34" charset="-122"/>
                <a:ea typeface="Source Han Sans ExtraLight" panose="020B0200000000000000" pitchFamily="34" charset="-122"/>
                <a:cs typeface="Arial" panose="020B0604020202020204" pitchFamily="34" charset="0"/>
              </a:rPr>
              <a:t>The Concepts National Income And National Product Have Roughly The Same Value And Can Be Used Interchangeably If Our Interest Is In Their</a:t>
            </a: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fill="hold"/>
                                        <p:tgtEl>
                                          <p:spTgt spid="54"/>
                                        </p:tgtEl>
                                        <p:attrNameLst>
                                          <p:attrName>ppt_x</p:attrName>
                                        </p:attrNameLst>
                                      </p:cBhvr>
                                      <p:tavLst>
                                        <p:tav tm="0">
                                          <p:val>
                                            <p:strVal val="1+#ppt_w/2"/>
                                          </p:val>
                                        </p:tav>
                                        <p:tav tm="100000">
                                          <p:val>
                                            <p:strVal val="#ppt_x"/>
                                          </p:val>
                                        </p:tav>
                                      </p:tavLst>
                                    </p:anim>
                                    <p:anim calcmode="lin" valueType="num">
                                      <p:cBhvr additive="base">
                                        <p:cTn id="13"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4"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heme/theme1.xml><?xml version="1.0" encoding="utf-8"?>
<a:theme xmlns:a="http://schemas.openxmlformats.org/drawingml/2006/main" name="Office 主题">
  <a:themeElements>
    <a:clrScheme name="自定义 3366">
      <a:dk1>
        <a:srgbClr val="080808"/>
      </a:dk1>
      <a:lt1>
        <a:sysClr val="window" lastClr="FFFFFF"/>
      </a:lt1>
      <a:dk2>
        <a:srgbClr val="BD0000"/>
      </a:dk2>
      <a:lt2>
        <a:srgbClr val="9E0000"/>
      </a:lt2>
      <a:accent1>
        <a:srgbClr val="080808"/>
      </a:accent1>
      <a:accent2>
        <a:srgbClr val="080808"/>
      </a:accent2>
      <a:accent3>
        <a:srgbClr val="080808"/>
      </a:accent3>
      <a:accent4>
        <a:srgbClr val="080808"/>
      </a:accent4>
      <a:accent5>
        <a:srgbClr val="4472C4"/>
      </a:accent5>
      <a:accent6>
        <a:srgbClr val="70AD47"/>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bg1"/>
            </a:gs>
            <a:gs pos="100000">
              <a:srgbClr val="DDDEDD"/>
            </a:gs>
          </a:gsLst>
          <a:lin ang="6000000" scaled="0"/>
          <a:tileRect/>
        </a:gradFill>
        <a:ln w="28575">
          <a:solidFill>
            <a:schemeClr val="bg1"/>
          </a:solidFill>
        </a:ln>
        <a:effectLst>
          <a:outerShdw blurRad="279400" dist="254000" dir="8100000" algn="tr"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关于我们 - 副本 (2).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2585</Words>
  <Application>Microsoft Office PowerPoint</Application>
  <PresentationFormat>宽屏</PresentationFormat>
  <Paragraphs>483</Paragraphs>
  <Slides>36</Slides>
  <Notes>34</Notes>
  <HiddenSlides>1</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36</vt:i4>
      </vt:variant>
    </vt:vector>
  </HeadingPairs>
  <TitlesOfParts>
    <vt:vector size="49" baseType="lpstr">
      <vt:lpstr>Gill Sans</vt:lpstr>
      <vt:lpstr>Source Han Sans ExtraLight</vt:lpstr>
      <vt:lpstr>黑体</vt:lpstr>
      <vt:lpstr>时尚中黑简体</vt:lpstr>
      <vt:lpstr>宋体</vt:lpstr>
      <vt:lpstr>微软雅黑</vt:lpstr>
      <vt:lpstr>Arial</vt:lpstr>
      <vt:lpstr>Calibri</vt:lpstr>
      <vt:lpstr>Impact</vt:lpstr>
      <vt:lpstr>Source Sans Pro</vt:lpstr>
      <vt:lpstr>Wingdings</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jingtao hu</cp:lastModifiedBy>
  <cp:revision>365</cp:revision>
  <dcterms:created xsi:type="dcterms:W3CDTF">2014-07-15T12:53:00Z</dcterms:created>
  <dcterms:modified xsi:type="dcterms:W3CDTF">2024-12-17T05:06:49Z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