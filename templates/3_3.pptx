
<file path=[Content_Types].xml><?xml version="1.0" encoding="utf-8"?>
<Types xmlns="http://schemas.openxmlformats.org/package/2006/content-types">
  <Default Extension="jpeg" ContentType="image/jpeg"/>
  <Default Extension="png" ContentType="image/png"/>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5"/>
  </p:handoutMasterIdLst>
  <p:sldIdLst>
    <p:sldId id="283" r:id="rId3"/>
    <p:sldId id="257" r:id="rId5"/>
    <p:sldId id="258" r:id="rId6"/>
    <p:sldId id="263" r:id="rId7"/>
    <p:sldId id="265" r:id="rId8"/>
    <p:sldId id="266" r:id="rId9"/>
    <p:sldId id="264" r:id="rId10"/>
    <p:sldId id="259" r:id="rId11"/>
    <p:sldId id="270" r:id="rId12"/>
    <p:sldId id="268" r:id="rId13"/>
    <p:sldId id="267" r:id="rId14"/>
    <p:sldId id="269" r:id="rId15"/>
    <p:sldId id="260" r:id="rId16"/>
    <p:sldId id="271" r:id="rId17"/>
    <p:sldId id="272" r:id="rId18"/>
    <p:sldId id="273" r:id="rId19"/>
    <p:sldId id="261" r:id="rId20"/>
    <p:sldId id="276" r:id="rId21"/>
    <p:sldId id="274" r:id="rId22"/>
    <p:sldId id="275" r:id="rId23"/>
    <p:sldId id="262"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CC9B"/>
    <a:srgbClr val="FFFFFF"/>
    <a:srgbClr val="981620"/>
    <a:srgbClr val="C79364"/>
    <a:srgbClr val="26293E"/>
    <a:srgbClr val="DCDCDC"/>
    <a:srgbClr val="F0F0F0"/>
    <a:srgbClr val="E6E6E6"/>
    <a:srgbClr val="C8C8C8"/>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0" d="100"/>
          <a:sy n="90" d="100"/>
        </p:scale>
        <p:origin x="702" y="102"/>
      </p:cViewPr>
      <p:guideLst>
        <p:guide orient="horz" pos="2154"/>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tags" Target="../tags/tag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6293E"/>
        </a:solidFill>
        <a:effectLst/>
      </p:bgPr>
    </p:bg>
    <p:spTree>
      <p:nvGrpSpPr>
        <p:cNvPr id="1" name=""/>
        <p:cNvGrpSpPr/>
        <p:nvPr/>
      </p:nvGrpSpPr>
      <p:grpSpPr>
        <a:xfrm>
          <a:off x="0" y="0"/>
          <a:ext cx="0" cy="0"/>
          <a:chOff x="0" y="0"/>
          <a:chExt cx="0" cy="0"/>
        </a:xfrm>
      </p:grpSpPr>
      <p:sp>
        <p:nvSpPr>
          <p:cNvPr id="7" name="KSO_TEMPLATE" hidden="1"/>
          <p:cNvSpPr/>
          <p:nvPr>
            <p:custDataLst>
              <p:tags r:id="rId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5" Type="http://schemas.openxmlformats.org/officeDocument/2006/relationships/notesSlide" Target="../notesSlides/notesSlide1.xml"/><Relationship Id="rId14" Type="http://schemas.openxmlformats.org/officeDocument/2006/relationships/slideLayout" Target="../slideLayouts/slideLayout1.xml"/><Relationship Id="rId13" Type="http://schemas.openxmlformats.org/officeDocument/2006/relationships/tags" Target="../tags/tag2.xml"/><Relationship Id="rId12" Type="http://schemas.openxmlformats.org/officeDocument/2006/relationships/image" Target="../media/image10.png"/><Relationship Id="rId11" Type="http://schemas.microsoft.com/office/2007/relationships/media" Target="../media/media1.mp3"/><Relationship Id="rId10" Type="http://schemas.openxmlformats.org/officeDocument/2006/relationships/audio" Target="../media/media1.mp3"/><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3.xml"/><Relationship Id="rId7" Type="http://schemas.openxmlformats.org/officeDocument/2006/relationships/image" Target="../media/image11.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7.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4.xml"/><Relationship Id="rId2" Type="http://schemas.openxmlformats.org/officeDocument/2006/relationships/image" Target="../media/image5.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5.xml"/><Relationship Id="rId4"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6.xml"/><Relationship Id="rId4" Type="http://schemas.openxmlformats.org/officeDocument/2006/relationships/image" Target="../media/image13.png"/><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7.xml"/><Relationship Id="rId4" Type="http://schemas.openxmlformats.org/officeDocument/2006/relationships/image" Target="../media/image14.jpeg"/><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8.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9.xml"/><Relationship Id="rId2" Type="http://schemas.openxmlformats.org/officeDocument/2006/relationships/image" Target="../media/image5.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0.xml"/><Relationship Id="rId4" Type="http://schemas.openxmlformats.org/officeDocument/2006/relationships/image" Target="../media/image15.jpeg"/><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1.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2.xml"/><Relationship Id="rId4" Type="http://schemas.openxmlformats.org/officeDocument/2006/relationships/image" Target="../media/image16.jpeg"/><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3.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4.xml"/><Relationship Id="rId2" Type="http://schemas.openxmlformats.org/officeDocument/2006/relationships/image" Target="../media/image5.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5.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6.xml"/><Relationship Id="rId4" Type="http://schemas.openxmlformats.org/officeDocument/2006/relationships/image" Target="../media/image17.jpeg"/><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7.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18.xml"/><Relationship Id="rId2" Type="http://schemas.openxmlformats.org/officeDocument/2006/relationships/image" Target="../media/image5.png"/><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19.xml"/><Relationship Id="rId7" Type="http://schemas.openxmlformats.org/officeDocument/2006/relationships/image" Target="../media/image21.jpeg"/><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0.xml"/><Relationship Id="rId4" Type="http://schemas.openxmlformats.org/officeDocument/2006/relationships/image" Target="../media/image22.jpeg"/><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1.xml"/><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1.xml"/><Relationship Id="rId7" Type="http://schemas.openxmlformats.org/officeDocument/2006/relationships/tags" Target="../tags/tag22.xml"/><Relationship Id="rId6" Type="http://schemas.openxmlformats.org/officeDocument/2006/relationships/image" Target="../media/image8.png"/><Relationship Id="rId5" Type="http://schemas.openxmlformats.org/officeDocument/2006/relationships/image" Target="../media/image1.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6293E"/>
        </a:solidFill>
        <a:effectLst/>
      </p:bgPr>
    </p:bg>
    <p:spTree>
      <p:nvGrpSpPr>
        <p:cNvPr id="1" name=""/>
        <p:cNvGrpSpPr/>
        <p:nvPr/>
      </p:nvGrpSpPr>
      <p:grpSpPr>
        <a:xfrm>
          <a:off x="0" y="0"/>
          <a:ext cx="0" cy="0"/>
          <a:chOff x="0" y="0"/>
          <a:chExt cx="0" cy="0"/>
        </a:xfrm>
      </p:grpSpPr>
      <p:pic>
        <p:nvPicPr>
          <p:cNvPr id="25" name="图片 24" descr="祥云1"/>
          <p:cNvPicPr>
            <a:picLocks noChangeAspect="1"/>
          </p:cNvPicPr>
          <p:nvPr/>
        </p:nvPicPr>
        <p:blipFill>
          <a:blip r:embed="rId1"/>
          <a:stretch>
            <a:fillRect/>
          </a:stretch>
        </p:blipFill>
        <p:spPr>
          <a:xfrm flipH="1">
            <a:off x="10253345" y="5052060"/>
            <a:ext cx="1080770" cy="423545"/>
          </a:xfrm>
          <a:prstGeom prst="rect">
            <a:avLst/>
          </a:prstGeom>
        </p:spPr>
      </p:pic>
      <p:pic>
        <p:nvPicPr>
          <p:cNvPr id="16" name="图片 15" descr="祥云"/>
          <p:cNvPicPr>
            <a:picLocks noChangeAspect="1"/>
          </p:cNvPicPr>
          <p:nvPr/>
        </p:nvPicPr>
        <p:blipFill>
          <a:blip r:embed="rId2"/>
          <a:stretch>
            <a:fillRect/>
          </a:stretch>
        </p:blipFill>
        <p:spPr>
          <a:xfrm>
            <a:off x="10136505" y="823595"/>
            <a:ext cx="853440" cy="1124585"/>
          </a:xfrm>
          <a:prstGeom prst="rect">
            <a:avLst/>
          </a:prstGeom>
        </p:spPr>
      </p:pic>
      <p:grpSp>
        <p:nvGrpSpPr>
          <p:cNvPr id="24" name="组合 23"/>
          <p:cNvGrpSpPr/>
          <p:nvPr/>
        </p:nvGrpSpPr>
        <p:grpSpPr>
          <a:xfrm>
            <a:off x="210820" y="201295"/>
            <a:ext cx="11770360" cy="6455410"/>
            <a:chOff x="332" y="317"/>
            <a:chExt cx="18536" cy="10166"/>
          </a:xfrm>
        </p:grpSpPr>
        <p:sp>
          <p:nvSpPr>
            <p:cNvPr id="4" name="矩形 3"/>
            <p:cNvSpPr/>
            <p:nvPr/>
          </p:nvSpPr>
          <p:spPr>
            <a:xfrm>
              <a:off x="433" y="400"/>
              <a:ext cx="18334" cy="100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332" y="317"/>
              <a:ext cx="18536" cy="10166"/>
            </a:xfrm>
            <a:prstGeom prst="roundRect">
              <a:avLst>
                <a:gd name="adj" fmla="val 5577"/>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6" name="图片 5" descr="云波纹"/>
          <p:cNvPicPr>
            <a:picLocks noChangeAspect="1"/>
          </p:cNvPicPr>
          <p:nvPr/>
        </p:nvPicPr>
        <p:blipFill>
          <a:blip r:embed="rId3"/>
          <a:srcRect l="34620"/>
          <a:stretch>
            <a:fillRect/>
          </a:stretch>
        </p:blipFill>
        <p:spPr>
          <a:xfrm>
            <a:off x="-187325" y="1948180"/>
            <a:ext cx="12567920" cy="2960370"/>
          </a:xfrm>
          <a:prstGeom prst="rect">
            <a:avLst/>
          </a:prstGeom>
        </p:spPr>
      </p:pic>
      <p:pic>
        <p:nvPicPr>
          <p:cNvPr id="12" name="图片 11" descr="花瓣"/>
          <p:cNvPicPr>
            <a:picLocks noChangeAspect="1"/>
          </p:cNvPicPr>
          <p:nvPr/>
        </p:nvPicPr>
        <p:blipFill>
          <a:blip r:embed="rId4"/>
          <a:stretch>
            <a:fillRect/>
          </a:stretch>
        </p:blipFill>
        <p:spPr>
          <a:xfrm>
            <a:off x="1265555" y="676275"/>
            <a:ext cx="6241415" cy="2599055"/>
          </a:xfrm>
          <a:prstGeom prst="rect">
            <a:avLst/>
          </a:prstGeom>
        </p:spPr>
      </p:pic>
      <p:sp>
        <p:nvSpPr>
          <p:cNvPr id="8" name="矩形 7"/>
          <p:cNvSpPr/>
          <p:nvPr/>
        </p:nvSpPr>
        <p:spPr>
          <a:xfrm>
            <a:off x="-137160" y="2449830"/>
            <a:ext cx="12465685" cy="1958975"/>
          </a:xfrm>
          <a:prstGeom prst="rect">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多边形"/>
          <p:cNvPicPr>
            <a:picLocks noChangeAspect="1"/>
          </p:cNvPicPr>
          <p:nvPr/>
        </p:nvPicPr>
        <p:blipFill>
          <a:blip r:embed="rId5"/>
          <a:stretch>
            <a:fillRect/>
          </a:stretch>
        </p:blipFill>
        <p:spPr>
          <a:xfrm>
            <a:off x="8035925" y="1682750"/>
            <a:ext cx="3491865" cy="3491865"/>
          </a:xfrm>
          <a:prstGeom prst="rect">
            <a:avLst/>
          </a:prstGeom>
        </p:spPr>
      </p:pic>
      <p:pic>
        <p:nvPicPr>
          <p:cNvPr id="9" name="图片 8" descr="梅花3"/>
          <p:cNvPicPr>
            <a:picLocks noChangeAspect="1"/>
          </p:cNvPicPr>
          <p:nvPr/>
        </p:nvPicPr>
        <p:blipFill>
          <a:blip r:embed="rId6"/>
          <a:stretch>
            <a:fillRect/>
          </a:stretch>
        </p:blipFill>
        <p:spPr>
          <a:xfrm>
            <a:off x="-20955" y="3810"/>
            <a:ext cx="3051810" cy="2218690"/>
          </a:xfrm>
          <a:prstGeom prst="rect">
            <a:avLst/>
          </a:prstGeom>
        </p:spPr>
      </p:pic>
      <p:pic>
        <p:nvPicPr>
          <p:cNvPr id="10" name="图片 9" descr="雪花"/>
          <p:cNvPicPr>
            <a:picLocks noChangeAspect="1"/>
          </p:cNvPicPr>
          <p:nvPr/>
        </p:nvPicPr>
        <p:blipFill>
          <a:blip r:embed="rId7"/>
          <a:stretch>
            <a:fillRect/>
          </a:stretch>
        </p:blipFill>
        <p:spPr>
          <a:xfrm>
            <a:off x="-20955" y="2280920"/>
            <a:ext cx="7712710" cy="622300"/>
          </a:xfrm>
          <a:prstGeom prst="rect">
            <a:avLst/>
          </a:prstGeom>
        </p:spPr>
      </p:pic>
      <p:sp>
        <p:nvSpPr>
          <p:cNvPr id="11" name="文本框 10"/>
          <p:cNvSpPr txBox="1"/>
          <p:nvPr/>
        </p:nvSpPr>
        <p:spPr>
          <a:xfrm>
            <a:off x="8947785" y="3074670"/>
            <a:ext cx="1668780" cy="706755"/>
          </a:xfrm>
          <a:prstGeom prst="rect">
            <a:avLst/>
          </a:prstGeom>
          <a:noFill/>
        </p:spPr>
        <p:txBody>
          <a:bodyPr wrap="square" rtlCol="0">
            <a:spAutoFit/>
          </a:bodyPr>
          <a:lstStyle/>
          <a:p>
            <a:pPr algn="ctr"/>
            <a:r>
              <a:rPr lang="en-US" altLang="zh-CN" sz="4000" b="1">
                <a:solidFill>
                  <a:srgbClr val="FCCC9B"/>
                </a:solidFill>
                <a:latin typeface="三极极黑简体" panose="00000505000000000000" charset="-122"/>
                <a:ea typeface="三极极黑简体" panose="00000505000000000000" charset="-122"/>
              </a:rPr>
              <a:t>LOGO</a:t>
            </a:r>
            <a:endParaRPr lang="en-US" altLang="zh-CN" sz="4000" b="1">
              <a:solidFill>
                <a:srgbClr val="FCCC9B"/>
              </a:solidFill>
              <a:latin typeface="三极极黑简体" panose="00000505000000000000" charset="-122"/>
              <a:ea typeface="三极极黑简体" panose="00000505000000000000" charset="-122"/>
            </a:endParaRPr>
          </a:p>
        </p:txBody>
      </p:sp>
      <p:pic>
        <p:nvPicPr>
          <p:cNvPr id="13" name="图片 12" descr="花瓣"/>
          <p:cNvPicPr>
            <a:picLocks noChangeAspect="1"/>
          </p:cNvPicPr>
          <p:nvPr/>
        </p:nvPicPr>
        <p:blipFill>
          <a:blip r:embed="rId4"/>
          <a:stretch>
            <a:fillRect/>
          </a:stretch>
        </p:blipFill>
        <p:spPr>
          <a:xfrm>
            <a:off x="3302635" y="3074670"/>
            <a:ext cx="4389120" cy="1827530"/>
          </a:xfrm>
          <a:prstGeom prst="rect">
            <a:avLst/>
          </a:prstGeom>
        </p:spPr>
      </p:pic>
      <p:pic>
        <p:nvPicPr>
          <p:cNvPr id="15" name="图片 14" descr="祥云1"/>
          <p:cNvPicPr>
            <a:picLocks noChangeAspect="1"/>
          </p:cNvPicPr>
          <p:nvPr/>
        </p:nvPicPr>
        <p:blipFill>
          <a:blip r:embed="rId1"/>
          <a:stretch>
            <a:fillRect/>
          </a:stretch>
        </p:blipFill>
        <p:spPr>
          <a:xfrm>
            <a:off x="-20955" y="3891915"/>
            <a:ext cx="1080770" cy="423545"/>
          </a:xfrm>
          <a:prstGeom prst="rect">
            <a:avLst/>
          </a:prstGeom>
        </p:spPr>
      </p:pic>
      <p:sp>
        <p:nvSpPr>
          <p:cNvPr id="17" name="椭圆 16"/>
          <p:cNvSpPr/>
          <p:nvPr/>
        </p:nvSpPr>
        <p:spPr>
          <a:xfrm>
            <a:off x="905510" y="5475605"/>
            <a:ext cx="499110" cy="499110"/>
          </a:xfrm>
          <a:prstGeom prst="ellipse">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仓耳玄三M W05" panose="02020400000000000000" charset="-122"/>
                <a:ea typeface="仓耳玄三M W05" panose="02020400000000000000" charset="-122"/>
              </a:rPr>
              <a:t>包</a:t>
            </a:r>
            <a:endParaRPr lang="zh-CN" altLang="en-US" sz="2000">
              <a:latin typeface="仓耳玄三M W05" panose="02020400000000000000" charset="-122"/>
              <a:ea typeface="仓耳玄三M W05" panose="02020400000000000000" charset="-122"/>
            </a:endParaRPr>
          </a:p>
        </p:txBody>
      </p:sp>
      <p:sp>
        <p:nvSpPr>
          <p:cNvPr id="18" name="椭圆 17"/>
          <p:cNvSpPr/>
          <p:nvPr/>
        </p:nvSpPr>
        <p:spPr>
          <a:xfrm>
            <a:off x="1450340" y="5475605"/>
            <a:ext cx="499110" cy="499110"/>
          </a:xfrm>
          <a:prstGeom prst="ellipse">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仓耳玄三M W05" panose="02020400000000000000" charset="-122"/>
                <a:ea typeface="仓耳玄三M W05" panose="02020400000000000000" charset="-122"/>
              </a:rPr>
              <a:t>图</a:t>
            </a:r>
            <a:endParaRPr lang="zh-CN" altLang="en-US" sz="2000">
              <a:latin typeface="仓耳玄三M W05" panose="02020400000000000000" charset="-122"/>
              <a:ea typeface="仓耳玄三M W05" panose="02020400000000000000" charset="-122"/>
            </a:endParaRPr>
          </a:p>
        </p:txBody>
      </p:sp>
      <p:sp>
        <p:nvSpPr>
          <p:cNvPr id="19" name="椭圆 18"/>
          <p:cNvSpPr/>
          <p:nvPr/>
        </p:nvSpPr>
        <p:spPr>
          <a:xfrm>
            <a:off x="1995170" y="5475605"/>
            <a:ext cx="499110" cy="499110"/>
          </a:xfrm>
          <a:prstGeom prst="ellipse">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仓耳玄三M W05" panose="02020400000000000000" charset="-122"/>
                <a:ea typeface="仓耳玄三M W05" panose="02020400000000000000" charset="-122"/>
              </a:rPr>
              <a:t>网</a:t>
            </a:r>
            <a:endParaRPr lang="zh-CN" altLang="en-US" sz="2000">
              <a:latin typeface="仓耳玄三M W05" panose="02020400000000000000" charset="-122"/>
              <a:ea typeface="仓耳玄三M W05" panose="02020400000000000000" charset="-122"/>
            </a:endParaRPr>
          </a:p>
        </p:txBody>
      </p:sp>
      <p:cxnSp>
        <p:nvCxnSpPr>
          <p:cNvPr id="20" name="直接连接符 19"/>
          <p:cNvCxnSpPr/>
          <p:nvPr/>
        </p:nvCxnSpPr>
        <p:spPr>
          <a:xfrm>
            <a:off x="2939415" y="5201285"/>
            <a:ext cx="0" cy="1047750"/>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3302635" y="5264150"/>
            <a:ext cx="5029835" cy="9220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50000"/>
              </a:lnSpc>
            </a:pPr>
            <a:r>
              <a:rPr lang="zh-CN" altLang="en-US" sz="1200">
                <a:solidFill>
                  <a:schemeClr val="bg1">
                    <a:lumMod val="95000"/>
                  </a:schemeClr>
                </a:solidFill>
                <a:latin typeface="仓耳玄三M W05" panose="02020400000000000000" charset="-122"/>
                <a:ea typeface="仓耳玄三M W05" panose="02020400000000000000" charset="-122"/>
                <a:sym typeface="+mn-ea"/>
              </a:rPr>
              <a:t>I love you more than I've ever loved any woman. And I've waited longer for you than I've waited for any woman.I love you more than I've ever loved any woman. </a:t>
            </a:r>
            <a:endParaRPr lang="zh-CN" altLang="en-US" sz="1200" dirty="0">
              <a:solidFill>
                <a:schemeClr val="bg1">
                  <a:lumMod val="95000"/>
                </a:schemeClr>
              </a:solidFill>
              <a:latin typeface="仓耳玄三M W05" panose="02020400000000000000" charset="-122"/>
              <a:ea typeface="仓耳玄三M W05" panose="02020400000000000000" charset="-122"/>
              <a:sym typeface="+mn-ea"/>
            </a:endParaRPr>
          </a:p>
        </p:txBody>
      </p:sp>
      <p:pic>
        <p:nvPicPr>
          <p:cNvPr id="21" name="图片 20" descr="飞鹤"/>
          <p:cNvPicPr>
            <a:picLocks noChangeAspect="1"/>
          </p:cNvPicPr>
          <p:nvPr/>
        </p:nvPicPr>
        <p:blipFill>
          <a:blip r:embed="rId8"/>
          <a:stretch>
            <a:fillRect/>
          </a:stretch>
        </p:blipFill>
        <p:spPr>
          <a:xfrm>
            <a:off x="8722995" y="5335905"/>
            <a:ext cx="909320" cy="829310"/>
          </a:xfrm>
          <a:prstGeom prst="rect">
            <a:avLst/>
          </a:prstGeom>
        </p:spPr>
      </p:pic>
      <p:pic>
        <p:nvPicPr>
          <p:cNvPr id="22" name="图片 21" descr="祥云2"/>
          <p:cNvPicPr>
            <a:picLocks noChangeAspect="1"/>
          </p:cNvPicPr>
          <p:nvPr/>
        </p:nvPicPr>
        <p:blipFill>
          <a:blip r:embed="rId9"/>
          <a:stretch>
            <a:fillRect/>
          </a:stretch>
        </p:blipFill>
        <p:spPr>
          <a:xfrm flipH="1">
            <a:off x="7199630" y="1204595"/>
            <a:ext cx="1748155" cy="743585"/>
          </a:xfrm>
          <a:prstGeom prst="rect">
            <a:avLst/>
          </a:prstGeom>
        </p:spPr>
      </p:pic>
      <p:sp>
        <p:nvSpPr>
          <p:cNvPr id="14" name="文本框 13"/>
          <p:cNvSpPr txBox="1"/>
          <p:nvPr/>
        </p:nvSpPr>
        <p:spPr>
          <a:xfrm>
            <a:off x="727075" y="2947035"/>
            <a:ext cx="6216015" cy="1106805"/>
          </a:xfrm>
          <a:prstGeom prst="rect">
            <a:avLst/>
          </a:prstGeom>
          <a:noFill/>
        </p:spPr>
        <p:txBody>
          <a:bodyPr wrap="square" rtlCol="0">
            <a:spAutoFit/>
          </a:bodyPr>
          <a:lstStyle/>
          <a:p>
            <a:pPr algn="dist"/>
            <a:r>
              <a:rPr lang="zh-CN" altLang="en-US" sz="6600">
                <a:solidFill>
                  <a:srgbClr val="FCCC9B"/>
                </a:solidFill>
                <a:latin typeface="仓耳玄三M W05" panose="02020400000000000000" charset="-122"/>
                <a:ea typeface="仓耳玄三M W05" panose="02020400000000000000" charset="-122"/>
              </a:rPr>
              <a:t>年终工作总结</a:t>
            </a:r>
            <a:endParaRPr lang="zh-CN" altLang="en-US" sz="6600">
              <a:solidFill>
                <a:srgbClr val="FCCC9B"/>
              </a:solidFill>
              <a:latin typeface="仓耳玄三M W05" panose="02020400000000000000" charset="-122"/>
              <a:ea typeface="仓耳玄三M W05" panose="02020400000000000000" charset="-122"/>
            </a:endParaRPr>
          </a:p>
        </p:txBody>
      </p:sp>
      <p:pic>
        <p:nvPicPr>
          <p:cNvPr id="26" name="斯琴高丽%26顾峰 - 中国缘 - 斯琴高丽%26顾峰">
            <a:hlinkClick r:id="" action="ppaction://media"/>
          </p:cNvPr>
          <p:cNvPicPr>
            <a:picLocks noChangeAspect="1"/>
          </p:cNvPicPr>
          <p:nvPr>
            <a:audioFile r:link="rId10"/>
            <p:extLst>
              <p:ext uri="{DAA4B4D4-6D71-4841-9C94-3DE7FCFB9230}">
                <p14:media xmlns:p14="http://schemas.microsoft.com/office/powerpoint/2010/main" r:embed="rId11"/>
              </p:ext>
            </p:extLst>
          </p:nvPr>
        </p:nvPicPr>
        <p:blipFill>
          <a:blip r:embed="rId12"/>
          <a:stretch>
            <a:fillRect/>
          </a:stretch>
        </p:blipFill>
        <p:spPr>
          <a:xfrm>
            <a:off x="-1063271" y="66675"/>
            <a:ext cx="609600" cy="609600"/>
          </a:xfrm>
          <a:prstGeom prst="rect">
            <a:avLst/>
          </a:prstGeom>
        </p:spPr>
      </p:pic>
    </p:spTree>
    <p:custDataLst>
      <p:tags r:id="rId13"/>
    </p:custDataLst>
  </p:cSld>
  <p:clrMapOvr>
    <a:masterClrMapping/>
  </p:clrMapOvr>
  <p:transition spd="med" advClick="0" advTm="4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0" dur="500"/>
                                        <p:tgtEl>
                                          <p:spTgt spid="24"/>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18" presetClass="entr" presetSubtype="6" fill="hold"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strips(downRight)">
                                      <p:cBhvr>
                                        <p:cTn id="18" dur="500"/>
                                        <p:tgtEl>
                                          <p:spTgt spid="9"/>
                                        </p:tgtEl>
                                      </p:cBhvr>
                                    </p:animEffect>
                                  </p:childTnLst>
                                </p:cTn>
                              </p:par>
                            </p:childTnLst>
                          </p:cTn>
                        </p:par>
                        <p:par>
                          <p:cTn id="19" fill="hold">
                            <p:stCondLst>
                              <p:cond delay="1500"/>
                            </p:stCondLst>
                            <p:childTnLst>
                              <p:par>
                                <p:cTn id="20" presetID="3" presetClass="entr" presetSubtype="5"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vertical)">
                                      <p:cBhvr>
                                        <p:cTn id="22" dur="500"/>
                                        <p:tgtEl>
                                          <p:spTgt spid="8"/>
                                        </p:tgtEl>
                                      </p:cBhvr>
                                    </p:animEffect>
                                  </p:childTnLst>
                                </p:cTn>
                              </p:par>
                            </p:childTnLst>
                          </p:cTn>
                        </p:par>
                        <p:par>
                          <p:cTn id="23" fill="hold">
                            <p:stCondLst>
                              <p:cond delay="2000"/>
                            </p:stCondLst>
                            <p:childTnLst>
                              <p:par>
                                <p:cTn id="24" presetID="2" presetClass="entr" presetSubtype="2"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1+#ppt_w/2"/>
                                          </p:val>
                                        </p:tav>
                                        <p:tav tm="100000">
                                          <p:val>
                                            <p:strVal val="#ppt_x"/>
                                          </p:val>
                                        </p:tav>
                                      </p:tavLst>
                                    </p:anim>
                                    <p:anim calcmode="lin" valueType="num">
                                      <p:cBhvr additive="base">
                                        <p:cTn id="27" dur="500" fill="hold"/>
                                        <p:tgtEl>
                                          <p:spTgt spid="7"/>
                                        </p:tgtEl>
                                        <p:attrNameLst>
                                          <p:attrName>ppt_y</p:attrName>
                                        </p:attrNameLst>
                                      </p:cBhvr>
                                      <p:tavLst>
                                        <p:tav tm="0">
                                          <p:val>
                                            <p:strVal val="#ppt_y"/>
                                          </p:val>
                                        </p:tav>
                                        <p:tav tm="100000">
                                          <p:val>
                                            <p:strVal val="#ppt_y"/>
                                          </p:val>
                                        </p:tav>
                                      </p:tavLst>
                                    </p:anim>
                                  </p:childTnLst>
                                </p:cTn>
                              </p:par>
                            </p:childTnLst>
                          </p:cTn>
                        </p:par>
                        <p:par>
                          <p:cTn id="28" fill="hold">
                            <p:stCondLst>
                              <p:cond delay="2500"/>
                            </p:stCondLst>
                            <p:childTnLst>
                              <p:par>
                                <p:cTn id="29" presetID="8" presetClass="entr" presetSubtype="16" fill="hold" grpId="0" nodeType="afterEffect">
                                  <p:stCondLst>
                                    <p:cond delay="0"/>
                                  </p:stCondLst>
                                  <p:childTnLst>
                                    <p:set>
                                      <p:cBhvr>
                                        <p:cTn id="30" dur="500" fill="hold">
                                          <p:stCondLst>
                                            <p:cond delay="0"/>
                                          </p:stCondLst>
                                        </p:cTn>
                                        <p:tgtEl>
                                          <p:spTgt spid="11"/>
                                        </p:tgtEl>
                                        <p:attrNameLst>
                                          <p:attrName>style.visibility</p:attrName>
                                        </p:attrNameLst>
                                      </p:cBhvr>
                                      <p:to>
                                        <p:strVal val="visible"/>
                                      </p:to>
                                    </p:set>
                                    <p:animEffect transition="in" filter="diamond(in)">
                                      <p:cBhvr>
                                        <p:cTn id="31" dur="500"/>
                                        <p:tgtEl>
                                          <p:spTgt spid="11"/>
                                        </p:tgtEl>
                                      </p:cBhvr>
                                    </p:animEffect>
                                  </p:childTnLst>
                                </p:cTn>
                              </p:par>
                            </p:childTnLst>
                          </p:cTn>
                        </p:par>
                        <p:par>
                          <p:cTn id="32" fill="hold">
                            <p:stCondLst>
                              <p:cond delay="3000"/>
                            </p:stCondLst>
                            <p:childTnLst>
                              <p:par>
                                <p:cTn id="33" presetID="8" presetClass="entr" presetSubtype="16" fill="hold" nodeType="afterEffect">
                                  <p:stCondLst>
                                    <p:cond delay="0"/>
                                  </p:stCondLst>
                                  <p:childTnLst>
                                    <p:set>
                                      <p:cBhvr>
                                        <p:cTn id="34" dur="500" fill="hold">
                                          <p:stCondLst>
                                            <p:cond delay="0"/>
                                          </p:stCondLst>
                                        </p:cTn>
                                        <p:tgtEl>
                                          <p:spTgt spid="12"/>
                                        </p:tgtEl>
                                        <p:attrNameLst>
                                          <p:attrName>style.visibility</p:attrName>
                                        </p:attrNameLst>
                                      </p:cBhvr>
                                      <p:to>
                                        <p:strVal val="visible"/>
                                      </p:to>
                                    </p:set>
                                    <p:animEffect transition="in" filter="diamond(in)">
                                      <p:cBhvr>
                                        <p:cTn id="35" dur="500"/>
                                        <p:tgtEl>
                                          <p:spTgt spid="12"/>
                                        </p:tgtEl>
                                      </p:cBhvr>
                                    </p:animEffect>
                                  </p:childTnLst>
                                </p:cTn>
                              </p:par>
                              <p:par>
                                <p:cTn id="36" presetID="8" presetClass="entr" presetSubtype="16" fill="hold" nodeType="withEffect">
                                  <p:stCondLst>
                                    <p:cond delay="0"/>
                                  </p:stCondLst>
                                  <p:childTnLst>
                                    <p:set>
                                      <p:cBhvr>
                                        <p:cTn id="37" dur="500" fill="hold">
                                          <p:stCondLst>
                                            <p:cond delay="0"/>
                                          </p:stCondLst>
                                        </p:cTn>
                                        <p:tgtEl>
                                          <p:spTgt spid="13"/>
                                        </p:tgtEl>
                                        <p:attrNameLst>
                                          <p:attrName>style.visibility</p:attrName>
                                        </p:attrNameLst>
                                      </p:cBhvr>
                                      <p:to>
                                        <p:strVal val="visible"/>
                                      </p:to>
                                    </p:set>
                                    <p:animEffect transition="in" filter="diamond(in)">
                                      <p:cBhvr>
                                        <p:cTn id="38" dur="500"/>
                                        <p:tgtEl>
                                          <p:spTgt spid="13"/>
                                        </p:tgtEl>
                                      </p:cBhvr>
                                    </p:animEffect>
                                  </p:childTnLst>
                                </p:cTn>
                              </p:par>
                            </p:childTnLst>
                          </p:cTn>
                        </p:par>
                        <p:par>
                          <p:cTn id="39" fill="hold">
                            <p:stCondLst>
                              <p:cond delay="3500"/>
                            </p:stCondLst>
                            <p:childTnLst>
                              <p:par>
                                <p:cTn id="40" presetID="2" presetClass="entr" presetSubtype="1" fill="hold" nodeType="after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additive="base">
                                        <p:cTn id="42" dur="500" fill="hold"/>
                                        <p:tgtEl>
                                          <p:spTgt spid="10"/>
                                        </p:tgtEl>
                                        <p:attrNameLst>
                                          <p:attrName>ppt_x</p:attrName>
                                        </p:attrNameLst>
                                      </p:cBhvr>
                                      <p:tavLst>
                                        <p:tav tm="0">
                                          <p:val>
                                            <p:strVal val="#ppt_x"/>
                                          </p:val>
                                        </p:tav>
                                        <p:tav tm="100000">
                                          <p:val>
                                            <p:strVal val="#ppt_x"/>
                                          </p:val>
                                        </p:tav>
                                      </p:tavLst>
                                    </p:anim>
                                    <p:anim calcmode="lin" valueType="num">
                                      <p:cBhvr additive="base">
                                        <p:cTn id="43" dur="500" fill="hold"/>
                                        <p:tgtEl>
                                          <p:spTgt spid="10"/>
                                        </p:tgtEl>
                                        <p:attrNameLst>
                                          <p:attrName>ppt_y</p:attrName>
                                        </p:attrNameLst>
                                      </p:cBhvr>
                                      <p:tavLst>
                                        <p:tav tm="0">
                                          <p:val>
                                            <p:strVal val="0-#ppt_h/2"/>
                                          </p:val>
                                        </p:tav>
                                        <p:tav tm="100000">
                                          <p:val>
                                            <p:strVal val="#ppt_y"/>
                                          </p:val>
                                        </p:tav>
                                      </p:tavLst>
                                    </p:anim>
                                  </p:childTnLst>
                                </p:cTn>
                              </p:par>
                            </p:childTnLst>
                          </p:cTn>
                        </p:par>
                        <p:par>
                          <p:cTn id="44" fill="hold">
                            <p:stCondLst>
                              <p:cond delay="4000"/>
                            </p:stCondLst>
                            <p:childTnLst>
                              <p:par>
                                <p:cTn id="45" presetID="3" presetClass="entr" presetSubtype="5"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blinds(vertical)">
                                      <p:cBhvr>
                                        <p:cTn id="47" dur="500"/>
                                        <p:tgtEl>
                                          <p:spTgt spid="14"/>
                                        </p:tgtEl>
                                      </p:cBhvr>
                                    </p:animEffect>
                                  </p:childTnLst>
                                </p:cTn>
                              </p:par>
                            </p:childTnLst>
                          </p:cTn>
                        </p:par>
                        <p:par>
                          <p:cTn id="48" fill="hold">
                            <p:stCondLst>
                              <p:cond delay="4500"/>
                            </p:stCondLst>
                            <p:childTnLst>
                              <p:par>
                                <p:cTn id="49" presetID="2" presetClass="entr" presetSubtype="8" fill="hold" nodeType="after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0-#ppt_w/2"/>
                                          </p:val>
                                        </p:tav>
                                        <p:tav tm="100000">
                                          <p:val>
                                            <p:strVal val="#ppt_x"/>
                                          </p:val>
                                        </p:tav>
                                      </p:tavLst>
                                    </p:anim>
                                    <p:anim calcmode="lin" valueType="num">
                                      <p:cBhvr additive="base">
                                        <p:cTn id="52" dur="500" fill="hold"/>
                                        <p:tgtEl>
                                          <p:spTgt spid="15"/>
                                        </p:tgtEl>
                                        <p:attrNameLst>
                                          <p:attrName>ppt_y</p:attrName>
                                        </p:attrNameLst>
                                      </p:cBhvr>
                                      <p:tavLst>
                                        <p:tav tm="0">
                                          <p:val>
                                            <p:strVal val="#ppt_y"/>
                                          </p:val>
                                        </p:tav>
                                        <p:tav tm="100000">
                                          <p:val>
                                            <p:strVal val="#ppt_y"/>
                                          </p:val>
                                        </p:tav>
                                      </p:tavLst>
                                    </p:anim>
                                  </p:childTnLst>
                                </p:cTn>
                              </p:par>
                            </p:childTnLst>
                          </p:cTn>
                        </p:par>
                        <p:par>
                          <p:cTn id="53" fill="hold">
                            <p:stCondLst>
                              <p:cond delay="5000"/>
                            </p:stCondLst>
                            <p:childTnLst>
                              <p:par>
                                <p:cTn id="54" presetID="2" presetClass="entr" presetSubtype="1" fill="hold" nodeType="afterEffect">
                                  <p:stCondLst>
                                    <p:cond delay="0"/>
                                  </p:stCondLst>
                                  <p:childTnLst>
                                    <p:set>
                                      <p:cBhvr>
                                        <p:cTn id="55" dur="1" fill="hold">
                                          <p:stCondLst>
                                            <p:cond delay="0"/>
                                          </p:stCondLst>
                                        </p:cTn>
                                        <p:tgtEl>
                                          <p:spTgt spid="22"/>
                                        </p:tgtEl>
                                        <p:attrNameLst>
                                          <p:attrName>style.visibility</p:attrName>
                                        </p:attrNameLst>
                                      </p:cBhvr>
                                      <p:to>
                                        <p:strVal val="visible"/>
                                      </p:to>
                                    </p:set>
                                    <p:anim calcmode="lin" valueType="num">
                                      <p:cBhvr additive="base">
                                        <p:cTn id="56" dur="500" fill="hold"/>
                                        <p:tgtEl>
                                          <p:spTgt spid="22"/>
                                        </p:tgtEl>
                                        <p:attrNameLst>
                                          <p:attrName>ppt_x</p:attrName>
                                        </p:attrNameLst>
                                      </p:cBhvr>
                                      <p:tavLst>
                                        <p:tav tm="0">
                                          <p:val>
                                            <p:strVal val="#ppt_x"/>
                                          </p:val>
                                        </p:tav>
                                        <p:tav tm="100000">
                                          <p:val>
                                            <p:strVal val="#ppt_x"/>
                                          </p:val>
                                        </p:tav>
                                      </p:tavLst>
                                    </p:anim>
                                    <p:anim calcmode="lin" valueType="num">
                                      <p:cBhvr additive="base">
                                        <p:cTn id="57" dur="500" fill="hold"/>
                                        <p:tgtEl>
                                          <p:spTgt spid="22"/>
                                        </p:tgtEl>
                                        <p:attrNameLst>
                                          <p:attrName>ppt_y</p:attrName>
                                        </p:attrNameLst>
                                      </p:cBhvr>
                                      <p:tavLst>
                                        <p:tav tm="0">
                                          <p:val>
                                            <p:strVal val="0-#ppt_h/2"/>
                                          </p:val>
                                        </p:tav>
                                        <p:tav tm="100000">
                                          <p:val>
                                            <p:strVal val="#ppt_y"/>
                                          </p:val>
                                        </p:tav>
                                      </p:tavLst>
                                    </p:anim>
                                  </p:childTnLst>
                                </p:cTn>
                              </p:par>
                              <p:par>
                                <p:cTn id="58" presetID="2" presetClass="entr" presetSubtype="2" fill="hold" nodeType="withEffect">
                                  <p:stCondLst>
                                    <p:cond delay="0"/>
                                  </p:stCondLst>
                                  <p:childTnLst>
                                    <p:set>
                                      <p:cBhvr>
                                        <p:cTn id="59" dur="1" fill="hold">
                                          <p:stCondLst>
                                            <p:cond delay="0"/>
                                          </p:stCondLst>
                                        </p:cTn>
                                        <p:tgtEl>
                                          <p:spTgt spid="16"/>
                                        </p:tgtEl>
                                        <p:attrNameLst>
                                          <p:attrName>style.visibility</p:attrName>
                                        </p:attrNameLst>
                                      </p:cBhvr>
                                      <p:to>
                                        <p:strVal val="visible"/>
                                      </p:to>
                                    </p:set>
                                    <p:anim calcmode="lin" valueType="num">
                                      <p:cBhvr additive="base">
                                        <p:cTn id="60" dur="500" fill="hold"/>
                                        <p:tgtEl>
                                          <p:spTgt spid="16"/>
                                        </p:tgtEl>
                                        <p:attrNameLst>
                                          <p:attrName>ppt_x</p:attrName>
                                        </p:attrNameLst>
                                      </p:cBhvr>
                                      <p:tavLst>
                                        <p:tav tm="0">
                                          <p:val>
                                            <p:strVal val="1+#ppt_w/2"/>
                                          </p:val>
                                        </p:tav>
                                        <p:tav tm="100000">
                                          <p:val>
                                            <p:strVal val="#ppt_x"/>
                                          </p:val>
                                        </p:tav>
                                      </p:tavLst>
                                    </p:anim>
                                    <p:anim calcmode="lin" valueType="num">
                                      <p:cBhvr additive="base">
                                        <p:cTn id="61" dur="500" fill="hold"/>
                                        <p:tgtEl>
                                          <p:spTgt spid="16"/>
                                        </p:tgtEl>
                                        <p:attrNameLst>
                                          <p:attrName>ppt_y</p:attrName>
                                        </p:attrNameLst>
                                      </p:cBhvr>
                                      <p:tavLst>
                                        <p:tav tm="0">
                                          <p:val>
                                            <p:strVal val="#ppt_y"/>
                                          </p:val>
                                        </p:tav>
                                        <p:tav tm="100000">
                                          <p:val>
                                            <p:strVal val="#ppt_y"/>
                                          </p:val>
                                        </p:tav>
                                      </p:tavLst>
                                    </p:anim>
                                  </p:childTnLst>
                                </p:cTn>
                              </p:par>
                            </p:childTnLst>
                          </p:cTn>
                        </p:par>
                        <p:par>
                          <p:cTn id="62" fill="hold">
                            <p:stCondLst>
                              <p:cond delay="5500"/>
                            </p:stCondLst>
                            <p:childTnLst>
                              <p:par>
                                <p:cTn id="63" presetID="8" presetClass="entr" presetSubtype="16" fill="hold" grpId="0" nodeType="afterEffect">
                                  <p:stCondLst>
                                    <p:cond delay="0"/>
                                  </p:stCondLst>
                                  <p:childTnLst>
                                    <p:set>
                                      <p:cBhvr>
                                        <p:cTn id="64" dur="500" fill="hold">
                                          <p:stCondLst>
                                            <p:cond delay="0"/>
                                          </p:stCondLst>
                                        </p:cTn>
                                        <p:tgtEl>
                                          <p:spTgt spid="17"/>
                                        </p:tgtEl>
                                        <p:attrNameLst>
                                          <p:attrName>style.visibility</p:attrName>
                                        </p:attrNameLst>
                                      </p:cBhvr>
                                      <p:to>
                                        <p:strVal val="visible"/>
                                      </p:to>
                                    </p:set>
                                    <p:animEffect transition="in" filter="diamond(in)">
                                      <p:cBhvr>
                                        <p:cTn id="65" dur="500"/>
                                        <p:tgtEl>
                                          <p:spTgt spid="17"/>
                                        </p:tgtEl>
                                      </p:cBhvr>
                                    </p:animEffect>
                                  </p:childTnLst>
                                </p:cTn>
                              </p:par>
                            </p:childTnLst>
                          </p:cTn>
                        </p:par>
                        <p:par>
                          <p:cTn id="66" fill="hold">
                            <p:stCondLst>
                              <p:cond delay="6000"/>
                            </p:stCondLst>
                            <p:childTnLst>
                              <p:par>
                                <p:cTn id="67" presetID="8" presetClass="entr" presetSubtype="16" fill="hold" grpId="0" nodeType="afterEffect">
                                  <p:stCondLst>
                                    <p:cond delay="0"/>
                                  </p:stCondLst>
                                  <p:childTnLst>
                                    <p:set>
                                      <p:cBhvr>
                                        <p:cTn id="68" dur="500" fill="hold">
                                          <p:stCondLst>
                                            <p:cond delay="0"/>
                                          </p:stCondLst>
                                        </p:cTn>
                                        <p:tgtEl>
                                          <p:spTgt spid="18"/>
                                        </p:tgtEl>
                                        <p:attrNameLst>
                                          <p:attrName>style.visibility</p:attrName>
                                        </p:attrNameLst>
                                      </p:cBhvr>
                                      <p:to>
                                        <p:strVal val="visible"/>
                                      </p:to>
                                    </p:set>
                                    <p:animEffect transition="in" filter="diamond(in)">
                                      <p:cBhvr>
                                        <p:cTn id="69" dur="500"/>
                                        <p:tgtEl>
                                          <p:spTgt spid="18"/>
                                        </p:tgtEl>
                                      </p:cBhvr>
                                    </p:animEffect>
                                  </p:childTnLst>
                                </p:cTn>
                              </p:par>
                            </p:childTnLst>
                          </p:cTn>
                        </p:par>
                        <p:par>
                          <p:cTn id="70" fill="hold">
                            <p:stCondLst>
                              <p:cond delay="6500"/>
                            </p:stCondLst>
                            <p:childTnLst>
                              <p:par>
                                <p:cTn id="71" presetID="8" presetClass="entr" presetSubtype="16" fill="hold" grpId="0" nodeType="afterEffect">
                                  <p:stCondLst>
                                    <p:cond delay="0"/>
                                  </p:stCondLst>
                                  <p:childTnLst>
                                    <p:set>
                                      <p:cBhvr>
                                        <p:cTn id="72" dur="500" fill="hold">
                                          <p:stCondLst>
                                            <p:cond delay="0"/>
                                          </p:stCondLst>
                                        </p:cTn>
                                        <p:tgtEl>
                                          <p:spTgt spid="19"/>
                                        </p:tgtEl>
                                        <p:attrNameLst>
                                          <p:attrName>style.visibility</p:attrName>
                                        </p:attrNameLst>
                                      </p:cBhvr>
                                      <p:to>
                                        <p:strVal val="visible"/>
                                      </p:to>
                                    </p:set>
                                    <p:animEffect transition="in" filter="diamond(in)">
                                      <p:cBhvr>
                                        <p:cTn id="73" dur="500"/>
                                        <p:tgtEl>
                                          <p:spTgt spid="19"/>
                                        </p:tgtEl>
                                      </p:cBhvr>
                                    </p:animEffect>
                                  </p:childTnLst>
                                </p:cTn>
                              </p:par>
                            </p:childTnLst>
                          </p:cTn>
                        </p:par>
                        <p:par>
                          <p:cTn id="74" fill="hold">
                            <p:stCondLst>
                              <p:cond delay="7000"/>
                            </p:stCondLst>
                            <p:childTnLst>
                              <p:par>
                                <p:cTn id="75" presetID="22" presetClass="entr" presetSubtype="1" fill="hold" nodeType="after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wipe(up)">
                                      <p:cBhvr>
                                        <p:cTn id="77" dur="500"/>
                                        <p:tgtEl>
                                          <p:spTgt spid="20"/>
                                        </p:tgtEl>
                                      </p:cBhvr>
                                    </p:animEffect>
                                  </p:childTnLst>
                                </p:cTn>
                              </p:par>
                            </p:childTnLst>
                          </p:cTn>
                        </p:par>
                        <p:par>
                          <p:cTn id="78" fill="hold">
                            <p:stCondLst>
                              <p:cond delay="7500"/>
                            </p:stCondLst>
                            <p:childTnLst>
                              <p:par>
                                <p:cTn id="79" presetID="8" presetClass="entr" presetSubtype="16" fill="hold" grpId="1" nodeType="afterEffect">
                                  <p:stCondLst>
                                    <p:cond delay="0"/>
                                  </p:stCondLst>
                                  <p:childTnLst>
                                    <p:set>
                                      <p:cBhvr>
                                        <p:cTn id="80" dur="500" fill="hold">
                                          <p:stCondLst>
                                            <p:cond delay="0"/>
                                          </p:stCondLst>
                                        </p:cTn>
                                        <p:tgtEl>
                                          <p:spTgt spid="32"/>
                                        </p:tgtEl>
                                        <p:attrNameLst>
                                          <p:attrName>style.visibility</p:attrName>
                                        </p:attrNameLst>
                                      </p:cBhvr>
                                      <p:to>
                                        <p:strVal val="visible"/>
                                      </p:to>
                                    </p:set>
                                    <p:animEffect transition="in" filter="diamond(in)">
                                      <p:cBhvr>
                                        <p:cTn id="81" dur="500"/>
                                        <p:tgtEl>
                                          <p:spTgt spid="32"/>
                                        </p:tgtEl>
                                      </p:cBhvr>
                                    </p:animEffect>
                                  </p:childTnLst>
                                </p:cTn>
                              </p:par>
                            </p:childTnLst>
                          </p:cTn>
                        </p:par>
                        <p:par>
                          <p:cTn id="82" fill="hold">
                            <p:stCondLst>
                              <p:cond delay="8000"/>
                            </p:stCondLst>
                            <p:childTnLst>
                              <p:par>
                                <p:cTn id="83" presetID="2" presetClass="entr" presetSubtype="2" fill="hold" nodeType="afterEffect">
                                  <p:stCondLst>
                                    <p:cond delay="0"/>
                                  </p:stCondLst>
                                  <p:childTnLst>
                                    <p:set>
                                      <p:cBhvr>
                                        <p:cTn id="84" dur="1" fill="hold">
                                          <p:stCondLst>
                                            <p:cond delay="0"/>
                                          </p:stCondLst>
                                        </p:cTn>
                                        <p:tgtEl>
                                          <p:spTgt spid="21"/>
                                        </p:tgtEl>
                                        <p:attrNameLst>
                                          <p:attrName>style.visibility</p:attrName>
                                        </p:attrNameLst>
                                      </p:cBhvr>
                                      <p:to>
                                        <p:strVal val="visible"/>
                                      </p:to>
                                    </p:set>
                                    <p:anim calcmode="lin" valueType="num">
                                      <p:cBhvr additive="base">
                                        <p:cTn id="85" dur="500" fill="hold"/>
                                        <p:tgtEl>
                                          <p:spTgt spid="21"/>
                                        </p:tgtEl>
                                        <p:attrNameLst>
                                          <p:attrName>ppt_x</p:attrName>
                                        </p:attrNameLst>
                                      </p:cBhvr>
                                      <p:tavLst>
                                        <p:tav tm="0">
                                          <p:val>
                                            <p:strVal val="1+#ppt_w/2"/>
                                          </p:val>
                                        </p:tav>
                                        <p:tav tm="100000">
                                          <p:val>
                                            <p:strVal val="#ppt_x"/>
                                          </p:val>
                                        </p:tav>
                                      </p:tavLst>
                                    </p:anim>
                                    <p:anim calcmode="lin" valueType="num">
                                      <p:cBhvr additive="base">
                                        <p:cTn id="86" dur="500" fill="hold"/>
                                        <p:tgtEl>
                                          <p:spTgt spid="21"/>
                                        </p:tgtEl>
                                        <p:attrNameLst>
                                          <p:attrName>ppt_y</p:attrName>
                                        </p:attrNameLst>
                                      </p:cBhvr>
                                      <p:tavLst>
                                        <p:tav tm="0">
                                          <p:val>
                                            <p:strVal val="#ppt_y"/>
                                          </p:val>
                                        </p:tav>
                                        <p:tav tm="100000">
                                          <p:val>
                                            <p:strVal val="#ppt_y"/>
                                          </p:val>
                                        </p:tav>
                                      </p:tavLst>
                                    </p:anim>
                                  </p:childTnLst>
                                </p:cTn>
                              </p:par>
                            </p:childTnLst>
                          </p:cTn>
                        </p:par>
                        <p:par>
                          <p:cTn id="87" fill="hold">
                            <p:stCondLst>
                              <p:cond delay="8500"/>
                            </p:stCondLst>
                            <p:childTnLst>
                              <p:par>
                                <p:cTn id="88" presetID="2" presetClass="entr" presetSubtype="2" fill="hold" nodeType="afterEffect">
                                  <p:stCondLst>
                                    <p:cond delay="0"/>
                                  </p:stCondLst>
                                  <p:childTnLst>
                                    <p:set>
                                      <p:cBhvr>
                                        <p:cTn id="89" dur="1" fill="hold">
                                          <p:stCondLst>
                                            <p:cond delay="0"/>
                                          </p:stCondLst>
                                        </p:cTn>
                                        <p:tgtEl>
                                          <p:spTgt spid="25"/>
                                        </p:tgtEl>
                                        <p:attrNameLst>
                                          <p:attrName>style.visibility</p:attrName>
                                        </p:attrNameLst>
                                      </p:cBhvr>
                                      <p:to>
                                        <p:strVal val="visible"/>
                                      </p:to>
                                    </p:set>
                                    <p:anim calcmode="lin" valueType="num">
                                      <p:cBhvr additive="base">
                                        <p:cTn id="90" dur="500" fill="hold"/>
                                        <p:tgtEl>
                                          <p:spTgt spid="25"/>
                                        </p:tgtEl>
                                        <p:attrNameLst>
                                          <p:attrName>ppt_x</p:attrName>
                                        </p:attrNameLst>
                                      </p:cBhvr>
                                      <p:tavLst>
                                        <p:tav tm="0">
                                          <p:val>
                                            <p:strVal val="1+#ppt_w/2"/>
                                          </p:val>
                                        </p:tav>
                                        <p:tav tm="100000">
                                          <p:val>
                                            <p:strVal val="#ppt_x"/>
                                          </p:val>
                                        </p:tav>
                                      </p:tavLst>
                                    </p:anim>
                                    <p:anim calcmode="lin" valueType="num">
                                      <p:cBhvr additive="base">
                                        <p:cTn id="91"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92" repeatCount="indefinite" fill="remove" display="0">
                  <p:stCondLst>
                    <p:cond delay="indefinite"/>
                  </p:stCondLst>
                  <p:endCondLst>
                    <p:cond evt="onStopAudio" delay="0">
                      <p:tgtEl>
                        <p:sldTgt/>
                      </p:tgtEl>
                    </p:cond>
                  </p:endCondLst>
                </p:cTn>
                <p:tgtEl>
                  <p:spTgt spid="26"/>
                </p:tgtEl>
              </p:cMediaNode>
            </p:audio>
          </p:childTnLst>
        </p:cTn>
      </p:par>
    </p:tnLst>
    <p:bldLst>
      <p:bldP spid="8" grpId="0" bldLvl="0" animBg="1"/>
      <p:bldP spid="11" grpId="0"/>
      <p:bldP spid="17" grpId="0" bldLvl="0" animBg="1"/>
      <p:bldP spid="18" grpId="0" bldLvl="0" animBg="1"/>
      <p:bldP spid="19" grpId="0" bldLvl="0" animBg="1"/>
      <p:bldP spid="32" grpId="0"/>
      <p:bldP spid="32" grpId="1"/>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descr="祥云2"/>
          <p:cNvPicPr>
            <a:picLocks noChangeAspect="1"/>
          </p:cNvPicPr>
          <p:nvPr/>
        </p:nvPicPr>
        <p:blipFill>
          <a:blip r:embed="rId1"/>
          <a:stretch>
            <a:fillRect/>
          </a:stretch>
        </p:blipFill>
        <p:spPr>
          <a:xfrm flipH="1">
            <a:off x="3309620" y="5068570"/>
            <a:ext cx="1255395" cy="534035"/>
          </a:xfrm>
          <a:prstGeom prst="rect">
            <a:avLst/>
          </a:prstGeom>
        </p:spPr>
      </p:pic>
      <p:grpSp>
        <p:nvGrpSpPr>
          <p:cNvPr id="24" name="组合 23"/>
          <p:cNvGrpSpPr/>
          <p:nvPr/>
        </p:nvGrpSpPr>
        <p:grpSpPr>
          <a:xfrm>
            <a:off x="210820" y="201295"/>
            <a:ext cx="11770360" cy="6455410"/>
            <a:chOff x="332" y="317"/>
            <a:chExt cx="18536" cy="10166"/>
          </a:xfrm>
        </p:grpSpPr>
        <p:sp>
          <p:nvSpPr>
            <p:cNvPr id="4" name="矩形 3"/>
            <p:cNvSpPr/>
            <p:nvPr/>
          </p:nvSpPr>
          <p:spPr>
            <a:xfrm>
              <a:off x="433" y="400"/>
              <a:ext cx="18334" cy="100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332" y="317"/>
              <a:ext cx="18536" cy="10166"/>
            </a:xfrm>
            <a:prstGeom prst="roundRect">
              <a:avLst>
                <a:gd name="adj" fmla="val 5577"/>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descr="云波纹"/>
          <p:cNvPicPr>
            <a:picLocks noChangeAspect="1"/>
          </p:cNvPicPr>
          <p:nvPr/>
        </p:nvPicPr>
        <p:blipFill>
          <a:blip r:embed="rId2"/>
          <a:srcRect l="67108" r="3498"/>
          <a:stretch>
            <a:fillRect/>
          </a:stretch>
        </p:blipFill>
        <p:spPr>
          <a:xfrm>
            <a:off x="-8255" y="1948815"/>
            <a:ext cx="5650230" cy="2960370"/>
          </a:xfrm>
          <a:prstGeom prst="rect">
            <a:avLst/>
          </a:prstGeom>
        </p:spPr>
      </p:pic>
      <p:pic>
        <p:nvPicPr>
          <p:cNvPr id="12" name="图片 11" descr="花瓣"/>
          <p:cNvPicPr>
            <a:picLocks noChangeAspect="1"/>
          </p:cNvPicPr>
          <p:nvPr/>
        </p:nvPicPr>
        <p:blipFill>
          <a:blip r:embed="rId3"/>
          <a:stretch>
            <a:fillRect/>
          </a:stretch>
        </p:blipFill>
        <p:spPr>
          <a:xfrm>
            <a:off x="-600075" y="900430"/>
            <a:ext cx="6241415" cy="2599055"/>
          </a:xfrm>
          <a:prstGeom prst="rect">
            <a:avLst/>
          </a:prstGeom>
        </p:spPr>
      </p:pic>
      <p:sp>
        <p:nvSpPr>
          <p:cNvPr id="3" name="矩形 2"/>
          <p:cNvSpPr/>
          <p:nvPr/>
        </p:nvSpPr>
        <p:spPr>
          <a:xfrm>
            <a:off x="-137160" y="2449830"/>
            <a:ext cx="5778500" cy="1958975"/>
          </a:xfrm>
          <a:prstGeom prst="rect">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雪花"/>
          <p:cNvPicPr>
            <a:picLocks noChangeAspect="1"/>
          </p:cNvPicPr>
          <p:nvPr/>
        </p:nvPicPr>
        <p:blipFill>
          <a:blip r:embed="rId4"/>
          <a:srcRect r="26544"/>
          <a:stretch>
            <a:fillRect/>
          </a:stretch>
        </p:blipFill>
        <p:spPr>
          <a:xfrm>
            <a:off x="-24130" y="2280285"/>
            <a:ext cx="5665470" cy="622300"/>
          </a:xfrm>
          <a:prstGeom prst="rect">
            <a:avLst/>
          </a:prstGeom>
        </p:spPr>
      </p:pic>
      <p:pic>
        <p:nvPicPr>
          <p:cNvPr id="9" name="图片 8" descr="多边形"/>
          <p:cNvPicPr>
            <a:picLocks noChangeAspect="1"/>
          </p:cNvPicPr>
          <p:nvPr/>
        </p:nvPicPr>
        <p:blipFill>
          <a:blip r:embed="rId5"/>
          <a:stretch>
            <a:fillRect/>
          </a:stretch>
        </p:blipFill>
        <p:spPr>
          <a:xfrm>
            <a:off x="1073150" y="1682750"/>
            <a:ext cx="3491865" cy="3491865"/>
          </a:xfrm>
          <a:prstGeom prst="rect">
            <a:avLst/>
          </a:prstGeom>
        </p:spPr>
      </p:pic>
      <p:sp>
        <p:nvSpPr>
          <p:cNvPr id="25" name="文本框 24"/>
          <p:cNvSpPr txBox="1"/>
          <p:nvPr/>
        </p:nvSpPr>
        <p:spPr>
          <a:xfrm>
            <a:off x="1840230" y="2968625"/>
            <a:ext cx="1958340" cy="922020"/>
          </a:xfrm>
          <a:prstGeom prst="rect">
            <a:avLst/>
          </a:prstGeom>
          <a:noFill/>
        </p:spPr>
        <p:txBody>
          <a:bodyPr wrap="square" rtlCol="0">
            <a:spAutoFit/>
          </a:bodyPr>
          <a:lstStyle/>
          <a:p>
            <a:pPr algn="ctr"/>
            <a:r>
              <a:rPr lang="zh-CN" altLang="en-US" sz="5400">
                <a:solidFill>
                  <a:srgbClr val="FCCC9B"/>
                </a:solidFill>
                <a:latin typeface="仓耳玄三M W05" panose="02020400000000000000" charset="-122"/>
                <a:ea typeface="仓耳玄三M W05" panose="02020400000000000000" charset="-122"/>
              </a:rPr>
              <a:t>目录</a:t>
            </a:r>
            <a:endParaRPr lang="zh-CN" altLang="en-US" sz="5400">
              <a:solidFill>
                <a:srgbClr val="FCCC9B"/>
              </a:solidFill>
              <a:latin typeface="仓耳玄三M W05" panose="02020400000000000000" charset="-122"/>
              <a:ea typeface="仓耳玄三M W05" panose="02020400000000000000" charset="-122"/>
            </a:endParaRPr>
          </a:p>
        </p:txBody>
      </p:sp>
      <p:pic>
        <p:nvPicPr>
          <p:cNvPr id="10" name="图片 9" descr="梅花3"/>
          <p:cNvPicPr>
            <a:picLocks noChangeAspect="1"/>
          </p:cNvPicPr>
          <p:nvPr/>
        </p:nvPicPr>
        <p:blipFill>
          <a:blip r:embed="rId6"/>
          <a:stretch>
            <a:fillRect/>
          </a:stretch>
        </p:blipFill>
        <p:spPr>
          <a:xfrm flipH="1">
            <a:off x="9716135" y="-12700"/>
            <a:ext cx="2488565" cy="1809750"/>
          </a:xfrm>
          <a:prstGeom prst="rect">
            <a:avLst/>
          </a:prstGeom>
        </p:spPr>
      </p:pic>
      <p:grpSp>
        <p:nvGrpSpPr>
          <p:cNvPr id="15" name="组合 14"/>
          <p:cNvGrpSpPr/>
          <p:nvPr/>
        </p:nvGrpSpPr>
        <p:grpSpPr>
          <a:xfrm>
            <a:off x="6485255" y="1430020"/>
            <a:ext cx="549910" cy="562610"/>
            <a:chOff x="10213" y="2013"/>
            <a:chExt cx="866" cy="886"/>
          </a:xfrm>
        </p:grpSpPr>
        <p:pic>
          <p:nvPicPr>
            <p:cNvPr id="13" name="图片 12" descr="印章"/>
            <p:cNvPicPr>
              <a:picLocks noChangeAspect="1"/>
            </p:cNvPicPr>
            <p:nvPr/>
          </p:nvPicPr>
          <p:blipFill>
            <a:blip r:embed="rId7"/>
            <a:stretch>
              <a:fillRect/>
            </a:stretch>
          </p:blipFill>
          <p:spPr>
            <a:xfrm>
              <a:off x="10213" y="2013"/>
              <a:ext cx="867" cy="887"/>
            </a:xfrm>
            <a:prstGeom prst="rect">
              <a:avLst/>
            </a:prstGeom>
          </p:spPr>
        </p:pic>
        <p:sp>
          <p:nvSpPr>
            <p:cNvPr id="14" name="文本框 13"/>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01</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16" name="文本框 15"/>
          <p:cNvSpPr txBox="1"/>
          <p:nvPr/>
        </p:nvSpPr>
        <p:spPr>
          <a:xfrm>
            <a:off x="7294245" y="1430020"/>
            <a:ext cx="2098675" cy="368300"/>
          </a:xfrm>
          <a:prstGeom prst="rect">
            <a:avLst/>
          </a:prstGeom>
          <a:noFill/>
        </p:spPr>
        <p:txBody>
          <a:bodyPr wrap="square" rtlCol="0">
            <a:spAutoFit/>
          </a:bodyPr>
          <a:lstStyle/>
          <a:p>
            <a:pPr algn="dist"/>
            <a:r>
              <a:rPr lang="zh-CN" altLang="en-US">
                <a:solidFill>
                  <a:srgbClr val="FCCC9B"/>
                </a:solidFill>
                <a:latin typeface="仓耳玄三M W05" panose="02020400000000000000" charset="-122"/>
                <a:ea typeface="仓耳玄三M W05" panose="02020400000000000000" charset="-122"/>
                <a:sym typeface="+mn-ea"/>
              </a:rPr>
              <a:t>工作完成情况</a:t>
            </a:r>
            <a:endParaRPr lang="zh-CN" altLang="en-US">
              <a:solidFill>
                <a:srgbClr val="FCCC9B"/>
              </a:solidFill>
              <a:latin typeface="仓耳玄三M W05" panose="02020400000000000000" charset="-122"/>
              <a:ea typeface="仓耳玄三M W05" panose="02020400000000000000" charset="-122"/>
              <a:sym typeface="+mn-ea"/>
            </a:endParaRPr>
          </a:p>
        </p:txBody>
      </p:sp>
      <p:sp>
        <p:nvSpPr>
          <p:cNvPr id="17" name="文本框 16"/>
          <p:cNvSpPr txBox="1"/>
          <p:nvPr/>
        </p:nvSpPr>
        <p:spPr>
          <a:xfrm>
            <a:off x="7294245" y="1798320"/>
            <a:ext cx="3773805" cy="245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00000"/>
              </a:lnSpc>
            </a:pPr>
            <a:r>
              <a:rPr lang="zh-CN" altLang="en-US" sz="1000">
                <a:solidFill>
                  <a:srgbClr val="FCCC9B"/>
                </a:solidFill>
                <a:latin typeface="仓耳玄三M W05" panose="02020400000000000000" charset="-122"/>
                <a:ea typeface="仓耳玄三M W05" panose="02020400000000000000" charset="-122"/>
                <a:sym typeface="+mn-ea"/>
              </a:rPr>
              <a:t>And I've waited longer for you than I've waited for any woman.</a:t>
            </a:r>
            <a:endParaRPr lang="zh-CN" altLang="en-US" sz="1000" dirty="0">
              <a:solidFill>
                <a:srgbClr val="FCCC9B"/>
              </a:solidFill>
              <a:latin typeface="仓耳玄三M W05" panose="02020400000000000000" charset="-122"/>
              <a:ea typeface="仓耳玄三M W05" panose="02020400000000000000" charset="-122"/>
              <a:sym typeface="+mn-ea"/>
            </a:endParaRPr>
          </a:p>
        </p:txBody>
      </p:sp>
      <p:grpSp>
        <p:nvGrpSpPr>
          <p:cNvPr id="18" name="组合 17"/>
          <p:cNvGrpSpPr/>
          <p:nvPr/>
        </p:nvGrpSpPr>
        <p:grpSpPr>
          <a:xfrm>
            <a:off x="6484620" y="2593975"/>
            <a:ext cx="550545" cy="563245"/>
            <a:chOff x="10213" y="2013"/>
            <a:chExt cx="867" cy="887"/>
          </a:xfrm>
        </p:grpSpPr>
        <p:pic>
          <p:nvPicPr>
            <p:cNvPr id="19" name="图片 18" descr="印章"/>
            <p:cNvPicPr>
              <a:picLocks noChangeAspect="1"/>
            </p:cNvPicPr>
            <p:nvPr/>
          </p:nvPicPr>
          <p:blipFill>
            <a:blip r:embed="rId7"/>
            <a:stretch>
              <a:fillRect/>
            </a:stretch>
          </p:blipFill>
          <p:spPr>
            <a:xfrm>
              <a:off x="10213" y="2013"/>
              <a:ext cx="867" cy="887"/>
            </a:xfrm>
            <a:prstGeom prst="rect">
              <a:avLst/>
            </a:prstGeom>
          </p:spPr>
        </p:pic>
        <p:sp>
          <p:nvSpPr>
            <p:cNvPr id="20" name="文本框 19"/>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02</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21" name="文本框 20"/>
          <p:cNvSpPr txBox="1"/>
          <p:nvPr/>
        </p:nvSpPr>
        <p:spPr>
          <a:xfrm>
            <a:off x="7293610" y="2593975"/>
            <a:ext cx="2098675" cy="368300"/>
          </a:xfrm>
          <a:prstGeom prst="rect">
            <a:avLst/>
          </a:prstGeom>
          <a:noFill/>
        </p:spPr>
        <p:txBody>
          <a:bodyPr wrap="square" rtlCol="0">
            <a:spAutoFit/>
          </a:bodyPr>
          <a:lstStyle/>
          <a:p>
            <a:pPr algn="dist"/>
            <a:r>
              <a:rPr lang="zh-CN" altLang="en-US">
                <a:solidFill>
                  <a:srgbClr val="FCCC9B"/>
                </a:solidFill>
                <a:latin typeface="仓耳玄三M W05" panose="02020400000000000000" charset="-122"/>
                <a:ea typeface="仓耳玄三M W05" panose="02020400000000000000" charset="-122"/>
                <a:sym typeface="+mn-ea"/>
              </a:rPr>
              <a:t>项目成果展示</a:t>
            </a:r>
            <a:endParaRPr lang="zh-CN" altLang="en-US">
              <a:solidFill>
                <a:srgbClr val="FCCC9B"/>
              </a:solidFill>
              <a:latin typeface="仓耳玄三M W05" panose="02020400000000000000" charset="-122"/>
              <a:ea typeface="仓耳玄三M W05" panose="02020400000000000000" charset="-122"/>
              <a:sym typeface="+mn-ea"/>
            </a:endParaRPr>
          </a:p>
        </p:txBody>
      </p:sp>
      <p:sp>
        <p:nvSpPr>
          <p:cNvPr id="23" name="文本框 22"/>
          <p:cNvSpPr txBox="1"/>
          <p:nvPr/>
        </p:nvSpPr>
        <p:spPr>
          <a:xfrm>
            <a:off x="7293610" y="2962275"/>
            <a:ext cx="3773805" cy="245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00000"/>
              </a:lnSpc>
            </a:pPr>
            <a:r>
              <a:rPr lang="zh-CN" altLang="en-US" sz="1000">
                <a:solidFill>
                  <a:srgbClr val="FCCC9B"/>
                </a:solidFill>
                <a:latin typeface="仓耳玄三M W05" panose="02020400000000000000" charset="-122"/>
                <a:ea typeface="仓耳玄三M W05" panose="02020400000000000000" charset="-122"/>
                <a:sym typeface="+mn-ea"/>
              </a:rPr>
              <a:t>And I've waited longer for you than I've waited for any woman.</a:t>
            </a:r>
            <a:endParaRPr lang="zh-CN" altLang="en-US" sz="1000" dirty="0">
              <a:solidFill>
                <a:srgbClr val="FCCC9B"/>
              </a:solidFill>
              <a:latin typeface="仓耳玄三M W05" panose="02020400000000000000" charset="-122"/>
              <a:ea typeface="仓耳玄三M W05" panose="02020400000000000000" charset="-122"/>
              <a:sym typeface="+mn-ea"/>
            </a:endParaRPr>
          </a:p>
        </p:txBody>
      </p:sp>
      <p:grpSp>
        <p:nvGrpSpPr>
          <p:cNvPr id="26" name="组合 25"/>
          <p:cNvGrpSpPr/>
          <p:nvPr/>
        </p:nvGrpSpPr>
        <p:grpSpPr>
          <a:xfrm>
            <a:off x="6483985" y="3732530"/>
            <a:ext cx="550545" cy="563245"/>
            <a:chOff x="10213" y="2013"/>
            <a:chExt cx="867" cy="887"/>
          </a:xfrm>
        </p:grpSpPr>
        <p:pic>
          <p:nvPicPr>
            <p:cNvPr id="27" name="图片 26" descr="印章"/>
            <p:cNvPicPr>
              <a:picLocks noChangeAspect="1"/>
            </p:cNvPicPr>
            <p:nvPr/>
          </p:nvPicPr>
          <p:blipFill>
            <a:blip r:embed="rId7"/>
            <a:stretch>
              <a:fillRect/>
            </a:stretch>
          </p:blipFill>
          <p:spPr>
            <a:xfrm>
              <a:off x="10213" y="2013"/>
              <a:ext cx="867" cy="887"/>
            </a:xfrm>
            <a:prstGeom prst="rect">
              <a:avLst/>
            </a:prstGeom>
          </p:spPr>
        </p:pic>
        <p:sp>
          <p:nvSpPr>
            <p:cNvPr id="28" name="文本框 27"/>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03</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29" name="文本框 28"/>
          <p:cNvSpPr txBox="1"/>
          <p:nvPr/>
        </p:nvSpPr>
        <p:spPr>
          <a:xfrm>
            <a:off x="7292975" y="3732530"/>
            <a:ext cx="2098675" cy="368300"/>
          </a:xfrm>
          <a:prstGeom prst="rect">
            <a:avLst/>
          </a:prstGeom>
          <a:noFill/>
        </p:spPr>
        <p:txBody>
          <a:bodyPr wrap="square" rtlCol="0">
            <a:spAutoFit/>
          </a:bodyPr>
          <a:lstStyle/>
          <a:p>
            <a:pPr algn="dist"/>
            <a:r>
              <a:rPr lang="zh-CN" altLang="en-US">
                <a:solidFill>
                  <a:srgbClr val="FCCC9B"/>
                </a:solidFill>
                <a:latin typeface="仓耳玄三M W05" panose="02020400000000000000" charset="-122"/>
                <a:ea typeface="仓耳玄三M W05" panose="02020400000000000000" charset="-122"/>
                <a:sym typeface="+mn-ea"/>
              </a:rPr>
              <a:t>经验与总结</a:t>
            </a:r>
            <a:endParaRPr lang="zh-CN" altLang="en-US">
              <a:solidFill>
                <a:srgbClr val="FCCC9B"/>
              </a:solidFill>
              <a:latin typeface="仓耳玄三M W05" panose="02020400000000000000" charset="-122"/>
              <a:ea typeface="仓耳玄三M W05" panose="02020400000000000000" charset="-122"/>
              <a:sym typeface="+mn-ea"/>
            </a:endParaRPr>
          </a:p>
        </p:txBody>
      </p:sp>
      <p:sp>
        <p:nvSpPr>
          <p:cNvPr id="30" name="文本框 29"/>
          <p:cNvSpPr txBox="1"/>
          <p:nvPr/>
        </p:nvSpPr>
        <p:spPr>
          <a:xfrm>
            <a:off x="7292975" y="4100830"/>
            <a:ext cx="3773805" cy="245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00000"/>
              </a:lnSpc>
            </a:pPr>
            <a:r>
              <a:rPr lang="zh-CN" altLang="en-US" sz="1000">
                <a:solidFill>
                  <a:srgbClr val="FCCC9B"/>
                </a:solidFill>
                <a:latin typeface="仓耳玄三M W05" panose="02020400000000000000" charset="-122"/>
                <a:ea typeface="仓耳玄三M W05" panose="02020400000000000000" charset="-122"/>
                <a:sym typeface="+mn-ea"/>
              </a:rPr>
              <a:t>And I've waited longer for you than I've waited for any woman.</a:t>
            </a:r>
            <a:endParaRPr lang="zh-CN" altLang="en-US" sz="1000" dirty="0">
              <a:solidFill>
                <a:srgbClr val="FCCC9B"/>
              </a:solidFill>
              <a:latin typeface="仓耳玄三M W05" panose="02020400000000000000" charset="-122"/>
              <a:ea typeface="仓耳玄三M W05" panose="02020400000000000000" charset="-122"/>
              <a:sym typeface="+mn-ea"/>
            </a:endParaRPr>
          </a:p>
        </p:txBody>
      </p:sp>
      <p:grpSp>
        <p:nvGrpSpPr>
          <p:cNvPr id="31" name="组合 30"/>
          <p:cNvGrpSpPr/>
          <p:nvPr/>
        </p:nvGrpSpPr>
        <p:grpSpPr>
          <a:xfrm>
            <a:off x="6485255" y="4836160"/>
            <a:ext cx="550545" cy="563245"/>
            <a:chOff x="10213" y="2013"/>
            <a:chExt cx="867" cy="887"/>
          </a:xfrm>
        </p:grpSpPr>
        <p:pic>
          <p:nvPicPr>
            <p:cNvPr id="32" name="图片 31" descr="印章"/>
            <p:cNvPicPr>
              <a:picLocks noChangeAspect="1"/>
            </p:cNvPicPr>
            <p:nvPr/>
          </p:nvPicPr>
          <p:blipFill>
            <a:blip r:embed="rId7"/>
            <a:stretch>
              <a:fillRect/>
            </a:stretch>
          </p:blipFill>
          <p:spPr>
            <a:xfrm>
              <a:off x="10213" y="2013"/>
              <a:ext cx="867" cy="887"/>
            </a:xfrm>
            <a:prstGeom prst="rect">
              <a:avLst/>
            </a:prstGeom>
          </p:spPr>
        </p:pic>
        <p:sp>
          <p:nvSpPr>
            <p:cNvPr id="33" name="文本框 32"/>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04</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34" name="文本框 33"/>
          <p:cNvSpPr txBox="1"/>
          <p:nvPr/>
        </p:nvSpPr>
        <p:spPr>
          <a:xfrm>
            <a:off x="7294245" y="4836160"/>
            <a:ext cx="2098675" cy="368300"/>
          </a:xfrm>
          <a:prstGeom prst="rect">
            <a:avLst/>
          </a:prstGeom>
          <a:noFill/>
        </p:spPr>
        <p:txBody>
          <a:bodyPr wrap="square" rtlCol="0">
            <a:spAutoFit/>
          </a:bodyPr>
          <a:lstStyle/>
          <a:p>
            <a:pPr algn="dist"/>
            <a:r>
              <a:rPr lang="zh-CN" altLang="en-US">
                <a:solidFill>
                  <a:srgbClr val="FCCC9B"/>
                </a:solidFill>
                <a:latin typeface="仓耳玄三M W05" panose="02020400000000000000" charset="-122"/>
                <a:ea typeface="仓耳玄三M W05" panose="02020400000000000000" charset="-122"/>
                <a:sym typeface="+mn-ea"/>
              </a:rPr>
              <a:t>明年工作计划</a:t>
            </a:r>
            <a:endParaRPr lang="zh-CN" altLang="en-US">
              <a:solidFill>
                <a:srgbClr val="FCCC9B"/>
              </a:solidFill>
              <a:latin typeface="仓耳玄三M W05" panose="02020400000000000000" charset="-122"/>
              <a:ea typeface="仓耳玄三M W05" panose="02020400000000000000" charset="-122"/>
              <a:sym typeface="+mn-ea"/>
            </a:endParaRPr>
          </a:p>
        </p:txBody>
      </p:sp>
      <p:sp>
        <p:nvSpPr>
          <p:cNvPr id="35" name="文本框 34"/>
          <p:cNvSpPr txBox="1"/>
          <p:nvPr/>
        </p:nvSpPr>
        <p:spPr>
          <a:xfrm>
            <a:off x="7294245" y="5204460"/>
            <a:ext cx="3773805" cy="245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00000"/>
              </a:lnSpc>
            </a:pPr>
            <a:r>
              <a:rPr lang="zh-CN" altLang="en-US" sz="1000">
                <a:solidFill>
                  <a:srgbClr val="FCCC9B"/>
                </a:solidFill>
                <a:latin typeface="仓耳玄三M W05" panose="02020400000000000000" charset="-122"/>
                <a:ea typeface="仓耳玄三M W05" panose="02020400000000000000" charset="-122"/>
                <a:sym typeface="+mn-ea"/>
              </a:rPr>
              <a:t>And I've waited longer for you than I've waited for any woman.</a:t>
            </a:r>
            <a:endParaRPr lang="zh-CN" altLang="en-US" sz="1000" dirty="0">
              <a:solidFill>
                <a:srgbClr val="FCCC9B"/>
              </a:solidFill>
              <a:latin typeface="仓耳玄三M W05" panose="02020400000000000000" charset="-122"/>
              <a:ea typeface="仓耳玄三M W05" panose="02020400000000000000" charset="-122"/>
              <a:sym typeface="+mn-ea"/>
            </a:endParaRPr>
          </a:p>
        </p:txBody>
      </p:sp>
    </p:spTree>
    <p:custDataLst>
      <p:tags r:id="rId8"/>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Left)">
                                      <p:cBhvr>
                                        <p:cTn id="11" dur="500"/>
                                        <p:tgtEl>
                                          <p:spTgt spid="1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par>
                          <p:cTn id="16" fill="hold">
                            <p:stCondLst>
                              <p:cond delay="1500"/>
                            </p:stCondLst>
                            <p:childTnLst>
                              <p:par>
                                <p:cTn id="17" presetID="3" presetClass="entr" presetSubtype="5"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linds(vertical)">
                                      <p:cBhvr>
                                        <p:cTn id="19" dur="500"/>
                                        <p:tgtEl>
                                          <p:spTgt spid="3"/>
                                        </p:tgtEl>
                                      </p:cBhvr>
                                    </p:animEffect>
                                  </p:childTnLst>
                                </p:cTn>
                              </p:par>
                            </p:childTnLst>
                          </p:cTn>
                        </p:par>
                        <p:par>
                          <p:cTn id="20" fill="hold">
                            <p:stCondLst>
                              <p:cond delay="2000"/>
                            </p:stCondLst>
                            <p:childTnLst>
                              <p:par>
                                <p:cTn id="21" presetID="8" presetClass="entr" presetSubtype="16" fill="hold" nodeType="afterEffect">
                                  <p:stCondLst>
                                    <p:cond delay="0"/>
                                  </p:stCondLst>
                                  <p:childTnLst>
                                    <p:set>
                                      <p:cBhvr>
                                        <p:cTn id="22" dur="500" fill="hold">
                                          <p:stCondLst>
                                            <p:cond delay="0"/>
                                          </p:stCondLst>
                                        </p:cTn>
                                        <p:tgtEl>
                                          <p:spTgt spid="12"/>
                                        </p:tgtEl>
                                        <p:attrNameLst>
                                          <p:attrName>style.visibility</p:attrName>
                                        </p:attrNameLst>
                                      </p:cBhvr>
                                      <p:to>
                                        <p:strVal val="visible"/>
                                      </p:to>
                                    </p:set>
                                    <p:animEffect transition="in" filter="diamond(in)">
                                      <p:cBhvr>
                                        <p:cTn id="23" dur="500"/>
                                        <p:tgtEl>
                                          <p:spTgt spid="12"/>
                                        </p:tgtEl>
                                      </p:cBhvr>
                                    </p:animEffect>
                                  </p:childTnLst>
                                </p:cTn>
                              </p:par>
                            </p:childTnLst>
                          </p:cTn>
                        </p:par>
                        <p:par>
                          <p:cTn id="24" fill="hold">
                            <p:stCondLst>
                              <p:cond delay="2500"/>
                            </p:stCondLst>
                            <p:childTnLst>
                              <p:par>
                                <p:cTn id="25" presetID="2" presetClass="entr" presetSubtype="8"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0-#ppt_w/2"/>
                                          </p:val>
                                        </p:tav>
                                        <p:tav tm="100000">
                                          <p:val>
                                            <p:strVal val="#ppt_x"/>
                                          </p:val>
                                        </p:tav>
                                      </p:tavLst>
                                    </p:anim>
                                    <p:anim calcmode="lin" valueType="num">
                                      <p:cBhvr additive="base">
                                        <p:cTn id="28" dur="500" fill="hold"/>
                                        <p:tgtEl>
                                          <p:spTgt spid="9"/>
                                        </p:tgtEl>
                                        <p:attrNameLst>
                                          <p:attrName>ppt_y</p:attrName>
                                        </p:attrNameLst>
                                      </p:cBhvr>
                                      <p:tavLst>
                                        <p:tav tm="0">
                                          <p:val>
                                            <p:strVal val="#ppt_y"/>
                                          </p:val>
                                        </p:tav>
                                        <p:tav tm="100000">
                                          <p:val>
                                            <p:strVal val="#ppt_y"/>
                                          </p:val>
                                        </p:tav>
                                      </p:tavLst>
                                    </p:anim>
                                  </p:childTnLst>
                                </p:cTn>
                              </p:par>
                            </p:childTnLst>
                          </p:cTn>
                        </p:par>
                        <p:par>
                          <p:cTn id="29" fill="hold">
                            <p:stCondLst>
                              <p:cond delay="3000"/>
                            </p:stCondLst>
                            <p:childTnLst>
                              <p:par>
                                <p:cTn id="30" presetID="2" presetClass="entr" presetSubtype="1"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ppt_x"/>
                                          </p:val>
                                        </p:tav>
                                        <p:tav tm="100000">
                                          <p:val>
                                            <p:strVal val="#ppt_x"/>
                                          </p:val>
                                        </p:tav>
                                      </p:tavLst>
                                    </p:anim>
                                    <p:anim calcmode="lin" valueType="num">
                                      <p:cBhvr additive="base">
                                        <p:cTn id="33" dur="500" fill="hold"/>
                                        <p:tgtEl>
                                          <p:spTgt spid="11"/>
                                        </p:tgtEl>
                                        <p:attrNameLst>
                                          <p:attrName>ppt_y</p:attrName>
                                        </p:attrNameLst>
                                      </p:cBhvr>
                                      <p:tavLst>
                                        <p:tav tm="0">
                                          <p:val>
                                            <p:strVal val="0-#ppt_h/2"/>
                                          </p:val>
                                        </p:tav>
                                        <p:tav tm="100000">
                                          <p:val>
                                            <p:strVal val="#ppt_y"/>
                                          </p:val>
                                        </p:tav>
                                      </p:tavLst>
                                    </p:anim>
                                  </p:childTnLst>
                                </p:cTn>
                              </p:par>
                            </p:childTnLst>
                          </p:cTn>
                        </p:par>
                        <p:par>
                          <p:cTn id="34" fill="hold">
                            <p:stCondLst>
                              <p:cond delay="3500"/>
                            </p:stCondLst>
                            <p:childTnLst>
                              <p:par>
                                <p:cTn id="35" presetID="2" presetClass="entr" presetSubtype="8" fill="hold" grpId="0" nodeType="after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additive="base">
                                        <p:cTn id="37" dur="500" fill="hold"/>
                                        <p:tgtEl>
                                          <p:spTgt spid="25"/>
                                        </p:tgtEl>
                                        <p:attrNameLst>
                                          <p:attrName>ppt_x</p:attrName>
                                        </p:attrNameLst>
                                      </p:cBhvr>
                                      <p:tavLst>
                                        <p:tav tm="0">
                                          <p:val>
                                            <p:strVal val="0-#ppt_w/2"/>
                                          </p:val>
                                        </p:tav>
                                        <p:tav tm="100000">
                                          <p:val>
                                            <p:strVal val="#ppt_x"/>
                                          </p:val>
                                        </p:tav>
                                      </p:tavLst>
                                    </p:anim>
                                    <p:anim calcmode="lin" valueType="num">
                                      <p:cBhvr additive="base">
                                        <p:cTn id="38" dur="500" fill="hold"/>
                                        <p:tgtEl>
                                          <p:spTgt spid="25"/>
                                        </p:tgtEl>
                                        <p:attrNameLst>
                                          <p:attrName>ppt_y</p:attrName>
                                        </p:attrNameLst>
                                      </p:cBhvr>
                                      <p:tavLst>
                                        <p:tav tm="0">
                                          <p:val>
                                            <p:strVal val="#ppt_y"/>
                                          </p:val>
                                        </p:tav>
                                        <p:tav tm="100000">
                                          <p:val>
                                            <p:strVal val="#ppt_y"/>
                                          </p:val>
                                        </p:tav>
                                      </p:tavLst>
                                    </p:anim>
                                  </p:childTnLst>
                                </p:cTn>
                              </p:par>
                            </p:childTnLst>
                          </p:cTn>
                        </p:par>
                        <p:par>
                          <p:cTn id="39" fill="hold">
                            <p:stCondLst>
                              <p:cond delay="4000"/>
                            </p:stCondLst>
                            <p:childTnLst>
                              <p:par>
                                <p:cTn id="40" presetID="2" presetClass="entr" presetSubtype="4" fill="hold" nodeType="afterEffect">
                                  <p:stCondLst>
                                    <p:cond delay="0"/>
                                  </p:stCondLst>
                                  <p:childTnLst>
                                    <p:set>
                                      <p:cBhvr>
                                        <p:cTn id="41" dur="1" fill="hold">
                                          <p:stCondLst>
                                            <p:cond delay="0"/>
                                          </p:stCondLst>
                                        </p:cTn>
                                        <p:tgtEl>
                                          <p:spTgt spid="22"/>
                                        </p:tgtEl>
                                        <p:attrNameLst>
                                          <p:attrName>style.visibility</p:attrName>
                                        </p:attrNameLst>
                                      </p:cBhvr>
                                      <p:to>
                                        <p:strVal val="visible"/>
                                      </p:to>
                                    </p:set>
                                    <p:anim calcmode="lin" valueType="num">
                                      <p:cBhvr additive="base">
                                        <p:cTn id="42" dur="500" fill="hold"/>
                                        <p:tgtEl>
                                          <p:spTgt spid="22"/>
                                        </p:tgtEl>
                                        <p:attrNameLst>
                                          <p:attrName>ppt_x</p:attrName>
                                        </p:attrNameLst>
                                      </p:cBhvr>
                                      <p:tavLst>
                                        <p:tav tm="0">
                                          <p:val>
                                            <p:strVal val="#ppt_x"/>
                                          </p:val>
                                        </p:tav>
                                        <p:tav tm="100000">
                                          <p:val>
                                            <p:strVal val="#ppt_x"/>
                                          </p:val>
                                        </p:tav>
                                      </p:tavLst>
                                    </p:anim>
                                    <p:anim calcmode="lin" valueType="num">
                                      <p:cBhvr additive="base">
                                        <p:cTn id="43" dur="500" fill="hold"/>
                                        <p:tgtEl>
                                          <p:spTgt spid="22"/>
                                        </p:tgtEl>
                                        <p:attrNameLst>
                                          <p:attrName>ppt_y</p:attrName>
                                        </p:attrNameLst>
                                      </p:cBhvr>
                                      <p:tavLst>
                                        <p:tav tm="0">
                                          <p:val>
                                            <p:strVal val="1+#ppt_h/2"/>
                                          </p:val>
                                        </p:tav>
                                        <p:tav tm="100000">
                                          <p:val>
                                            <p:strVal val="#ppt_y"/>
                                          </p:val>
                                        </p:tav>
                                      </p:tavLst>
                                    </p:anim>
                                  </p:childTnLst>
                                </p:cTn>
                              </p:par>
                            </p:childTnLst>
                          </p:cTn>
                        </p:par>
                        <p:par>
                          <p:cTn id="44" fill="hold">
                            <p:stCondLst>
                              <p:cond delay="4500"/>
                            </p:stCondLst>
                            <p:childTnLst>
                              <p:par>
                                <p:cTn id="45" presetID="8" presetClass="entr" presetSubtype="16" fill="hold" nodeType="afterEffect">
                                  <p:stCondLst>
                                    <p:cond delay="0"/>
                                  </p:stCondLst>
                                  <p:childTnLst>
                                    <p:set>
                                      <p:cBhvr>
                                        <p:cTn id="46" dur="500" fill="hold">
                                          <p:stCondLst>
                                            <p:cond delay="0"/>
                                          </p:stCondLst>
                                        </p:cTn>
                                        <p:tgtEl>
                                          <p:spTgt spid="15"/>
                                        </p:tgtEl>
                                        <p:attrNameLst>
                                          <p:attrName>style.visibility</p:attrName>
                                        </p:attrNameLst>
                                      </p:cBhvr>
                                      <p:to>
                                        <p:strVal val="visible"/>
                                      </p:to>
                                    </p:set>
                                    <p:animEffect transition="in" filter="diamond(in)">
                                      <p:cBhvr>
                                        <p:cTn id="47" dur="500"/>
                                        <p:tgtEl>
                                          <p:spTgt spid="15"/>
                                        </p:tgtEl>
                                      </p:cBhvr>
                                    </p:animEffect>
                                  </p:childTnLst>
                                </p:cTn>
                              </p:par>
                            </p:childTnLst>
                          </p:cTn>
                        </p:par>
                        <p:par>
                          <p:cTn id="48" fill="hold">
                            <p:stCondLst>
                              <p:cond delay="5000"/>
                            </p:stCondLst>
                            <p:childTnLst>
                              <p:par>
                                <p:cTn id="49" presetID="22" presetClass="entr" presetSubtype="8" fill="hold" grpId="0" nodeType="afterEffect">
                                  <p:stCondLst>
                                    <p:cond delay="0"/>
                                  </p:stCondLst>
                                  <p:childTnLst>
                                    <p:set>
                                      <p:cBhvr>
                                        <p:cTn id="50" dur="500" fill="hold">
                                          <p:stCondLst>
                                            <p:cond delay="0"/>
                                          </p:stCondLst>
                                        </p:cTn>
                                        <p:tgtEl>
                                          <p:spTgt spid="16"/>
                                        </p:tgtEl>
                                        <p:attrNameLst>
                                          <p:attrName>style.visibility</p:attrName>
                                        </p:attrNameLst>
                                      </p:cBhvr>
                                      <p:to>
                                        <p:strVal val="visible"/>
                                      </p:to>
                                    </p:set>
                                    <p:animEffect transition="in" filter="wipe(left)">
                                      <p:cBhvr>
                                        <p:cTn id="51" dur="500"/>
                                        <p:tgtEl>
                                          <p:spTgt spid="16"/>
                                        </p:tgtEl>
                                      </p:cBhvr>
                                    </p:animEffect>
                                  </p:childTnLst>
                                </p:cTn>
                              </p:par>
                            </p:childTnLst>
                          </p:cTn>
                        </p:par>
                        <p:par>
                          <p:cTn id="52" fill="hold">
                            <p:stCondLst>
                              <p:cond delay="5500"/>
                            </p:stCondLst>
                            <p:childTnLst>
                              <p:par>
                                <p:cTn id="53" presetID="14" presetClass="entr" presetSubtype="5" fill="hold" grpId="1" nodeType="afterEffect">
                                  <p:stCondLst>
                                    <p:cond delay="0"/>
                                  </p:stCondLst>
                                  <p:childTnLst>
                                    <p:set>
                                      <p:cBhvr>
                                        <p:cTn id="54" dur="500" fill="hold">
                                          <p:stCondLst>
                                            <p:cond delay="0"/>
                                          </p:stCondLst>
                                        </p:cTn>
                                        <p:tgtEl>
                                          <p:spTgt spid="17"/>
                                        </p:tgtEl>
                                        <p:attrNameLst>
                                          <p:attrName>style.visibility</p:attrName>
                                        </p:attrNameLst>
                                      </p:cBhvr>
                                      <p:to>
                                        <p:strVal val="visible"/>
                                      </p:to>
                                    </p:set>
                                    <p:animEffect transition="in" filter="randombar(vertical)">
                                      <p:cBhvr>
                                        <p:cTn id="55" dur="500"/>
                                        <p:tgtEl>
                                          <p:spTgt spid="17"/>
                                        </p:tgtEl>
                                      </p:cBhvr>
                                    </p:animEffect>
                                  </p:childTnLst>
                                </p:cTn>
                              </p:par>
                            </p:childTnLst>
                          </p:cTn>
                        </p:par>
                        <p:par>
                          <p:cTn id="56" fill="hold">
                            <p:stCondLst>
                              <p:cond delay="6000"/>
                            </p:stCondLst>
                            <p:childTnLst>
                              <p:par>
                                <p:cTn id="57" presetID="8" presetClass="entr" presetSubtype="16" fill="hold" nodeType="afterEffect">
                                  <p:stCondLst>
                                    <p:cond delay="0"/>
                                  </p:stCondLst>
                                  <p:childTnLst>
                                    <p:set>
                                      <p:cBhvr>
                                        <p:cTn id="58" dur="500" fill="hold">
                                          <p:stCondLst>
                                            <p:cond delay="0"/>
                                          </p:stCondLst>
                                        </p:cTn>
                                        <p:tgtEl>
                                          <p:spTgt spid="18"/>
                                        </p:tgtEl>
                                        <p:attrNameLst>
                                          <p:attrName>style.visibility</p:attrName>
                                        </p:attrNameLst>
                                      </p:cBhvr>
                                      <p:to>
                                        <p:strVal val="visible"/>
                                      </p:to>
                                    </p:set>
                                    <p:animEffect transition="in" filter="diamond(in)">
                                      <p:cBhvr>
                                        <p:cTn id="59" dur="500"/>
                                        <p:tgtEl>
                                          <p:spTgt spid="18"/>
                                        </p:tgtEl>
                                      </p:cBhvr>
                                    </p:animEffect>
                                  </p:childTnLst>
                                </p:cTn>
                              </p:par>
                            </p:childTnLst>
                          </p:cTn>
                        </p:par>
                        <p:par>
                          <p:cTn id="60" fill="hold">
                            <p:stCondLst>
                              <p:cond delay="6500"/>
                            </p:stCondLst>
                            <p:childTnLst>
                              <p:par>
                                <p:cTn id="61" presetID="22" presetClass="entr" presetSubtype="8" fill="hold" grpId="0" nodeType="afterEffect">
                                  <p:stCondLst>
                                    <p:cond delay="0"/>
                                  </p:stCondLst>
                                  <p:childTnLst>
                                    <p:set>
                                      <p:cBhvr>
                                        <p:cTn id="62" dur="500" fill="hold">
                                          <p:stCondLst>
                                            <p:cond delay="0"/>
                                          </p:stCondLst>
                                        </p:cTn>
                                        <p:tgtEl>
                                          <p:spTgt spid="21"/>
                                        </p:tgtEl>
                                        <p:attrNameLst>
                                          <p:attrName>style.visibility</p:attrName>
                                        </p:attrNameLst>
                                      </p:cBhvr>
                                      <p:to>
                                        <p:strVal val="visible"/>
                                      </p:to>
                                    </p:set>
                                    <p:animEffect transition="in" filter="wipe(left)">
                                      <p:cBhvr>
                                        <p:cTn id="63" dur="500"/>
                                        <p:tgtEl>
                                          <p:spTgt spid="21"/>
                                        </p:tgtEl>
                                      </p:cBhvr>
                                    </p:animEffect>
                                  </p:childTnLst>
                                </p:cTn>
                              </p:par>
                            </p:childTnLst>
                          </p:cTn>
                        </p:par>
                        <p:par>
                          <p:cTn id="64" fill="hold">
                            <p:stCondLst>
                              <p:cond delay="7000"/>
                            </p:stCondLst>
                            <p:childTnLst>
                              <p:par>
                                <p:cTn id="65" presetID="14" presetClass="entr" presetSubtype="5" fill="hold" grpId="1" nodeType="afterEffect">
                                  <p:stCondLst>
                                    <p:cond delay="0"/>
                                  </p:stCondLst>
                                  <p:childTnLst>
                                    <p:set>
                                      <p:cBhvr>
                                        <p:cTn id="66" dur="500" fill="hold">
                                          <p:stCondLst>
                                            <p:cond delay="0"/>
                                          </p:stCondLst>
                                        </p:cTn>
                                        <p:tgtEl>
                                          <p:spTgt spid="23"/>
                                        </p:tgtEl>
                                        <p:attrNameLst>
                                          <p:attrName>style.visibility</p:attrName>
                                        </p:attrNameLst>
                                      </p:cBhvr>
                                      <p:to>
                                        <p:strVal val="visible"/>
                                      </p:to>
                                    </p:set>
                                    <p:animEffect transition="in" filter="randombar(vertical)">
                                      <p:cBhvr>
                                        <p:cTn id="67" dur="500"/>
                                        <p:tgtEl>
                                          <p:spTgt spid="23"/>
                                        </p:tgtEl>
                                      </p:cBhvr>
                                    </p:animEffect>
                                  </p:childTnLst>
                                </p:cTn>
                              </p:par>
                            </p:childTnLst>
                          </p:cTn>
                        </p:par>
                        <p:par>
                          <p:cTn id="68" fill="hold">
                            <p:stCondLst>
                              <p:cond delay="7500"/>
                            </p:stCondLst>
                            <p:childTnLst>
                              <p:par>
                                <p:cTn id="69" presetID="8" presetClass="entr" presetSubtype="16" fill="hold" nodeType="afterEffect">
                                  <p:stCondLst>
                                    <p:cond delay="0"/>
                                  </p:stCondLst>
                                  <p:childTnLst>
                                    <p:set>
                                      <p:cBhvr>
                                        <p:cTn id="70" dur="500" fill="hold">
                                          <p:stCondLst>
                                            <p:cond delay="0"/>
                                          </p:stCondLst>
                                        </p:cTn>
                                        <p:tgtEl>
                                          <p:spTgt spid="26"/>
                                        </p:tgtEl>
                                        <p:attrNameLst>
                                          <p:attrName>style.visibility</p:attrName>
                                        </p:attrNameLst>
                                      </p:cBhvr>
                                      <p:to>
                                        <p:strVal val="visible"/>
                                      </p:to>
                                    </p:set>
                                    <p:animEffect transition="in" filter="diamond(in)">
                                      <p:cBhvr>
                                        <p:cTn id="71" dur="500"/>
                                        <p:tgtEl>
                                          <p:spTgt spid="26"/>
                                        </p:tgtEl>
                                      </p:cBhvr>
                                    </p:animEffect>
                                  </p:childTnLst>
                                </p:cTn>
                              </p:par>
                            </p:childTnLst>
                          </p:cTn>
                        </p:par>
                        <p:par>
                          <p:cTn id="72" fill="hold">
                            <p:stCondLst>
                              <p:cond delay="8000"/>
                            </p:stCondLst>
                            <p:childTnLst>
                              <p:par>
                                <p:cTn id="73" presetID="22" presetClass="entr" presetSubtype="8" fill="hold" grpId="0" nodeType="afterEffect">
                                  <p:stCondLst>
                                    <p:cond delay="0"/>
                                  </p:stCondLst>
                                  <p:childTnLst>
                                    <p:set>
                                      <p:cBhvr>
                                        <p:cTn id="74" dur="500" fill="hold">
                                          <p:stCondLst>
                                            <p:cond delay="0"/>
                                          </p:stCondLst>
                                        </p:cTn>
                                        <p:tgtEl>
                                          <p:spTgt spid="29"/>
                                        </p:tgtEl>
                                        <p:attrNameLst>
                                          <p:attrName>style.visibility</p:attrName>
                                        </p:attrNameLst>
                                      </p:cBhvr>
                                      <p:to>
                                        <p:strVal val="visible"/>
                                      </p:to>
                                    </p:set>
                                    <p:animEffect transition="in" filter="wipe(left)">
                                      <p:cBhvr>
                                        <p:cTn id="75" dur="500"/>
                                        <p:tgtEl>
                                          <p:spTgt spid="29"/>
                                        </p:tgtEl>
                                      </p:cBhvr>
                                    </p:animEffect>
                                  </p:childTnLst>
                                </p:cTn>
                              </p:par>
                            </p:childTnLst>
                          </p:cTn>
                        </p:par>
                        <p:par>
                          <p:cTn id="76" fill="hold">
                            <p:stCondLst>
                              <p:cond delay="8500"/>
                            </p:stCondLst>
                            <p:childTnLst>
                              <p:par>
                                <p:cTn id="77" presetID="14" presetClass="entr" presetSubtype="5" fill="hold" grpId="1" nodeType="afterEffect">
                                  <p:stCondLst>
                                    <p:cond delay="0"/>
                                  </p:stCondLst>
                                  <p:childTnLst>
                                    <p:set>
                                      <p:cBhvr>
                                        <p:cTn id="78" dur="500" fill="hold">
                                          <p:stCondLst>
                                            <p:cond delay="0"/>
                                          </p:stCondLst>
                                        </p:cTn>
                                        <p:tgtEl>
                                          <p:spTgt spid="30"/>
                                        </p:tgtEl>
                                        <p:attrNameLst>
                                          <p:attrName>style.visibility</p:attrName>
                                        </p:attrNameLst>
                                      </p:cBhvr>
                                      <p:to>
                                        <p:strVal val="visible"/>
                                      </p:to>
                                    </p:set>
                                    <p:animEffect transition="in" filter="randombar(vertical)">
                                      <p:cBhvr>
                                        <p:cTn id="79" dur="500"/>
                                        <p:tgtEl>
                                          <p:spTgt spid="30"/>
                                        </p:tgtEl>
                                      </p:cBhvr>
                                    </p:animEffect>
                                  </p:childTnLst>
                                </p:cTn>
                              </p:par>
                            </p:childTnLst>
                          </p:cTn>
                        </p:par>
                        <p:par>
                          <p:cTn id="80" fill="hold">
                            <p:stCondLst>
                              <p:cond delay="9000"/>
                            </p:stCondLst>
                            <p:childTnLst>
                              <p:par>
                                <p:cTn id="81" presetID="8" presetClass="entr" presetSubtype="16" fill="hold" nodeType="afterEffect">
                                  <p:stCondLst>
                                    <p:cond delay="0"/>
                                  </p:stCondLst>
                                  <p:childTnLst>
                                    <p:set>
                                      <p:cBhvr>
                                        <p:cTn id="82" dur="500" fill="hold">
                                          <p:stCondLst>
                                            <p:cond delay="0"/>
                                          </p:stCondLst>
                                        </p:cTn>
                                        <p:tgtEl>
                                          <p:spTgt spid="31"/>
                                        </p:tgtEl>
                                        <p:attrNameLst>
                                          <p:attrName>style.visibility</p:attrName>
                                        </p:attrNameLst>
                                      </p:cBhvr>
                                      <p:to>
                                        <p:strVal val="visible"/>
                                      </p:to>
                                    </p:set>
                                    <p:animEffect transition="in" filter="diamond(in)">
                                      <p:cBhvr>
                                        <p:cTn id="83" dur="500"/>
                                        <p:tgtEl>
                                          <p:spTgt spid="31"/>
                                        </p:tgtEl>
                                      </p:cBhvr>
                                    </p:animEffect>
                                  </p:childTnLst>
                                </p:cTn>
                              </p:par>
                            </p:childTnLst>
                          </p:cTn>
                        </p:par>
                        <p:par>
                          <p:cTn id="84" fill="hold">
                            <p:stCondLst>
                              <p:cond delay="9500"/>
                            </p:stCondLst>
                            <p:childTnLst>
                              <p:par>
                                <p:cTn id="85" presetID="22" presetClass="entr" presetSubtype="8" fill="hold" grpId="0" nodeType="afterEffect">
                                  <p:stCondLst>
                                    <p:cond delay="0"/>
                                  </p:stCondLst>
                                  <p:childTnLst>
                                    <p:set>
                                      <p:cBhvr>
                                        <p:cTn id="86" dur="500" fill="hold">
                                          <p:stCondLst>
                                            <p:cond delay="0"/>
                                          </p:stCondLst>
                                        </p:cTn>
                                        <p:tgtEl>
                                          <p:spTgt spid="34"/>
                                        </p:tgtEl>
                                        <p:attrNameLst>
                                          <p:attrName>style.visibility</p:attrName>
                                        </p:attrNameLst>
                                      </p:cBhvr>
                                      <p:to>
                                        <p:strVal val="visible"/>
                                      </p:to>
                                    </p:set>
                                    <p:animEffect transition="in" filter="wipe(left)">
                                      <p:cBhvr>
                                        <p:cTn id="87" dur="500"/>
                                        <p:tgtEl>
                                          <p:spTgt spid="34"/>
                                        </p:tgtEl>
                                      </p:cBhvr>
                                    </p:animEffect>
                                  </p:childTnLst>
                                </p:cTn>
                              </p:par>
                            </p:childTnLst>
                          </p:cTn>
                        </p:par>
                        <p:par>
                          <p:cTn id="88" fill="hold">
                            <p:stCondLst>
                              <p:cond delay="10000"/>
                            </p:stCondLst>
                            <p:childTnLst>
                              <p:par>
                                <p:cTn id="89" presetID="14" presetClass="entr" presetSubtype="5" fill="hold" grpId="1" nodeType="afterEffect">
                                  <p:stCondLst>
                                    <p:cond delay="0"/>
                                  </p:stCondLst>
                                  <p:childTnLst>
                                    <p:set>
                                      <p:cBhvr>
                                        <p:cTn id="90" dur="500" fill="hold">
                                          <p:stCondLst>
                                            <p:cond delay="0"/>
                                          </p:stCondLst>
                                        </p:cTn>
                                        <p:tgtEl>
                                          <p:spTgt spid="35"/>
                                        </p:tgtEl>
                                        <p:attrNameLst>
                                          <p:attrName>style.visibility</p:attrName>
                                        </p:attrNameLst>
                                      </p:cBhvr>
                                      <p:to>
                                        <p:strVal val="visible"/>
                                      </p:to>
                                    </p:set>
                                    <p:animEffect transition="in" filter="randombar(vertical)">
                                      <p:cBhvr>
                                        <p:cTn id="91"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5" grpId="0"/>
      <p:bldP spid="16" grpId="0"/>
      <p:bldP spid="17" grpId="0"/>
      <p:bldP spid="17" grpId="1"/>
      <p:bldP spid="21" grpId="0"/>
      <p:bldP spid="23" grpId="0"/>
      <p:bldP spid="23" grpId="1"/>
      <p:bldP spid="29" grpId="0"/>
      <p:bldP spid="30" grpId="0"/>
      <p:bldP spid="30" grpId="1"/>
      <p:bldP spid="34" grpId="0"/>
      <p:bldP spid="35" grpId="0"/>
      <p:bldP spid="35"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云波纹"/>
          <p:cNvPicPr>
            <a:picLocks noChangeAspect="1"/>
          </p:cNvPicPr>
          <p:nvPr/>
        </p:nvPicPr>
        <p:blipFill>
          <a:blip r:embed="rId1"/>
          <a:srcRect l="34620"/>
          <a:stretch>
            <a:fillRect/>
          </a:stretch>
        </p:blipFill>
        <p:spPr>
          <a:xfrm>
            <a:off x="-64770" y="689610"/>
            <a:ext cx="12323445" cy="2902585"/>
          </a:xfrm>
          <a:prstGeom prst="rect">
            <a:avLst/>
          </a:prstGeom>
        </p:spPr>
      </p:pic>
      <p:sp>
        <p:nvSpPr>
          <p:cNvPr id="8" name="矩形 7"/>
          <p:cNvSpPr/>
          <p:nvPr/>
        </p:nvSpPr>
        <p:spPr>
          <a:xfrm>
            <a:off x="-64770" y="1170940"/>
            <a:ext cx="12324715" cy="1940560"/>
          </a:xfrm>
          <a:prstGeom prst="rect">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多边形"/>
          <p:cNvPicPr>
            <a:picLocks noChangeAspect="1"/>
          </p:cNvPicPr>
          <p:nvPr/>
        </p:nvPicPr>
        <p:blipFill>
          <a:blip r:embed="rId2"/>
          <a:stretch>
            <a:fillRect/>
          </a:stretch>
        </p:blipFill>
        <p:spPr>
          <a:xfrm>
            <a:off x="4498975" y="542290"/>
            <a:ext cx="3196590" cy="3196590"/>
          </a:xfrm>
          <a:prstGeom prst="rect">
            <a:avLst/>
          </a:prstGeom>
        </p:spPr>
      </p:pic>
      <p:sp>
        <p:nvSpPr>
          <p:cNvPr id="25" name="文本框 24"/>
          <p:cNvSpPr txBox="1"/>
          <p:nvPr/>
        </p:nvSpPr>
        <p:spPr>
          <a:xfrm>
            <a:off x="5117465" y="1587500"/>
            <a:ext cx="1958340" cy="1106805"/>
          </a:xfrm>
          <a:prstGeom prst="rect">
            <a:avLst/>
          </a:prstGeom>
          <a:noFill/>
        </p:spPr>
        <p:txBody>
          <a:bodyPr wrap="square" rtlCol="0">
            <a:spAutoFit/>
          </a:bodyPr>
          <a:lstStyle/>
          <a:p>
            <a:pPr algn="ctr"/>
            <a:r>
              <a:rPr lang="zh-CN" altLang="en-US" sz="6600">
                <a:solidFill>
                  <a:srgbClr val="FCCC9B"/>
                </a:solidFill>
                <a:latin typeface="仓耳玄三M W05" panose="02020400000000000000" charset="-122"/>
                <a:ea typeface="仓耳玄三M W05" panose="02020400000000000000" charset="-122"/>
              </a:rPr>
              <a:t>壹</a:t>
            </a:r>
            <a:endParaRPr lang="zh-CN" altLang="en-US" sz="6600">
              <a:solidFill>
                <a:srgbClr val="FCCC9B"/>
              </a:solidFill>
              <a:latin typeface="仓耳玄三M W05" panose="02020400000000000000" charset="-122"/>
              <a:ea typeface="仓耳玄三M W05" panose="02020400000000000000" charset="-122"/>
            </a:endParaRPr>
          </a:p>
        </p:txBody>
      </p:sp>
      <p:sp>
        <p:nvSpPr>
          <p:cNvPr id="15" name="TextBox 11"/>
          <p:cNvSpPr txBox="1"/>
          <p:nvPr/>
        </p:nvSpPr>
        <p:spPr>
          <a:xfrm>
            <a:off x="2030095" y="5186045"/>
            <a:ext cx="8133715" cy="706755"/>
          </a:xfrm>
          <a:prstGeom prst="rect">
            <a:avLst/>
          </a:prstGeom>
          <a:noFill/>
        </p:spPr>
        <p:txBody>
          <a:bodyPr wrap="square" rtlCol="0">
            <a:spAutoFit/>
          </a:bodyPr>
          <a:lstStyle/>
          <a:p>
            <a:pPr algn="ctr">
              <a:lnSpc>
                <a:spcPct val="200000"/>
              </a:lnSpc>
            </a:pPr>
            <a:r>
              <a:rPr lang="zh-CN" altLang="en-US" sz="1000">
                <a:solidFill>
                  <a:srgbClr val="FCCC9B"/>
                </a:solidFill>
                <a:latin typeface="Lora" panose="02000503000000020004" pitchFamily="2" charset="0"/>
                <a:ea typeface="华文细黑"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endParaRPr lang="zh-CN" altLang="en-US" sz="1000" dirty="0">
              <a:solidFill>
                <a:srgbClr val="FCCC9B"/>
              </a:solidFill>
              <a:latin typeface="Lora" panose="02000503000000020004" pitchFamily="2" charset="0"/>
              <a:ea typeface="华文细黑" panose="02010600040101010101" charset="-122"/>
              <a:sym typeface="+mn-ea"/>
            </a:endParaRPr>
          </a:p>
        </p:txBody>
      </p:sp>
      <p:sp>
        <p:nvSpPr>
          <p:cNvPr id="18" name="矩形 17"/>
          <p:cNvSpPr/>
          <p:nvPr/>
        </p:nvSpPr>
        <p:spPr>
          <a:xfrm>
            <a:off x="4212590" y="4314825"/>
            <a:ext cx="3764280" cy="681990"/>
          </a:xfrm>
          <a:prstGeom prst="rect">
            <a:avLst/>
          </a:prstGeom>
          <a:noFill/>
        </p:spPr>
        <p:txBody>
          <a:bodyPr wrap="square" rtlCol="0">
            <a:spAutoFit/>
          </a:bodyPr>
          <a:lstStyle/>
          <a:p>
            <a:pPr algn="dist">
              <a:lnSpc>
                <a:spcPct val="120000"/>
              </a:lnSpc>
            </a:pPr>
            <a:r>
              <a:rPr lang="zh-CN" altLang="zh-CN" sz="3200" b="1" dirty="0">
                <a:solidFill>
                  <a:srgbClr val="FCCC9B"/>
                </a:solidFill>
                <a:latin typeface="仓耳玄三M W05" panose="02020400000000000000" charset="-122"/>
                <a:ea typeface="仓耳玄三M W05" panose="02020400000000000000" charset="-122"/>
                <a:sym typeface="+mn-ea"/>
              </a:rPr>
              <a:t>工作完成情况</a:t>
            </a:r>
            <a:endParaRPr lang="zh-CN" altLang="zh-CN" sz="3200" b="1" dirty="0">
              <a:solidFill>
                <a:srgbClr val="FCCC9B"/>
              </a:solidFill>
              <a:latin typeface="仓耳玄三M W05" panose="02020400000000000000" charset="-122"/>
              <a:ea typeface="仓耳玄三M W05" panose="02020400000000000000" charset="-122"/>
              <a:sym typeface="+mn-ea"/>
            </a:endParaRPr>
          </a:p>
        </p:txBody>
      </p:sp>
    </p:spTree>
    <p:custDataLst>
      <p:tags r:id="rId3"/>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3" presetClass="entr" presetSubtype="5"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vertical)">
                                      <p:cBhvr>
                                        <p:cTn id="11" dur="500"/>
                                        <p:tgtEl>
                                          <p:spTgt spid="8"/>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 presetClass="entr" presetSubtype="8" fill="hold" grpId="0" nodeType="after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additive="base">
                                        <p:cTn id="20" dur="500" fill="hold"/>
                                        <p:tgtEl>
                                          <p:spTgt spid="25"/>
                                        </p:tgtEl>
                                        <p:attrNameLst>
                                          <p:attrName>ppt_x</p:attrName>
                                        </p:attrNameLst>
                                      </p:cBhvr>
                                      <p:tavLst>
                                        <p:tav tm="0">
                                          <p:val>
                                            <p:strVal val="0-#ppt_w/2"/>
                                          </p:val>
                                        </p:tav>
                                        <p:tav tm="100000">
                                          <p:val>
                                            <p:strVal val="#ppt_x"/>
                                          </p:val>
                                        </p:tav>
                                      </p:tavLst>
                                    </p:anim>
                                    <p:anim calcmode="lin" valueType="num">
                                      <p:cBhvr additive="base">
                                        <p:cTn id="21" dur="500" fill="hold"/>
                                        <p:tgtEl>
                                          <p:spTgt spid="25"/>
                                        </p:tgtEl>
                                        <p:attrNameLst>
                                          <p:attrName>ppt_y</p:attrName>
                                        </p:attrNameLst>
                                      </p:cBhvr>
                                      <p:tavLst>
                                        <p:tav tm="0">
                                          <p:val>
                                            <p:strVal val="#ppt_y"/>
                                          </p:val>
                                        </p:tav>
                                        <p:tav tm="100000">
                                          <p:val>
                                            <p:strVal val="#ppt_y"/>
                                          </p:val>
                                        </p:tav>
                                      </p:tavLst>
                                    </p:anim>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left)">
                                      <p:cBhvr>
                                        <p:cTn id="25" dur="500"/>
                                        <p:tgtEl>
                                          <p:spTgt spid="18"/>
                                        </p:tgtEl>
                                      </p:cBhvr>
                                    </p:animEffect>
                                  </p:childTnLst>
                                </p:cTn>
                              </p:par>
                            </p:childTnLst>
                          </p:cTn>
                        </p:par>
                        <p:par>
                          <p:cTn id="26" fill="hold">
                            <p:stCondLst>
                              <p:cond delay="2500"/>
                            </p:stCondLst>
                            <p:childTnLst>
                              <p:par>
                                <p:cTn id="27" presetID="14" presetClass="entr" presetSubtype="5"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randombar(vertical)">
                                      <p:cBhvr>
                                        <p:cTn id="2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25" grpId="0"/>
      <p:bldP spid="15"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628650" y="603885"/>
            <a:ext cx="549910" cy="562610"/>
            <a:chOff x="10213" y="2013"/>
            <a:chExt cx="866" cy="886"/>
          </a:xfrm>
        </p:grpSpPr>
        <p:pic>
          <p:nvPicPr>
            <p:cNvPr id="13" name="图片 12" descr="印章"/>
            <p:cNvPicPr>
              <a:picLocks noChangeAspect="1"/>
            </p:cNvPicPr>
            <p:nvPr/>
          </p:nvPicPr>
          <p:blipFill>
            <a:blip r:embed="rId1"/>
            <a:stretch>
              <a:fillRect/>
            </a:stretch>
          </p:blipFill>
          <p:spPr>
            <a:xfrm>
              <a:off x="10213" y="2013"/>
              <a:ext cx="867" cy="887"/>
            </a:xfrm>
            <a:prstGeom prst="rect">
              <a:avLst/>
            </a:prstGeom>
          </p:spPr>
        </p:pic>
        <p:sp>
          <p:nvSpPr>
            <p:cNvPr id="14" name="文本框 13"/>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01</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11" name="矩形 10"/>
          <p:cNvSpPr/>
          <p:nvPr/>
        </p:nvSpPr>
        <p:spPr>
          <a:xfrm>
            <a:off x="1377315" y="643890"/>
            <a:ext cx="2396490" cy="497205"/>
          </a:xfrm>
          <a:prstGeom prst="rect">
            <a:avLst/>
          </a:prstGeom>
          <a:noFill/>
        </p:spPr>
        <p:txBody>
          <a:bodyPr wrap="square" rtlCol="0">
            <a:spAutoFit/>
          </a:bodyPr>
          <a:lstStyle/>
          <a:p>
            <a:pPr algn="dist">
              <a:lnSpc>
                <a:spcPct val="120000"/>
              </a:lnSpc>
            </a:pPr>
            <a:r>
              <a:rPr lang="zh-CN" altLang="en-US" sz="2200" b="1" dirty="0">
                <a:solidFill>
                  <a:srgbClr val="FCCC9B"/>
                </a:solidFill>
                <a:latin typeface="仓耳玄三M W05" panose="02020400000000000000" charset="-122"/>
                <a:ea typeface="仓耳玄三M W05" panose="02020400000000000000" charset="-122"/>
                <a:sym typeface="+mn-ea"/>
              </a:rPr>
              <a:t>工作完成情况</a:t>
            </a:r>
            <a:endParaRPr lang="zh-CN" altLang="en-US" sz="2200" b="1" dirty="0">
              <a:solidFill>
                <a:srgbClr val="FCCC9B"/>
              </a:solidFill>
              <a:latin typeface="仓耳玄三M W05" panose="02020400000000000000" charset="-122"/>
              <a:ea typeface="仓耳玄三M W05" panose="02020400000000000000" charset="-122"/>
              <a:sym typeface="+mn-ea"/>
            </a:endParaRPr>
          </a:p>
        </p:txBody>
      </p:sp>
      <p:grpSp>
        <p:nvGrpSpPr>
          <p:cNvPr id="9" name="组合 8"/>
          <p:cNvGrpSpPr/>
          <p:nvPr/>
        </p:nvGrpSpPr>
        <p:grpSpPr>
          <a:xfrm>
            <a:off x="5301615" y="2284095"/>
            <a:ext cx="1623060" cy="3061335"/>
            <a:chOff x="7618" y="1539"/>
            <a:chExt cx="4051" cy="7638"/>
          </a:xfrm>
        </p:grpSpPr>
        <p:sp>
          <p:nvSpPr>
            <p:cNvPr id="23" name="矩形: 圆角 22"/>
            <p:cNvSpPr/>
            <p:nvPr/>
          </p:nvSpPr>
          <p:spPr>
            <a:xfrm>
              <a:off x="7695" y="1539"/>
              <a:ext cx="3974" cy="7611"/>
            </a:xfrm>
            <a:prstGeom prst="roundRect">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ea"/>
                <a:cs typeface="+mn-cs"/>
                <a:sym typeface="Century Gothic" panose="020B0502020202020204" pitchFamily="34" charset="0"/>
              </a:endParaRPr>
            </a:p>
          </p:txBody>
        </p:sp>
        <p:pic>
          <p:nvPicPr>
            <p:cNvPr id="7" name="图片 6"/>
            <p:cNvPicPr>
              <a:picLocks noChangeAspect="1"/>
            </p:cNvPicPr>
            <p:nvPr/>
          </p:nvPicPr>
          <p:blipFill>
            <a:blip r:embed="rId2">
              <a:lum bright="70000" contrast="-70000"/>
            </a:blip>
            <a:stretch>
              <a:fillRect/>
            </a:stretch>
          </p:blipFill>
          <p:spPr>
            <a:xfrm>
              <a:off x="7618" y="2355"/>
              <a:ext cx="3964" cy="6822"/>
            </a:xfrm>
            <a:prstGeom prst="rect">
              <a:avLst/>
            </a:prstGeom>
          </p:spPr>
        </p:pic>
      </p:grpSp>
      <p:grpSp>
        <p:nvGrpSpPr>
          <p:cNvPr id="18" name="组合 17"/>
          <p:cNvGrpSpPr/>
          <p:nvPr/>
        </p:nvGrpSpPr>
        <p:grpSpPr>
          <a:xfrm>
            <a:off x="-187960" y="-41910"/>
            <a:ext cx="12568555" cy="6938010"/>
            <a:chOff x="-296" y="-66"/>
            <a:chExt cx="19793" cy="10926"/>
          </a:xfrm>
        </p:grpSpPr>
        <p:pic>
          <p:nvPicPr>
            <p:cNvPr id="6" name="图片 5" descr="云波纹"/>
            <p:cNvPicPr>
              <a:picLocks noChangeAspect="1"/>
            </p:cNvPicPr>
            <p:nvPr/>
          </p:nvPicPr>
          <p:blipFill>
            <a:blip r:embed="rId3"/>
            <a:srcRect l="34620" b="87816"/>
            <a:stretch>
              <a:fillRect/>
            </a:stretch>
          </p:blipFill>
          <p:spPr>
            <a:xfrm>
              <a:off x="-295" y="10292"/>
              <a:ext cx="19792" cy="568"/>
            </a:xfrm>
            <a:prstGeom prst="rect">
              <a:avLst/>
            </a:prstGeom>
          </p:spPr>
        </p:pic>
        <p:pic>
          <p:nvPicPr>
            <p:cNvPr id="12" name="图片 11" descr="云波纹"/>
            <p:cNvPicPr>
              <a:picLocks noChangeAspect="1"/>
            </p:cNvPicPr>
            <p:nvPr/>
          </p:nvPicPr>
          <p:blipFill>
            <a:blip r:embed="rId3"/>
            <a:srcRect l="34620" b="87816"/>
            <a:stretch>
              <a:fillRect/>
            </a:stretch>
          </p:blipFill>
          <p:spPr>
            <a:xfrm>
              <a:off x="-296" y="-66"/>
              <a:ext cx="19792" cy="568"/>
            </a:xfrm>
            <a:prstGeom prst="rect">
              <a:avLst/>
            </a:prstGeom>
          </p:spPr>
        </p:pic>
        <p:pic>
          <p:nvPicPr>
            <p:cNvPr id="16" name="图片 15" descr="云波纹"/>
            <p:cNvPicPr>
              <a:picLocks noChangeAspect="1"/>
            </p:cNvPicPr>
            <p:nvPr/>
          </p:nvPicPr>
          <p:blipFill>
            <a:blip r:embed="rId3"/>
            <a:srcRect l="64657" b="87215"/>
            <a:stretch>
              <a:fillRect/>
            </a:stretch>
          </p:blipFill>
          <p:spPr>
            <a:xfrm rot="16200000">
              <a:off x="-5128" y="5143"/>
              <a:ext cx="10699" cy="596"/>
            </a:xfrm>
            <a:prstGeom prst="rect">
              <a:avLst/>
            </a:prstGeom>
          </p:spPr>
        </p:pic>
        <p:pic>
          <p:nvPicPr>
            <p:cNvPr id="17" name="图片 16" descr="云波纹"/>
            <p:cNvPicPr>
              <a:picLocks noChangeAspect="1"/>
            </p:cNvPicPr>
            <p:nvPr/>
          </p:nvPicPr>
          <p:blipFill>
            <a:blip r:embed="rId3"/>
            <a:srcRect l="64657" b="87215"/>
            <a:stretch>
              <a:fillRect/>
            </a:stretch>
          </p:blipFill>
          <p:spPr>
            <a:xfrm rot="16200000">
              <a:off x="13595" y="5102"/>
              <a:ext cx="10699" cy="596"/>
            </a:xfrm>
            <a:prstGeom prst="rect">
              <a:avLst/>
            </a:prstGeom>
          </p:spPr>
        </p:pic>
      </p:grpSp>
      <p:pic>
        <p:nvPicPr>
          <p:cNvPr id="10" name="图片 9" descr="梅花3"/>
          <p:cNvPicPr>
            <a:picLocks noChangeAspect="1"/>
          </p:cNvPicPr>
          <p:nvPr/>
        </p:nvPicPr>
        <p:blipFill>
          <a:blip r:embed="rId4"/>
          <a:stretch>
            <a:fillRect/>
          </a:stretch>
        </p:blipFill>
        <p:spPr>
          <a:xfrm flipH="1">
            <a:off x="9716135" y="-12700"/>
            <a:ext cx="2488565" cy="1809750"/>
          </a:xfrm>
          <a:prstGeom prst="rect">
            <a:avLst/>
          </a:prstGeom>
        </p:spPr>
      </p:pic>
      <p:sp>
        <p:nvSpPr>
          <p:cNvPr id="19" name="椭圆 18"/>
          <p:cNvSpPr/>
          <p:nvPr/>
        </p:nvSpPr>
        <p:spPr>
          <a:xfrm>
            <a:off x="4175760" y="2687320"/>
            <a:ext cx="718185" cy="718185"/>
          </a:xfrm>
          <a:prstGeom prst="ellipse">
            <a:avLst/>
          </a:prstGeom>
          <a:noFill/>
          <a:ln w="25400">
            <a:solidFill>
              <a:srgbClr val="FCCC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solidFill>
                  <a:srgbClr val="FCCC9B"/>
                </a:solidFill>
                <a:latin typeface="仓耳玄三M W05" panose="02020400000000000000" charset="-122"/>
                <a:ea typeface="仓耳玄三M W05" panose="02020400000000000000" charset="-122"/>
              </a:rPr>
              <a:t>01</a:t>
            </a:r>
            <a:endParaRPr lang="en-US" altLang="zh-CN" sz="2400" b="1">
              <a:solidFill>
                <a:srgbClr val="FCCC9B"/>
              </a:solidFill>
              <a:latin typeface="仓耳玄三M W05" panose="02020400000000000000" charset="-122"/>
              <a:ea typeface="仓耳玄三M W05" panose="02020400000000000000" charset="-122"/>
            </a:endParaRPr>
          </a:p>
        </p:txBody>
      </p:sp>
      <p:sp>
        <p:nvSpPr>
          <p:cNvPr id="20" name="椭圆 19"/>
          <p:cNvSpPr/>
          <p:nvPr/>
        </p:nvSpPr>
        <p:spPr>
          <a:xfrm>
            <a:off x="4175760" y="4191000"/>
            <a:ext cx="718185" cy="718185"/>
          </a:xfrm>
          <a:prstGeom prst="ellipse">
            <a:avLst/>
          </a:prstGeom>
          <a:noFill/>
          <a:ln w="25400">
            <a:solidFill>
              <a:srgbClr val="FCCC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solidFill>
                  <a:srgbClr val="FCCC9B"/>
                </a:solidFill>
                <a:latin typeface="仓耳玄三M W05" panose="02020400000000000000" charset="-122"/>
                <a:ea typeface="仓耳玄三M W05" panose="02020400000000000000" charset="-122"/>
              </a:rPr>
              <a:t>02</a:t>
            </a:r>
            <a:endParaRPr lang="en-US" altLang="zh-CN" sz="2400" b="1">
              <a:solidFill>
                <a:srgbClr val="FCCC9B"/>
              </a:solidFill>
              <a:latin typeface="仓耳玄三M W05" panose="02020400000000000000" charset="-122"/>
              <a:ea typeface="仓耳玄三M W05" panose="02020400000000000000" charset="-122"/>
            </a:endParaRPr>
          </a:p>
        </p:txBody>
      </p:sp>
      <p:sp>
        <p:nvSpPr>
          <p:cNvPr id="21" name="矩形 20"/>
          <p:cNvSpPr/>
          <p:nvPr/>
        </p:nvSpPr>
        <p:spPr>
          <a:xfrm>
            <a:off x="613410" y="2620010"/>
            <a:ext cx="3385185" cy="852805"/>
          </a:xfrm>
          <a:prstGeom prst="rect">
            <a:avLst/>
          </a:prstGeom>
        </p:spPr>
        <p:txBody>
          <a:bodyPr wrap="square">
            <a:spAutoFit/>
          </a:bodyPr>
          <a:lstStyle/>
          <a:p>
            <a:pPr algn="r">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woman.I love you more than I've ever loved any woman.</a:t>
            </a:r>
            <a:endParaRPr lang="zh-CN" altLang="en-US" sz="1000" dirty="0">
              <a:solidFill>
                <a:srgbClr val="FCCC9B"/>
              </a:solidFill>
              <a:latin typeface="仓耳玄三M W05" panose="02020400000000000000" charset="-122"/>
              <a:ea typeface="仓耳玄三M W05" panose="02020400000000000000" charset="-122"/>
              <a:cs typeface="仓耳玄三M W05" panose="02020400000000000000" charset="-122"/>
              <a:sym typeface="+mn-ea"/>
            </a:endParaRPr>
          </a:p>
        </p:txBody>
      </p:sp>
      <p:sp>
        <p:nvSpPr>
          <p:cNvPr id="22" name="矩形 21"/>
          <p:cNvSpPr/>
          <p:nvPr/>
        </p:nvSpPr>
        <p:spPr>
          <a:xfrm>
            <a:off x="613410" y="4123690"/>
            <a:ext cx="3385185" cy="852805"/>
          </a:xfrm>
          <a:prstGeom prst="rect">
            <a:avLst/>
          </a:prstGeom>
        </p:spPr>
        <p:txBody>
          <a:bodyPr wrap="square">
            <a:spAutoFit/>
          </a:bodyPr>
          <a:lstStyle/>
          <a:p>
            <a:pPr algn="r">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woman.I love you more than I've ever loved any woman.</a:t>
            </a:r>
            <a:endParaRPr lang="zh-CN" altLang="en-US" sz="1000" dirty="0">
              <a:solidFill>
                <a:srgbClr val="FCCC9B"/>
              </a:solidFill>
              <a:latin typeface="仓耳玄三M W05" panose="02020400000000000000" charset="-122"/>
              <a:ea typeface="仓耳玄三M W05" panose="02020400000000000000" charset="-122"/>
              <a:cs typeface="仓耳玄三M W05" panose="02020400000000000000" charset="-122"/>
              <a:sym typeface="+mn-ea"/>
            </a:endParaRPr>
          </a:p>
        </p:txBody>
      </p:sp>
      <p:sp>
        <p:nvSpPr>
          <p:cNvPr id="25" name="椭圆 24"/>
          <p:cNvSpPr/>
          <p:nvPr/>
        </p:nvSpPr>
        <p:spPr>
          <a:xfrm>
            <a:off x="7362825" y="2687320"/>
            <a:ext cx="718185" cy="718185"/>
          </a:xfrm>
          <a:prstGeom prst="ellipse">
            <a:avLst/>
          </a:prstGeom>
          <a:noFill/>
          <a:ln w="25400">
            <a:solidFill>
              <a:srgbClr val="FCCC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400" b="1">
                <a:solidFill>
                  <a:srgbClr val="FCCC9B"/>
                </a:solidFill>
                <a:latin typeface="仓耳玄三M W05" panose="02020400000000000000" charset="-122"/>
                <a:ea typeface="仓耳玄三M W05" panose="02020400000000000000" charset="-122"/>
              </a:rPr>
              <a:t>03</a:t>
            </a:r>
            <a:endParaRPr lang="en-US" altLang="zh-CN" sz="2400" b="1">
              <a:solidFill>
                <a:srgbClr val="FCCC9B"/>
              </a:solidFill>
              <a:latin typeface="仓耳玄三M W05" panose="02020400000000000000" charset="-122"/>
              <a:ea typeface="仓耳玄三M W05" panose="02020400000000000000" charset="-122"/>
            </a:endParaRPr>
          </a:p>
        </p:txBody>
      </p:sp>
      <p:sp>
        <p:nvSpPr>
          <p:cNvPr id="26" name="椭圆 25"/>
          <p:cNvSpPr/>
          <p:nvPr/>
        </p:nvSpPr>
        <p:spPr>
          <a:xfrm>
            <a:off x="7362825" y="4191000"/>
            <a:ext cx="718185" cy="718185"/>
          </a:xfrm>
          <a:prstGeom prst="ellipse">
            <a:avLst/>
          </a:prstGeom>
          <a:noFill/>
          <a:ln w="25400">
            <a:solidFill>
              <a:srgbClr val="FCCC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400" b="1">
                <a:solidFill>
                  <a:srgbClr val="FCCC9B"/>
                </a:solidFill>
                <a:latin typeface="仓耳玄三M W05" panose="02020400000000000000" charset="-122"/>
                <a:ea typeface="仓耳玄三M W05" panose="02020400000000000000" charset="-122"/>
              </a:rPr>
              <a:t>04</a:t>
            </a:r>
            <a:endParaRPr lang="en-US" altLang="zh-CN" sz="2400" b="1">
              <a:solidFill>
                <a:srgbClr val="FCCC9B"/>
              </a:solidFill>
              <a:latin typeface="仓耳玄三M W05" panose="02020400000000000000" charset="-122"/>
              <a:ea typeface="仓耳玄三M W05" panose="02020400000000000000" charset="-122"/>
            </a:endParaRPr>
          </a:p>
        </p:txBody>
      </p:sp>
      <p:sp>
        <p:nvSpPr>
          <p:cNvPr id="27" name="矩形 26"/>
          <p:cNvSpPr/>
          <p:nvPr/>
        </p:nvSpPr>
        <p:spPr>
          <a:xfrm>
            <a:off x="8268335" y="2620010"/>
            <a:ext cx="3385185" cy="852805"/>
          </a:xfrm>
          <a:prstGeom prst="rect">
            <a:avLst/>
          </a:prstGeom>
        </p:spPr>
        <p:txBody>
          <a:bodyPr wrap="square">
            <a:spAutoFit/>
          </a:body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woman.I love you more than I've ever loved any woman.</a:t>
            </a:r>
            <a:endParaRPr lang="zh-CN" altLang="en-US" sz="1000" dirty="0">
              <a:solidFill>
                <a:srgbClr val="FCCC9B"/>
              </a:solidFill>
              <a:latin typeface="仓耳玄三M W05" panose="02020400000000000000" charset="-122"/>
              <a:ea typeface="仓耳玄三M W05" panose="02020400000000000000" charset="-122"/>
              <a:cs typeface="仓耳玄三M W05" panose="02020400000000000000" charset="-122"/>
              <a:sym typeface="+mn-ea"/>
            </a:endParaRPr>
          </a:p>
        </p:txBody>
      </p:sp>
      <p:sp>
        <p:nvSpPr>
          <p:cNvPr id="28" name="矩形 27"/>
          <p:cNvSpPr/>
          <p:nvPr/>
        </p:nvSpPr>
        <p:spPr>
          <a:xfrm>
            <a:off x="8268335" y="4123690"/>
            <a:ext cx="3385185" cy="852805"/>
          </a:xfrm>
          <a:prstGeom prst="rect">
            <a:avLst/>
          </a:prstGeom>
        </p:spPr>
        <p:txBody>
          <a:bodyPr wrap="square">
            <a:spAutoFit/>
          </a:body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woman.I love you more than I've ever loved any woman.</a:t>
            </a:r>
            <a:endParaRPr lang="zh-CN" altLang="en-US" sz="1000" dirty="0">
              <a:solidFill>
                <a:srgbClr val="FCCC9B"/>
              </a:solidFill>
              <a:latin typeface="仓耳玄三M W05" panose="02020400000000000000" charset="-122"/>
              <a:ea typeface="仓耳玄三M W05" panose="02020400000000000000" charset="-122"/>
              <a:cs typeface="仓耳玄三M W05" panose="02020400000000000000" charset="-122"/>
              <a:sym typeface="+mn-ea"/>
            </a:endParaRPr>
          </a:p>
        </p:txBody>
      </p:sp>
    </p:spTree>
    <p:custDataLst>
      <p:tags r:id="rId5"/>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diamond(in)">
                                      <p:cBhvr>
                                        <p:cTn id="7" dur="500"/>
                                        <p:tgtEl>
                                          <p:spTgt spid="18"/>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Left)">
                                      <p:cBhvr>
                                        <p:cTn id="11" dur="500"/>
                                        <p:tgtEl>
                                          <p:spTgt spid="10"/>
                                        </p:tgtEl>
                                      </p:cBhvr>
                                    </p:animEffect>
                                  </p:childTnLst>
                                </p:cTn>
                              </p:par>
                            </p:childTnLst>
                          </p:cTn>
                        </p:par>
                        <p:par>
                          <p:cTn id="12" fill="hold">
                            <p:stCondLst>
                              <p:cond delay="1000"/>
                            </p:stCondLst>
                            <p:childTnLst>
                              <p:par>
                                <p:cTn id="13" presetID="8" presetClass="entr" presetSubtype="16" fill="hold" nodeType="afterEffect">
                                  <p:stCondLst>
                                    <p:cond delay="0"/>
                                  </p:stCondLst>
                                  <p:childTnLst>
                                    <p:set>
                                      <p:cBhvr>
                                        <p:cTn id="14" dur="500" fill="hold">
                                          <p:stCondLst>
                                            <p:cond delay="0"/>
                                          </p:stCondLst>
                                        </p:cTn>
                                        <p:tgtEl>
                                          <p:spTgt spid="15"/>
                                        </p:tgtEl>
                                        <p:attrNameLst>
                                          <p:attrName>style.visibility</p:attrName>
                                        </p:attrNameLst>
                                      </p:cBhvr>
                                      <p:to>
                                        <p:strVal val="visible"/>
                                      </p:to>
                                    </p:set>
                                    <p:animEffect transition="in" filter="diamond(in)">
                                      <p:cBhvr>
                                        <p:cTn id="15" dur="500"/>
                                        <p:tgtEl>
                                          <p:spTgt spid="1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linds(horizontal)">
                                      <p:cBhvr>
                                        <p:cTn id="23" dur="500"/>
                                        <p:tgtEl>
                                          <p:spTgt spid="9"/>
                                        </p:tgtEl>
                                      </p:cBhvr>
                                    </p:animEffect>
                                  </p:childTnLst>
                                </p:cTn>
                              </p:par>
                            </p:childTnLst>
                          </p:cTn>
                        </p:par>
                        <p:par>
                          <p:cTn id="24" fill="hold">
                            <p:stCondLst>
                              <p:cond delay="2500"/>
                            </p:stCondLst>
                            <p:childTnLst>
                              <p:par>
                                <p:cTn id="25" presetID="19" presetClass="entr" presetSubtype="10" fill="hold" grpId="0" nodeType="after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500" fill="hold"/>
                                        <p:tgtEl>
                                          <p:spTgt spid="19"/>
                                        </p:tgtEl>
                                        <p:attrNameLst>
                                          <p:attrName>ppt_w</p:attrName>
                                        </p:attrNameLst>
                                      </p:cBhvr>
                                      <p:tavLst>
                                        <p:tav tm="0" fmla="#ppt_w*sin(2.5*pi*$)">
                                          <p:val>
                                            <p:fltVal val="0"/>
                                          </p:val>
                                        </p:tav>
                                        <p:tav tm="100000">
                                          <p:val>
                                            <p:fltVal val="1"/>
                                          </p:val>
                                        </p:tav>
                                      </p:tavLst>
                                    </p:anim>
                                    <p:anim calcmode="lin" valueType="num">
                                      <p:cBhvr>
                                        <p:cTn id="28" dur="500" fill="hold"/>
                                        <p:tgtEl>
                                          <p:spTgt spid="19"/>
                                        </p:tgtEl>
                                        <p:attrNameLst>
                                          <p:attrName>ppt_h</p:attrName>
                                        </p:attrNameLst>
                                      </p:cBhvr>
                                      <p:tavLst>
                                        <p:tav tm="0">
                                          <p:val>
                                            <p:strVal val="#ppt_h"/>
                                          </p:val>
                                        </p:tav>
                                        <p:tav tm="100000">
                                          <p:val>
                                            <p:strVal val="#ppt_h"/>
                                          </p:val>
                                        </p:tav>
                                      </p:tavLst>
                                    </p:anim>
                                  </p:childTnLst>
                                </p:cTn>
                              </p:par>
                            </p:childTnLst>
                          </p:cTn>
                        </p:par>
                        <p:par>
                          <p:cTn id="29" fill="hold">
                            <p:stCondLst>
                              <p:cond delay="3000"/>
                            </p:stCondLst>
                            <p:childTnLst>
                              <p:par>
                                <p:cTn id="30" presetID="12" presetClass="entr" presetSubtype="4" fill="hold" grpId="0" nodeType="after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additive="base">
                                        <p:cTn id="32" dur="500"/>
                                        <p:tgtEl>
                                          <p:spTgt spid="21"/>
                                        </p:tgtEl>
                                        <p:attrNameLst>
                                          <p:attrName>ppt_y</p:attrName>
                                        </p:attrNameLst>
                                      </p:cBhvr>
                                      <p:tavLst>
                                        <p:tav tm="0">
                                          <p:val>
                                            <p:strVal val="#ppt_y+#ppt_h*1.125000"/>
                                          </p:val>
                                        </p:tav>
                                        <p:tav tm="100000">
                                          <p:val>
                                            <p:strVal val="#ppt_y"/>
                                          </p:val>
                                        </p:tav>
                                      </p:tavLst>
                                    </p:anim>
                                    <p:animEffect transition="in" filter="wipe(up)">
                                      <p:cBhvr>
                                        <p:cTn id="33" dur="500"/>
                                        <p:tgtEl>
                                          <p:spTgt spid="21"/>
                                        </p:tgtEl>
                                      </p:cBhvr>
                                    </p:animEffect>
                                  </p:childTnLst>
                                </p:cTn>
                              </p:par>
                            </p:childTnLst>
                          </p:cTn>
                        </p:par>
                        <p:par>
                          <p:cTn id="34" fill="hold">
                            <p:stCondLst>
                              <p:cond delay="3500"/>
                            </p:stCondLst>
                            <p:childTnLst>
                              <p:par>
                                <p:cTn id="35" presetID="19" presetClass="entr" presetSubtype="10" fill="hold" grpId="0" nodeType="after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p:cTn id="37" dur="500" fill="hold"/>
                                        <p:tgtEl>
                                          <p:spTgt spid="20"/>
                                        </p:tgtEl>
                                        <p:attrNameLst>
                                          <p:attrName>ppt_w</p:attrName>
                                        </p:attrNameLst>
                                      </p:cBhvr>
                                      <p:tavLst>
                                        <p:tav tm="0" fmla="#ppt_w*sin(2.5*pi*$)">
                                          <p:val>
                                            <p:fltVal val="0"/>
                                          </p:val>
                                        </p:tav>
                                        <p:tav tm="100000">
                                          <p:val>
                                            <p:fltVal val="1"/>
                                          </p:val>
                                        </p:tav>
                                      </p:tavLst>
                                    </p:anim>
                                    <p:anim calcmode="lin" valueType="num">
                                      <p:cBhvr>
                                        <p:cTn id="38" dur="500" fill="hold"/>
                                        <p:tgtEl>
                                          <p:spTgt spid="20"/>
                                        </p:tgtEl>
                                        <p:attrNameLst>
                                          <p:attrName>ppt_h</p:attrName>
                                        </p:attrNameLst>
                                      </p:cBhvr>
                                      <p:tavLst>
                                        <p:tav tm="0">
                                          <p:val>
                                            <p:strVal val="#ppt_h"/>
                                          </p:val>
                                        </p:tav>
                                        <p:tav tm="100000">
                                          <p:val>
                                            <p:strVal val="#ppt_h"/>
                                          </p:val>
                                        </p:tav>
                                      </p:tavLst>
                                    </p:anim>
                                  </p:childTnLst>
                                </p:cTn>
                              </p:par>
                            </p:childTnLst>
                          </p:cTn>
                        </p:par>
                        <p:par>
                          <p:cTn id="39" fill="hold">
                            <p:stCondLst>
                              <p:cond delay="4000"/>
                            </p:stCondLst>
                            <p:childTnLst>
                              <p:par>
                                <p:cTn id="40" presetID="12" presetClass="entr" presetSubtype="4" fill="hold" grpId="0" nodeType="afterEffect">
                                  <p:stCondLst>
                                    <p:cond delay="0"/>
                                  </p:stCondLst>
                                  <p:childTnLst>
                                    <p:set>
                                      <p:cBhvr>
                                        <p:cTn id="41" dur="1" fill="hold">
                                          <p:stCondLst>
                                            <p:cond delay="0"/>
                                          </p:stCondLst>
                                        </p:cTn>
                                        <p:tgtEl>
                                          <p:spTgt spid="22"/>
                                        </p:tgtEl>
                                        <p:attrNameLst>
                                          <p:attrName>style.visibility</p:attrName>
                                        </p:attrNameLst>
                                      </p:cBhvr>
                                      <p:to>
                                        <p:strVal val="visible"/>
                                      </p:to>
                                    </p:set>
                                    <p:anim calcmode="lin" valueType="num">
                                      <p:cBhvr additive="base">
                                        <p:cTn id="42" dur="500"/>
                                        <p:tgtEl>
                                          <p:spTgt spid="22"/>
                                        </p:tgtEl>
                                        <p:attrNameLst>
                                          <p:attrName>ppt_y</p:attrName>
                                        </p:attrNameLst>
                                      </p:cBhvr>
                                      <p:tavLst>
                                        <p:tav tm="0">
                                          <p:val>
                                            <p:strVal val="#ppt_y+#ppt_h*1.125000"/>
                                          </p:val>
                                        </p:tav>
                                        <p:tav tm="100000">
                                          <p:val>
                                            <p:strVal val="#ppt_y"/>
                                          </p:val>
                                        </p:tav>
                                      </p:tavLst>
                                    </p:anim>
                                    <p:animEffect transition="in" filter="wipe(up)">
                                      <p:cBhvr>
                                        <p:cTn id="43" dur="500"/>
                                        <p:tgtEl>
                                          <p:spTgt spid="22"/>
                                        </p:tgtEl>
                                      </p:cBhvr>
                                    </p:animEffect>
                                  </p:childTnLst>
                                </p:cTn>
                              </p:par>
                            </p:childTnLst>
                          </p:cTn>
                        </p:par>
                        <p:par>
                          <p:cTn id="44" fill="hold">
                            <p:stCondLst>
                              <p:cond delay="4500"/>
                            </p:stCondLst>
                            <p:childTnLst>
                              <p:par>
                                <p:cTn id="45" presetID="19" presetClass="entr" presetSubtype="10" fill="hold" grpId="0" nodeType="after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p:cTn id="47" dur="500" fill="hold"/>
                                        <p:tgtEl>
                                          <p:spTgt spid="25"/>
                                        </p:tgtEl>
                                        <p:attrNameLst>
                                          <p:attrName>ppt_w</p:attrName>
                                        </p:attrNameLst>
                                      </p:cBhvr>
                                      <p:tavLst>
                                        <p:tav tm="0" fmla="#ppt_w*sin(2.5*pi*$)">
                                          <p:val>
                                            <p:fltVal val="0"/>
                                          </p:val>
                                        </p:tav>
                                        <p:tav tm="100000">
                                          <p:val>
                                            <p:fltVal val="1"/>
                                          </p:val>
                                        </p:tav>
                                      </p:tavLst>
                                    </p:anim>
                                    <p:anim calcmode="lin" valueType="num">
                                      <p:cBhvr>
                                        <p:cTn id="48" dur="500" fill="hold"/>
                                        <p:tgtEl>
                                          <p:spTgt spid="25"/>
                                        </p:tgtEl>
                                        <p:attrNameLst>
                                          <p:attrName>ppt_h</p:attrName>
                                        </p:attrNameLst>
                                      </p:cBhvr>
                                      <p:tavLst>
                                        <p:tav tm="0">
                                          <p:val>
                                            <p:strVal val="#ppt_h"/>
                                          </p:val>
                                        </p:tav>
                                        <p:tav tm="100000">
                                          <p:val>
                                            <p:strVal val="#ppt_h"/>
                                          </p:val>
                                        </p:tav>
                                      </p:tavLst>
                                    </p:anim>
                                  </p:childTnLst>
                                </p:cTn>
                              </p:par>
                            </p:childTnLst>
                          </p:cTn>
                        </p:par>
                        <p:par>
                          <p:cTn id="49" fill="hold">
                            <p:stCondLst>
                              <p:cond delay="5000"/>
                            </p:stCondLst>
                            <p:childTnLst>
                              <p:par>
                                <p:cTn id="50" presetID="12" presetClass="entr" presetSubtype="4" fill="hold" grpId="0" nodeType="afterEffect">
                                  <p:stCondLst>
                                    <p:cond delay="0"/>
                                  </p:stCondLst>
                                  <p:childTnLst>
                                    <p:set>
                                      <p:cBhvr>
                                        <p:cTn id="51" dur="1" fill="hold">
                                          <p:stCondLst>
                                            <p:cond delay="0"/>
                                          </p:stCondLst>
                                        </p:cTn>
                                        <p:tgtEl>
                                          <p:spTgt spid="27"/>
                                        </p:tgtEl>
                                        <p:attrNameLst>
                                          <p:attrName>style.visibility</p:attrName>
                                        </p:attrNameLst>
                                      </p:cBhvr>
                                      <p:to>
                                        <p:strVal val="visible"/>
                                      </p:to>
                                    </p:set>
                                    <p:anim calcmode="lin" valueType="num">
                                      <p:cBhvr additive="base">
                                        <p:cTn id="52" dur="500"/>
                                        <p:tgtEl>
                                          <p:spTgt spid="27"/>
                                        </p:tgtEl>
                                        <p:attrNameLst>
                                          <p:attrName>ppt_y</p:attrName>
                                        </p:attrNameLst>
                                      </p:cBhvr>
                                      <p:tavLst>
                                        <p:tav tm="0">
                                          <p:val>
                                            <p:strVal val="#ppt_y+#ppt_h*1.125000"/>
                                          </p:val>
                                        </p:tav>
                                        <p:tav tm="100000">
                                          <p:val>
                                            <p:strVal val="#ppt_y"/>
                                          </p:val>
                                        </p:tav>
                                      </p:tavLst>
                                    </p:anim>
                                    <p:animEffect transition="in" filter="wipe(up)">
                                      <p:cBhvr>
                                        <p:cTn id="53" dur="500"/>
                                        <p:tgtEl>
                                          <p:spTgt spid="27"/>
                                        </p:tgtEl>
                                      </p:cBhvr>
                                    </p:animEffect>
                                  </p:childTnLst>
                                </p:cTn>
                              </p:par>
                            </p:childTnLst>
                          </p:cTn>
                        </p:par>
                        <p:par>
                          <p:cTn id="54" fill="hold">
                            <p:stCondLst>
                              <p:cond delay="5500"/>
                            </p:stCondLst>
                            <p:childTnLst>
                              <p:par>
                                <p:cTn id="55" presetID="19" presetClass="entr" presetSubtype="10" fill="hold" grpId="0" nodeType="afterEffect">
                                  <p:stCondLst>
                                    <p:cond delay="0"/>
                                  </p:stCondLst>
                                  <p:childTnLst>
                                    <p:set>
                                      <p:cBhvr>
                                        <p:cTn id="56" dur="1" fill="hold">
                                          <p:stCondLst>
                                            <p:cond delay="0"/>
                                          </p:stCondLst>
                                        </p:cTn>
                                        <p:tgtEl>
                                          <p:spTgt spid="26"/>
                                        </p:tgtEl>
                                        <p:attrNameLst>
                                          <p:attrName>style.visibility</p:attrName>
                                        </p:attrNameLst>
                                      </p:cBhvr>
                                      <p:to>
                                        <p:strVal val="visible"/>
                                      </p:to>
                                    </p:set>
                                    <p:anim calcmode="lin" valueType="num">
                                      <p:cBhvr>
                                        <p:cTn id="57" dur="500" fill="hold"/>
                                        <p:tgtEl>
                                          <p:spTgt spid="26"/>
                                        </p:tgtEl>
                                        <p:attrNameLst>
                                          <p:attrName>ppt_w</p:attrName>
                                        </p:attrNameLst>
                                      </p:cBhvr>
                                      <p:tavLst>
                                        <p:tav tm="0" fmla="#ppt_w*sin(2.5*pi*$)">
                                          <p:val>
                                            <p:fltVal val="0"/>
                                          </p:val>
                                        </p:tav>
                                        <p:tav tm="100000">
                                          <p:val>
                                            <p:fltVal val="1"/>
                                          </p:val>
                                        </p:tav>
                                      </p:tavLst>
                                    </p:anim>
                                    <p:anim calcmode="lin" valueType="num">
                                      <p:cBhvr>
                                        <p:cTn id="58" dur="500" fill="hold"/>
                                        <p:tgtEl>
                                          <p:spTgt spid="26"/>
                                        </p:tgtEl>
                                        <p:attrNameLst>
                                          <p:attrName>ppt_h</p:attrName>
                                        </p:attrNameLst>
                                      </p:cBhvr>
                                      <p:tavLst>
                                        <p:tav tm="0">
                                          <p:val>
                                            <p:strVal val="#ppt_h"/>
                                          </p:val>
                                        </p:tav>
                                        <p:tav tm="100000">
                                          <p:val>
                                            <p:strVal val="#ppt_h"/>
                                          </p:val>
                                        </p:tav>
                                      </p:tavLst>
                                    </p:anim>
                                  </p:childTnLst>
                                </p:cTn>
                              </p:par>
                            </p:childTnLst>
                          </p:cTn>
                        </p:par>
                        <p:par>
                          <p:cTn id="59" fill="hold">
                            <p:stCondLst>
                              <p:cond delay="6000"/>
                            </p:stCondLst>
                            <p:childTnLst>
                              <p:par>
                                <p:cTn id="60" presetID="12" presetClass="entr" presetSubtype="4" fill="hold" grpId="0" nodeType="afterEffect">
                                  <p:stCondLst>
                                    <p:cond delay="0"/>
                                  </p:stCondLst>
                                  <p:childTnLst>
                                    <p:set>
                                      <p:cBhvr>
                                        <p:cTn id="61" dur="1" fill="hold">
                                          <p:stCondLst>
                                            <p:cond delay="0"/>
                                          </p:stCondLst>
                                        </p:cTn>
                                        <p:tgtEl>
                                          <p:spTgt spid="28"/>
                                        </p:tgtEl>
                                        <p:attrNameLst>
                                          <p:attrName>style.visibility</p:attrName>
                                        </p:attrNameLst>
                                      </p:cBhvr>
                                      <p:to>
                                        <p:strVal val="visible"/>
                                      </p:to>
                                    </p:set>
                                    <p:anim calcmode="lin" valueType="num">
                                      <p:cBhvr additive="base">
                                        <p:cTn id="62" dur="500"/>
                                        <p:tgtEl>
                                          <p:spTgt spid="28"/>
                                        </p:tgtEl>
                                        <p:attrNameLst>
                                          <p:attrName>ppt_y</p:attrName>
                                        </p:attrNameLst>
                                      </p:cBhvr>
                                      <p:tavLst>
                                        <p:tav tm="0">
                                          <p:val>
                                            <p:strVal val="#ppt_y+#ppt_h*1.125000"/>
                                          </p:val>
                                        </p:tav>
                                        <p:tav tm="100000">
                                          <p:val>
                                            <p:strVal val="#ppt_y"/>
                                          </p:val>
                                        </p:tav>
                                      </p:tavLst>
                                    </p:anim>
                                    <p:animEffect transition="in" filter="wipe(up)">
                                      <p:cBhvr>
                                        <p:cTn id="6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9" grpId="0" bldLvl="0" animBg="1"/>
      <p:bldP spid="20" grpId="0" bldLvl="0" animBg="1"/>
      <p:bldP spid="21" grpId="0"/>
      <p:bldP spid="22" grpId="0"/>
      <p:bldP spid="25" grpId="0" bldLvl="0" animBg="1"/>
      <p:bldP spid="26" grpId="0" bldLvl="0" animBg="1"/>
      <p:bldP spid="27" grpId="0"/>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628650" y="603885"/>
            <a:ext cx="549910" cy="562610"/>
            <a:chOff x="10213" y="2013"/>
            <a:chExt cx="866" cy="886"/>
          </a:xfrm>
        </p:grpSpPr>
        <p:pic>
          <p:nvPicPr>
            <p:cNvPr id="13" name="图片 12" descr="印章"/>
            <p:cNvPicPr>
              <a:picLocks noChangeAspect="1"/>
            </p:cNvPicPr>
            <p:nvPr/>
          </p:nvPicPr>
          <p:blipFill>
            <a:blip r:embed="rId1"/>
            <a:stretch>
              <a:fillRect/>
            </a:stretch>
          </p:blipFill>
          <p:spPr>
            <a:xfrm>
              <a:off x="10213" y="2013"/>
              <a:ext cx="867" cy="887"/>
            </a:xfrm>
            <a:prstGeom prst="rect">
              <a:avLst/>
            </a:prstGeom>
          </p:spPr>
        </p:pic>
        <p:sp>
          <p:nvSpPr>
            <p:cNvPr id="14" name="文本框 13"/>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01</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11" name="矩形 10"/>
          <p:cNvSpPr/>
          <p:nvPr/>
        </p:nvSpPr>
        <p:spPr>
          <a:xfrm>
            <a:off x="1377315" y="643890"/>
            <a:ext cx="2396490" cy="497205"/>
          </a:xfrm>
          <a:prstGeom prst="rect">
            <a:avLst/>
          </a:prstGeom>
          <a:noFill/>
        </p:spPr>
        <p:txBody>
          <a:bodyPr wrap="square" rtlCol="0">
            <a:spAutoFit/>
          </a:bodyPr>
          <a:lstStyle/>
          <a:p>
            <a:pPr algn="dist">
              <a:lnSpc>
                <a:spcPct val="120000"/>
              </a:lnSpc>
            </a:pPr>
            <a:r>
              <a:rPr lang="zh-CN" altLang="en-US" sz="2200" b="1" dirty="0">
                <a:solidFill>
                  <a:srgbClr val="FCCC9B"/>
                </a:solidFill>
                <a:latin typeface="仓耳玄三M W05" panose="02020400000000000000" charset="-122"/>
                <a:ea typeface="仓耳玄三M W05" panose="02020400000000000000" charset="-122"/>
                <a:sym typeface="+mn-ea"/>
              </a:rPr>
              <a:t>工作完成情况</a:t>
            </a:r>
            <a:endParaRPr lang="zh-CN" altLang="en-US" sz="2200" b="1" dirty="0">
              <a:solidFill>
                <a:srgbClr val="FCCC9B"/>
              </a:solidFill>
              <a:latin typeface="仓耳玄三M W05" panose="02020400000000000000" charset="-122"/>
              <a:ea typeface="仓耳玄三M W05" panose="02020400000000000000" charset="-122"/>
              <a:sym typeface="+mn-ea"/>
            </a:endParaRPr>
          </a:p>
        </p:txBody>
      </p:sp>
      <p:grpSp>
        <p:nvGrpSpPr>
          <p:cNvPr id="18" name="组合 17"/>
          <p:cNvGrpSpPr/>
          <p:nvPr/>
        </p:nvGrpSpPr>
        <p:grpSpPr>
          <a:xfrm>
            <a:off x="-187960" y="-41910"/>
            <a:ext cx="12568555" cy="6938010"/>
            <a:chOff x="-296" y="-66"/>
            <a:chExt cx="19793" cy="10926"/>
          </a:xfrm>
        </p:grpSpPr>
        <p:pic>
          <p:nvPicPr>
            <p:cNvPr id="6" name="图片 5" descr="云波纹"/>
            <p:cNvPicPr>
              <a:picLocks noChangeAspect="1"/>
            </p:cNvPicPr>
            <p:nvPr/>
          </p:nvPicPr>
          <p:blipFill>
            <a:blip r:embed="rId2"/>
            <a:srcRect l="34620" b="87816"/>
            <a:stretch>
              <a:fillRect/>
            </a:stretch>
          </p:blipFill>
          <p:spPr>
            <a:xfrm>
              <a:off x="-295" y="10292"/>
              <a:ext cx="19792" cy="568"/>
            </a:xfrm>
            <a:prstGeom prst="rect">
              <a:avLst/>
            </a:prstGeom>
          </p:spPr>
        </p:pic>
        <p:pic>
          <p:nvPicPr>
            <p:cNvPr id="12" name="图片 11" descr="云波纹"/>
            <p:cNvPicPr>
              <a:picLocks noChangeAspect="1"/>
            </p:cNvPicPr>
            <p:nvPr/>
          </p:nvPicPr>
          <p:blipFill>
            <a:blip r:embed="rId2"/>
            <a:srcRect l="34620" b="87816"/>
            <a:stretch>
              <a:fillRect/>
            </a:stretch>
          </p:blipFill>
          <p:spPr>
            <a:xfrm>
              <a:off x="-296" y="-66"/>
              <a:ext cx="19792" cy="568"/>
            </a:xfrm>
            <a:prstGeom prst="rect">
              <a:avLst/>
            </a:prstGeom>
          </p:spPr>
        </p:pic>
        <p:pic>
          <p:nvPicPr>
            <p:cNvPr id="16" name="图片 15" descr="云波纹"/>
            <p:cNvPicPr>
              <a:picLocks noChangeAspect="1"/>
            </p:cNvPicPr>
            <p:nvPr/>
          </p:nvPicPr>
          <p:blipFill>
            <a:blip r:embed="rId2"/>
            <a:srcRect l="64657" b="87215"/>
            <a:stretch>
              <a:fillRect/>
            </a:stretch>
          </p:blipFill>
          <p:spPr>
            <a:xfrm rot="16200000">
              <a:off x="-5128" y="5143"/>
              <a:ext cx="10699" cy="596"/>
            </a:xfrm>
            <a:prstGeom prst="rect">
              <a:avLst/>
            </a:prstGeom>
          </p:spPr>
        </p:pic>
        <p:pic>
          <p:nvPicPr>
            <p:cNvPr id="17" name="图片 16" descr="云波纹"/>
            <p:cNvPicPr>
              <a:picLocks noChangeAspect="1"/>
            </p:cNvPicPr>
            <p:nvPr/>
          </p:nvPicPr>
          <p:blipFill>
            <a:blip r:embed="rId2"/>
            <a:srcRect l="64657" b="87215"/>
            <a:stretch>
              <a:fillRect/>
            </a:stretch>
          </p:blipFill>
          <p:spPr>
            <a:xfrm rot="16200000">
              <a:off x="13595" y="5102"/>
              <a:ext cx="10699" cy="596"/>
            </a:xfrm>
            <a:prstGeom prst="rect">
              <a:avLst/>
            </a:prstGeom>
          </p:spPr>
        </p:pic>
      </p:grpSp>
      <p:pic>
        <p:nvPicPr>
          <p:cNvPr id="10" name="图片 9" descr="梅花3"/>
          <p:cNvPicPr>
            <a:picLocks noChangeAspect="1"/>
          </p:cNvPicPr>
          <p:nvPr/>
        </p:nvPicPr>
        <p:blipFill>
          <a:blip r:embed="rId3"/>
          <a:stretch>
            <a:fillRect/>
          </a:stretch>
        </p:blipFill>
        <p:spPr>
          <a:xfrm flipH="1">
            <a:off x="9716135" y="-12700"/>
            <a:ext cx="2488565" cy="1809750"/>
          </a:xfrm>
          <a:prstGeom prst="rect">
            <a:avLst/>
          </a:prstGeom>
        </p:spPr>
      </p:pic>
      <p:grpSp>
        <p:nvGrpSpPr>
          <p:cNvPr id="7" name="组合 6"/>
          <p:cNvGrpSpPr/>
          <p:nvPr/>
        </p:nvGrpSpPr>
        <p:grpSpPr>
          <a:xfrm>
            <a:off x="3058160" y="1356360"/>
            <a:ext cx="4612005" cy="4744720"/>
            <a:chOff x="4816" y="1515"/>
            <a:chExt cx="7263" cy="7472"/>
          </a:xfrm>
        </p:grpSpPr>
        <p:sp>
          <p:nvSpPr>
            <p:cNvPr id="5" name="椭圆 4"/>
            <p:cNvSpPr/>
            <p:nvPr/>
          </p:nvSpPr>
          <p:spPr>
            <a:xfrm>
              <a:off x="7123" y="2963"/>
              <a:ext cx="4957" cy="4957"/>
            </a:xfrm>
            <a:prstGeom prst="ellipse">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descr="图片包含 鲜花, 植物&#10;&#10;自动生成的说明"/>
            <p:cNvPicPr>
              <a:picLocks noChangeAspect="1"/>
            </p:cNvPicPr>
            <p:nvPr/>
          </p:nvPicPr>
          <p:blipFill rotWithShape="1">
            <a:blip r:embed="rId4" cstate="print">
              <a:extLst>
                <a:ext uri="{28A0092B-C50C-407E-A947-70E740481C1C}">
                  <a14:useLocalDpi xmlns:a14="http://schemas.microsoft.com/office/drawing/2010/main" val="0"/>
                </a:ext>
              </a:extLst>
            </a:blip>
            <a:srcRect b="20995"/>
            <a:stretch>
              <a:fillRect/>
            </a:stretch>
          </p:blipFill>
          <p:spPr>
            <a:xfrm>
              <a:off x="4816" y="1515"/>
              <a:ext cx="7126" cy="7473"/>
            </a:xfrm>
            <a:custGeom>
              <a:avLst/>
              <a:gdLst>
                <a:gd name="connsiteX0" fmla="*/ 2291904 w 5166296"/>
                <a:gd name="connsiteY0" fmla="*/ 0 h 5418136"/>
                <a:gd name="connsiteX1" fmla="*/ 5166296 w 5166296"/>
                <a:gd name="connsiteY1" fmla="*/ 0 h 5418136"/>
                <a:gd name="connsiteX2" fmla="*/ 5166296 w 5166296"/>
                <a:gd name="connsiteY2" fmla="*/ 5418136 h 5418136"/>
                <a:gd name="connsiteX3" fmla="*/ 0 w 5166296"/>
                <a:gd name="connsiteY3" fmla="*/ 5418136 h 5418136"/>
                <a:gd name="connsiteX4" fmla="*/ 0 w 5166296"/>
                <a:gd name="connsiteY4" fmla="*/ 2563105 h 5418136"/>
                <a:gd name="connsiteX5" fmla="*/ 983168 w 5166296"/>
                <a:gd name="connsiteY5" fmla="*/ 3667998 h 5418136"/>
                <a:gd name="connsiteX6" fmla="*/ 1927548 w 5166296"/>
                <a:gd name="connsiteY6" fmla="*/ 1869178 h 5418136"/>
                <a:gd name="connsiteX7" fmla="*/ 2961869 w 5166296"/>
                <a:gd name="connsiteY7" fmla="*/ 669965 h 5418136"/>
                <a:gd name="connsiteX8" fmla="*/ 0 w 5166296"/>
                <a:gd name="connsiteY8" fmla="*/ 0 h 5418136"/>
                <a:gd name="connsiteX9" fmla="*/ 277897 w 5166296"/>
                <a:gd name="connsiteY9" fmla="*/ 0 h 5418136"/>
                <a:gd name="connsiteX10" fmla="*/ 0 w 5166296"/>
                <a:gd name="connsiteY10" fmla="*/ 33117 h 5418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66296" h="5418136">
                  <a:moveTo>
                    <a:pt x="2291904" y="0"/>
                  </a:moveTo>
                  <a:lnTo>
                    <a:pt x="5166296" y="0"/>
                  </a:lnTo>
                  <a:lnTo>
                    <a:pt x="5166296" y="5418136"/>
                  </a:lnTo>
                  <a:lnTo>
                    <a:pt x="0" y="5418136"/>
                  </a:lnTo>
                  <a:lnTo>
                    <a:pt x="0" y="2563105"/>
                  </a:lnTo>
                  <a:lnTo>
                    <a:pt x="983168" y="3667998"/>
                  </a:lnTo>
                  <a:lnTo>
                    <a:pt x="1927548" y="1869178"/>
                  </a:lnTo>
                  <a:lnTo>
                    <a:pt x="2961869" y="669965"/>
                  </a:lnTo>
                  <a:close/>
                  <a:moveTo>
                    <a:pt x="0" y="0"/>
                  </a:moveTo>
                  <a:lnTo>
                    <a:pt x="277897" y="0"/>
                  </a:lnTo>
                  <a:lnTo>
                    <a:pt x="0" y="33117"/>
                  </a:lnTo>
                  <a:close/>
                </a:path>
              </a:pathLst>
            </a:custGeom>
          </p:spPr>
        </p:pic>
      </p:grpSp>
      <p:sp>
        <p:nvSpPr>
          <p:cNvPr id="8" name="椭圆 7"/>
          <p:cNvSpPr/>
          <p:nvPr/>
        </p:nvSpPr>
        <p:spPr>
          <a:xfrm>
            <a:off x="4250690" y="2275840"/>
            <a:ext cx="272415" cy="272415"/>
          </a:xfrm>
          <a:prstGeom prst="ellipse">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118"/>
          <p:cNvSpPr txBox="1"/>
          <p:nvPr/>
        </p:nvSpPr>
        <p:spPr>
          <a:xfrm>
            <a:off x="660400" y="2540000"/>
            <a:ext cx="3473450" cy="8528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woman.I love you more than I've ever loved any woman.</a:t>
            </a:r>
            <a:endParaRPr sz="1000">
              <a:solidFill>
                <a:srgbClr val="FCCC9B"/>
              </a:solidFill>
              <a:latin typeface="仓耳玄三M W05" panose="02020400000000000000" charset="-122"/>
              <a:ea typeface="仓耳玄三M W05" panose="02020400000000000000" charset="-122"/>
              <a:cs typeface="仓耳玄三M W05" panose="02020400000000000000" charset="-122"/>
              <a:sym typeface="+mn-ea"/>
            </a:endParaRPr>
          </a:p>
        </p:txBody>
      </p:sp>
      <p:sp>
        <p:nvSpPr>
          <p:cNvPr id="22" name="文本框 119"/>
          <p:cNvSpPr txBox="1"/>
          <p:nvPr/>
        </p:nvSpPr>
        <p:spPr>
          <a:xfrm>
            <a:off x="2212743" y="2220629"/>
            <a:ext cx="1921186" cy="3194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9" name="椭圆 8"/>
          <p:cNvSpPr/>
          <p:nvPr/>
        </p:nvSpPr>
        <p:spPr>
          <a:xfrm>
            <a:off x="4250690" y="5151120"/>
            <a:ext cx="272415" cy="272415"/>
          </a:xfrm>
          <a:prstGeom prst="ellipse">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18"/>
          <p:cNvSpPr txBox="1"/>
          <p:nvPr/>
        </p:nvSpPr>
        <p:spPr>
          <a:xfrm>
            <a:off x="660400" y="4221480"/>
            <a:ext cx="3473450" cy="8528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woman.I love you more than I've ever loved any woman.</a:t>
            </a:r>
            <a:endParaRPr sz="1000">
              <a:solidFill>
                <a:srgbClr val="FCCC9B"/>
              </a:solidFill>
              <a:latin typeface="仓耳玄三M W05" panose="02020400000000000000" charset="-122"/>
              <a:ea typeface="仓耳玄三M W05" panose="02020400000000000000" charset="-122"/>
              <a:cs typeface="仓耳玄三M W05" panose="02020400000000000000" charset="-122"/>
              <a:sym typeface="+mn-ea"/>
            </a:endParaRPr>
          </a:p>
        </p:txBody>
      </p:sp>
      <p:sp>
        <p:nvSpPr>
          <p:cNvPr id="20" name="文本框 119"/>
          <p:cNvSpPr txBox="1"/>
          <p:nvPr/>
        </p:nvSpPr>
        <p:spPr>
          <a:xfrm>
            <a:off x="2212743" y="5151154"/>
            <a:ext cx="1921186" cy="3194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23" name="椭圆 22"/>
          <p:cNvSpPr/>
          <p:nvPr/>
        </p:nvSpPr>
        <p:spPr>
          <a:xfrm>
            <a:off x="7670800" y="2275840"/>
            <a:ext cx="272415" cy="272415"/>
          </a:xfrm>
          <a:prstGeom prst="ellipse">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7670800" y="5151120"/>
            <a:ext cx="272415" cy="272415"/>
          </a:xfrm>
          <a:prstGeom prst="ellipse">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118"/>
          <p:cNvSpPr txBox="1"/>
          <p:nvPr/>
        </p:nvSpPr>
        <p:spPr>
          <a:xfrm>
            <a:off x="8060055" y="2540000"/>
            <a:ext cx="3473450" cy="8528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woman.I love you more than I've ever loved any woman.</a:t>
            </a:r>
            <a:endParaRPr sz="1000">
              <a:solidFill>
                <a:srgbClr val="FCCC9B"/>
              </a:solidFill>
              <a:latin typeface="仓耳玄三M W05" panose="02020400000000000000" charset="-122"/>
              <a:ea typeface="仓耳玄三M W05" panose="02020400000000000000" charset="-122"/>
              <a:cs typeface="仓耳玄三M W05" panose="02020400000000000000" charset="-122"/>
              <a:sym typeface="+mn-ea"/>
            </a:endParaRPr>
          </a:p>
        </p:txBody>
      </p:sp>
      <p:sp>
        <p:nvSpPr>
          <p:cNvPr id="27" name="文本框 119"/>
          <p:cNvSpPr txBox="1"/>
          <p:nvPr/>
        </p:nvSpPr>
        <p:spPr>
          <a:xfrm>
            <a:off x="8059823" y="2220629"/>
            <a:ext cx="1921186" cy="3194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28" name="文本框 118"/>
          <p:cNvSpPr txBox="1"/>
          <p:nvPr/>
        </p:nvSpPr>
        <p:spPr>
          <a:xfrm>
            <a:off x="8060055" y="4221480"/>
            <a:ext cx="3473450" cy="8528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woman.I love you more than I've ever loved any woman.</a:t>
            </a:r>
            <a:endParaRPr sz="1000">
              <a:solidFill>
                <a:srgbClr val="FCCC9B"/>
              </a:solidFill>
              <a:latin typeface="仓耳玄三M W05" panose="02020400000000000000" charset="-122"/>
              <a:ea typeface="仓耳玄三M W05" panose="02020400000000000000" charset="-122"/>
              <a:cs typeface="仓耳玄三M W05" panose="02020400000000000000" charset="-122"/>
              <a:sym typeface="+mn-ea"/>
            </a:endParaRPr>
          </a:p>
        </p:txBody>
      </p:sp>
      <p:sp>
        <p:nvSpPr>
          <p:cNvPr id="29" name="文本框 119"/>
          <p:cNvSpPr txBox="1"/>
          <p:nvPr/>
        </p:nvSpPr>
        <p:spPr>
          <a:xfrm>
            <a:off x="8059823" y="5127659"/>
            <a:ext cx="1921186" cy="3194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Tree>
    <p:custDataLst>
      <p:tags r:id="rId5"/>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diamond(in)">
                                      <p:cBhvr>
                                        <p:cTn id="7" dur="500"/>
                                        <p:tgtEl>
                                          <p:spTgt spid="18"/>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Left)">
                                      <p:cBhvr>
                                        <p:cTn id="11" dur="500"/>
                                        <p:tgtEl>
                                          <p:spTgt spid="10"/>
                                        </p:tgtEl>
                                      </p:cBhvr>
                                    </p:animEffect>
                                  </p:childTnLst>
                                </p:cTn>
                              </p:par>
                            </p:childTnLst>
                          </p:cTn>
                        </p:par>
                        <p:par>
                          <p:cTn id="12" fill="hold">
                            <p:stCondLst>
                              <p:cond delay="1000"/>
                            </p:stCondLst>
                            <p:childTnLst>
                              <p:par>
                                <p:cTn id="13" presetID="8" presetClass="entr" presetSubtype="16" fill="hold" nodeType="afterEffect">
                                  <p:stCondLst>
                                    <p:cond delay="0"/>
                                  </p:stCondLst>
                                  <p:childTnLst>
                                    <p:set>
                                      <p:cBhvr>
                                        <p:cTn id="14" dur="500" fill="hold">
                                          <p:stCondLst>
                                            <p:cond delay="0"/>
                                          </p:stCondLst>
                                        </p:cTn>
                                        <p:tgtEl>
                                          <p:spTgt spid="15"/>
                                        </p:tgtEl>
                                        <p:attrNameLst>
                                          <p:attrName>style.visibility</p:attrName>
                                        </p:attrNameLst>
                                      </p:cBhvr>
                                      <p:to>
                                        <p:strVal val="visible"/>
                                      </p:to>
                                    </p:set>
                                    <p:animEffect transition="in" filter="diamond(in)">
                                      <p:cBhvr>
                                        <p:cTn id="15" dur="500"/>
                                        <p:tgtEl>
                                          <p:spTgt spid="1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2000"/>
                            </p:stCondLst>
                            <p:childTnLst>
                              <p:par>
                                <p:cTn id="21" presetID="20" presetClass="entr" presetSubtype="0" fill="hold" nodeType="afterEffect">
                                  <p:stCondLst>
                                    <p:cond delay="0"/>
                                  </p:stCondLst>
                                  <p:childTnLst>
                                    <p:set>
                                      <p:cBhvr>
                                        <p:cTn id="22" dur="500" fill="hold">
                                          <p:stCondLst>
                                            <p:cond delay="0"/>
                                          </p:stCondLst>
                                        </p:cTn>
                                        <p:tgtEl>
                                          <p:spTgt spid="7"/>
                                        </p:tgtEl>
                                        <p:attrNameLst>
                                          <p:attrName>style.visibility</p:attrName>
                                        </p:attrNameLst>
                                      </p:cBhvr>
                                      <p:to>
                                        <p:strVal val="visible"/>
                                      </p:to>
                                    </p:set>
                                    <p:animEffect transition="in" filter="wedge">
                                      <p:cBhvr>
                                        <p:cTn id="23" dur="500"/>
                                        <p:tgtEl>
                                          <p:spTgt spid="7"/>
                                        </p:tgtEl>
                                      </p:cBhvr>
                                    </p:animEffect>
                                  </p:childTnLst>
                                </p:cTn>
                              </p:par>
                            </p:childTnLst>
                          </p:cTn>
                        </p:par>
                        <p:par>
                          <p:cTn id="24" fill="hold">
                            <p:stCondLst>
                              <p:cond delay="2500"/>
                            </p:stCondLst>
                            <p:childTnLst>
                              <p:par>
                                <p:cTn id="25" presetID="29" presetClass="entr" presetSubtype="0" fill="hold" grpId="0" nodeType="afterEffect">
                                  <p:stCondLst>
                                    <p:cond delay="0"/>
                                  </p:stCondLst>
                                  <p:childTnLst>
                                    <p:set>
                                      <p:cBhvr>
                                        <p:cTn id="26" dur="500"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ppt_x</p:attrName>
                                        </p:attrNameLst>
                                      </p:cBhvr>
                                      <p:tavLst>
                                        <p:tav tm="0">
                                          <p:val>
                                            <p:strVal val="#ppt_x-.2"/>
                                          </p:val>
                                        </p:tav>
                                        <p:tav tm="100000">
                                          <p:val>
                                            <p:strVal val="#ppt_x"/>
                                          </p:val>
                                        </p:tav>
                                      </p:tavLst>
                                    </p:anim>
                                    <p:anim calcmode="lin" valueType="num">
                                      <p:cBhvr>
                                        <p:cTn id="28" dur="5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29" dur="500"/>
                                        <p:tgtEl>
                                          <p:spTgt spid="8"/>
                                        </p:tgtEl>
                                      </p:cBhvr>
                                    </p:animEffect>
                                  </p:childTnLst>
                                </p:cTn>
                              </p:par>
                            </p:childTnLst>
                          </p:cTn>
                        </p:par>
                        <p:par>
                          <p:cTn id="30" fill="hold">
                            <p:stCondLst>
                              <p:cond delay="3000"/>
                            </p:stCondLst>
                            <p:childTnLst>
                              <p:par>
                                <p:cTn id="31" presetID="22" presetClass="entr" presetSubtype="2" fill="hold" grpId="0" nodeType="after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wipe(right)">
                                      <p:cBhvr>
                                        <p:cTn id="33" dur="500"/>
                                        <p:tgtEl>
                                          <p:spTgt spid="22"/>
                                        </p:tgtEl>
                                      </p:cBhvr>
                                    </p:animEffect>
                                  </p:childTnLst>
                                </p:cTn>
                              </p:par>
                              <p:par>
                                <p:cTn id="34" presetID="22" presetClass="entr" presetSubtype="2"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right)">
                                      <p:cBhvr>
                                        <p:cTn id="36" dur="500"/>
                                        <p:tgtEl>
                                          <p:spTgt spid="21"/>
                                        </p:tgtEl>
                                      </p:cBhvr>
                                    </p:animEffect>
                                  </p:childTnLst>
                                </p:cTn>
                              </p:par>
                            </p:childTnLst>
                          </p:cTn>
                        </p:par>
                        <p:par>
                          <p:cTn id="37" fill="hold">
                            <p:stCondLst>
                              <p:cond delay="3500"/>
                            </p:stCondLst>
                            <p:childTnLst>
                              <p:par>
                                <p:cTn id="38" presetID="29" presetClass="entr" presetSubtype="0" fill="hold" grpId="0" nodeType="afterEffect">
                                  <p:stCondLst>
                                    <p:cond delay="0"/>
                                  </p:stCondLst>
                                  <p:childTnLst>
                                    <p:set>
                                      <p:cBhvr>
                                        <p:cTn id="39" dur="500" fill="hold">
                                          <p:stCondLst>
                                            <p:cond delay="0"/>
                                          </p:stCondLst>
                                        </p:cTn>
                                        <p:tgtEl>
                                          <p:spTgt spid="9"/>
                                        </p:tgtEl>
                                        <p:attrNameLst>
                                          <p:attrName>style.visibility</p:attrName>
                                        </p:attrNameLst>
                                      </p:cBhvr>
                                      <p:to>
                                        <p:strVal val="visible"/>
                                      </p:to>
                                    </p:set>
                                    <p:anim calcmode="lin" valueType="num">
                                      <p:cBhvr>
                                        <p:cTn id="40" dur="500" fill="hold"/>
                                        <p:tgtEl>
                                          <p:spTgt spid="9"/>
                                        </p:tgtEl>
                                        <p:attrNameLst>
                                          <p:attrName>ppt_x</p:attrName>
                                        </p:attrNameLst>
                                      </p:cBhvr>
                                      <p:tavLst>
                                        <p:tav tm="0">
                                          <p:val>
                                            <p:strVal val="#ppt_x-.2"/>
                                          </p:val>
                                        </p:tav>
                                        <p:tav tm="100000">
                                          <p:val>
                                            <p:strVal val="#ppt_x"/>
                                          </p:val>
                                        </p:tav>
                                      </p:tavLst>
                                    </p:anim>
                                    <p:anim calcmode="lin" valueType="num">
                                      <p:cBhvr>
                                        <p:cTn id="41" dur="5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42" dur="500"/>
                                        <p:tgtEl>
                                          <p:spTgt spid="9"/>
                                        </p:tgtEl>
                                      </p:cBhvr>
                                    </p:animEffect>
                                  </p:childTnLst>
                                </p:cTn>
                              </p:par>
                            </p:childTnLst>
                          </p:cTn>
                        </p:par>
                        <p:par>
                          <p:cTn id="43" fill="hold">
                            <p:stCondLst>
                              <p:cond delay="4000"/>
                            </p:stCondLst>
                            <p:childTnLst>
                              <p:par>
                                <p:cTn id="44" presetID="22" presetClass="entr" presetSubtype="2" fill="hold" grpId="0" nodeType="after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wipe(right)">
                                      <p:cBhvr>
                                        <p:cTn id="46" dur="500"/>
                                        <p:tgtEl>
                                          <p:spTgt spid="20"/>
                                        </p:tgtEl>
                                      </p:cBhvr>
                                    </p:animEffect>
                                  </p:childTnLst>
                                </p:cTn>
                              </p:par>
                              <p:par>
                                <p:cTn id="47" presetID="22" presetClass="entr" presetSubtype="2"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right)">
                                      <p:cBhvr>
                                        <p:cTn id="49" dur="500"/>
                                        <p:tgtEl>
                                          <p:spTgt spid="19"/>
                                        </p:tgtEl>
                                      </p:cBhvr>
                                    </p:animEffect>
                                  </p:childTnLst>
                                </p:cTn>
                              </p:par>
                            </p:childTnLst>
                          </p:cTn>
                        </p:par>
                        <p:par>
                          <p:cTn id="50" fill="hold">
                            <p:stCondLst>
                              <p:cond delay="4500"/>
                            </p:stCondLst>
                            <p:childTnLst>
                              <p:par>
                                <p:cTn id="51" presetID="29" presetClass="entr" presetSubtype="0" fill="hold" grpId="0" nodeType="afterEffect">
                                  <p:stCondLst>
                                    <p:cond delay="0"/>
                                  </p:stCondLst>
                                  <p:childTnLst>
                                    <p:set>
                                      <p:cBhvr>
                                        <p:cTn id="52" dur="500" fill="hold">
                                          <p:stCondLst>
                                            <p:cond delay="0"/>
                                          </p:stCondLst>
                                        </p:cTn>
                                        <p:tgtEl>
                                          <p:spTgt spid="23"/>
                                        </p:tgtEl>
                                        <p:attrNameLst>
                                          <p:attrName>style.visibility</p:attrName>
                                        </p:attrNameLst>
                                      </p:cBhvr>
                                      <p:to>
                                        <p:strVal val="visible"/>
                                      </p:to>
                                    </p:set>
                                    <p:anim calcmode="lin" valueType="num">
                                      <p:cBhvr>
                                        <p:cTn id="53" dur="500" fill="hold"/>
                                        <p:tgtEl>
                                          <p:spTgt spid="23"/>
                                        </p:tgtEl>
                                        <p:attrNameLst>
                                          <p:attrName>ppt_x</p:attrName>
                                        </p:attrNameLst>
                                      </p:cBhvr>
                                      <p:tavLst>
                                        <p:tav tm="0">
                                          <p:val>
                                            <p:strVal val="#ppt_x-.2"/>
                                          </p:val>
                                        </p:tav>
                                        <p:tav tm="100000">
                                          <p:val>
                                            <p:strVal val="#ppt_x"/>
                                          </p:val>
                                        </p:tav>
                                      </p:tavLst>
                                    </p:anim>
                                    <p:anim calcmode="lin" valueType="num">
                                      <p:cBhvr>
                                        <p:cTn id="54" dur="500" fill="hold"/>
                                        <p:tgtEl>
                                          <p:spTgt spid="23"/>
                                        </p:tgtEl>
                                        <p:attrNameLst>
                                          <p:attrName>ppt_y</p:attrName>
                                        </p:attrNameLst>
                                      </p:cBhvr>
                                      <p:tavLst>
                                        <p:tav tm="0">
                                          <p:val>
                                            <p:strVal val="#ppt_y"/>
                                          </p:val>
                                        </p:tav>
                                        <p:tav tm="100000">
                                          <p:val>
                                            <p:strVal val="#ppt_y"/>
                                          </p:val>
                                        </p:tav>
                                      </p:tavLst>
                                    </p:anim>
                                    <p:animEffect transition="in" filter="wipe(right)" prLst="gradientSize: 0.1">
                                      <p:cBhvr>
                                        <p:cTn id="55" dur="500"/>
                                        <p:tgtEl>
                                          <p:spTgt spid="23"/>
                                        </p:tgtEl>
                                      </p:cBhvr>
                                    </p:animEffect>
                                  </p:childTnLst>
                                </p:cTn>
                              </p:par>
                            </p:childTnLst>
                          </p:cTn>
                        </p:par>
                        <p:par>
                          <p:cTn id="56" fill="hold">
                            <p:stCondLst>
                              <p:cond delay="5000"/>
                            </p:stCondLst>
                            <p:childTnLst>
                              <p:par>
                                <p:cTn id="57" presetID="22" presetClass="entr" presetSubtype="8" fill="hold" grpId="0" nodeType="after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ipe(left)">
                                      <p:cBhvr>
                                        <p:cTn id="59" dur="500"/>
                                        <p:tgtEl>
                                          <p:spTgt spid="27"/>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wipe(left)">
                                      <p:cBhvr>
                                        <p:cTn id="62" dur="500"/>
                                        <p:tgtEl>
                                          <p:spTgt spid="26"/>
                                        </p:tgtEl>
                                      </p:cBhvr>
                                    </p:animEffect>
                                  </p:childTnLst>
                                </p:cTn>
                              </p:par>
                            </p:childTnLst>
                          </p:cTn>
                        </p:par>
                        <p:par>
                          <p:cTn id="63" fill="hold">
                            <p:stCondLst>
                              <p:cond delay="5500"/>
                            </p:stCondLst>
                            <p:childTnLst>
                              <p:par>
                                <p:cTn id="64" presetID="29" presetClass="entr" presetSubtype="0" fill="hold" grpId="0" nodeType="afterEffect">
                                  <p:stCondLst>
                                    <p:cond delay="0"/>
                                  </p:stCondLst>
                                  <p:childTnLst>
                                    <p:set>
                                      <p:cBhvr>
                                        <p:cTn id="65" dur="500" fill="hold">
                                          <p:stCondLst>
                                            <p:cond delay="0"/>
                                          </p:stCondLst>
                                        </p:cTn>
                                        <p:tgtEl>
                                          <p:spTgt spid="25"/>
                                        </p:tgtEl>
                                        <p:attrNameLst>
                                          <p:attrName>style.visibility</p:attrName>
                                        </p:attrNameLst>
                                      </p:cBhvr>
                                      <p:to>
                                        <p:strVal val="visible"/>
                                      </p:to>
                                    </p:set>
                                    <p:anim calcmode="lin" valueType="num">
                                      <p:cBhvr>
                                        <p:cTn id="66" dur="500" fill="hold"/>
                                        <p:tgtEl>
                                          <p:spTgt spid="25"/>
                                        </p:tgtEl>
                                        <p:attrNameLst>
                                          <p:attrName>ppt_x</p:attrName>
                                        </p:attrNameLst>
                                      </p:cBhvr>
                                      <p:tavLst>
                                        <p:tav tm="0">
                                          <p:val>
                                            <p:strVal val="#ppt_x-.2"/>
                                          </p:val>
                                        </p:tav>
                                        <p:tav tm="100000">
                                          <p:val>
                                            <p:strVal val="#ppt_x"/>
                                          </p:val>
                                        </p:tav>
                                      </p:tavLst>
                                    </p:anim>
                                    <p:anim calcmode="lin" valueType="num">
                                      <p:cBhvr>
                                        <p:cTn id="67" dur="500" fill="hold"/>
                                        <p:tgtEl>
                                          <p:spTgt spid="25"/>
                                        </p:tgtEl>
                                        <p:attrNameLst>
                                          <p:attrName>ppt_y</p:attrName>
                                        </p:attrNameLst>
                                      </p:cBhvr>
                                      <p:tavLst>
                                        <p:tav tm="0">
                                          <p:val>
                                            <p:strVal val="#ppt_y"/>
                                          </p:val>
                                        </p:tav>
                                        <p:tav tm="100000">
                                          <p:val>
                                            <p:strVal val="#ppt_y"/>
                                          </p:val>
                                        </p:tav>
                                      </p:tavLst>
                                    </p:anim>
                                    <p:animEffect transition="in" filter="wipe(right)" prLst="gradientSize: 0.1">
                                      <p:cBhvr>
                                        <p:cTn id="68" dur="500"/>
                                        <p:tgtEl>
                                          <p:spTgt spid="25"/>
                                        </p:tgtEl>
                                      </p:cBhvr>
                                    </p:animEffect>
                                  </p:childTnLst>
                                </p:cTn>
                              </p:par>
                            </p:childTnLst>
                          </p:cTn>
                        </p:par>
                        <p:par>
                          <p:cTn id="69" fill="hold">
                            <p:stCondLst>
                              <p:cond delay="6000"/>
                            </p:stCondLst>
                            <p:childTnLst>
                              <p:par>
                                <p:cTn id="70" presetID="22" presetClass="entr" presetSubtype="8" fill="hold" grpId="0" nodeType="after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wipe(left)">
                                      <p:cBhvr>
                                        <p:cTn id="72" dur="500"/>
                                        <p:tgtEl>
                                          <p:spTgt spid="29"/>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wipe(left)">
                                      <p:cBhvr>
                                        <p:cTn id="7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8" grpId="0" animBg="1"/>
      <p:bldP spid="21" grpId="0"/>
      <p:bldP spid="22" grpId="0"/>
      <p:bldP spid="9" grpId="0" animBg="1"/>
      <p:bldP spid="19" grpId="0"/>
      <p:bldP spid="20" grpId="0"/>
      <p:bldP spid="23" grpId="0" animBg="1"/>
      <p:bldP spid="25" grpId="0" animBg="1"/>
      <p:bldP spid="26" grpId="0"/>
      <p:bldP spid="27" grpId="0"/>
      <p:bldP spid="28" grpId="0"/>
      <p:bldP spid="2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628650" y="603885"/>
            <a:ext cx="549910" cy="562610"/>
            <a:chOff x="10213" y="2013"/>
            <a:chExt cx="866" cy="886"/>
          </a:xfrm>
        </p:grpSpPr>
        <p:pic>
          <p:nvPicPr>
            <p:cNvPr id="13" name="图片 12" descr="印章"/>
            <p:cNvPicPr>
              <a:picLocks noChangeAspect="1"/>
            </p:cNvPicPr>
            <p:nvPr/>
          </p:nvPicPr>
          <p:blipFill>
            <a:blip r:embed="rId1"/>
            <a:stretch>
              <a:fillRect/>
            </a:stretch>
          </p:blipFill>
          <p:spPr>
            <a:xfrm>
              <a:off x="10213" y="2013"/>
              <a:ext cx="867" cy="887"/>
            </a:xfrm>
            <a:prstGeom prst="rect">
              <a:avLst/>
            </a:prstGeom>
          </p:spPr>
        </p:pic>
        <p:sp>
          <p:nvSpPr>
            <p:cNvPr id="14" name="文本框 13"/>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01</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11" name="矩形 10"/>
          <p:cNvSpPr/>
          <p:nvPr/>
        </p:nvSpPr>
        <p:spPr>
          <a:xfrm>
            <a:off x="1377315" y="643890"/>
            <a:ext cx="2396490" cy="497205"/>
          </a:xfrm>
          <a:prstGeom prst="rect">
            <a:avLst/>
          </a:prstGeom>
          <a:noFill/>
        </p:spPr>
        <p:txBody>
          <a:bodyPr wrap="square" rtlCol="0">
            <a:spAutoFit/>
          </a:bodyPr>
          <a:lstStyle/>
          <a:p>
            <a:pPr algn="dist">
              <a:lnSpc>
                <a:spcPct val="120000"/>
              </a:lnSpc>
            </a:pPr>
            <a:r>
              <a:rPr lang="zh-CN" altLang="en-US" sz="2200" b="1" dirty="0">
                <a:solidFill>
                  <a:srgbClr val="FCCC9B"/>
                </a:solidFill>
                <a:latin typeface="仓耳玄三M W05" panose="02020400000000000000" charset="-122"/>
                <a:ea typeface="仓耳玄三M W05" panose="02020400000000000000" charset="-122"/>
                <a:sym typeface="+mn-ea"/>
              </a:rPr>
              <a:t>工作完成情况</a:t>
            </a:r>
            <a:endParaRPr lang="zh-CN" altLang="en-US" sz="2200" b="1" dirty="0">
              <a:solidFill>
                <a:srgbClr val="FCCC9B"/>
              </a:solidFill>
              <a:latin typeface="仓耳玄三M W05" panose="02020400000000000000" charset="-122"/>
              <a:ea typeface="仓耳玄三M W05" panose="02020400000000000000" charset="-122"/>
              <a:sym typeface="+mn-ea"/>
            </a:endParaRPr>
          </a:p>
        </p:txBody>
      </p:sp>
      <p:grpSp>
        <p:nvGrpSpPr>
          <p:cNvPr id="18" name="组合 17"/>
          <p:cNvGrpSpPr/>
          <p:nvPr/>
        </p:nvGrpSpPr>
        <p:grpSpPr>
          <a:xfrm>
            <a:off x="-187960" y="-41910"/>
            <a:ext cx="12568555" cy="6938010"/>
            <a:chOff x="-296" y="-66"/>
            <a:chExt cx="19793" cy="10926"/>
          </a:xfrm>
        </p:grpSpPr>
        <p:pic>
          <p:nvPicPr>
            <p:cNvPr id="6" name="图片 5" descr="云波纹"/>
            <p:cNvPicPr>
              <a:picLocks noChangeAspect="1"/>
            </p:cNvPicPr>
            <p:nvPr/>
          </p:nvPicPr>
          <p:blipFill>
            <a:blip r:embed="rId2"/>
            <a:srcRect l="34620" b="87816"/>
            <a:stretch>
              <a:fillRect/>
            </a:stretch>
          </p:blipFill>
          <p:spPr>
            <a:xfrm>
              <a:off x="-295" y="10292"/>
              <a:ext cx="19792" cy="568"/>
            </a:xfrm>
            <a:prstGeom prst="rect">
              <a:avLst/>
            </a:prstGeom>
          </p:spPr>
        </p:pic>
        <p:pic>
          <p:nvPicPr>
            <p:cNvPr id="12" name="图片 11" descr="云波纹"/>
            <p:cNvPicPr>
              <a:picLocks noChangeAspect="1"/>
            </p:cNvPicPr>
            <p:nvPr/>
          </p:nvPicPr>
          <p:blipFill>
            <a:blip r:embed="rId2"/>
            <a:srcRect l="34620" b="87816"/>
            <a:stretch>
              <a:fillRect/>
            </a:stretch>
          </p:blipFill>
          <p:spPr>
            <a:xfrm>
              <a:off x="-296" y="-66"/>
              <a:ext cx="19792" cy="568"/>
            </a:xfrm>
            <a:prstGeom prst="rect">
              <a:avLst/>
            </a:prstGeom>
          </p:spPr>
        </p:pic>
        <p:pic>
          <p:nvPicPr>
            <p:cNvPr id="16" name="图片 15" descr="云波纹"/>
            <p:cNvPicPr>
              <a:picLocks noChangeAspect="1"/>
            </p:cNvPicPr>
            <p:nvPr/>
          </p:nvPicPr>
          <p:blipFill>
            <a:blip r:embed="rId2"/>
            <a:srcRect l="64657" b="87215"/>
            <a:stretch>
              <a:fillRect/>
            </a:stretch>
          </p:blipFill>
          <p:spPr>
            <a:xfrm rot="16200000">
              <a:off x="-5128" y="5143"/>
              <a:ext cx="10699" cy="596"/>
            </a:xfrm>
            <a:prstGeom prst="rect">
              <a:avLst/>
            </a:prstGeom>
          </p:spPr>
        </p:pic>
        <p:pic>
          <p:nvPicPr>
            <p:cNvPr id="17" name="图片 16" descr="云波纹"/>
            <p:cNvPicPr>
              <a:picLocks noChangeAspect="1"/>
            </p:cNvPicPr>
            <p:nvPr/>
          </p:nvPicPr>
          <p:blipFill>
            <a:blip r:embed="rId2"/>
            <a:srcRect l="64657" b="87215"/>
            <a:stretch>
              <a:fillRect/>
            </a:stretch>
          </p:blipFill>
          <p:spPr>
            <a:xfrm rot="16200000">
              <a:off x="13595" y="5102"/>
              <a:ext cx="10699" cy="596"/>
            </a:xfrm>
            <a:prstGeom prst="rect">
              <a:avLst/>
            </a:prstGeom>
          </p:spPr>
        </p:pic>
      </p:grpSp>
      <p:pic>
        <p:nvPicPr>
          <p:cNvPr id="10" name="图片 9" descr="梅花3"/>
          <p:cNvPicPr>
            <a:picLocks noChangeAspect="1"/>
          </p:cNvPicPr>
          <p:nvPr/>
        </p:nvPicPr>
        <p:blipFill>
          <a:blip r:embed="rId3"/>
          <a:stretch>
            <a:fillRect/>
          </a:stretch>
        </p:blipFill>
        <p:spPr>
          <a:xfrm flipH="1">
            <a:off x="9716135" y="-12700"/>
            <a:ext cx="2488565" cy="1809750"/>
          </a:xfrm>
          <a:prstGeom prst="rect">
            <a:avLst/>
          </a:prstGeom>
        </p:spPr>
      </p:pic>
      <p:sp>
        <p:nvSpPr>
          <p:cNvPr id="47" name="Rectangle 10"/>
          <p:cNvSpPr/>
          <p:nvPr/>
        </p:nvSpPr>
        <p:spPr>
          <a:xfrm>
            <a:off x="1245870" y="2181225"/>
            <a:ext cx="4850765" cy="3233420"/>
          </a:xfrm>
          <a:prstGeom prst="rect">
            <a:avLst/>
          </a:prstGeom>
          <a:blipFill rotWithShape="1">
            <a:blip r:embed="rId4"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5" dirty="0">
              <a:solidFill>
                <a:schemeClr val="tx1">
                  <a:lumMod val="85000"/>
                  <a:lumOff val="15000"/>
                </a:schemeClr>
              </a:solidFill>
            </a:endParaRPr>
          </a:p>
        </p:txBody>
      </p:sp>
      <p:sp>
        <p:nvSpPr>
          <p:cNvPr id="53" name="Rectangle 22"/>
          <p:cNvSpPr/>
          <p:nvPr/>
        </p:nvSpPr>
        <p:spPr>
          <a:xfrm>
            <a:off x="5223510" y="2525395"/>
            <a:ext cx="5765800" cy="1201420"/>
          </a:xfrm>
          <a:prstGeom prst="rect">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5" dirty="0">
              <a:latin typeface="+mn-ea"/>
            </a:endParaRPr>
          </a:p>
        </p:txBody>
      </p:sp>
      <p:sp>
        <p:nvSpPr>
          <p:cNvPr id="58" name="矩形 57"/>
          <p:cNvSpPr/>
          <p:nvPr/>
        </p:nvSpPr>
        <p:spPr>
          <a:xfrm>
            <a:off x="5411470" y="2978785"/>
            <a:ext cx="5390515" cy="553085"/>
          </a:xfrm>
          <a:prstGeom prst="rect">
            <a:avLst/>
          </a:prstGeom>
        </p:spPr>
        <p:txBody>
          <a:bodyPr wrap="square">
            <a:spAutoFit/>
          </a:bodyPr>
          <a:lstStyle/>
          <a:p>
            <a:pPr algn="ctr">
              <a:lnSpc>
                <a:spcPct val="150000"/>
              </a:lnSpc>
            </a:pPr>
            <a:r>
              <a:rPr lang="zh-CN" altLang="en-US" sz="1000">
                <a:solidFill>
                  <a:schemeClr val="bg1"/>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woman.I love you more than I've ever loved any woman. </a:t>
            </a:r>
            <a:endParaRPr lang="zh-CN" altLang="en-US" sz="1000">
              <a:solidFill>
                <a:schemeClr val="bg1"/>
              </a:solidFill>
              <a:latin typeface="仓耳玄三M W05" panose="02020400000000000000" charset="-122"/>
              <a:ea typeface="仓耳玄三M W05" panose="02020400000000000000" charset="-122"/>
              <a:cs typeface="仓耳玄三M W05" panose="02020400000000000000" charset="-122"/>
              <a:sym typeface="+mn-ea"/>
            </a:endParaRPr>
          </a:p>
        </p:txBody>
      </p:sp>
      <p:sp>
        <p:nvSpPr>
          <p:cNvPr id="59" name="TextBox 24"/>
          <p:cNvSpPr txBox="1"/>
          <p:nvPr/>
        </p:nvSpPr>
        <p:spPr>
          <a:xfrm>
            <a:off x="7303899" y="2659666"/>
            <a:ext cx="1605280" cy="319405"/>
          </a:xfrm>
          <a:prstGeom prst="rect">
            <a:avLst/>
          </a:prstGeom>
          <a:noFill/>
        </p:spPr>
        <p:txBody>
          <a:bodyPr wrap="none" rtlCol="0">
            <a:spAutoFit/>
          </a:bodyPr>
          <a:lstStyle/>
          <a:p>
            <a:pPr algn="l"/>
            <a:r>
              <a:rPr lang="zh-CN" altLang="en-US" sz="1400" b="1">
                <a:solidFill>
                  <a:schemeClr val="bg1"/>
                </a:solidFill>
                <a:latin typeface="仓耳玄三M W05" panose="02020400000000000000" charset="-122"/>
                <a:ea typeface="仓耳玄三M W05" panose="02020400000000000000" charset="-122"/>
                <a:sym typeface="+mn-ea"/>
              </a:rPr>
              <a:t>单击此处输入标题</a:t>
            </a:r>
            <a:endParaRPr lang="zh-CN" altLang="en-US" sz="1400" b="1" dirty="0">
              <a:solidFill>
                <a:schemeClr val="bg1"/>
              </a:solidFill>
              <a:latin typeface="仓耳玄三M W05" panose="02020400000000000000" charset="-122"/>
              <a:ea typeface="仓耳玄三M W05" panose="02020400000000000000" charset="-122"/>
              <a:sym typeface="+mn-ea"/>
            </a:endParaRPr>
          </a:p>
        </p:txBody>
      </p:sp>
      <p:sp>
        <p:nvSpPr>
          <p:cNvPr id="63" name="椭圆 62"/>
          <p:cNvSpPr/>
          <p:nvPr/>
        </p:nvSpPr>
        <p:spPr>
          <a:xfrm>
            <a:off x="6445250" y="4125595"/>
            <a:ext cx="272415" cy="272415"/>
          </a:xfrm>
          <a:prstGeom prst="ellipse">
            <a:avLst/>
          </a:prstGeom>
          <a:solidFill>
            <a:srgbClr val="FCCC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118"/>
          <p:cNvSpPr txBox="1"/>
          <p:nvPr/>
        </p:nvSpPr>
        <p:spPr>
          <a:xfrm>
            <a:off x="6922135" y="4418965"/>
            <a:ext cx="4067175" cy="8528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woman.I love you more than I've ever loved any woman.</a:t>
            </a:r>
            <a:endParaRPr sz="1000">
              <a:solidFill>
                <a:srgbClr val="FCCC9B"/>
              </a:solidFill>
              <a:latin typeface="仓耳玄三M W05" panose="02020400000000000000" charset="-122"/>
              <a:ea typeface="仓耳玄三M W05" panose="02020400000000000000" charset="-122"/>
              <a:cs typeface="仓耳玄三M W05" panose="02020400000000000000" charset="-122"/>
              <a:sym typeface="+mn-ea"/>
            </a:endParaRPr>
          </a:p>
        </p:txBody>
      </p:sp>
      <p:sp>
        <p:nvSpPr>
          <p:cNvPr id="65" name="文本框 119"/>
          <p:cNvSpPr txBox="1"/>
          <p:nvPr/>
        </p:nvSpPr>
        <p:spPr>
          <a:xfrm>
            <a:off x="6921903" y="4099594"/>
            <a:ext cx="1921186" cy="3194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Tree>
    <p:custDataLst>
      <p:tags r:id="rId5"/>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diamond(in)">
                                      <p:cBhvr>
                                        <p:cTn id="7" dur="500"/>
                                        <p:tgtEl>
                                          <p:spTgt spid="18"/>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Left)">
                                      <p:cBhvr>
                                        <p:cTn id="11" dur="500"/>
                                        <p:tgtEl>
                                          <p:spTgt spid="10"/>
                                        </p:tgtEl>
                                      </p:cBhvr>
                                    </p:animEffect>
                                  </p:childTnLst>
                                </p:cTn>
                              </p:par>
                            </p:childTnLst>
                          </p:cTn>
                        </p:par>
                        <p:par>
                          <p:cTn id="12" fill="hold">
                            <p:stCondLst>
                              <p:cond delay="1000"/>
                            </p:stCondLst>
                            <p:childTnLst>
                              <p:par>
                                <p:cTn id="13" presetID="8" presetClass="entr" presetSubtype="16" fill="hold" nodeType="afterEffect">
                                  <p:stCondLst>
                                    <p:cond delay="0"/>
                                  </p:stCondLst>
                                  <p:childTnLst>
                                    <p:set>
                                      <p:cBhvr>
                                        <p:cTn id="14" dur="500" fill="hold">
                                          <p:stCondLst>
                                            <p:cond delay="0"/>
                                          </p:stCondLst>
                                        </p:cTn>
                                        <p:tgtEl>
                                          <p:spTgt spid="15"/>
                                        </p:tgtEl>
                                        <p:attrNameLst>
                                          <p:attrName>style.visibility</p:attrName>
                                        </p:attrNameLst>
                                      </p:cBhvr>
                                      <p:to>
                                        <p:strVal val="visible"/>
                                      </p:to>
                                    </p:set>
                                    <p:animEffect transition="in" filter="diamond(in)">
                                      <p:cBhvr>
                                        <p:cTn id="15" dur="500"/>
                                        <p:tgtEl>
                                          <p:spTgt spid="1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2000"/>
                            </p:stCondLst>
                            <p:childTnLst>
                              <p:par>
                                <p:cTn id="21" presetID="21" presetClass="entr" presetSubtype="1" fill="hold" grpId="0" nodeType="afterEffect">
                                  <p:stCondLst>
                                    <p:cond delay="0"/>
                                  </p:stCondLst>
                                  <p:childTnLst>
                                    <p:set>
                                      <p:cBhvr>
                                        <p:cTn id="22" dur="500" fill="hold">
                                          <p:stCondLst>
                                            <p:cond delay="0"/>
                                          </p:stCondLst>
                                        </p:cTn>
                                        <p:tgtEl>
                                          <p:spTgt spid="47"/>
                                        </p:tgtEl>
                                        <p:attrNameLst>
                                          <p:attrName>style.visibility</p:attrName>
                                        </p:attrNameLst>
                                      </p:cBhvr>
                                      <p:to>
                                        <p:strVal val="visible"/>
                                      </p:to>
                                    </p:set>
                                    <p:animEffect transition="in" filter="wheel(1)">
                                      <p:cBhvr>
                                        <p:cTn id="23" dur="500"/>
                                        <p:tgtEl>
                                          <p:spTgt spid="47"/>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wipe(left)">
                                      <p:cBhvr>
                                        <p:cTn id="27" dur="500"/>
                                        <p:tgtEl>
                                          <p:spTgt spid="53"/>
                                        </p:tgtEl>
                                      </p:cBhvr>
                                    </p:animEffect>
                                  </p:childTnLst>
                                </p:cTn>
                              </p:par>
                            </p:childTnLst>
                          </p:cTn>
                        </p:par>
                        <p:par>
                          <p:cTn id="28" fill="hold">
                            <p:stCondLst>
                              <p:cond delay="3000"/>
                            </p:stCondLst>
                            <p:childTnLst>
                              <p:par>
                                <p:cTn id="29" presetID="12" presetClass="entr" presetSubtype="4" fill="hold" grpId="0" nodeType="afterEffect">
                                  <p:stCondLst>
                                    <p:cond delay="0"/>
                                  </p:stCondLst>
                                  <p:childTnLst>
                                    <p:set>
                                      <p:cBhvr>
                                        <p:cTn id="30" dur="1" fill="hold">
                                          <p:stCondLst>
                                            <p:cond delay="0"/>
                                          </p:stCondLst>
                                        </p:cTn>
                                        <p:tgtEl>
                                          <p:spTgt spid="59"/>
                                        </p:tgtEl>
                                        <p:attrNameLst>
                                          <p:attrName>style.visibility</p:attrName>
                                        </p:attrNameLst>
                                      </p:cBhvr>
                                      <p:to>
                                        <p:strVal val="visible"/>
                                      </p:to>
                                    </p:set>
                                    <p:anim calcmode="lin" valueType="num">
                                      <p:cBhvr additive="base">
                                        <p:cTn id="31" dur="500"/>
                                        <p:tgtEl>
                                          <p:spTgt spid="59"/>
                                        </p:tgtEl>
                                        <p:attrNameLst>
                                          <p:attrName>ppt_y</p:attrName>
                                        </p:attrNameLst>
                                      </p:cBhvr>
                                      <p:tavLst>
                                        <p:tav tm="0">
                                          <p:val>
                                            <p:strVal val="#ppt_y+#ppt_h*1.125000"/>
                                          </p:val>
                                        </p:tav>
                                        <p:tav tm="100000">
                                          <p:val>
                                            <p:strVal val="#ppt_y"/>
                                          </p:val>
                                        </p:tav>
                                      </p:tavLst>
                                    </p:anim>
                                    <p:animEffect transition="in" filter="wipe(up)">
                                      <p:cBhvr>
                                        <p:cTn id="32" dur="500"/>
                                        <p:tgtEl>
                                          <p:spTgt spid="59"/>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58"/>
                                        </p:tgtEl>
                                        <p:attrNameLst>
                                          <p:attrName>style.visibility</p:attrName>
                                        </p:attrNameLst>
                                      </p:cBhvr>
                                      <p:to>
                                        <p:strVal val="visible"/>
                                      </p:to>
                                    </p:set>
                                    <p:anim calcmode="lin" valueType="num">
                                      <p:cBhvr additive="base">
                                        <p:cTn id="35" dur="500"/>
                                        <p:tgtEl>
                                          <p:spTgt spid="58"/>
                                        </p:tgtEl>
                                        <p:attrNameLst>
                                          <p:attrName>ppt_y</p:attrName>
                                        </p:attrNameLst>
                                      </p:cBhvr>
                                      <p:tavLst>
                                        <p:tav tm="0">
                                          <p:val>
                                            <p:strVal val="#ppt_y+#ppt_h*1.125000"/>
                                          </p:val>
                                        </p:tav>
                                        <p:tav tm="100000">
                                          <p:val>
                                            <p:strVal val="#ppt_y"/>
                                          </p:val>
                                        </p:tav>
                                      </p:tavLst>
                                    </p:anim>
                                    <p:animEffect transition="in" filter="wipe(up)">
                                      <p:cBhvr>
                                        <p:cTn id="36" dur="500"/>
                                        <p:tgtEl>
                                          <p:spTgt spid="58"/>
                                        </p:tgtEl>
                                      </p:cBhvr>
                                    </p:animEffect>
                                  </p:childTnLst>
                                </p:cTn>
                              </p:par>
                            </p:childTnLst>
                          </p:cTn>
                        </p:par>
                        <p:par>
                          <p:cTn id="37" fill="hold">
                            <p:stCondLst>
                              <p:cond delay="3500"/>
                            </p:stCondLst>
                            <p:childTnLst>
                              <p:par>
                                <p:cTn id="38" presetID="29" presetClass="entr" presetSubtype="0" fill="hold" grpId="0" nodeType="afterEffect">
                                  <p:stCondLst>
                                    <p:cond delay="0"/>
                                  </p:stCondLst>
                                  <p:childTnLst>
                                    <p:set>
                                      <p:cBhvr>
                                        <p:cTn id="39" dur="500" fill="hold">
                                          <p:stCondLst>
                                            <p:cond delay="0"/>
                                          </p:stCondLst>
                                        </p:cTn>
                                        <p:tgtEl>
                                          <p:spTgt spid="63"/>
                                        </p:tgtEl>
                                        <p:attrNameLst>
                                          <p:attrName>style.visibility</p:attrName>
                                        </p:attrNameLst>
                                      </p:cBhvr>
                                      <p:to>
                                        <p:strVal val="visible"/>
                                      </p:to>
                                    </p:set>
                                    <p:anim calcmode="lin" valueType="num">
                                      <p:cBhvr>
                                        <p:cTn id="40" dur="500" fill="hold"/>
                                        <p:tgtEl>
                                          <p:spTgt spid="63"/>
                                        </p:tgtEl>
                                        <p:attrNameLst>
                                          <p:attrName>ppt_x</p:attrName>
                                        </p:attrNameLst>
                                      </p:cBhvr>
                                      <p:tavLst>
                                        <p:tav tm="0">
                                          <p:val>
                                            <p:strVal val="#ppt_x-.2"/>
                                          </p:val>
                                        </p:tav>
                                        <p:tav tm="100000">
                                          <p:val>
                                            <p:strVal val="#ppt_x"/>
                                          </p:val>
                                        </p:tav>
                                      </p:tavLst>
                                    </p:anim>
                                    <p:anim calcmode="lin" valueType="num">
                                      <p:cBhvr>
                                        <p:cTn id="41" dur="500" fill="hold"/>
                                        <p:tgtEl>
                                          <p:spTgt spid="63"/>
                                        </p:tgtEl>
                                        <p:attrNameLst>
                                          <p:attrName>ppt_y</p:attrName>
                                        </p:attrNameLst>
                                      </p:cBhvr>
                                      <p:tavLst>
                                        <p:tav tm="0">
                                          <p:val>
                                            <p:strVal val="#ppt_y"/>
                                          </p:val>
                                        </p:tav>
                                        <p:tav tm="100000">
                                          <p:val>
                                            <p:strVal val="#ppt_y"/>
                                          </p:val>
                                        </p:tav>
                                      </p:tavLst>
                                    </p:anim>
                                    <p:animEffect transition="in" filter="wipe(right)" prLst="gradientSize: 0.1">
                                      <p:cBhvr>
                                        <p:cTn id="42" dur="500"/>
                                        <p:tgtEl>
                                          <p:spTgt spid="63"/>
                                        </p:tgtEl>
                                      </p:cBhvr>
                                    </p:animEffect>
                                  </p:childTnLst>
                                </p:cTn>
                              </p:par>
                            </p:childTnLst>
                          </p:cTn>
                        </p:par>
                        <p:par>
                          <p:cTn id="43" fill="hold">
                            <p:stCondLst>
                              <p:cond delay="4000"/>
                            </p:stCondLst>
                            <p:childTnLst>
                              <p:par>
                                <p:cTn id="44" presetID="22" presetClass="entr" presetSubtype="8" fill="hold" grpId="0" nodeType="afterEffect">
                                  <p:stCondLst>
                                    <p:cond delay="0"/>
                                  </p:stCondLst>
                                  <p:childTnLst>
                                    <p:set>
                                      <p:cBhvr>
                                        <p:cTn id="45" dur="1" fill="hold">
                                          <p:stCondLst>
                                            <p:cond delay="0"/>
                                          </p:stCondLst>
                                        </p:cTn>
                                        <p:tgtEl>
                                          <p:spTgt spid="65"/>
                                        </p:tgtEl>
                                        <p:attrNameLst>
                                          <p:attrName>style.visibility</p:attrName>
                                        </p:attrNameLst>
                                      </p:cBhvr>
                                      <p:to>
                                        <p:strVal val="visible"/>
                                      </p:to>
                                    </p:set>
                                    <p:animEffect transition="in" filter="wipe(left)">
                                      <p:cBhvr>
                                        <p:cTn id="46" dur="500"/>
                                        <p:tgtEl>
                                          <p:spTgt spid="65"/>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64"/>
                                        </p:tgtEl>
                                        <p:attrNameLst>
                                          <p:attrName>style.visibility</p:attrName>
                                        </p:attrNameLst>
                                      </p:cBhvr>
                                      <p:to>
                                        <p:strVal val="visible"/>
                                      </p:to>
                                    </p:set>
                                    <p:animEffect transition="in" filter="wipe(left)">
                                      <p:cBhvr>
                                        <p:cTn id="49"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7" grpId="0" bldLvl="0" animBg="1"/>
      <p:bldP spid="53" grpId="0" bldLvl="0" animBg="1"/>
      <p:bldP spid="58" grpId="0"/>
      <p:bldP spid="59" grpId="0"/>
      <p:bldP spid="63" grpId="0" bldLvl="0" animBg="1"/>
      <p:bldP spid="64" grpId="0"/>
      <p:bldP spid="6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628650" y="603885"/>
            <a:ext cx="549910" cy="562610"/>
            <a:chOff x="10213" y="2013"/>
            <a:chExt cx="866" cy="886"/>
          </a:xfrm>
        </p:grpSpPr>
        <p:pic>
          <p:nvPicPr>
            <p:cNvPr id="13" name="图片 12" descr="印章"/>
            <p:cNvPicPr>
              <a:picLocks noChangeAspect="1"/>
            </p:cNvPicPr>
            <p:nvPr/>
          </p:nvPicPr>
          <p:blipFill>
            <a:blip r:embed="rId1"/>
            <a:stretch>
              <a:fillRect/>
            </a:stretch>
          </p:blipFill>
          <p:spPr>
            <a:xfrm>
              <a:off x="10213" y="2013"/>
              <a:ext cx="867" cy="887"/>
            </a:xfrm>
            <a:prstGeom prst="rect">
              <a:avLst/>
            </a:prstGeom>
          </p:spPr>
        </p:pic>
        <p:sp>
          <p:nvSpPr>
            <p:cNvPr id="14" name="文本框 13"/>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01</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11" name="矩形 10"/>
          <p:cNvSpPr/>
          <p:nvPr/>
        </p:nvSpPr>
        <p:spPr>
          <a:xfrm>
            <a:off x="1377315" y="643890"/>
            <a:ext cx="2396490" cy="497205"/>
          </a:xfrm>
          <a:prstGeom prst="rect">
            <a:avLst/>
          </a:prstGeom>
          <a:noFill/>
        </p:spPr>
        <p:txBody>
          <a:bodyPr wrap="square" rtlCol="0">
            <a:spAutoFit/>
          </a:bodyPr>
          <a:lstStyle/>
          <a:p>
            <a:pPr algn="dist">
              <a:lnSpc>
                <a:spcPct val="120000"/>
              </a:lnSpc>
            </a:pPr>
            <a:r>
              <a:rPr lang="zh-CN" altLang="en-US" sz="2200" b="1" dirty="0">
                <a:solidFill>
                  <a:srgbClr val="FCCC9B"/>
                </a:solidFill>
                <a:latin typeface="仓耳玄三M W05" panose="02020400000000000000" charset="-122"/>
                <a:ea typeface="仓耳玄三M W05" panose="02020400000000000000" charset="-122"/>
                <a:sym typeface="+mn-ea"/>
              </a:rPr>
              <a:t>工作完成情况</a:t>
            </a:r>
            <a:endParaRPr lang="zh-CN" altLang="en-US" sz="2200" b="1" dirty="0">
              <a:solidFill>
                <a:srgbClr val="FCCC9B"/>
              </a:solidFill>
              <a:latin typeface="仓耳玄三M W05" panose="02020400000000000000" charset="-122"/>
              <a:ea typeface="仓耳玄三M W05" panose="02020400000000000000" charset="-122"/>
              <a:sym typeface="+mn-ea"/>
            </a:endParaRPr>
          </a:p>
        </p:txBody>
      </p:sp>
      <p:grpSp>
        <p:nvGrpSpPr>
          <p:cNvPr id="18" name="组合 17"/>
          <p:cNvGrpSpPr/>
          <p:nvPr/>
        </p:nvGrpSpPr>
        <p:grpSpPr>
          <a:xfrm>
            <a:off x="-187960" y="-41910"/>
            <a:ext cx="12568555" cy="6938010"/>
            <a:chOff x="-296" y="-66"/>
            <a:chExt cx="19793" cy="10926"/>
          </a:xfrm>
        </p:grpSpPr>
        <p:pic>
          <p:nvPicPr>
            <p:cNvPr id="6" name="图片 5" descr="云波纹"/>
            <p:cNvPicPr>
              <a:picLocks noChangeAspect="1"/>
            </p:cNvPicPr>
            <p:nvPr/>
          </p:nvPicPr>
          <p:blipFill>
            <a:blip r:embed="rId2"/>
            <a:srcRect l="34620" b="87816"/>
            <a:stretch>
              <a:fillRect/>
            </a:stretch>
          </p:blipFill>
          <p:spPr>
            <a:xfrm>
              <a:off x="-295" y="10292"/>
              <a:ext cx="19792" cy="568"/>
            </a:xfrm>
            <a:prstGeom prst="rect">
              <a:avLst/>
            </a:prstGeom>
          </p:spPr>
        </p:pic>
        <p:pic>
          <p:nvPicPr>
            <p:cNvPr id="12" name="图片 11" descr="云波纹"/>
            <p:cNvPicPr>
              <a:picLocks noChangeAspect="1"/>
            </p:cNvPicPr>
            <p:nvPr/>
          </p:nvPicPr>
          <p:blipFill>
            <a:blip r:embed="rId2"/>
            <a:srcRect l="34620" b="87816"/>
            <a:stretch>
              <a:fillRect/>
            </a:stretch>
          </p:blipFill>
          <p:spPr>
            <a:xfrm>
              <a:off x="-296" y="-66"/>
              <a:ext cx="19792" cy="568"/>
            </a:xfrm>
            <a:prstGeom prst="rect">
              <a:avLst/>
            </a:prstGeom>
          </p:spPr>
        </p:pic>
        <p:pic>
          <p:nvPicPr>
            <p:cNvPr id="16" name="图片 15" descr="云波纹"/>
            <p:cNvPicPr>
              <a:picLocks noChangeAspect="1"/>
            </p:cNvPicPr>
            <p:nvPr/>
          </p:nvPicPr>
          <p:blipFill>
            <a:blip r:embed="rId2"/>
            <a:srcRect l="64657" b="87215"/>
            <a:stretch>
              <a:fillRect/>
            </a:stretch>
          </p:blipFill>
          <p:spPr>
            <a:xfrm rot="16200000">
              <a:off x="-5128" y="5143"/>
              <a:ext cx="10699" cy="596"/>
            </a:xfrm>
            <a:prstGeom prst="rect">
              <a:avLst/>
            </a:prstGeom>
          </p:spPr>
        </p:pic>
        <p:pic>
          <p:nvPicPr>
            <p:cNvPr id="17" name="图片 16" descr="云波纹"/>
            <p:cNvPicPr>
              <a:picLocks noChangeAspect="1"/>
            </p:cNvPicPr>
            <p:nvPr/>
          </p:nvPicPr>
          <p:blipFill>
            <a:blip r:embed="rId2"/>
            <a:srcRect l="64657" b="87215"/>
            <a:stretch>
              <a:fillRect/>
            </a:stretch>
          </p:blipFill>
          <p:spPr>
            <a:xfrm rot="16200000">
              <a:off x="13595" y="5102"/>
              <a:ext cx="10699" cy="596"/>
            </a:xfrm>
            <a:prstGeom prst="rect">
              <a:avLst/>
            </a:prstGeom>
          </p:spPr>
        </p:pic>
      </p:grpSp>
      <p:pic>
        <p:nvPicPr>
          <p:cNvPr id="10" name="图片 9" descr="梅花3"/>
          <p:cNvPicPr>
            <a:picLocks noChangeAspect="1"/>
          </p:cNvPicPr>
          <p:nvPr/>
        </p:nvPicPr>
        <p:blipFill>
          <a:blip r:embed="rId3"/>
          <a:stretch>
            <a:fillRect/>
          </a:stretch>
        </p:blipFill>
        <p:spPr>
          <a:xfrm flipH="1">
            <a:off x="9716135" y="-12700"/>
            <a:ext cx="2488565" cy="1809750"/>
          </a:xfrm>
          <a:prstGeom prst="rect">
            <a:avLst/>
          </a:prstGeom>
        </p:spPr>
      </p:pic>
      <p:sp>
        <p:nvSpPr>
          <p:cNvPr id="3" name="Oval 14"/>
          <p:cNvSpPr>
            <a:spLocks noChangeAspect="1"/>
          </p:cNvSpPr>
          <p:nvPr/>
        </p:nvSpPr>
        <p:spPr>
          <a:xfrm>
            <a:off x="1254760" y="2785745"/>
            <a:ext cx="1132840" cy="1132840"/>
          </a:xfrm>
          <a:prstGeom prst="ellipse">
            <a:avLst/>
          </a:prstGeom>
          <a:solidFill>
            <a:srgbClr val="98162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anose="020B0503020204020204" charset="-122"/>
                <a:ea typeface="微软雅黑" panose="020B0503020204020204" charset="-122"/>
              </a:rPr>
              <a:t>单击此处输入文本</a:t>
            </a:r>
            <a:endParaRPr lang="zh-CN" altLang="en-US" sz="1200" b="1" dirty="0">
              <a:solidFill>
                <a:schemeClr val="bg1"/>
              </a:solidFill>
              <a:latin typeface="微软雅黑" panose="020B0503020204020204" charset="-122"/>
              <a:ea typeface="微软雅黑" panose="020B0503020204020204" charset="-122"/>
            </a:endParaRPr>
          </a:p>
        </p:txBody>
      </p:sp>
      <p:sp>
        <p:nvSpPr>
          <p:cNvPr id="2" name="任意多边形 1"/>
          <p:cNvSpPr/>
          <p:nvPr/>
        </p:nvSpPr>
        <p:spPr>
          <a:xfrm>
            <a:off x="2387600" y="3478530"/>
            <a:ext cx="2829560" cy="1062355"/>
          </a:xfrm>
          <a:custGeom>
            <a:avLst/>
            <a:gdLst>
              <a:gd name="connsiteX0" fmla="*/ 0 w 2459182"/>
              <a:gd name="connsiteY0" fmla="*/ 0 h 888919"/>
              <a:gd name="connsiteX1" fmla="*/ 955964 w 2459182"/>
              <a:gd name="connsiteY1" fmla="*/ 858982 h 888919"/>
              <a:gd name="connsiteX2" fmla="*/ 2459182 w 2459182"/>
              <a:gd name="connsiteY2" fmla="*/ 609600 h 888919"/>
            </a:gdLst>
            <a:ahLst/>
            <a:cxnLst>
              <a:cxn ang="0">
                <a:pos x="connsiteX0" y="connsiteY0"/>
              </a:cxn>
              <a:cxn ang="0">
                <a:pos x="connsiteX1" y="connsiteY1"/>
              </a:cxn>
              <a:cxn ang="0">
                <a:pos x="connsiteX2" y="connsiteY2"/>
              </a:cxn>
            </a:cxnLst>
            <a:rect l="l" t="t" r="r" b="b"/>
            <a:pathLst>
              <a:path w="2459182" h="888919">
                <a:moveTo>
                  <a:pt x="0" y="0"/>
                </a:moveTo>
                <a:cubicBezTo>
                  <a:pt x="273050" y="378691"/>
                  <a:pt x="546100" y="757382"/>
                  <a:pt x="955964" y="858982"/>
                </a:cubicBezTo>
                <a:cubicBezTo>
                  <a:pt x="1365828" y="960582"/>
                  <a:pt x="1912505" y="785091"/>
                  <a:pt x="2459182" y="609600"/>
                </a:cubicBezTo>
              </a:path>
            </a:pathLst>
          </a:custGeom>
          <a:noFill/>
          <a:ln>
            <a:solidFill>
              <a:srgbClr val="FCCC9B"/>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rgbClr val="FCCC9B"/>
              </a:solidFill>
            </a:endParaRPr>
          </a:p>
        </p:txBody>
      </p:sp>
      <p:sp>
        <p:nvSpPr>
          <p:cNvPr id="4" name="Oval 14"/>
          <p:cNvSpPr>
            <a:spLocks noChangeAspect="1"/>
          </p:cNvSpPr>
          <p:nvPr/>
        </p:nvSpPr>
        <p:spPr>
          <a:xfrm>
            <a:off x="5217160" y="3478530"/>
            <a:ext cx="1132840" cy="1132840"/>
          </a:xfrm>
          <a:prstGeom prst="ellipse">
            <a:avLst/>
          </a:prstGeom>
          <a:solidFill>
            <a:srgbClr val="98162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anose="020B0503020204020204" charset="-122"/>
                <a:ea typeface="微软雅黑" panose="020B0503020204020204" charset="-122"/>
                <a:sym typeface="+mn-ea"/>
              </a:rPr>
              <a:t>单击此处输入文本</a:t>
            </a:r>
            <a:endParaRPr lang="zh-CN" altLang="en-US" sz="1200" b="1" dirty="0">
              <a:solidFill>
                <a:schemeClr val="bg1"/>
              </a:solidFill>
              <a:latin typeface="微软雅黑" panose="020B0503020204020204" charset="-122"/>
              <a:ea typeface="微软雅黑" panose="020B0503020204020204" charset="-122"/>
              <a:sym typeface="+mn-ea"/>
            </a:endParaRPr>
          </a:p>
        </p:txBody>
      </p:sp>
      <p:sp>
        <p:nvSpPr>
          <p:cNvPr id="67" name="Oval 14"/>
          <p:cNvSpPr>
            <a:spLocks noChangeAspect="1"/>
          </p:cNvSpPr>
          <p:nvPr/>
        </p:nvSpPr>
        <p:spPr>
          <a:xfrm>
            <a:off x="8950325" y="2263775"/>
            <a:ext cx="1132840" cy="1132840"/>
          </a:xfrm>
          <a:prstGeom prst="ellipse">
            <a:avLst/>
          </a:prstGeom>
          <a:solidFill>
            <a:srgbClr val="98162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anose="020B0503020204020204" charset="-122"/>
                <a:ea typeface="微软雅黑" panose="020B0503020204020204" charset="-122"/>
                <a:sym typeface="+mn-ea"/>
              </a:rPr>
              <a:t>单击此处输入文本</a:t>
            </a:r>
            <a:endParaRPr lang="zh-CN" altLang="en-US" sz="1200" b="1" dirty="0">
              <a:solidFill>
                <a:schemeClr val="bg1"/>
              </a:solidFill>
              <a:latin typeface="微软雅黑" panose="020B0503020204020204" charset="-122"/>
              <a:ea typeface="微软雅黑" panose="020B0503020204020204" charset="-122"/>
              <a:sym typeface="+mn-ea"/>
            </a:endParaRPr>
          </a:p>
        </p:txBody>
      </p:sp>
      <p:sp>
        <p:nvSpPr>
          <p:cNvPr id="68" name="任意多边形 67"/>
          <p:cNvSpPr/>
          <p:nvPr/>
        </p:nvSpPr>
        <p:spPr>
          <a:xfrm>
            <a:off x="6169025" y="2602865"/>
            <a:ext cx="2781300" cy="1007110"/>
          </a:xfrm>
          <a:custGeom>
            <a:avLst/>
            <a:gdLst>
              <a:gd name="connsiteX0" fmla="*/ 0 w 2431473"/>
              <a:gd name="connsiteY0" fmla="*/ 880693 h 880693"/>
              <a:gd name="connsiteX1" fmla="*/ 1018309 w 2431473"/>
              <a:gd name="connsiteY1" fmla="*/ 56347 h 880693"/>
              <a:gd name="connsiteX2" fmla="*/ 2431473 w 2431473"/>
              <a:gd name="connsiteY2" fmla="*/ 139474 h 880693"/>
            </a:gdLst>
            <a:ahLst/>
            <a:cxnLst>
              <a:cxn ang="0">
                <a:pos x="connsiteX0" y="connsiteY0"/>
              </a:cxn>
              <a:cxn ang="0">
                <a:pos x="connsiteX1" y="connsiteY1"/>
              </a:cxn>
              <a:cxn ang="0">
                <a:pos x="connsiteX2" y="connsiteY2"/>
              </a:cxn>
            </a:cxnLst>
            <a:rect l="l" t="t" r="r" b="b"/>
            <a:pathLst>
              <a:path w="2431473" h="880693">
                <a:moveTo>
                  <a:pt x="0" y="880693"/>
                </a:moveTo>
                <a:cubicBezTo>
                  <a:pt x="306532" y="530288"/>
                  <a:pt x="613064" y="179883"/>
                  <a:pt x="1018309" y="56347"/>
                </a:cubicBezTo>
                <a:cubicBezTo>
                  <a:pt x="1423554" y="-67189"/>
                  <a:pt x="1927513" y="36142"/>
                  <a:pt x="2431473" y="139474"/>
                </a:cubicBezTo>
              </a:path>
            </a:pathLst>
          </a:custGeom>
          <a:noFill/>
          <a:ln>
            <a:solidFill>
              <a:srgbClr val="FCCC9B"/>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rgbClr val="FCCC9B"/>
              </a:solidFill>
            </a:endParaRPr>
          </a:p>
        </p:txBody>
      </p:sp>
      <p:sp>
        <p:nvSpPr>
          <p:cNvPr id="69" name="TextBox 153"/>
          <p:cNvSpPr txBox="1"/>
          <p:nvPr/>
        </p:nvSpPr>
        <p:spPr>
          <a:xfrm>
            <a:off x="2419350" y="2624455"/>
            <a:ext cx="3749675" cy="852805"/>
          </a:xfrm>
          <a:prstGeom prst="rect">
            <a:avLst/>
          </a:prstGeom>
          <a:noFill/>
        </p:spPr>
        <p:txBody>
          <a:bodyPr wrap="square" rtlCol="0">
            <a:spAutoFit/>
          </a:body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woman.I love you more than I've ever loved any woman.</a:t>
            </a:r>
            <a:endParaRPr lang="zh-CN" altLang="en-US" sz="1000" dirty="0">
              <a:solidFill>
                <a:srgbClr val="FCCC9B"/>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70" name="TextBox 153"/>
          <p:cNvSpPr txBox="1"/>
          <p:nvPr/>
        </p:nvSpPr>
        <p:spPr>
          <a:xfrm>
            <a:off x="3707765" y="4732655"/>
            <a:ext cx="3740150" cy="852805"/>
          </a:xfrm>
          <a:prstGeom prst="rect">
            <a:avLst/>
          </a:prstGeom>
          <a:noFill/>
        </p:spPr>
        <p:txBody>
          <a:bodyPr wrap="square" rtlCol="0">
            <a:spAutoFit/>
          </a:body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woman.I love you more than I've ever loved any woman.</a:t>
            </a:r>
            <a:endParaRPr lang="zh-CN" altLang="en-US" sz="1000" dirty="0">
              <a:solidFill>
                <a:srgbClr val="FCCC9B"/>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71" name="TextBox 153"/>
          <p:cNvSpPr txBox="1"/>
          <p:nvPr/>
        </p:nvSpPr>
        <p:spPr>
          <a:xfrm>
            <a:off x="7555230" y="3507105"/>
            <a:ext cx="3923665" cy="852805"/>
          </a:xfrm>
          <a:prstGeom prst="rect">
            <a:avLst/>
          </a:prstGeom>
          <a:noFill/>
        </p:spPr>
        <p:txBody>
          <a:bodyPr wrap="square" rtlCol="0">
            <a:spAutoFit/>
          </a:body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woman.I love you more than I've ever loved any woman.</a:t>
            </a:r>
            <a:endParaRPr lang="zh-CN" altLang="en-US" sz="1000" dirty="0">
              <a:solidFill>
                <a:srgbClr val="FCCC9B"/>
              </a:solidFill>
              <a:latin typeface="Arial" panose="020B0604020202020204" pitchFamily="34" charset="0"/>
              <a:ea typeface="微软雅黑" panose="020B0503020204020204" charset="-122"/>
              <a:cs typeface="+mn-ea"/>
              <a:sym typeface="Arial" panose="020B0604020202020204" pitchFamily="34" charset="0"/>
            </a:endParaRPr>
          </a:p>
        </p:txBody>
      </p:sp>
    </p:spTree>
    <p:custDataLst>
      <p:tags r:id="rId4"/>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diamond(in)">
                                      <p:cBhvr>
                                        <p:cTn id="7" dur="500"/>
                                        <p:tgtEl>
                                          <p:spTgt spid="18"/>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Left)">
                                      <p:cBhvr>
                                        <p:cTn id="11" dur="500"/>
                                        <p:tgtEl>
                                          <p:spTgt spid="10"/>
                                        </p:tgtEl>
                                      </p:cBhvr>
                                    </p:animEffect>
                                  </p:childTnLst>
                                </p:cTn>
                              </p:par>
                            </p:childTnLst>
                          </p:cTn>
                        </p:par>
                        <p:par>
                          <p:cTn id="12" fill="hold">
                            <p:stCondLst>
                              <p:cond delay="1000"/>
                            </p:stCondLst>
                            <p:childTnLst>
                              <p:par>
                                <p:cTn id="13" presetID="8" presetClass="entr" presetSubtype="16" fill="hold" nodeType="afterEffect">
                                  <p:stCondLst>
                                    <p:cond delay="0"/>
                                  </p:stCondLst>
                                  <p:childTnLst>
                                    <p:set>
                                      <p:cBhvr>
                                        <p:cTn id="14" dur="500" fill="hold">
                                          <p:stCondLst>
                                            <p:cond delay="0"/>
                                          </p:stCondLst>
                                        </p:cTn>
                                        <p:tgtEl>
                                          <p:spTgt spid="15"/>
                                        </p:tgtEl>
                                        <p:attrNameLst>
                                          <p:attrName>style.visibility</p:attrName>
                                        </p:attrNameLst>
                                      </p:cBhvr>
                                      <p:to>
                                        <p:strVal val="visible"/>
                                      </p:to>
                                    </p:set>
                                    <p:animEffect transition="in" filter="diamond(in)">
                                      <p:cBhvr>
                                        <p:cTn id="15" dur="500"/>
                                        <p:tgtEl>
                                          <p:spTgt spid="1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2000"/>
                            </p:stCondLst>
                            <p:childTnLst>
                              <p:par>
                                <p:cTn id="21" presetID="15" presetClass="entr" presetSubtype="0"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p:cTn id="23" dur="1000" fill="hold"/>
                                        <p:tgtEl>
                                          <p:spTgt spid="3"/>
                                        </p:tgtEl>
                                        <p:attrNameLst>
                                          <p:attrName>ppt_w</p:attrName>
                                        </p:attrNameLst>
                                      </p:cBhvr>
                                      <p:tavLst>
                                        <p:tav tm="0">
                                          <p:val>
                                            <p:fltVal val="0"/>
                                          </p:val>
                                        </p:tav>
                                        <p:tav tm="100000">
                                          <p:val>
                                            <p:strVal val="#ppt_w"/>
                                          </p:val>
                                        </p:tav>
                                      </p:tavLst>
                                    </p:anim>
                                    <p:anim calcmode="lin" valueType="num">
                                      <p:cBhvr>
                                        <p:cTn id="24" dur="1000" fill="hold"/>
                                        <p:tgtEl>
                                          <p:spTgt spid="3"/>
                                        </p:tgtEl>
                                        <p:attrNameLst>
                                          <p:attrName>ppt_h</p:attrName>
                                        </p:attrNameLst>
                                      </p:cBhvr>
                                      <p:tavLst>
                                        <p:tav tm="0">
                                          <p:val>
                                            <p:fltVal val="0"/>
                                          </p:val>
                                        </p:tav>
                                        <p:tav tm="100000">
                                          <p:val>
                                            <p:strVal val="#ppt_h"/>
                                          </p:val>
                                        </p:tav>
                                      </p:tavLst>
                                    </p:anim>
                                    <p:anim calcmode="lin" valueType="num">
                                      <p:cBhvr>
                                        <p:cTn id="25"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3"/>
                                        </p:tgtEl>
                                        <p:attrNameLst>
                                          <p:attrName>ppt_y</p:attrName>
                                        </p:attrNameLst>
                                      </p:cBhvr>
                                      <p:tavLst>
                                        <p:tav tm="0" fmla="#ppt_y+(sin(-2*pi*(1-$))*-#ppt_x+cos(-2*pi*(1-$))*(1-#ppt_y))*(1-$)">
                                          <p:val>
                                            <p:fltVal val="0"/>
                                          </p:val>
                                        </p:tav>
                                        <p:tav tm="100000">
                                          <p:val>
                                            <p:fltVal val="1"/>
                                          </p:val>
                                        </p:tav>
                                      </p:tavLst>
                                    </p:anim>
                                  </p:childTnLst>
                                </p:cTn>
                              </p:par>
                            </p:childTnLst>
                          </p:cTn>
                        </p:par>
                        <p:par>
                          <p:cTn id="27" fill="hold">
                            <p:stCondLst>
                              <p:cond delay="3000"/>
                            </p:stCondLst>
                            <p:childTnLst>
                              <p:par>
                                <p:cTn id="28" presetID="10" presetClass="entr" presetSubtype="0" fill="hold" grpId="0" nodeType="afterEffect">
                                  <p:stCondLst>
                                    <p:cond delay="0"/>
                                  </p:stCondLst>
                                  <p:childTnLst>
                                    <p:set>
                                      <p:cBhvr>
                                        <p:cTn id="29" dur="1" fill="hold">
                                          <p:stCondLst>
                                            <p:cond delay="0"/>
                                          </p:stCondLst>
                                        </p:cTn>
                                        <p:tgtEl>
                                          <p:spTgt spid="69"/>
                                        </p:tgtEl>
                                        <p:attrNameLst>
                                          <p:attrName>style.visibility</p:attrName>
                                        </p:attrNameLst>
                                      </p:cBhvr>
                                      <p:to>
                                        <p:strVal val="visible"/>
                                      </p:to>
                                    </p:set>
                                    <p:animEffect transition="in" filter="fade">
                                      <p:cBhvr>
                                        <p:cTn id="30" dur="1000"/>
                                        <p:tgtEl>
                                          <p:spTgt spid="6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left)">
                                      <p:cBhvr>
                                        <p:cTn id="33" dur="1000"/>
                                        <p:tgtEl>
                                          <p:spTgt spid="2"/>
                                        </p:tgtEl>
                                      </p:cBhvr>
                                    </p:animEffect>
                                  </p:childTnLst>
                                </p:cTn>
                              </p:par>
                            </p:childTnLst>
                          </p:cTn>
                        </p:par>
                        <p:par>
                          <p:cTn id="34" fill="hold">
                            <p:stCondLst>
                              <p:cond delay="4000"/>
                            </p:stCondLst>
                            <p:childTnLst>
                              <p:par>
                                <p:cTn id="35" presetID="15" presetClass="entr" presetSubtype="0" fill="hold" grpId="0" nodeType="after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p:cTn id="37" dur="1000" fill="hold"/>
                                        <p:tgtEl>
                                          <p:spTgt spid="4"/>
                                        </p:tgtEl>
                                        <p:attrNameLst>
                                          <p:attrName>ppt_w</p:attrName>
                                        </p:attrNameLst>
                                      </p:cBhvr>
                                      <p:tavLst>
                                        <p:tav tm="0">
                                          <p:val>
                                            <p:fltVal val="0"/>
                                          </p:val>
                                        </p:tav>
                                        <p:tav tm="100000">
                                          <p:val>
                                            <p:strVal val="#ppt_w"/>
                                          </p:val>
                                        </p:tav>
                                      </p:tavLst>
                                    </p:anim>
                                    <p:anim calcmode="lin" valueType="num">
                                      <p:cBhvr>
                                        <p:cTn id="38" dur="1000" fill="hold"/>
                                        <p:tgtEl>
                                          <p:spTgt spid="4"/>
                                        </p:tgtEl>
                                        <p:attrNameLst>
                                          <p:attrName>ppt_h</p:attrName>
                                        </p:attrNameLst>
                                      </p:cBhvr>
                                      <p:tavLst>
                                        <p:tav tm="0">
                                          <p:val>
                                            <p:fltVal val="0"/>
                                          </p:val>
                                        </p:tav>
                                        <p:tav tm="100000">
                                          <p:val>
                                            <p:strVal val="#ppt_h"/>
                                          </p:val>
                                        </p:tav>
                                      </p:tavLst>
                                    </p:anim>
                                    <p:anim calcmode="lin" valueType="num">
                                      <p:cBhvr>
                                        <p:cTn id="39"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40"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par>
                          <p:cTn id="41" fill="hold">
                            <p:stCondLst>
                              <p:cond delay="5000"/>
                            </p:stCondLst>
                            <p:childTnLst>
                              <p:par>
                                <p:cTn id="42" presetID="10" presetClass="entr" presetSubtype="0" fill="hold" grpId="0" nodeType="afterEffect">
                                  <p:stCondLst>
                                    <p:cond delay="0"/>
                                  </p:stCondLst>
                                  <p:childTnLst>
                                    <p:set>
                                      <p:cBhvr>
                                        <p:cTn id="43" dur="1" fill="hold">
                                          <p:stCondLst>
                                            <p:cond delay="0"/>
                                          </p:stCondLst>
                                        </p:cTn>
                                        <p:tgtEl>
                                          <p:spTgt spid="70"/>
                                        </p:tgtEl>
                                        <p:attrNameLst>
                                          <p:attrName>style.visibility</p:attrName>
                                        </p:attrNameLst>
                                      </p:cBhvr>
                                      <p:to>
                                        <p:strVal val="visible"/>
                                      </p:to>
                                    </p:set>
                                    <p:animEffect transition="in" filter="fade">
                                      <p:cBhvr>
                                        <p:cTn id="44" dur="1000"/>
                                        <p:tgtEl>
                                          <p:spTgt spid="70"/>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68"/>
                                        </p:tgtEl>
                                        <p:attrNameLst>
                                          <p:attrName>style.visibility</p:attrName>
                                        </p:attrNameLst>
                                      </p:cBhvr>
                                      <p:to>
                                        <p:strVal val="visible"/>
                                      </p:to>
                                    </p:set>
                                    <p:animEffect transition="in" filter="wipe(left)">
                                      <p:cBhvr>
                                        <p:cTn id="47" dur="1000"/>
                                        <p:tgtEl>
                                          <p:spTgt spid="68"/>
                                        </p:tgtEl>
                                      </p:cBhvr>
                                    </p:animEffect>
                                  </p:childTnLst>
                                </p:cTn>
                              </p:par>
                            </p:childTnLst>
                          </p:cTn>
                        </p:par>
                        <p:par>
                          <p:cTn id="48" fill="hold">
                            <p:stCondLst>
                              <p:cond delay="6000"/>
                            </p:stCondLst>
                            <p:childTnLst>
                              <p:par>
                                <p:cTn id="49" presetID="15" presetClass="entr" presetSubtype="0" fill="hold" grpId="0" nodeType="afterEffect">
                                  <p:stCondLst>
                                    <p:cond delay="0"/>
                                  </p:stCondLst>
                                  <p:childTnLst>
                                    <p:set>
                                      <p:cBhvr>
                                        <p:cTn id="50" dur="1" fill="hold">
                                          <p:stCondLst>
                                            <p:cond delay="0"/>
                                          </p:stCondLst>
                                        </p:cTn>
                                        <p:tgtEl>
                                          <p:spTgt spid="67"/>
                                        </p:tgtEl>
                                        <p:attrNameLst>
                                          <p:attrName>style.visibility</p:attrName>
                                        </p:attrNameLst>
                                      </p:cBhvr>
                                      <p:to>
                                        <p:strVal val="visible"/>
                                      </p:to>
                                    </p:set>
                                    <p:anim calcmode="lin" valueType="num">
                                      <p:cBhvr>
                                        <p:cTn id="51" dur="1000" fill="hold"/>
                                        <p:tgtEl>
                                          <p:spTgt spid="67"/>
                                        </p:tgtEl>
                                        <p:attrNameLst>
                                          <p:attrName>ppt_w</p:attrName>
                                        </p:attrNameLst>
                                      </p:cBhvr>
                                      <p:tavLst>
                                        <p:tav tm="0">
                                          <p:val>
                                            <p:fltVal val="0"/>
                                          </p:val>
                                        </p:tav>
                                        <p:tav tm="100000">
                                          <p:val>
                                            <p:strVal val="#ppt_w"/>
                                          </p:val>
                                        </p:tav>
                                      </p:tavLst>
                                    </p:anim>
                                    <p:anim calcmode="lin" valueType="num">
                                      <p:cBhvr>
                                        <p:cTn id="52" dur="1000" fill="hold"/>
                                        <p:tgtEl>
                                          <p:spTgt spid="67"/>
                                        </p:tgtEl>
                                        <p:attrNameLst>
                                          <p:attrName>ppt_h</p:attrName>
                                        </p:attrNameLst>
                                      </p:cBhvr>
                                      <p:tavLst>
                                        <p:tav tm="0">
                                          <p:val>
                                            <p:fltVal val="0"/>
                                          </p:val>
                                        </p:tav>
                                        <p:tav tm="100000">
                                          <p:val>
                                            <p:strVal val="#ppt_h"/>
                                          </p:val>
                                        </p:tav>
                                      </p:tavLst>
                                    </p:anim>
                                    <p:anim calcmode="lin" valueType="num">
                                      <p:cBhvr>
                                        <p:cTn id="53" dur="1000" fill="hold"/>
                                        <p:tgtEl>
                                          <p:spTgt spid="67"/>
                                        </p:tgtEl>
                                        <p:attrNameLst>
                                          <p:attrName>ppt_x</p:attrName>
                                        </p:attrNameLst>
                                      </p:cBhvr>
                                      <p:tavLst>
                                        <p:tav tm="0" fmla="#ppt_x+(cos(-2*pi*(1-$))*-#ppt_x-sin(-2*pi*(1-$))*(1-#ppt_y))*(1-$)">
                                          <p:val>
                                            <p:fltVal val="0"/>
                                          </p:val>
                                        </p:tav>
                                        <p:tav tm="100000">
                                          <p:val>
                                            <p:fltVal val="1"/>
                                          </p:val>
                                        </p:tav>
                                      </p:tavLst>
                                    </p:anim>
                                    <p:anim calcmode="lin" valueType="num">
                                      <p:cBhvr>
                                        <p:cTn id="54" dur="1000" fill="hold"/>
                                        <p:tgtEl>
                                          <p:spTgt spid="67"/>
                                        </p:tgtEl>
                                        <p:attrNameLst>
                                          <p:attrName>ppt_y</p:attrName>
                                        </p:attrNameLst>
                                      </p:cBhvr>
                                      <p:tavLst>
                                        <p:tav tm="0" fmla="#ppt_y+(sin(-2*pi*(1-$))*-#ppt_x+cos(-2*pi*(1-$))*(1-#ppt_y))*(1-$)">
                                          <p:val>
                                            <p:fltVal val="0"/>
                                          </p:val>
                                        </p:tav>
                                        <p:tav tm="100000">
                                          <p:val>
                                            <p:fltVal val="1"/>
                                          </p:val>
                                        </p:tav>
                                      </p:tavLst>
                                    </p:anim>
                                  </p:childTnLst>
                                </p:cTn>
                              </p:par>
                            </p:childTnLst>
                          </p:cTn>
                        </p:par>
                        <p:par>
                          <p:cTn id="55" fill="hold">
                            <p:stCondLst>
                              <p:cond delay="7000"/>
                            </p:stCondLst>
                            <p:childTnLst>
                              <p:par>
                                <p:cTn id="56" presetID="10" presetClass="entr" presetSubtype="0" fill="hold" grpId="0" nodeType="afterEffect">
                                  <p:stCondLst>
                                    <p:cond delay="0"/>
                                  </p:stCondLst>
                                  <p:childTnLst>
                                    <p:set>
                                      <p:cBhvr>
                                        <p:cTn id="57" dur="1" fill="hold">
                                          <p:stCondLst>
                                            <p:cond delay="0"/>
                                          </p:stCondLst>
                                        </p:cTn>
                                        <p:tgtEl>
                                          <p:spTgt spid="71"/>
                                        </p:tgtEl>
                                        <p:attrNameLst>
                                          <p:attrName>style.visibility</p:attrName>
                                        </p:attrNameLst>
                                      </p:cBhvr>
                                      <p:to>
                                        <p:strVal val="visible"/>
                                      </p:to>
                                    </p:set>
                                    <p:animEffect transition="in" filter="fade">
                                      <p:cBhvr>
                                        <p:cTn id="58" dur="10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bldLvl="0" animBg="1"/>
      <p:bldP spid="2" grpId="0" bldLvl="0" animBg="1"/>
      <p:bldP spid="4" grpId="0" bldLvl="0" animBg="1"/>
      <p:bldP spid="67" grpId="0" bldLvl="0" animBg="1"/>
      <p:bldP spid="68" grpId="0" bldLvl="0" animBg="1"/>
      <p:bldP spid="69" grpId="0"/>
      <p:bldP spid="70" grpId="0"/>
      <p:bldP spid="7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云波纹"/>
          <p:cNvPicPr>
            <a:picLocks noChangeAspect="1"/>
          </p:cNvPicPr>
          <p:nvPr/>
        </p:nvPicPr>
        <p:blipFill>
          <a:blip r:embed="rId1"/>
          <a:srcRect l="34620"/>
          <a:stretch>
            <a:fillRect/>
          </a:stretch>
        </p:blipFill>
        <p:spPr>
          <a:xfrm>
            <a:off x="-64770" y="689610"/>
            <a:ext cx="12323445" cy="2902585"/>
          </a:xfrm>
          <a:prstGeom prst="rect">
            <a:avLst/>
          </a:prstGeom>
        </p:spPr>
      </p:pic>
      <p:sp>
        <p:nvSpPr>
          <p:cNvPr id="8" name="矩形 7"/>
          <p:cNvSpPr/>
          <p:nvPr/>
        </p:nvSpPr>
        <p:spPr>
          <a:xfrm>
            <a:off x="-66040" y="1170940"/>
            <a:ext cx="12324715" cy="1940560"/>
          </a:xfrm>
          <a:prstGeom prst="rect">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多边形"/>
          <p:cNvPicPr>
            <a:picLocks noChangeAspect="1"/>
          </p:cNvPicPr>
          <p:nvPr/>
        </p:nvPicPr>
        <p:blipFill>
          <a:blip r:embed="rId2"/>
          <a:stretch>
            <a:fillRect/>
          </a:stretch>
        </p:blipFill>
        <p:spPr>
          <a:xfrm>
            <a:off x="4498975" y="542290"/>
            <a:ext cx="3196590" cy="3196590"/>
          </a:xfrm>
          <a:prstGeom prst="rect">
            <a:avLst/>
          </a:prstGeom>
        </p:spPr>
      </p:pic>
      <p:sp>
        <p:nvSpPr>
          <p:cNvPr id="25" name="文本框 24"/>
          <p:cNvSpPr txBox="1"/>
          <p:nvPr/>
        </p:nvSpPr>
        <p:spPr>
          <a:xfrm>
            <a:off x="5117465" y="1587500"/>
            <a:ext cx="1958340" cy="1106805"/>
          </a:xfrm>
          <a:prstGeom prst="rect">
            <a:avLst/>
          </a:prstGeom>
          <a:noFill/>
        </p:spPr>
        <p:txBody>
          <a:bodyPr wrap="square" rtlCol="0">
            <a:spAutoFit/>
          </a:bodyPr>
          <a:lstStyle/>
          <a:p>
            <a:pPr algn="ctr"/>
            <a:r>
              <a:rPr lang="zh-CN" altLang="en-US" sz="6600">
                <a:solidFill>
                  <a:srgbClr val="FCCC9B"/>
                </a:solidFill>
                <a:latin typeface="仓耳玄三M W05" panose="02020400000000000000" charset="-122"/>
                <a:ea typeface="仓耳玄三M W05" panose="02020400000000000000" charset="-122"/>
              </a:rPr>
              <a:t>贰</a:t>
            </a:r>
            <a:endParaRPr lang="zh-CN" altLang="en-US" sz="6600">
              <a:solidFill>
                <a:srgbClr val="FCCC9B"/>
              </a:solidFill>
              <a:latin typeface="仓耳玄三M W05" panose="02020400000000000000" charset="-122"/>
              <a:ea typeface="仓耳玄三M W05" panose="02020400000000000000" charset="-122"/>
            </a:endParaRPr>
          </a:p>
        </p:txBody>
      </p:sp>
      <p:sp>
        <p:nvSpPr>
          <p:cNvPr id="15" name="TextBox 11"/>
          <p:cNvSpPr txBox="1"/>
          <p:nvPr/>
        </p:nvSpPr>
        <p:spPr>
          <a:xfrm>
            <a:off x="2030095" y="5186045"/>
            <a:ext cx="8133715" cy="706755"/>
          </a:xfrm>
          <a:prstGeom prst="rect">
            <a:avLst/>
          </a:prstGeom>
          <a:noFill/>
        </p:spPr>
        <p:txBody>
          <a:bodyPr wrap="square" rtlCol="0">
            <a:spAutoFit/>
          </a:bodyPr>
          <a:lstStyle/>
          <a:p>
            <a:pPr algn="ctr">
              <a:lnSpc>
                <a:spcPct val="200000"/>
              </a:lnSpc>
            </a:pPr>
            <a:r>
              <a:rPr lang="zh-CN" altLang="en-US" sz="1000">
                <a:solidFill>
                  <a:srgbClr val="FCCC9B"/>
                </a:solidFill>
                <a:latin typeface="Lora" panose="02000503000000020004" pitchFamily="2" charset="0"/>
                <a:ea typeface="华文细黑"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endParaRPr lang="zh-CN" altLang="en-US" sz="1000" dirty="0">
              <a:solidFill>
                <a:srgbClr val="FCCC9B"/>
              </a:solidFill>
              <a:latin typeface="Lora" panose="02000503000000020004" pitchFamily="2" charset="0"/>
              <a:ea typeface="华文细黑" panose="02010600040101010101" charset="-122"/>
              <a:sym typeface="+mn-ea"/>
            </a:endParaRPr>
          </a:p>
        </p:txBody>
      </p:sp>
      <p:sp>
        <p:nvSpPr>
          <p:cNvPr id="18" name="矩形 17"/>
          <p:cNvSpPr/>
          <p:nvPr/>
        </p:nvSpPr>
        <p:spPr>
          <a:xfrm>
            <a:off x="4212590" y="4314825"/>
            <a:ext cx="3764280" cy="681990"/>
          </a:xfrm>
          <a:prstGeom prst="rect">
            <a:avLst/>
          </a:prstGeom>
          <a:noFill/>
        </p:spPr>
        <p:txBody>
          <a:bodyPr wrap="square" rtlCol="0">
            <a:spAutoFit/>
          </a:bodyPr>
          <a:lstStyle/>
          <a:p>
            <a:pPr algn="dist">
              <a:lnSpc>
                <a:spcPct val="120000"/>
              </a:lnSpc>
            </a:pPr>
            <a:r>
              <a:rPr lang="zh-CN" altLang="en-US" sz="3200" b="1" dirty="0">
                <a:solidFill>
                  <a:srgbClr val="FCCC9B"/>
                </a:solidFill>
                <a:latin typeface="仓耳玄三M W05" panose="02020400000000000000" charset="-122"/>
                <a:ea typeface="仓耳玄三M W05" panose="02020400000000000000" charset="-122"/>
                <a:sym typeface="+mn-ea"/>
              </a:rPr>
              <a:t>项目成果展示</a:t>
            </a:r>
            <a:endParaRPr lang="zh-CN" altLang="en-US" sz="3200" b="1" dirty="0">
              <a:solidFill>
                <a:srgbClr val="FCCC9B"/>
              </a:solidFill>
              <a:latin typeface="仓耳玄三M W05" panose="02020400000000000000" charset="-122"/>
              <a:ea typeface="仓耳玄三M W05" panose="02020400000000000000" charset="-122"/>
              <a:sym typeface="+mn-ea"/>
            </a:endParaRPr>
          </a:p>
        </p:txBody>
      </p:sp>
    </p:spTree>
    <p:custDataLst>
      <p:tags r:id="rId3"/>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3" presetClass="entr" presetSubtype="5"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vertical)">
                                      <p:cBhvr>
                                        <p:cTn id="11" dur="500"/>
                                        <p:tgtEl>
                                          <p:spTgt spid="8"/>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 presetClass="entr" presetSubtype="8" fill="hold" grpId="0" nodeType="after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additive="base">
                                        <p:cTn id="20" dur="500" fill="hold"/>
                                        <p:tgtEl>
                                          <p:spTgt spid="25"/>
                                        </p:tgtEl>
                                        <p:attrNameLst>
                                          <p:attrName>ppt_x</p:attrName>
                                        </p:attrNameLst>
                                      </p:cBhvr>
                                      <p:tavLst>
                                        <p:tav tm="0">
                                          <p:val>
                                            <p:strVal val="0-#ppt_w/2"/>
                                          </p:val>
                                        </p:tav>
                                        <p:tav tm="100000">
                                          <p:val>
                                            <p:strVal val="#ppt_x"/>
                                          </p:val>
                                        </p:tav>
                                      </p:tavLst>
                                    </p:anim>
                                    <p:anim calcmode="lin" valueType="num">
                                      <p:cBhvr additive="base">
                                        <p:cTn id="21" dur="500" fill="hold"/>
                                        <p:tgtEl>
                                          <p:spTgt spid="25"/>
                                        </p:tgtEl>
                                        <p:attrNameLst>
                                          <p:attrName>ppt_y</p:attrName>
                                        </p:attrNameLst>
                                      </p:cBhvr>
                                      <p:tavLst>
                                        <p:tav tm="0">
                                          <p:val>
                                            <p:strVal val="#ppt_y"/>
                                          </p:val>
                                        </p:tav>
                                        <p:tav tm="100000">
                                          <p:val>
                                            <p:strVal val="#ppt_y"/>
                                          </p:val>
                                        </p:tav>
                                      </p:tavLst>
                                    </p:anim>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left)">
                                      <p:cBhvr>
                                        <p:cTn id="25" dur="500"/>
                                        <p:tgtEl>
                                          <p:spTgt spid="18"/>
                                        </p:tgtEl>
                                      </p:cBhvr>
                                    </p:animEffect>
                                  </p:childTnLst>
                                </p:cTn>
                              </p:par>
                            </p:childTnLst>
                          </p:cTn>
                        </p:par>
                        <p:par>
                          <p:cTn id="26" fill="hold">
                            <p:stCondLst>
                              <p:cond delay="2500"/>
                            </p:stCondLst>
                            <p:childTnLst>
                              <p:par>
                                <p:cTn id="27" presetID="14" presetClass="entr" presetSubtype="5"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randombar(vertical)">
                                      <p:cBhvr>
                                        <p:cTn id="2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25" grpId="0"/>
      <p:bldP spid="15" grpId="0"/>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628650" y="603885"/>
            <a:ext cx="550545" cy="563245"/>
            <a:chOff x="10213" y="2013"/>
            <a:chExt cx="867" cy="887"/>
          </a:xfrm>
        </p:grpSpPr>
        <p:pic>
          <p:nvPicPr>
            <p:cNvPr id="13" name="图片 12" descr="印章"/>
            <p:cNvPicPr>
              <a:picLocks noChangeAspect="1"/>
            </p:cNvPicPr>
            <p:nvPr/>
          </p:nvPicPr>
          <p:blipFill>
            <a:blip r:embed="rId1"/>
            <a:stretch>
              <a:fillRect/>
            </a:stretch>
          </p:blipFill>
          <p:spPr>
            <a:xfrm>
              <a:off x="10213" y="2013"/>
              <a:ext cx="867" cy="887"/>
            </a:xfrm>
            <a:prstGeom prst="rect">
              <a:avLst/>
            </a:prstGeom>
          </p:spPr>
        </p:pic>
        <p:sp>
          <p:nvSpPr>
            <p:cNvPr id="14" name="文本框 13"/>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02</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11" name="矩形 10"/>
          <p:cNvSpPr/>
          <p:nvPr/>
        </p:nvSpPr>
        <p:spPr>
          <a:xfrm>
            <a:off x="1377315" y="643890"/>
            <a:ext cx="2396490" cy="497205"/>
          </a:xfrm>
          <a:prstGeom prst="rect">
            <a:avLst/>
          </a:prstGeom>
          <a:noFill/>
        </p:spPr>
        <p:txBody>
          <a:bodyPr wrap="square" rtlCol="0">
            <a:spAutoFit/>
          </a:bodyPr>
          <a:lstStyle/>
          <a:p>
            <a:pPr algn="dist">
              <a:lnSpc>
                <a:spcPct val="120000"/>
              </a:lnSpc>
            </a:pPr>
            <a:r>
              <a:rPr lang="zh-CN" altLang="en-US" sz="2200" b="1" dirty="0">
                <a:solidFill>
                  <a:srgbClr val="FCCC9B"/>
                </a:solidFill>
                <a:latin typeface="仓耳玄三M W05" panose="02020400000000000000" charset="-122"/>
                <a:ea typeface="仓耳玄三M W05" panose="02020400000000000000" charset="-122"/>
                <a:sym typeface="+mn-ea"/>
              </a:rPr>
              <a:t>项目成果展示</a:t>
            </a:r>
            <a:endParaRPr lang="zh-CN" altLang="en-US" sz="2200" b="1" dirty="0">
              <a:solidFill>
                <a:srgbClr val="FCCC9B"/>
              </a:solidFill>
              <a:latin typeface="仓耳玄三M W05" panose="02020400000000000000" charset="-122"/>
              <a:ea typeface="仓耳玄三M W05" panose="02020400000000000000" charset="-122"/>
              <a:sym typeface="+mn-ea"/>
            </a:endParaRPr>
          </a:p>
        </p:txBody>
      </p:sp>
      <p:grpSp>
        <p:nvGrpSpPr>
          <p:cNvPr id="18" name="组合 17"/>
          <p:cNvGrpSpPr/>
          <p:nvPr/>
        </p:nvGrpSpPr>
        <p:grpSpPr>
          <a:xfrm>
            <a:off x="-187960" y="-41910"/>
            <a:ext cx="12568555" cy="6938010"/>
            <a:chOff x="-296" y="-66"/>
            <a:chExt cx="19793" cy="10926"/>
          </a:xfrm>
        </p:grpSpPr>
        <p:pic>
          <p:nvPicPr>
            <p:cNvPr id="6" name="图片 5" descr="云波纹"/>
            <p:cNvPicPr>
              <a:picLocks noChangeAspect="1"/>
            </p:cNvPicPr>
            <p:nvPr/>
          </p:nvPicPr>
          <p:blipFill>
            <a:blip r:embed="rId2"/>
            <a:srcRect l="34620" b="87816"/>
            <a:stretch>
              <a:fillRect/>
            </a:stretch>
          </p:blipFill>
          <p:spPr>
            <a:xfrm>
              <a:off x="-295" y="10292"/>
              <a:ext cx="19792" cy="568"/>
            </a:xfrm>
            <a:prstGeom prst="rect">
              <a:avLst/>
            </a:prstGeom>
          </p:spPr>
        </p:pic>
        <p:pic>
          <p:nvPicPr>
            <p:cNvPr id="12" name="图片 11" descr="云波纹"/>
            <p:cNvPicPr>
              <a:picLocks noChangeAspect="1"/>
            </p:cNvPicPr>
            <p:nvPr/>
          </p:nvPicPr>
          <p:blipFill>
            <a:blip r:embed="rId2"/>
            <a:srcRect l="34620" b="87816"/>
            <a:stretch>
              <a:fillRect/>
            </a:stretch>
          </p:blipFill>
          <p:spPr>
            <a:xfrm>
              <a:off x="-296" y="-66"/>
              <a:ext cx="19792" cy="568"/>
            </a:xfrm>
            <a:prstGeom prst="rect">
              <a:avLst/>
            </a:prstGeom>
          </p:spPr>
        </p:pic>
        <p:pic>
          <p:nvPicPr>
            <p:cNvPr id="16" name="图片 15" descr="云波纹"/>
            <p:cNvPicPr>
              <a:picLocks noChangeAspect="1"/>
            </p:cNvPicPr>
            <p:nvPr/>
          </p:nvPicPr>
          <p:blipFill>
            <a:blip r:embed="rId2"/>
            <a:srcRect l="64657" b="87215"/>
            <a:stretch>
              <a:fillRect/>
            </a:stretch>
          </p:blipFill>
          <p:spPr>
            <a:xfrm rot="16200000">
              <a:off x="-5128" y="5143"/>
              <a:ext cx="10699" cy="596"/>
            </a:xfrm>
            <a:prstGeom prst="rect">
              <a:avLst/>
            </a:prstGeom>
          </p:spPr>
        </p:pic>
        <p:pic>
          <p:nvPicPr>
            <p:cNvPr id="17" name="图片 16" descr="云波纹"/>
            <p:cNvPicPr>
              <a:picLocks noChangeAspect="1"/>
            </p:cNvPicPr>
            <p:nvPr/>
          </p:nvPicPr>
          <p:blipFill>
            <a:blip r:embed="rId2"/>
            <a:srcRect l="64657" b="87215"/>
            <a:stretch>
              <a:fillRect/>
            </a:stretch>
          </p:blipFill>
          <p:spPr>
            <a:xfrm rot="16200000">
              <a:off x="13595" y="5102"/>
              <a:ext cx="10699" cy="596"/>
            </a:xfrm>
            <a:prstGeom prst="rect">
              <a:avLst/>
            </a:prstGeom>
          </p:spPr>
        </p:pic>
      </p:grpSp>
      <p:pic>
        <p:nvPicPr>
          <p:cNvPr id="10" name="图片 9" descr="梅花3"/>
          <p:cNvPicPr>
            <a:picLocks noChangeAspect="1"/>
          </p:cNvPicPr>
          <p:nvPr/>
        </p:nvPicPr>
        <p:blipFill>
          <a:blip r:embed="rId3"/>
          <a:stretch>
            <a:fillRect/>
          </a:stretch>
        </p:blipFill>
        <p:spPr>
          <a:xfrm flipH="1">
            <a:off x="9716135" y="-12700"/>
            <a:ext cx="2488565" cy="1809750"/>
          </a:xfrm>
          <a:prstGeom prst="rect">
            <a:avLst/>
          </a:prstGeom>
        </p:spPr>
      </p:pic>
      <p:sp>
        <p:nvSpPr>
          <p:cNvPr id="1972" name="Shape 1972"/>
          <p:cNvSpPr/>
          <p:nvPr/>
        </p:nvSpPr>
        <p:spPr>
          <a:xfrm>
            <a:off x="4332548" y="2806034"/>
            <a:ext cx="484570" cy="484633"/>
          </a:xfrm>
          <a:prstGeom prst="chevron">
            <a:avLst>
              <a:gd name="adj" fmla="val 0"/>
            </a:avLst>
          </a:prstGeom>
          <a:solidFill>
            <a:srgbClr val="981620"/>
          </a:solidFill>
          <a:ln w="12700">
            <a:miter lim="400000"/>
          </a:ln>
        </p:spPr>
        <p:txBody>
          <a:bodyPr lIns="0" tIns="0" rIns="0" bIns="0" anchor="ctr"/>
          <a:lstStyle/>
          <a:p>
            <a:pPr lvl="0" algn="ctr"/>
            <a:endParaRPr>
              <a:solidFill>
                <a:srgbClr val="FCCC9B"/>
              </a:solidFill>
              <a:latin typeface="仓耳玄三M W05" panose="02020400000000000000" charset="-122"/>
              <a:ea typeface="仓耳玄三M W05" panose="02020400000000000000" charset="-122"/>
              <a:sym typeface="微软雅黑" panose="020B0503020204020204" charset="-122"/>
            </a:endParaRPr>
          </a:p>
        </p:txBody>
      </p:sp>
      <p:sp>
        <p:nvSpPr>
          <p:cNvPr id="1973" name="Shape 1973"/>
          <p:cNvSpPr/>
          <p:nvPr/>
        </p:nvSpPr>
        <p:spPr>
          <a:xfrm>
            <a:off x="7911921" y="2806034"/>
            <a:ext cx="484570" cy="484633"/>
          </a:xfrm>
          <a:prstGeom prst="chevron">
            <a:avLst>
              <a:gd name="adj" fmla="val 0"/>
            </a:avLst>
          </a:prstGeom>
          <a:solidFill>
            <a:srgbClr val="981620"/>
          </a:solidFill>
          <a:ln w="12700">
            <a:miter lim="400000"/>
          </a:ln>
        </p:spPr>
        <p:txBody>
          <a:bodyPr lIns="0" tIns="0" rIns="0" bIns="0" anchor="ctr"/>
          <a:lstStyle/>
          <a:p>
            <a:pPr lvl="0" algn="ctr"/>
            <a:endParaRPr>
              <a:solidFill>
                <a:srgbClr val="FCCC9B"/>
              </a:solidFill>
              <a:latin typeface="仓耳玄三M W05" panose="02020400000000000000" charset="-122"/>
              <a:ea typeface="仓耳玄三M W05" panose="02020400000000000000" charset="-122"/>
              <a:sym typeface="微软雅黑" panose="020B0503020204020204" charset="-122"/>
            </a:endParaRPr>
          </a:p>
        </p:txBody>
      </p:sp>
      <p:grpSp>
        <p:nvGrpSpPr>
          <p:cNvPr id="1978" name="Group 1978"/>
          <p:cNvGrpSpPr/>
          <p:nvPr/>
        </p:nvGrpSpPr>
        <p:grpSpPr>
          <a:xfrm>
            <a:off x="1506148" y="4273553"/>
            <a:ext cx="2722653" cy="1498353"/>
            <a:chOff x="0" y="0"/>
            <a:chExt cx="2723006" cy="1498352"/>
          </a:xfrm>
        </p:grpSpPr>
        <p:sp>
          <p:nvSpPr>
            <p:cNvPr id="1975" name="Shape 1975"/>
            <p:cNvSpPr/>
            <p:nvPr/>
          </p:nvSpPr>
          <p:spPr>
            <a:xfrm>
              <a:off x="460579" y="0"/>
              <a:ext cx="509359" cy="510227"/>
            </a:xfrm>
            <a:custGeom>
              <a:avLst/>
              <a:gdLst/>
              <a:ahLst/>
              <a:cxnLst>
                <a:cxn ang="0">
                  <a:pos x="wd2" y="hd2"/>
                </a:cxn>
                <a:cxn ang="5400000">
                  <a:pos x="wd2" y="hd2"/>
                </a:cxn>
                <a:cxn ang="10800000">
                  <a:pos x="wd2" y="hd2"/>
                </a:cxn>
                <a:cxn ang="16200000">
                  <a:pos x="wd2" y="hd2"/>
                </a:cxn>
              </a:cxnLst>
              <a:rect l="0" t="0" r="r" b="b"/>
              <a:pathLst>
                <a:path w="21019" h="21600" extrusionOk="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30"/>
                  </a:moveTo>
                  <a:cubicBezTo>
                    <a:pt x="5813" y="18425"/>
                    <a:pt x="5454" y="17482"/>
                    <a:pt x="4730" y="16740"/>
                  </a:cubicBezTo>
                  <a:cubicBezTo>
                    <a:pt x="4046" y="16035"/>
                    <a:pt x="3150" y="15629"/>
                    <a:pt x="2257" y="15593"/>
                  </a:cubicBezTo>
                  <a:lnTo>
                    <a:pt x="2911" y="13158"/>
                  </a:lnTo>
                  <a:cubicBezTo>
                    <a:pt x="2959" y="12996"/>
                    <a:pt x="3052" y="12836"/>
                    <a:pt x="3168" y="12696"/>
                  </a:cubicBezTo>
                  <a:cubicBezTo>
                    <a:pt x="4485" y="11727"/>
                    <a:pt x="6512" y="12013"/>
                    <a:pt x="7920" y="13461"/>
                  </a:cubicBezTo>
                  <a:cubicBezTo>
                    <a:pt x="9409" y="14991"/>
                    <a:pt x="9639" y="17231"/>
                    <a:pt x="8492" y="18569"/>
                  </a:cubicBezTo>
                  <a:cubicBezTo>
                    <a:pt x="8416" y="18610"/>
                    <a:pt x="8339" y="18649"/>
                    <a:pt x="8256" y="18676"/>
                  </a:cubicBezTo>
                  <a:cubicBezTo>
                    <a:pt x="8256" y="18676"/>
                    <a:pt x="5828" y="19330"/>
                    <a:pt x="5828" y="19330"/>
                  </a:cubicBezTo>
                  <a:close/>
                  <a:moveTo>
                    <a:pt x="2737" y="20165"/>
                  </a:moveTo>
                  <a:cubicBezTo>
                    <a:pt x="2665" y="20182"/>
                    <a:pt x="2443" y="20240"/>
                    <a:pt x="2291" y="20250"/>
                  </a:cubicBezTo>
                  <a:cubicBezTo>
                    <a:pt x="1751" y="20245"/>
                    <a:pt x="1313" y="19793"/>
                    <a:pt x="1313" y="19238"/>
                  </a:cubicBezTo>
                  <a:cubicBezTo>
                    <a:pt x="1321" y="19125"/>
                    <a:pt x="1365" y="18930"/>
                    <a:pt x="1380" y="18858"/>
                  </a:cubicBezTo>
                  <a:lnTo>
                    <a:pt x="2071" y="16284"/>
                  </a:lnTo>
                  <a:cubicBezTo>
                    <a:pt x="2822" y="16262"/>
                    <a:pt x="3630" y="16563"/>
                    <a:pt x="4265" y="17216"/>
                  </a:cubicBezTo>
                  <a:cubicBezTo>
                    <a:pt x="4911" y="17879"/>
                    <a:pt x="5214" y="18726"/>
                    <a:pt x="5181" y="19505"/>
                  </a:cubicBezTo>
                  <a:cubicBezTo>
                    <a:pt x="5181" y="19505"/>
                    <a:pt x="2737" y="20165"/>
                    <a:pt x="2737" y="20165"/>
                  </a:cubicBezTo>
                  <a:close/>
                  <a:moveTo>
                    <a:pt x="6888" y="11180"/>
                  </a:moveTo>
                  <a:cubicBezTo>
                    <a:pt x="6280" y="10928"/>
                    <a:pt x="5642" y="10783"/>
                    <a:pt x="5004" y="10774"/>
                  </a:cubicBezTo>
                  <a:lnTo>
                    <a:pt x="10063" y="5536"/>
                  </a:lnTo>
                  <a:cubicBezTo>
                    <a:pt x="10838" y="4759"/>
                    <a:pt x="11966" y="4536"/>
                    <a:pt x="13077" y="4819"/>
                  </a:cubicBezTo>
                  <a:cubicBezTo>
                    <a:pt x="13077" y="4819"/>
                    <a:pt x="6888" y="11180"/>
                    <a:pt x="6888" y="11180"/>
                  </a:cubicBezTo>
                  <a:close/>
                  <a:moveTo>
                    <a:pt x="9717" y="13673"/>
                  </a:moveTo>
                  <a:cubicBezTo>
                    <a:pt x="9473" y="13259"/>
                    <a:pt x="9194" y="12860"/>
                    <a:pt x="8848" y="12506"/>
                  </a:cubicBezTo>
                  <a:cubicBezTo>
                    <a:pt x="8447" y="12094"/>
                    <a:pt x="7986" y="11771"/>
                    <a:pt x="7507" y="11499"/>
                  </a:cubicBezTo>
                  <a:lnTo>
                    <a:pt x="13767" y="5064"/>
                  </a:lnTo>
                  <a:cubicBezTo>
                    <a:pt x="14259" y="5288"/>
                    <a:pt x="14729" y="5607"/>
                    <a:pt x="15145" y="6035"/>
                  </a:cubicBezTo>
                  <a:cubicBezTo>
                    <a:pt x="15500" y="6398"/>
                    <a:pt x="15775" y="6806"/>
                    <a:pt x="15987" y="7229"/>
                  </a:cubicBezTo>
                  <a:cubicBezTo>
                    <a:pt x="15987" y="7229"/>
                    <a:pt x="9717" y="13673"/>
                    <a:pt x="9717" y="13673"/>
                  </a:cubicBezTo>
                  <a:close/>
                  <a:moveTo>
                    <a:pt x="10519" y="16062"/>
                  </a:moveTo>
                  <a:cubicBezTo>
                    <a:pt x="10465" y="15453"/>
                    <a:pt x="10298" y="14855"/>
                    <a:pt x="10047" y="14289"/>
                  </a:cubicBezTo>
                  <a:lnTo>
                    <a:pt x="16257" y="7906"/>
                  </a:lnTo>
                  <a:cubicBezTo>
                    <a:pt x="16637" y="9140"/>
                    <a:pt x="16442" y="10429"/>
                    <a:pt x="15610" y="11285"/>
                  </a:cubicBezTo>
                  <a:cubicBezTo>
                    <a:pt x="15604" y="11291"/>
                    <a:pt x="15598" y="11294"/>
                    <a:pt x="15593" y="11299"/>
                  </a:cubicBezTo>
                  <a:lnTo>
                    <a:pt x="15602" y="11307"/>
                  </a:lnTo>
                  <a:lnTo>
                    <a:pt x="10525" y="16566"/>
                  </a:lnTo>
                  <a:cubicBezTo>
                    <a:pt x="10527" y="16398"/>
                    <a:pt x="10534" y="16233"/>
                    <a:pt x="10519" y="16062"/>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8"/>
                  </a:lnTo>
                  <a:cubicBezTo>
                    <a:pt x="1998" y="11967"/>
                    <a:pt x="1771" y="12365"/>
                    <a:pt x="1645" y="12798"/>
                  </a:cubicBezTo>
                  <a:lnTo>
                    <a:pt x="102" y="18542"/>
                  </a:lnTo>
                  <a:cubicBezTo>
                    <a:pt x="100" y="18558"/>
                    <a:pt x="0" y="19009"/>
                    <a:pt x="0" y="19238"/>
                  </a:cubicBezTo>
                  <a:cubicBezTo>
                    <a:pt x="0" y="20542"/>
                    <a:pt x="1030" y="21600"/>
                    <a:pt x="2302" y="21600"/>
                  </a:cubicBezTo>
                  <a:cubicBezTo>
                    <a:pt x="2554" y="21600"/>
                    <a:pt x="3044" y="21476"/>
                    <a:pt x="3062" y="21474"/>
                  </a:cubicBezTo>
                  <a:lnTo>
                    <a:pt x="8630" y="19970"/>
                  </a:lnTo>
                  <a:cubicBezTo>
                    <a:pt x="9054" y="19840"/>
                    <a:pt x="9439" y="19605"/>
                    <a:pt x="9750" y="19284"/>
                  </a:cubicBezTo>
                  <a:lnTo>
                    <a:pt x="19776" y="8899"/>
                  </a:lnTo>
                  <a:cubicBezTo>
                    <a:pt x="21600" y="7023"/>
                    <a:pt x="21394" y="3881"/>
                    <a:pt x="19308" y="1741"/>
                  </a:cubicBezTo>
                </a:path>
              </a:pathLst>
            </a:custGeom>
            <a:solidFill>
              <a:srgbClr val="981620"/>
            </a:solidFill>
            <a:ln>
              <a:noFill/>
            </a:ln>
          </p:spPr>
          <p:style>
            <a:lnRef idx="3">
              <a:schemeClr val="lt1"/>
            </a:lnRef>
            <a:fillRef idx="1">
              <a:schemeClr val="accent1"/>
            </a:fillRef>
            <a:effectRef idx="1">
              <a:schemeClr val="accent1"/>
            </a:effectRef>
            <a:fontRef idx="minor">
              <a:schemeClr val="lt1"/>
            </a:fontRef>
          </p:style>
          <p:txBody>
            <a:bodyPr wrap="square" lIns="0" tIns="0" rIns="0" bIns="0" numCol="1" anchor="ctr">
              <a:noAutofit/>
            </a:bodyPr>
            <a:lstStyle/>
            <a:p>
              <a:pPr algn="ctr" defTabSz="711200">
                <a:lnSpc>
                  <a:spcPct val="90000"/>
                </a:lnSpc>
                <a:spcBef>
                  <a:spcPts val="700"/>
                </a:spcBef>
              </a:pPr>
              <a:endParaRPr b="1">
                <a:solidFill>
                  <a:srgbClr val="FCCC9B"/>
                </a:solidFill>
                <a:latin typeface="仓耳玄三M W05" panose="02020400000000000000" charset="-122"/>
                <a:ea typeface="仓耳玄三M W05" panose="02020400000000000000" charset="-122"/>
                <a:sym typeface="微软雅黑" panose="020B0503020204020204" charset="-122"/>
              </a:endParaRPr>
            </a:p>
          </p:txBody>
        </p:sp>
        <p:sp>
          <p:nvSpPr>
            <p:cNvPr id="1976" name="Shape 1976"/>
            <p:cNvSpPr/>
            <p:nvPr/>
          </p:nvSpPr>
          <p:spPr>
            <a:xfrm>
              <a:off x="997327" y="97686"/>
              <a:ext cx="1512766" cy="412750"/>
            </a:xfrm>
            <a:prstGeom prst="rect">
              <a:avLst/>
            </a:prstGeom>
            <a:noFill/>
            <a:ln w="12700" cap="flat">
              <a:noFill/>
              <a:miter lim="400000"/>
            </a:ln>
            <a:effectLst/>
          </p:spPr>
          <p:txBody>
            <a:bodyPr wrap="none" lIns="45719" tIns="45719" rIns="45719" bIns="45719" numCol="1" anchor="t">
              <a:spAutoFit/>
            </a:bodyPr>
            <a:lstStyle>
              <a:lvl1pPr>
                <a:defRPr>
                  <a:solidFill>
                    <a:srgbClr val="1C789F"/>
                  </a:solidFill>
                  <a:latin typeface="+mj-lt"/>
                  <a:ea typeface="+mj-ea"/>
                  <a:cs typeface="+mj-cs"/>
                  <a:sym typeface="Source Sans Pro"/>
                </a:defRPr>
              </a:lvl1pPr>
            </a:lstStyle>
            <a:p>
              <a:pPr lvl="0" algn="r">
                <a:lnSpc>
                  <a:spcPct val="150000"/>
                </a:lnSpc>
              </a:pPr>
              <a:r>
                <a:rPr lang="zh-CN" altLang="en-US" sz="1400" b="1" dirty="0">
                  <a:solidFill>
                    <a:srgbClr val="FCCC9B"/>
                  </a:solidFill>
                  <a:latin typeface="仓耳玄三M W05" panose="02020400000000000000" charset="-122"/>
                  <a:ea typeface="仓耳玄三M W05" panose="02020400000000000000" charset="-122"/>
                  <a:cs typeface="+mn-cs"/>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cs typeface="+mn-cs"/>
                <a:sym typeface="+mn-ea"/>
              </a:endParaRPr>
            </a:p>
          </p:txBody>
        </p:sp>
        <p:sp>
          <p:nvSpPr>
            <p:cNvPr id="1977" name="Shape 1977"/>
            <p:cNvSpPr/>
            <p:nvPr/>
          </p:nvSpPr>
          <p:spPr>
            <a:xfrm>
              <a:off x="0" y="646818"/>
              <a:ext cx="2723006" cy="851534"/>
            </a:xfrm>
            <a:prstGeom prst="rect">
              <a:avLst/>
            </a:prstGeom>
            <a:noFill/>
            <a:ln w="12700" cap="flat">
              <a:noFill/>
              <a:miter lim="400000"/>
            </a:ln>
            <a:effectLst/>
          </p:spPr>
          <p:txBody>
            <a:bodyPr wrap="square" lIns="45719" tIns="45719" rIns="45719" bIns="45719" numCol="1" anchor="t">
              <a:spAutoFit/>
            </a:bodyPr>
            <a:lstStyle/>
            <a:p>
              <a:pPr lvl="0" algn="ctr">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zh-CN" altLang="en-US" sz="1000">
                <a:solidFill>
                  <a:srgbClr val="FCCC9B"/>
                </a:solidFill>
                <a:latin typeface="仓耳玄三M W05" panose="02020400000000000000" charset="-122"/>
                <a:ea typeface="仓耳玄三M W05" panose="02020400000000000000" charset="-122"/>
                <a:sym typeface="+mn-ea"/>
              </a:endParaRPr>
            </a:p>
          </p:txBody>
        </p:sp>
      </p:grpSp>
      <p:grpSp>
        <p:nvGrpSpPr>
          <p:cNvPr id="1984" name="Group 1984"/>
          <p:cNvGrpSpPr/>
          <p:nvPr/>
        </p:nvGrpSpPr>
        <p:grpSpPr>
          <a:xfrm>
            <a:off x="4824973" y="4293312"/>
            <a:ext cx="2722654" cy="1478596"/>
            <a:chOff x="0" y="0"/>
            <a:chExt cx="2723006" cy="1478595"/>
          </a:xfrm>
        </p:grpSpPr>
        <p:sp>
          <p:nvSpPr>
            <p:cNvPr id="1979" name="Shape 1979"/>
            <p:cNvSpPr/>
            <p:nvPr/>
          </p:nvSpPr>
          <p:spPr>
            <a:xfrm>
              <a:off x="940533" y="77717"/>
              <a:ext cx="1512766" cy="412750"/>
            </a:xfrm>
            <a:prstGeom prst="rect">
              <a:avLst/>
            </a:prstGeom>
            <a:noFill/>
            <a:ln w="12700" cap="flat">
              <a:noFill/>
              <a:miter lim="400000"/>
            </a:ln>
            <a:effectLst/>
          </p:spPr>
          <p:txBody>
            <a:bodyPr wrap="none" lIns="45719" tIns="45719" rIns="45719" bIns="45719" numCol="1" anchor="t">
              <a:spAutoFit/>
            </a:bodyPr>
            <a:lstStyle>
              <a:lvl1pPr>
                <a:defRPr>
                  <a:solidFill>
                    <a:srgbClr val="619405"/>
                  </a:solidFill>
                  <a:latin typeface="+mj-lt"/>
                  <a:ea typeface="+mj-ea"/>
                  <a:cs typeface="+mj-cs"/>
                  <a:sym typeface="Source Sans Pro"/>
                </a:defRPr>
              </a:lvl1pPr>
            </a:lstStyle>
            <a:p>
              <a:pPr lvl="0" algn="r">
                <a:lnSpc>
                  <a:spcPct val="150000"/>
                </a:lnSpc>
              </a:pPr>
              <a:r>
                <a:rPr lang="zh-CN" altLang="en-US" sz="1400" b="1" dirty="0">
                  <a:solidFill>
                    <a:srgbClr val="FCCC9B"/>
                  </a:solidFill>
                  <a:latin typeface="仓耳玄三M W05" panose="02020400000000000000" charset="-122"/>
                  <a:ea typeface="仓耳玄三M W05" panose="02020400000000000000" charset="-122"/>
                  <a:cs typeface="+mn-cs"/>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cs typeface="+mn-cs"/>
                <a:sym typeface="+mn-ea"/>
              </a:endParaRPr>
            </a:p>
          </p:txBody>
        </p:sp>
        <p:grpSp>
          <p:nvGrpSpPr>
            <p:cNvPr id="1982" name="Group 1982"/>
            <p:cNvGrpSpPr/>
            <p:nvPr/>
          </p:nvGrpSpPr>
          <p:grpSpPr>
            <a:xfrm>
              <a:off x="430392" y="0"/>
              <a:ext cx="510227" cy="509356"/>
              <a:chOff x="0" y="0"/>
              <a:chExt cx="510226" cy="509355"/>
            </a:xfrm>
          </p:grpSpPr>
          <p:sp>
            <p:nvSpPr>
              <p:cNvPr id="1980" name="Shape 1980"/>
              <p:cNvSpPr/>
              <p:nvPr/>
            </p:nvSpPr>
            <p:spPr>
              <a:xfrm>
                <a:off x="-1" y="0"/>
                <a:ext cx="510228" cy="509356"/>
              </a:xfrm>
              <a:custGeom>
                <a:avLst/>
                <a:gdLst/>
                <a:ahLst/>
                <a:cxnLst>
                  <a:cxn ang="0">
                    <a:pos x="wd2" y="hd2"/>
                  </a:cxn>
                  <a:cxn ang="5400000">
                    <a:pos x="wd2" y="hd2"/>
                  </a:cxn>
                  <a:cxn ang="10800000">
                    <a:pos x="wd2" y="hd2"/>
                  </a:cxn>
                  <a:cxn ang="16200000">
                    <a:pos x="wd2" y="hd2"/>
                  </a:cxn>
                </a:cxnLst>
                <a:rect l="0" t="0" r="r" b="b"/>
                <a:pathLst>
                  <a:path w="21600" h="21600" extrusionOk="0">
                    <a:moveTo>
                      <a:pt x="14851" y="12151"/>
                    </a:moveTo>
                    <a:cubicBezTo>
                      <a:pt x="13852" y="12151"/>
                      <a:pt x="12927" y="11860"/>
                      <a:pt x="12125" y="11387"/>
                    </a:cubicBezTo>
                    <a:lnTo>
                      <a:pt x="11893" y="11619"/>
                    </a:lnTo>
                    <a:lnTo>
                      <a:pt x="11133" y="12378"/>
                    </a:lnTo>
                    <a:lnTo>
                      <a:pt x="9846" y="13664"/>
                    </a:lnTo>
                    <a:cubicBezTo>
                      <a:pt x="9593" y="13917"/>
                      <a:pt x="9451" y="14261"/>
                      <a:pt x="9451" y="14618"/>
                    </a:cubicBezTo>
                    <a:lnTo>
                      <a:pt x="9451" y="16201"/>
                    </a:lnTo>
                    <a:lnTo>
                      <a:pt x="8101" y="16201"/>
                    </a:lnTo>
                    <a:cubicBezTo>
                      <a:pt x="7356" y="16201"/>
                      <a:pt x="6751" y="16805"/>
                      <a:pt x="6751" y="17550"/>
                    </a:cubicBezTo>
                    <a:lnTo>
                      <a:pt x="6751" y="18901"/>
                    </a:lnTo>
                    <a:lnTo>
                      <a:pt x="5170" y="18901"/>
                    </a:lnTo>
                    <a:cubicBezTo>
                      <a:pt x="4812" y="18901"/>
                      <a:pt x="4469" y="19043"/>
                      <a:pt x="4216" y="19296"/>
                    </a:cubicBezTo>
                    <a:lnTo>
                      <a:pt x="3259" y="20253"/>
                    </a:lnTo>
                    <a:lnTo>
                      <a:pt x="1352" y="20250"/>
                    </a:lnTo>
                    <a:lnTo>
                      <a:pt x="1350" y="18327"/>
                    </a:lnTo>
                    <a:lnTo>
                      <a:pt x="9223" y="10467"/>
                    </a:lnTo>
                    <a:cubicBezTo>
                      <a:pt x="9223" y="10467"/>
                      <a:pt x="9223" y="10467"/>
                      <a:pt x="9224" y="10468"/>
                    </a:cubicBezTo>
                    <a:lnTo>
                      <a:pt x="10215" y="9477"/>
                    </a:lnTo>
                    <a:cubicBezTo>
                      <a:pt x="9741" y="8674"/>
                      <a:pt x="9451" y="7748"/>
                      <a:pt x="9451" y="6750"/>
                    </a:cubicBezTo>
                    <a:cubicBezTo>
                      <a:pt x="9451" y="3767"/>
                      <a:pt x="11870" y="1350"/>
                      <a:pt x="14851" y="1350"/>
                    </a:cubicBezTo>
                    <a:cubicBezTo>
                      <a:pt x="17833" y="1350"/>
                      <a:pt x="20251" y="3767"/>
                      <a:pt x="20251" y="6750"/>
                    </a:cubicBezTo>
                    <a:cubicBezTo>
                      <a:pt x="20251" y="9732"/>
                      <a:pt x="17833" y="12151"/>
                      <a:pt x="14851" y="12151"/>
                    </a:cubicBezTo>
                    <a:moveTo>
                      <a:pt x="14851" y="0"/>
                    </a:moveTo>
                    <a:cubicBezTo>
                      <a:pt x="11124" y="0"/>
                      <a:pt x="8101" y="3022"/>
                      <a:pt x="8101" y="6750"/>
                    </a:cubicBezTo>
                    <a:cubicBezTo>
                      <a:pt x="8101" y="7617"/>
                      <a:pt x="8283" y="8438"/>
                      <a:pt x="8582" y="9199"/>
                    </a:cubicBezTo>
                    <a:lnTo>
                      <a:pt x="383" y="17401"/>
                    </a:lnTo>
                    <a:cubicBezTo>
                      <a:pt x="146" y="17638"/>
                      <a:pt x="0" y="17864"/>
                      <a:pt x="0" y="18226"/>
                    </a:cubicBezTo>
                    <a:lnTo>
                      <a:pt x="0" y="20250"/>
                    </a:lnTo>
                    <a:cubicBezTo>
                      <a:pt x="0" y="20973"/>
                      <a:pt x="626" y="21600"/>
                      <a:pt x="1349" y="21600"/>
                    </a:cubicBezTo>
                    <a:lnTo>
                      <a:pt x="3374" y="21600"/>
                    </a:lnTo>
                    <a:cubicBezTo>
                      <a:pt x="3736" y="21600"/>
                      <a:pt x="3965" y="21456"/>
                      <a:pt x="4202" y="21220"/>
                    </a:cubicBezTo>
                    <a:lnTo>
                      <a:pt x="5170" y="20250"/>
                    </a:lnTo>
                    <a:lnTo>
                      <a:pt x="6751" y="20250"/>
                    </a:lnTo>
                    <a:cubicBezTo>
                      <a:pt x="7496" y="20250"/>
                      <a:pt x="8101" y="19646"/>
                      <a:pt x="8101" y="18901"/>
                    </a:cubicBezTo>
                    <a:lnTo>
                      <a:pt x="8101" y="17550"/>
                    </a:lnTo>
                    <a:lnTo>
                      <a:pt x="9451" y="17550"/>
                    </a:lnTo>
                    <a:cubicBezTo>
                      <a:pt x="10196" y="17550"/>
                      <a:pt x="10802" y="16946"/>
                      <a:pt x="10802" y="16201"/>
                    </a:cubicBezTo>
                    <a:lnTo>
                      <a:pt x="10802" y="14618"/>
                    </a:lnTo>
                    <a:lnTo>
                      <a:pt x="12401" y="13019"/>
                    </a:lnTo>
                    <a:cubicBezTo>
                      <a:pt x="13163" y="13318"/>
                      <a:pt x="13983" y="13501"/>
                      <a:pt x="14851" y="13501"/>
                    </a:cubicBezTo>
                    <a:cubicBezTo>
                      <a:pt x="18578" y="13501"/>
                      <a:pt x="21600" y="10477"/>
                      <a:pt x="21600" y="6750"/>
                    </a:cubicBezTo>
                    <a:cubicBezTo>
                      <a:pt x="21600" y="3022"/>
                      <a:pt x="18578" y="0"/>
                      <a:pt x="14851" y="0"/>
                    </a:cubicBezTo>
                  </a:path>
                </a:pathLst>
              </a:custGeom>
              <a:solidFill>
                <a:srgbClr val="981620"/>
              </a:solidFill>
              <a:ln>
                <a:noFill/>
              </a:ln>
            </p:spPr>
            <p:style>
              <a:lnRef idx="3">
                <a:schemeClr val="lt1"/>
              </a:lnRef>
              <a:fillRef idx="1">
                <a:schemeClr val="accent2"/>
              </a:fillRef>
              <a:effectRef idx="1">
                <a:schemeClr val="accent2"/>
              </a:effectRef>
              <a:fontRef idx="minor">
                <a:schemeClr val="lt1"/>
              </a:fontRef>
            </p:style>
            <p:txBody>
              <a:bodyPr wrap="square" lIns="0" tIns="0" rIns="0" bIns="0" numCol="1" anchor="ctr">
                <a:noAutofit/>
              </a:bodyPr>
              <a:lstStyle/>
              <a:p>
                <a:pPr algn="ctr" defTabSz="1066800">
                  <a:lnSpc>
                    <a:spcPct val="90000"/>
                  </a:lnSpc>
                  <a:spcBef>
                    <a:spcPts val="700"/>
                  </a:spcBef>
                </a:pPr>
                <a:endParaRPr sz="2400">
                  <a:solidFill>
                    <a:srgbClr val="FCCC9B"/>
                  </a:solidFill>
                  <a:latin typeface="仓耳玄三M W05" panose="02020400000000000000" charset="-122"/>
                  <a:ea typeface="仓耳玄三M W05" panose="02020400000000000000" charset="-122"/>
                  <a:sym typeface="微软雅黑" panose="020B0503020204020204" charset="-122"/>
                </a:endParaRPr>
              </a:p>
            </p:txBody>
          </p:sp>
          <p:sp>
            <p:nvSpPr>
              <p:cNvPr id="1981" name="Shape 1981"/>
              <p:cNvSpPr/>
              <p:nvPr/>
            </p:nvSpPr>
            <p:spPr>
              <a:xfrm>
                <a:off x="318688" y="63558"/>
                <a:ext cx="127128" cy="127131"/>
              </a:xfrm>
              <a:custGeom>
                <a:avLst/>
                <a:gdLst/>
                <a:ahLst/>
                <a:cxnLst>
                  <a:cxn ang="0">
                    <a:pos x="wd2" y="hd2"/>
                  </a:cxn>
                  <a:cxn ang="5400000">
                    <a:pos x="wd2" y="hd2"/>
                  </a:cxn>
                  <a:cxn ang="10800000">
                    <a:pos x="wd2" y="hd2"/>
                  </a:cxn>
                  <a:cxn ang="16200000">
                    <a:pos x="wd2" y="hd2"/>
                  </a:cxn>
                </a:cxnLst>
                <a:rect l="0" t="0" r="r" b="b"/>
                <a:pathLst>
                  <a:path w="21600" h="21333" extrusionOk="0">
                    <a:moveTo>
                      <a:pt x="13008" y="18685"/>
                    </a:moveTo>
                    <a:cubicBezTo>
                      <a:pt x="9017" y="15851"/>
                      <a:pt x="5542" y="12416"/>
                      <a:pt x="2694" y="8571"/>
                    </a:cubicBezTo>
                    <a:cubicBezTo>
                      <a:pt x="3736" y="5629"/>
                      <a:pt x="5693" y="3698"/>
                      <a:pt x="8585" y="2648"/>
                    </a:cubicBezTo>
                    <a:cubicBezTo>
                      <a:pt x="12578" y="5490"/>
                      <a:pt x="16048" y="8912"/>
                      <a:pt x="18889" y="12810"/>
                    </a:cubicBezTo>
                    <a:cubicBezTo>
                      <a:pt x="17836" y="15731"/>
                      <a:pt x="15883" y="17648"/>
                      <a:pt x="13008" y="18685"/>
                    </a:cubicBezTo>
                    <a:moveTo>
                      <a:pt x="21110" y="11296"/>
                    </a:moveTo>
                    <a:cubicBezTo>
                      <a:pt x="18081" y="7131"/>
                      <a:pt x="14396" y="3497"/>
                      <a:pt x="10161" y="485"/>
                    </a:cubicBezTo>
                    <a:cubicBezTo>
                      <a:pt x="9468" y="-7"/>
                      <a:pt x="8579" y="-133"/>
                      <a:pt x="7778" y="146"/>
                    </a:cubicBezTo>
                    <a:cubicBezTo>
                      <a:pt x="4027" y="1451"/>
                      <a:pt x="1463" y="3984"/>
                      <a:pt x="145" y="7688"/>
                    </a:cubicBezTo>
                    <a:cubicBezTo>
                      <a:pt x="46" y="7963"/>
                      <a:pt x="0" y="8253"/>
                      <a:pt x="0" y="8538"/>
                    </a:cubicBezTo>
                    <a:cubicBezTo>
                      <a:pt x="0" y="9072"/>
                      <a:pt x="167" y="9597"/>
                      <a:pt x="487" y="10042"/>
                    </a:cubicBezTo>
                    <a:cubicBezTo>
                      <a:pt x="3525" y="14214"/>
                      <a:pt x="7211" y="17851"/>
                      <a:pt x="11431" y="20851"/>
                    </a:cubicBezTo>
                    <a:cubicBezTo>
                      <a:pt x="12122" y="21339"/>
                      <a:pt x="13010" y="21467"/>
                      <a:pt x="13812" y="21189"/>
                    </a:cubicBezTo>
                    <a:cubicBezTo>
                      <a:pt x="17563" y="19894"/>
                      <a:pt x="20133" y="17357"/>
                      <a:pt x="21451" y="13648"/>
                    </a:cubicBezTo>
                    <a:cubicBezTo>
                      <a:pt x="21551" y="13373"/>
                      <a:pt x="21600" y="13082"/>
                      <a:pt x="21600" y="12797"/>
                    </a:cubicBezTo>
                    <a:cubicBezTo>
                      <a:pt x="21600" y="12266"/>
                      <a:pt x="21429" y="11741"/>
                      <a:pt x="21110" y="11296"/>
                    </a:cubicBezTo>
                  </a:path>
                </a:pathLst>
              </a:custGeom>
              <a:solidFill>
                <a:srgbClr val="981620"/>
              </a:solidFill>
              <a:ln>
                <a:noFill/>
              </a:ln>
            </p:spPr>
            <p:style>
              <a:lnRef idx="3">
                <a:schemeClr val="lt1"/>
              </a:lnRef>
              <a:fillRef idx="1">
                <a:schemeClr val="accent2"/>
              </a:fillRef>
              <a:effectRef idx="1">
                <a:schemeClr val="accent2"/>
              </a:effectRef>
              <a:fontRef idx="minor">
                <a:schemeClr val="lt1"/>
              </a:fontRef>
            </p:style>
            <p:txBody>
              <a:bodyPr wrap="square" lIns="0" tIns="0" rIns="0" bIns="0" numCol="1" anchor="ctr">
                <a:noAutofit/>
              </a:bodyPr>
              <a:lstStyle/>
              <a:p>
                <a:pPr algn="ctr" defTabSz="1066800">
                  <a:lnSpc>
                    <a:spcPct val="90000"/>
                  </a:lnSpc>
                  <a:spcBef>
                    <a:spcPts val="700"/>
                  </a:spcBef>
                </a:pPr>
                <a:endParaRPr sz="2400">
                  <a:solidFill>
                    <a:srgbClr val="FCCC9B"/>
                  </a:solidFill>
                  <a:latin typeface="仓耳玄三M W05" panose="02020400000000000000" charset="-122"/>
                  <a:ea typeface="仓耳玄三M W05" panose="02020400000000000000" charset="-122"/>
                  <a:sym typeface="微软雅黑" panose="020B0503020204020204" charset="-122"/>
                </a:endParaRPr>
              </a:p>
            </p:txBody>
          </p:sp>
        </p:grpSp>
        <p:sp>
          <p:nvSpPr>
            <p:cNvPr id="1983" name="Shape 1983"/>
            <p:cNvSpPr/>
            <p:nvPr/>
          </p:nvSpPr>
          <p:spPr>
            <a:xfrm>
              <a:off x="0" y="627061"/>
              <a:ext cx="2723006" cy="851534"/>
            </a:xfrm>
            <a:prstGeom prst="rect">
              <a:avLst/>
            </a:prstGeom>
            <a:noFill/>
            <a:ln w="12700" cap="flat">
              <a:noFill/>
              <a:miter lim="400000"/>
            </a:ln>
            <a:effectLst/>
          </p:spPr>
          <p:txBody>
            <a:bodyPr wrap="square" lIns="45719" tIns="45719" rIns="45719" bIns="45719" numCol="1" anchor="t">
              <a:spAutoFit/>
            </a:bodyPr>
            <a:lstStyle/>
            <a:p>
              <a:pPr lvl="0" algn="ctr">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zh-CN" altLang="en-US" sz="1000">
                <a:solidFill>
                  <a:srgbClr val="FCCC9B"/>
                </a:solidFill>
                <a:latin typeface="仓耳玄三M W05" panose="02020400000000000000" charset="-122"/>
                <a:ea typeface="仓耳玄三M W05" panose="02020400000000000000" charset="-122"/>
                <a:sym typeface="+mn-ea"/>
              </a:endParaRPr>
            </a:p>
          </p:txBody>
        </p:sp>
      </p:grpSp>
      <p:grpSp>
        <p:nvGrpSpPr>
          <p:cNvPr id="1990" name="Group 1990"/>
          <p:cNvGrpSpPr/>
          <p:nvPr/>
        </p:nvGrpSpPr>
        <p:grpSpPr>
          <a:xfrm>
            <a:off x="8154206" y="4242874"/>
            <a:ext cx="2722653" cy="1458552"/>
            <a:chOff x="0" y="0"/>
            <a:chExt cx="2723006" cy="1458551"/>
          </a:xfrm>
        </p:grpSpPr>
        <p:grpSp>
          <p:nvGrpSpPr>
            <p:cNvPr id="1987" name="Group 1987"/>
            <p:cNvGrpSpPr/>
            <p:nvPr/>
          </p:nvGrpSpPr>
          <p:grpSpPr>
            <a:xfrm>
              <a:off x="280557" y="0"/>
              <a:ext cx="509380" cy="509356"/>
              <a:chOff x="0" y="0"/>
              <a:chExt cx="509379" cy="509355"/>
            </a:xfrm>
          </p:grpSpPr>
          <p:sp>
            <p:nvSpPr>
              <p:cNvPr id="1985" name="Shape 1985"/>
              <p:cNvSpPr/>
              <p:nvPr/>
            </p:nvSpPr>
            <p:spPr>
              <a:xfrm>
                <a:off x="0" y="0"/>
                <a:ext cx="509380" cy="509356"/>
              </a:xfrm>
              <a:custGeom>
                <a:avLst/>
                <a:gdLst/>
                <a:ahLst/>
                <a:cxnLst>
                  <a:cxn ang="0">
                    <a:pos x="wd2" y="hd2"/>
                  </a:cxn>
                  <a:cxn ang="5400000">
                    <a:pos x="wd2" y="hd2"/>
                  </a:cxn>
                  <a:cxn ang="10800000">
                    <a:pos x="wd2" y="hd2"/>
                  </a:cxn>
                  <a:cxn ang="16200000">
                    <a:pos x="wd2" y="hd2"/>
                  </a:cxn>
                </a:cxnLst>
                <a:rect l="0" t="0" r="r" b="b"/>
                <a:pathLst>
                  <a:path w="21600" h="21600" extrusionOk="0">
                    <a:moveTo>
                      <a:pt x="13499" y="14851"/>
                    </a:moveTo>
                    <a:cubicBezTo>
                      <a:pt x="9772" y="14851"/>
                      <a:pt x="6749" y="11828"/>
                      <a:pt x="6749" y="8100"/>
                    </a:cubicBezTo>
                    <a:cubicBezTo>
                      <a:pt x="6749" y="4372"/>
                      <a:pt x="9772" y="1350"/>
                      <a:pt x="13499" y="1350"/>
                    </a:cubicBezTo>
                    <a:cubicBezTo>
                      <a:pt x="17227" y="1350"/>
                      <a:pt x="20249" y="4372"/>
                      <a:pt x="20249" y="8100"/>
                    </a:cubicBezTo>
                    <a:cubicBezTo>
                      <a:pt x="20249" y="11828"/>
                      <a:pt x="17227" y="14851"/>
                      <a:pt x="13499" y="14851"/>
                    </a:cubicBezTo>
                    <a:moveTo>
                      <a:pt x="3236" y="20043"/>
                    </a:moveTo>
                    <a:cubicBezTo>
                      <a:pt x="3019" y="20267"/>
                      <a:pt x="2718" y="20409"/>
                      <a:pt x="2382" y="20409"/>
                    </a:cubicBezTo>
                    <a:cubicBezTo>
                      <a:pt x="1724" y="20409"/>
                      <a:pt x="1191" y="19876"/>
                      <a:pt x="1191" y="19219"/>
                    </a:cubicBezTo>
                    <a:cubicBezTo>
                      <a:pt x="1191" y="18882"/>
                      <a:pt x="1332" y="18581"/>
                      <a:pt x="1557" y="18364"/>
                    </a:cubicBezTo>
                    <a:lnTo>
                      <a:pt x="1551" y="18359"/>
                    </a:lnTo>
                    <a:lnTo>
                      <a:pt x="6996" y="12914"/>
                    </a:lnTo>
                    <a:cubicBezTo>
                      <a:pt x="7472" y="13556"/>
                      <a:pt x="8039" y="14123"/>
                      <a:pt x="8680" y="14600"/>
                    </a:cubicBezTo>
                    <a:cubicBezTo>
                      <a:pt x="8680" y="14600"/>
                      <a:pt x="3236" y="20043"/>
                      <a:pt x="3236" y="20043"/>
                    </a:cubicBezTo>
                    <a:close/>
                    <a:moveTo>
                      <a:pt x="13499" y="0"/>
                    </a:moveTo>
                    <a:cubicBezTo>
                      <a:pt x="9026" y="0"/>
                      <a:pt x="5399" y="3626"/>
                      <a:pt x="5399" y="8100"/>
                    </a:cubicBezTo>
                    <a:cubicBezTo>
                      <a:pt x="5399" y="9467"/>
                      <a:pt x="5742" y="10754"/>
                      <a:pt x="6341" y="11885"/>
                    </a:cubicBezTo>
                    <a:lnTo>
                      <a:pt x="709" y="17516"/>
                    </a:lnTo>
                    <a:lnTo>
                      <a:pt x="713" y="17521"/>
                    </a:lnTo>
                    <a:cubicBezTo>
                      <a:pt x="274" y="17954"/>
                      <a:pt x="0" y="18553"/>
                      <a:pt x="0" y="19219"/>
                    </a:cubicBezTo>
                    <a:cubicBezTo>
                      <a:pt x="0" y="20534"/>
                      <a:pt x="1066" y="21600"/>
                      <a:pt x="2382" y="21600"/>
                    </a:cubicBezTo>
                    <a:cubicBezTo>
                      <a:pt x="3047" y="21600"/>
                      <a:pt x="3647" y="21327"/>
                      <a:pt x="4079" y="20886"/>
                    </a:cubicBezTo>
                    <a:lnTo>
                      <a:pt x="4078" y="20885"/>
                    </a:lnTo>
                    <a:lnTo>
                      <a:pt x="9708" y="15256"/>
                    </a:lnTo>
                    <a:cubicBezTo>
                      <a:pt x="10839" y="15857"/>
                      <a:pt x="12128" y="16201"/>
                      <a:pt x="13499" y="16201"/>
                    </a:cubicBezTo>
                    <a:cubicBezTo>
                      <a:pt x="17973" y="16201"/>
                      <a:pt x="21600" y="12574"/>
                      <a:pt x="21600" y="8100"/>
                    </a:cubicBezTo>
                    <a:cubicBezTo>
                      <a:pt x="21600" y="3626"/>
                      <a:pt x="17973" y="0"/>
                      <a:pt x="13499" y="0"/>
                    </a:cubicBezTo>
                  </a:path>
                </a:pathLst>
              </a:custGeom>
              <a:solidFill>
                <a:srgbClr val="981620"/>
              </a:solidFill>
              <a:ln>
                <a:noFill/>
              </a:ln>
            </p:spPr>
            <p:style>
              <a:lnRef idx="3">
                <a:schemeClr val="lt1"/>
              </a:lnRef>
              <a:fillRef idx="1">
                <a:schemeClr val="accent3"/>
              </a:fillRef>
              <a:effectRef idx="1">
                <a:schemeClr val="accent3"/>
              </a:effectRef>
              <a:fontRef idx="minor">
                <a:schemeClr val="lt1"/>
              </a:fontRef>
            </p:style>
            <p:txBody>
              <a:bodyPr wrap="square" lIns="0" tIns="0" rIns="0" bIns="0" numCol="1" anchor="ctr">
                <a:noAutofit/>
              </a:bodyPr>
              <a:lstStyle/>
              <a:p>
                <a:pPr algn="ctr" defTabSz="1333500">
                  <a:lnSpc>
                    <a:spcPct val="90000"/>
                  </a:lnSpc>
                  <a:spcBef>
                    <a:spcPts val="700"/>
                  </a:spcBef>
                </a:pPr>
                <a:endParaRPr sz="3000">
                  <a:solidFill>
                    <a:srgbClr val="FCCC9B"/>
                  </a:solidFill>
                  <a:latin typeface="仓耳玄三M W05" panose="02020400000000000000" charset="-122"/>
                  <a:ea typeface="仓耳玄三M W05" panose="02020400000000000000" charset="-122"/>
                  <a:sym typeface="微软雅黑" panose="020B0503020204020204" charset="-122"/>
                </a:endParaRPr>
              </a:p>
            </p:txBody>
          </p:sp>
          <p:sp>
            <p:nvSpPr>
              <p:cNvPr id="1986" name="Shape 1986"/>
              <p:cNvSpPr/>
              <p:nvPr/>
            </p:nvSpPr>
            <p:spPr>
              <a:xfrm>
                <a:off x="206363" y="79236"/>
                <a:ext cx="120157" cy="119292"/>
              </a:xfrm>
              <a:custGeom>
                <a:avLst/>
                <a:gdLst/>
                <a:ahLst/>
                <a:cxnLst>
                  <a:cxn ang="0">
                    <a:pos x="wd2" y="hd2"/>
                  </a:cxn>
                  <a:cxn ang="5400000">
                    <a:pos x="wd2" y="hd2"/>
                  </a:cxn>
                  <a:cxn ang="10800000">
                    <a:pos x="wd2" y="hd2"/>
                  </a:cxn>
                  <a:cxn ang="16200000">
                    <a:pos x="wd2" y="hd2"/>
                  </a:cxn>
                </a:cxnLst>
                <a:rect l="0" t="0" r="r" b="b"/>
                <a:pathLst>
                  <a:path w="21600" h="21600" extrusionOk="0">
                    <a:moveTo>
                      <a:pt x="20161" y="0"/>
                    </a:moveTo>
                    <a:cubicBezTo>
                      <a:pt x="9025" y="0"/>
                      <a:pt x="0" y="9025"/>
                      <a:pt x="0" y="20160"/>
                    </a:cubicBezTo>
                    <a:cubicBezTo>
                      <a:pt x="0" y="20954"/>
                      <a:pt x="644" y="21600"/>
                      <a:pt x="1440" y="21600"/>
                    </a:cubicBezTo>
                    <a:cubicBezTo>
                      <a:pt x="2235" y="21600"/>
                      <a:pt x="2880" y="20954"/>
                      <a:pt x="2880" y="20160"/>
                    </a:cubicBezTo>
                    <a:cubicBezTo>
                      <a:pt x="2880" y="10618"/>
                      <a:pt x="10617" y="2880"/>
                      <a:pt x="20161" y="2880"/>
                    </a:cubicBezTo>
                    <a:cubicBezTo>
                      <a:pt x="20956" y="2880"/>
                      <a:pt x="21600" y="2234"/>
                      <a:pt x="21600" y="1440"/>
                    </a:cubicBezTo>
                    <a:cubicBezTo>
                      <a:pt x="21600" y="645"/>
                      <a:pt x="20956" y="0"/>
                      <a:pt x="20161" y="0"/>
                    </a:cubicBezTo>
                  </a:path>
                </a:pathLst>
              </a:custGeom>
              <a:solidFill>
                <a:srgbClr val="981620"/>
              </a:solidFill>
              <a:ln>
                <a:noFill/>
              </a:ln>
            </p:spPr>
            <p:style>
              <a:lnRef idx="3">
                <a:schemeClr val="lt1"/>
              </a:lnRef>
              <a:fillRef idx="1">
                <a:schemeClr val="accent3"/>
              </a:fillRef>
              <a:effectRef idx="1">
                <a:schemeClr val="accent3"/>
              </a:effectRef>
              <a:fontRef idx="minor">
                <a:schemeClr val="lt1"/>
              </a:fontRef>
            </p:style>
            <p:txBody>
              <a:bodyPr wrap="square" lIns="0" tIns="0" rIns="0" bIns="0" numCol="1" anchor="ctr">
                <a:noAutofit/>
              </a:bodyPr>
              <a:lstStyle/>
              <a:p>
                <a:pPr algn="ctr" defTabSz="1333500">
                  <a:lnSpc>
                    <a:spcPct val="90000"/>
                  </a:lnSpc>
                  <a:spcBef>
                    <a:spcPts val="700"/>
                  </a:spcBef>
                </a:pPr>
                <a:endParaRPr sz="3000">
                  <a:solidFill>
                    <a:srgbClr val="FCCC9B"/>
                  </a:solidFill>
                  <a:latin typeface="仓耳玄三M W05" panose="02020400000000000000" charset="-122"/>
                  <a:ea typeface="仓耳玄三M W05" panose="02020400000000000000" charset="-122"/>
                  <a:sym typeface="微软雅黑" panose="020B0503020204020204" charset="-122"/>
                </a:endParaRPr>
              </a:p>
            </p:txBody>
          </p:sp>
        </p:grpSp>
        <p:sp>
          <p:nvSpPr>
            <p:cNvPr id="1988" name="Shape 1988"/>
            <p:cNvSpPr/>
            <p:nvPr/>
          </p:nvSpPr>
          <p:spPr>
            <a:xfrm>
              <a:off x="789687" y="128576"/>
              <a:ext cx="1512766" cy="412750"/>
            </a:xfrm>
            <a:prstGeom prst="rect">
              <a:avLst/>
            </a:prstGeom>
            <a:noFill/>
            <a:ln w="12700" cap="flat">
              <a:noFill/>
              <a:miter lim="400000"/>
            </a:ln>
            <a:effectLst/>
          </p:spPr>
          <p:txBody>
            <a:bodyPr wrap="none" lIns="45719" tIns="45719" rIns="45719" bIns="45719" numCol="1" anchor="t">
              <a:spAutoFit/>
            </a:bodyPr>
            <a:lstStyle>
              <a:lvl1pPr>
                <a:defRPr>
                  <a:solidFill>
                    <a:srgbClr val="F79A00"/>
                  </a:solidFill>
                  <a:latin typeface="+mj-lt"/>
                  <a:ea typeface="+mj-ea"/>
                  <a:cs typeface="+mj-cs"/>
                  <a:sym typeface="Source Sans Pro"/>
                </a:defRPr>
              </a:lvl1pPr>
            </a:lstStyle>
            <a:p>
              <a:pPr lvl="0" algn="r">
                <a:lnSpc>
                  <a:spcPct val="150000"/>
                </a:lnSpc>
              </a:pPr>
              <a:r>
                <a:rPr lang="zh-CN" altLang="en-US" sz="1400" b="1" dirty="0">
                  <a:solidFill>
                    <a:srgbClr val="FCCC9B"/>
                  </a:solidFill>
                  <a:latin typeface="仓耳玄三M W05" panose="02020400000000000000" charset="-122"/>
                  <a:ea typeface="仓耳玄三M W05" panose="02020400000000000000" charset="-122"/>
                  <a:cs typeface="+mn-cs"/>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cs typeface="+mn-cs"/>
                <a:sym typeface="+mn-ea"/>
              </a:endParaRPr>
            </a:p>
          </p:txBody>
        </p:sp>
        <p:sp>
          <p:nvSpPr>
            <p:cNvPr id="1989" name="Shape 1989"/>
            <p:cNvSpPr/>
            <p:nvPr/>
          </p:nvSpPr>
          <p:spPr>
            <a:xfrm>
              <a:off x="0" y="607017"/>
              <a:ext cx="2723006" cy="851534"/>
            </a:xfrm>
            <a:prstGeom prst="rect">
              <a:avLst/>
            </a:prstGeom>
            <a:noFill/>
            <a:ln w="12700" cap="flat">
              <a:noFill/>
              <a:miter lim="400000"/>
            </a:ln>
            <a:effectLst/>
          </p:spPr>
          <p:txBody>
            <a:bodyPr wrap="square" lIns="45719" tIns="45719" rIns="45719" bIns="45719" numCol="1" anchor="t">
              <a:spAutoFit/>
            </a:bodyPr>
            <a:lstStyle/>
            <a:p>
              <a:pPr lvl="0" algn="ctr">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zh-CN" altLang="en-US" sz="1000">
                <a:solidFill>
                  <a:srgbClr val="FCCC9B"/>
                </a:solidFill>
                <a:latin typeface="仓耳玄三M W05" panose="02020400000000000000" charset="-122"/>
                <a:ea typeface="仓耳玄三M W05" panose="02020400000000000000" charset="-122"/>
                <a:sym typeface="+mn-ea"/>
              </a:endParaRPr>
            </a:p>
          </p:txBody>
        </p:sp>
      </p:grpSp>
      <p:sp>
        <p:nvSpPr>
          <p:cNvPr id="1991" name="Shape 1991"/>
          <p:cNvSpPr/>
          <p:nvPr/>
        </p:nvSpPr>
        <p:spPr>
          <a:xfrm>
            <a:off x="8630920" y="1905635"/>
            <a:ext cx="1932305" cy="1931670"/>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blipFill rotWithShape="1">
            <a:blip r:embed="rId4" cstate="print"/>
            <a:stretch>
              <a:fillRect/>
            </a:stretch>
          </a:blipFill>
          <a:ln>
            <a:noFill/>
          </a:ln>
        </p:spPr>
        <p:style>
          <a:lnRef idx="3">
            <a:schemeClr val="lt1"/>
          </a:lnRef>
          <a:fillRef idx="1">
            <a:schemeClr val="accent3"/>
          </a:fillRef>
          <a:effectRef idx="1">
            <a:schemeClr val="accent3"/>
          </a:effectRef>
          <a:fontRef idx="minor">
            <a:schemeClr val="lt1"/>
          </a:fontRef>
        </p:style>
        <p:txBody>
          <a:bodyPr wrap="square" lIns="0" tIns="0" rIns="0" bIns="0" numCol="1" anchor="ctr">
            <a:noAutofit/>
          </a:bodyPr>
          <a:lstStyle/>
          <a:p>
            <a:pPr algn="ctr" defTabSz="1333500">
              <a:lnSpc>
                <a:spcPct val="90000"/>
              </a:lnSpc>
              <a:spcBef>
                <a:spcPts val="700"/>
              </a:spcBef>
              <a:defRPr sz="3000">
                <a:solidFill>
                  <a:srgbClr val="000000"/>
                </a:solidFill>
              </a:defRPr>
            </a:pPr>
            <a:endParaRPr sz="3000">
              <a:solidFill>
                <a:srgbClr val="FCCC9B"/>
              </a:solidFill>
              <a:latin typeface="仓耳玄三M W05" panose="02020400000000000000" charset="-122"/>
              <a:ea typeface="仓耳玄三M W05" panose="02020400000000000000" charset="-122"/>
              <a:sym typeface="微软雅黑" panose="020B0503020204020204" charset="-122"/>
            </a:endParaRPr>
          </a:p>
        </p:txBody>
      </p:sp>
      <p:grpSp>
        <p:nvGrpSpPr>
          <p:cNvPr id="2000" name="Group 2000"/>
          <p:cNvGrpSpPr/>
          <p:nvPr/>
        </p:nvGrpSpPr>
        <p:grpSpPr>
          <a:xfrm>
            <a:off x="5051477" y="2146876"/>
            <a:ext cx="2626360" cy="1515839"/>
            <a:chOff x="51442" y="-1"/>
            <a:chExt cx="2626701" cy="1515837"/>
          </a:xfrm>
        </p:grpSpPr>
        <p:grpSp>
          <p:nvGrpSpPr>
            <p:cNvPr id="1997" name="Group 1997"/>
            <p:cNvGrpSpPr/>
            <p:nvPr/>
          </p:nvGrpSpPr>
          <p:grpSpPr>
            <a:xfrm>
              <a:off x="69510" y="-1"/>
              <a:ext cx="2608331" cy="1515837"/>
              <a:chOff x="0" y="0"/>
              <a:chExt cx="2608329" cy="1515835"/>
            </a:xfrm>
          </p:grpSpPr>
          <p:sp>
            <p:nvSpPr>
              <p:cNvPr id="1995" name="Shape 1995"/>
              <p:cNvSpPr/>
              <p:nvPr/>
            </p:nvSpPr>
            <p:spPr>
              <a:xfrm>
                <a:off x="0" y="-1"/>
                <a:ext cx="1515836" cy="1515837"/>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solidFill>
                <a:srgbClr val="981620">
                  <a:alpha val="70000"/>
                </a:srgbClr>
              </a:solidFill>
              <a:ln>
                <a:noFill/>
              </a:ln>
            </p:spPr>
            <p:style>
              <a:lnRef idx="3">
                <a:schemeClr val="lt1"/>
              </a:lnRef>
              <a:fillRef idx="1">
                <a:schemeClr val="accent2"/>
              </a:fillRef>
              <a:effectRef idx="1">
                <a:schemeClr val="accent2"/>
              </a:effectRef>
              <a:fontRef idx="minor">
                <a:schemeClr val="lt1"/>
              </a:fontRef>
            </p:style>
            <p:txBody>
              <a:bodyPr wrap="square" lIns="0" tIns="0" rIns="0" bIns="0" numCol="1" anchor="ctr">
                <a:noAutofit/>
              </a:bodyPr>
              <a:lstStyle/>
              <a:p>
                <a:pPr algn="ctr" defTabSz="1066800">
                  <a:lnSpc>
                    <a:spcPct val="90000"/>
                  </a:lnSpc>
                  <a:spcBef>
                    <a:spcPts val="700"/>
                  </a:spcBef>
                </a:pPr>
                <a:endParaRPr sz="2400">
                  <a:solidFill>
                    <a:srgbClr val="FCCC9B"/>
                  </a:solidFill>
                  <a:latin typeface="仓耳玄三M W05" panose="02020400000000000000" charset="-122"/>
                  <a:ea typeface="仓耳玄三M W05" panose="02020400000000000000" charset="-122"/>
                  <a:sym typeface="微软雅黑" panose="020B0503020204020204" charset="-122"/>
                </a:endParaRPr>
              </a:p>
            </p:txBody>
          </p:sp>
          <p:sp>
            <p:nvSpPr>
              <p:cNvPr id="1996" name="Shape 1996"/>
              <p:cNvSpPr/>
              <p:nvPr/>
            </p:nvSpPr>
            <p:spPr>
              <a:xfrm>
                <a:off x="1092494" y="-1"/>
                <a:ext cx="1515836" cy="1515837"/>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solidFill>
                <a:srgbClr val="981620">
                  <a:alpha val="70000"/>
                </a:srgbClr>
              </a:solidFill>
              <a:ln>
                <a:noFill/>
              </a:ln>
            </p:spPr>
            <p:style>
              <a:lnRef idx="3">
                <a:schemeClr val="lt1"/>
              </a:lnRef>
              <a:fillRef idx="1">
                <a:schemeClr val="accent2"/>
              </a:fillRef>
              <a:effectRef idx="1">
                <a:schemeClr val="accent2"/>
              </a:effectRef>
              <a:fontRef idx="minor">
                <a:schemeClr val="lt1"/>
              </a:fontRef>
            </p:style>
            <p:txBody>
              <a:bodyPr wrap="square" lIns="0" tIns="0" rIns="0" bIns="0" numCol="1" anchor="ctr">
                <a:noAutofit/>
              </a:bodyPr>
              <a:lstStyle/>
              <a:p>
                <a:pPr algn="ctr" defTabSz="1066800">
                  <a:lnSpc>
                    <a:spcPct val="90000"/>
                  </a:lnSpc>
                  <a:spcBef>
                    <a:spcPts val="700"/>
                  </a:spcBef>
                  <a:defRPr sz="2400"/>
                </a:pPr>
                <a:endParaRPr sz="2400">
                  <a:solidFill>
                    <a:srgbClr val="FCCC9B"/>
                  </a:solidFill>
                  <a:latin typeface="仓耳玄三M W05" panose="02020400000000000000" charset="-122"/>
                  <a:ea typeface="仓耳玄三M W05" panose="02020400000000000000" charset="-122"/>
                  <a:sym typeface="微软雅黑" panose="020B0503020204020204" charset="-122"/>
                </a:endParaRPr>
              </a:p>
            </p:txBody>
          </p:sp>
        </p:grpSp>
        <p:sp>
          <p:nvSpPr>
            <p:cNvPr id="1999" name="Shape 1999"/>
            <p:cNvSpPr/>
            <p:nvPr/>
          </p:nvSpPr>
          <p:spPr>
            <a:xfrm>
              <a:off x="51442" y="589913"/>
              <a:ext cx="2626701" cy="335915"/>
            </a:xfrm>
            <a:prstGeom prst="rect">
              <a:avLst/>
            </a:prstGeom>
            <a:noFill/>
            <a:ln w="12700" cap="flat">
              <a:noFill/>
              <a:miter lim="400000"/>
            </a:ln>
            <a:effectLst/>
          </p:spPr>
          <p:txBody>
            <a:bodyPr wrap="square" lIns="45719" tIns="45719" rIns="45719" bIns="45719" numCol="1" anchor="t">
              <a:spAutoFit/>
            </a:bodyPr>
            <a:lstStyle>
              <a:lvl1pPr algn="ctr">
                <a:defRPr sz="1400" b="1"/>
              </a:lvl1pPr>
            </a:lstStyle>
            <a:p>
              <a:pPr lvl="0">
                <a:defRPr sz="1800" b="0">
                  <a:solidFill>
                    <a:srgbClr val="000000"/>
                  </a:solidFill>
                </a:defRPr>
              </a:pPr>
              <a:r>
                <a:rPr lang="zh-CN" sz="1600" b="1">
                  <a:solidFill>
                    <a:schemeClr val="bg1"/>
                  </a:solidFill>
                  <a:latin typeface="仓耳玄三M W05" panose="02020400000000000000" charset="-122"/>
                  <a:ea typeface="仓耳玄三M W05" panose="02020400000000000000" charset="-122"/>
                  <a:sym typeface="微软雅黑" panose="020B0503020204020204" charset="-122"/>
                </a:rPr>
                <a:t>单击此处输入标题文本</a:t>
              </a:r>
              <a:endParaRPr lang="zh-CN" sz="1600" b="1">
                <a:solidFill>
                  <a:schemeClr val="bg1"/>
                </a:solidFill>
                <a:latin typeface="仓耳玄三M W05" panose="02020400000000000000" charset="-122"/>
                <a:ea typeface="仓耳玄三M W05" panose="02020400000000000000" charset="-122"/>
                <a:sym typeface="微软雅黑" panose="020B0503020204020204" charset="-122"/>
              </a:endParaRPr>
            </a:p>
          </p:txBody>
        </p:sp>
      </p:grpSp>
      <p:grpSp>
        <p:nvGrpSpPr>
          <p:cNvPr id="2013" name="Group 2013"/>
          <p:cNvGrpSpPr/>
          <p:nvPr/>
        </p:nvGrpSpPr>
        <p:grpSpPr>
          <a:xfrm>
            <a:off x="1589100" y="1823140"/>
            <a:ext cx="2457596" cy="2273534"/>
            <a:chOff x="-1" y="-3"/>
            <a:chExt cx="2457914" cy="2273533"/>
          </a:xfrm>
        </p:grpSpPr>
        <p:grpSp>
          <p:nvGrpSpPr>
            <p:cNvPr id="2011" name="Group 2011"/>
            <p:cNvGrpSpPr/>
            <p:nvPr/>
          </p:nvGrpSpPr>
          <p:grpSpPr>
            <a:xfrm>
              <a:off x="-1" y="-3"/>
              <a:ext cx="2457914" cy="2273533"/>
              <a:chOff x="-1" y="-2"/>
              <a:chExt cx="2457913" cy="2273531"/>
            </a:xfrm>
          </p:grpSpPr>
          <p:grpSp>
            <p:nvGrpSpPr>
              <p:cNvPr id="2003" name="Group 2003"/>
              <p:cNvGrpSpPr/>
              <p:nvPr/>
            </p:nvGrpSpPr>
            <p:grpSpPr>
              <a:xfrm>
                <a:off x="386628" y="-2"/>
                <a:ext cx="1048301" cy="1048327"/>
                <a:chOff x="-1" y="-1"/>
                <a:chExt cx="1048300" cy="1048325"/>
              </a:xfrm>
            </p:grpSpPr>
            <p:sp>
              <p:nvSpPr>
                <p:cNvPr id="2001" name="Shape 2001"/>
                <p:cNvSpPr/>
                <p:nvPr/>
              </p:nvSpPr>
              <p:spPr>
                <a:xfrm>
                  <a:off x="-1" y="-1"/>
                  <a:ext cx="1048300" cy="104832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solidFill>
                  <a:srgbClr val="981620"/>
                </a:solidFill>
                <a:ln>
                  <a:noFill/>
                </a:ln>
              </p:spPr>
              <p:style>
                <a:lnRef idx="3">
                  <a:schemeClr val="lt1"/>
                </a:lnRef>
                <a:fillRef idx="1">
                  <a:schemeClr val="accent1"/>
                </a:fillRef>
                <a:effectRef idx="1">
                  <a:schemeClr val="accent1"/>
                </a:effectRef>
                <a:fontRef idx="minor">
                  <a:schemeClr val="lt1"/>
                </a:fontRef>
              </p:style>
              <p:txBody>
                <a:bodyPr wrap="square" lIns="0" tIns="0" rIns="0" bIns="0" numCol="1" anchor="ctr">
                  <a:noAutofit/>
                </a:bodyPr>
                <a:lstStyle/>
                <a:p>
                  <a:pPr algn="ctr" defTabSz="711200">
                    <a:lnSpc>
                      <a:spcPct val="90000"/>
                    </a:lnSpc>
                    <a:spcBef>
                      <a:spcPts val="700"/>
                    </a:spcBef>
                    <a:defRPr b="1"/>
                  </a:pPr>
                  <a:endParaRPr>
                    <a:solidFill>
                      <a:srgbClr val="FCCC9B"/>
                    </a:solidFill>
                    <a:latin typeface="仓耳玄三M W05" panose="02020400000000000000" charset="-122"/>
                    <a:ea typeface="仓耳玄三M W05" panose="02020400000000000000" charset="-122"/>
                    <a:sym typeface="微软雅黑" panose="020B0503020204020204" charset="-122"/>
                  </a:endParaRPr>
                </a:p>
              </p:txBody>
            </p:sp>
            <p:sp>
              <p:nvSpPr>
                <p:cNvPr id="2002" name="Shape 2002"/>
                <p:cNvSpPr/>
                <p:nvPr/>
              </p:nvSpPr>
              <p:spPr>
                <a:xfrm>
                  <a:off x="0" y="90139"/>
                  <a:ext cx="1048299" cy="868042"/>
                </a:xfrm>
                <a:prstGeom prst="rect">
                  <a:avLst/>
                </a:prstGeom>
                <a:noFill/>
                <a:ln w="12700" cap="flat">
                  <a:noFill/>
                  <a:miter lim="400000"/>
                </a:ln>
                <a:effectLst/>
              </p:spPr>
              <p:txBody>
                <a:bodyPr wrap="square" lIns="185592" tIns="185592" rIns="185592" bIns="185592" numCol="1" anchor="ctr">
                  <a:spAutoFit/>
                </a:bodyPr>
                <a:lstStyle>
                  <a:lvl1pPr algn="ctr" defTabSz="711200">
                    <a:lnSpc>
                      <a:spcPct val="90000"/>
                    </a:lnSpc>
                    <a:spcBef>
                      <a:spcPts val="700"/>
                    </a:spcBef>
                    <a:defRPr b="1"/>
                  </a:lvl1pPr>
                </a:lstStyle>
                <a:p>
                  <a:pPr lvl="0">
                    <a:defRPr b="0">
                      <a:solidFill>
                        <a:srgbClr val="000000"/>
                      </a:solidFill>
                    </a:defRPr>
                  </a:pPr>
                  <a:r>
                    <a:rPr lang="zh-CN" altLang="en-US" b="1">
                      <a:solidFill>
                        <a:schemeClr val="bg1"/>
                      </a:solidFill>
                      <a:latin typeface="仓耳玄三M W05" panose="02020400000000000000" charset="-122"/>
                      <a:ea typeface="仓耳玄三M W05" panose="02020400000000000000" charset="-122"/>
                      <a:sym typeface="微软雅黑" panose="020B0503020204020204" charset="-122"/>
                    </a:rPr>
                    <a:t>输入文本</a:t>
                  </a:r>
                  <a:endParaRPr lang="zh-CN" altLang="en-US" b="1">
                    <a:solidFill>
                      <a:schemeClr val="bg1"/>
                    </a:solidFill>
                    <a:latin typeface="仓耳玄三M W05" panose="02020400000000000000" charset="-122"/>
                    <a:ea typeface="仓耳玄三M W05" panose="02020400000000000000" charset="-122"/>
                    <a:sym typeface="微软雅黑" panose="020B0503020204020204" charset="-122"/>
                  </a:endParaRPr>
                </a:p>
              </p:txBody>
            </p:sp>
          </p:grpSp>
          <p:sp>
            <p:nvSpPr>
              <p:cNvPr id="2004" name="Shape 2004"/>
              <p:cNvSpPr/>
              <p:nvPr/>
            </p:nvSpPr>
            <p:spPr>
              <a:xfrm>
                <a:off x="-1" y="876445"/>
                <a:ext cx="514934" cy="514727"/>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981620"/>
              </a:solidFill>
              <a:ln>
                <a:noFill/>
              </a:ln>
            </p:spPr>
            <p:style>
              <a:lnRef idx="3">
                <a:schemeClr val="lt1"/>
              </a:lnRef>
              <a:fillRef idx="1">
                <a:schemeClr val="accent1"/>
              </a:fillRef>
              <a:effectRef idx="1">
                <a:schemeClr val="accent1"/>
              </a:effectRef>
              <a:fontRef idx="minor">
                <a:schemeClr val="lt1"/>
              </a:fontRef>
            </p:style>
            <p:txBody>
              <a:bodyPr wrap="square" lIns="0" tIns="0" rIns="0" bIns="0" numCol="1" anchor="t">
                <a:noAutofit/>
              </a:bodyPr>
              <a:lstStyle/>
              <a:p>
                <a:pPr lvl="0"/>
                <a:endParaRPr>
                  <a:solidFill>
                    <a:srgbClr val="FCCC9B"/>
                  </a:solidFill>
                  <a:latin typeface="仓耳玄三M W05" panose="02020400000000000000" charset="-122"/>
                  <a:ea typeface="仓耳玄三M W05" panose="02020400000000000000" charset="-122"/>
                  <a:sym typeface="微软雅黑" panose="020B0503020204020204" charset="-122"/>
                </a:endParaRPr>
              </a:p>
            </p:txBody>
          </p:sp>
          <p:sp>
            <p:nvSpPr>
              <p:cNvPr id="2005" name="Shape 2005"/>
              <p:cNvSpPr/>
              <p:nvPr/>
            </p:nvSpPr>
            <p:spPr>
              <a:xfrm>
                <a:off x="1520954" y="206208"/>
                <a:ext cx="299621" cy="29942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981620"/>
              </a:solidFill>
              <a:ln>
                <a:noFill/>
              </a:ln>
            </p:spPr>
            <p:style>
              <a:lnRef idx="3">
                <a:schemeClr val="lt1"/>
              </a:lnRef>
              <a:fillRef idx="1">
                <a:schemeClr val="accent1"/>
              </a:fillRef>
              <a:effectRef idx="1">
                <a:schemeClr val="accent1"/>
              </a:effectRef>
              <a:fontRef idx="minor">
                <a:schemeClr val="lt1"/>
              </a:fontRef>
            </p:style>
            <p:txBody>
              <a:bodyPr wrap="square" lIns="0" tIns="0" rIns="0" bIns="0" numCol="1" anchor="t">
                <a:noAutofit/>
              </a:bodyPr>
              <a:lstStyle/>
              <a:p>
                <a:pPr lvl="0"/>
                <a:endParaRPr>
                  <a:solidFill>
                    <a:srgbClr val="FCCC9B"/>
                  </a:solidFill>
                  <a:latin typeface="仓耳玄三M W05" panose="02020400000000000000" charset="-122"/>
                  <a:ea typeface="仓耳玄三M W05" panose="02020400000000000000" charset="-122"/>
                  <a:sym typeface="微软雅黑" panose="020B0503020204020204" charset="-122"/>
                </a:endParaRPr>
              </a:p>
            </p:txBody>
          </p:sp>
          <p:grpSp>
            <p:nvGrpSpPr>
              <p:cNvPr id="2008" name="Group 2008"/>
              <p:cNvGrpSpPr/>
              <p:nvPr/>
            </p:nvGrpSpPr>
            <p:grpSpPr>
              <a:xfrm>
                <a:off x="1409611" y="626129"/>
                <a:ext cx="1048301" cy="1048326"/>
                <a:chOff x="-1" y="-1"/>
                <a:chExt cx="1048300" cy="1048325"/>
              </a:xfrm>
            </p:grpSpPr>
            <p:sp>
              <p:nvSpPr>
                <p:cNvPr id="2006" name="Shape 2006"/>
                <p:cNvSpPr/>
                <p:nvPr/>
              </p:nvSpPr>
              <p:spPr>
                <a:xfrm>
                  <a:off x="-1" y="-1"/>
                  <a:ext cx="1048300" cy="104832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solidFill>
                  <a:srgbClr val="981620"/>
                </a:solidFill>
                <a:ln>
                  <a:noFill/>
                </a:ln>
              </p:spPr>
              <p:style>
                <a:lnRef idx="3">
                  <a:schemeClr val="lt1"/>
                </a:lnRef>
                <a:fillRef idx="1">
                  <a:schemeClr val="accent1"/>
                </a:fillRef>
                <a:effectRef idx="1">
                  <a:schemeClr val="accent1"/>
                </a:effectRef>
                <a:fontRef idx="minor">
                  <a:schemeClr val="lt1"/>
                </a:fontRef>
              </p:style>
              <p:txBody>
                <a:bodyPr wrap="square" lIns="0" tIns="0" rIns="0" bIns="0" numCol="1" anchor="ctr">
                  <a:noAutofit/>
                </a:bodyPr>
                <a:lstStyle/>
                <a:p>
                  <a:pPr algn="ctr" defTabSz="711200">
                    <a:lnSpc>
                      <a:spcPct val="90000"/>
                    </a:lnSpc>
                    <a:spcBef>
                      <a:spcPts val="700"/>
                    </a:spcBef>
                    <a:defRPr b="1"/>
                  </a:pPr>
                  <a:endParaRPr>
                    <a:solidFill>
                      <a:srgbClr val="FCCC9B"/>
                    </a:solidFill>
                    <a:latin typeface="仓耳玄三M W05" panose="02020400000000000000" charset="-122"/>
                    <a:ea typeface="仓耳玄三M W05" panose="02020400000000000000" charset="-122"/>
                    <a:sym typeface="微软雅黑" panose="020B0503020204020204" charset="-122"/>
                  </a:endParaRPr>
                </a:p>
              </p:txBody>
            </p:sp>
            <p:sp>
              <p:nvSpPr>
                <p:cNvPr id="2007" name="Shape 2007"/>
                <p:cNvSpPr/>
                <p:nvPr/>
              </p:nvSpPr>
              <p:spPr>
                <a:xfrm>
                  <a:off x="0" y="90140"/>
                  <a:ext cx="1048299" cy="868043"/>
                </a:xfrm>
                <a:prstGeom prst="rect">
                  <a:avLst/>
                </a:prstGeom>
                <a:noFill/>
                <a:ln w="12700" cap="flat">
                  <a:noFill/>
                  <a:miter lim="400000"/>
                </a:ln>
                <a:effectLst/>
              </p:spPr>
              <p:txBody>
                <a:bodyPr wrap="square" lIns="185592" tIns="185592" rIns="185592" bIns="185592" numCol="1" anchor="ctr">
                  <a:spAutoFit/>
                </a:bodyPr>
                <a:lstStyle>
                  <a:lvl1pPr algn="ctr" defTabSz="711200">
                    <a:lnSpc>
                      <a:spcPct val="90000"/>
                    </a:lnSpc>
                    <a:spcBef>
                      <a:spcPts val="700"/>
                    </a:spcBef>
                    <a:defRPr b="1"/>
                  </a:lvl1pPr>
                </a:lstStyle>
                <a:p>
                  <a:pPr>
                    <a:defRPr b="0">
                      <a:solidFill>
                        <a:srgbClr val="000000"/>
                      </a:solidFill>
                    </a:defRPr>
                  </a:pPr>
                  <a:r>
                    <a:rPr lang="zh-CN" altLang="en-US" b="1">
                      <a:solidFill>
                        <a:schemeClr val="bg1"/>
                      </a:solidFill>
                      <a:latin typeface="仓耳玄三M W05" panose="02020400000000000000" charset="-122"/>
                      <a:ea typeface="仓耳玄三M W05" panose="02020400000000000000" charset="-122"/>
                      <a:sym typeface="微软雅黑" panose="020B0503020204020204" charset="-122"/>
                    </a:rPr>
                    <a:t>输入文本</a:t>
                  </a:r>
                  <a:endParaRPr lang="zh-CN" altLang="en-US" b="1">
                    <a:solidFill>
                      <a:schemeClr val="bg1"/>
                    </a:solidFill>
                    <a:latin typeface="仓耳玄三M W05" panose="02020400000000000000" charset="-122"/>
                    <a:ea typeface="仓耳玄三M W05" panose="02020400000000000000" charset="-122"/>
                    <a:sym typeface="微软雅黑" panose="020B0503020204020204" charset="-122"/>
                  </a:endParaRPr>
                </a:p>
              </p:txBody>
            </p:sp>
          </p:grpSp>
          <p:sp>
            <p:nvSpPr>
              <p:cNvPr id="2009" name="Shape 2009"/>
              <p:cNvSpPr/>
              <p:nvPr/>
            </p:nvSpPr>
            <p:spPr>
              <a:xfrm>
                <a:off x="1519235" y="1738567"/>
                <a:ext cx="299621" cy="29942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981620"/>
              </a:solidFill>
              <a:ln>
                <a:noFill/>
              </a:ln>
            </p:spPr>
            <p:style>
              <a:lnRef idx="3">
                <a:schemeClr val="lt1"/>
              </a:lnRef>
              <a:fillRef idx="1">
                <a:schemeClr val="accent1"/>
              </a:fillRef>
              <a:effectRef idx="1">
                <a:schemeClr val="accent1"/>
              </a:effectRef>
              <a:fontRef idx="minor">
                <a:schemeClr val="lt1"/>
              </a:fontRef>
            </p:style>
            <p:txBody>
              <a:bodyPr wrap="square" lIns="0" tIns="0" rIns="0" bIns="0" numCol="1" anchor="t">
                <a:noAutofit/>
              </a:bodyPr>
              <a:lstStyle/>
              <a:p>
                <a:pPr lvl="0"/>
                <a:endParaRPr>
                  <a:solidFill>
                    <a:srgbClr val="FCCC9B"/>
                  </a:solidFill>
                  <a:latin typeface="仓耳玄三M W05" panose="02020400000000000000" charset="-122"/>
                  <a:ea typeface="仓耳玄三M W05" panose="02020400000000000000" charset="-122"/>
                  <a:sym typeface="微软雅黑" panose="020B0503020204020204" charset="-122"/>
                </a:endParaRPr>
              </a:p>
            </p:txBody>
          </p:sp>
          <p:sp>
            <p:nvSpPr>
              <p:cNvPr id="2010" name="Shape 2010"/>
              <p:cNvSpPr/>
              <p:nvPr/>
            </p:nvSpPr>
            <p:spPr>
              <a:xfrm>
                <a:off x="405310" y="1225204"/>
                <a:ext cx="1048299" cy="104832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solidFill>
                <a:srgbClr val="981620"/>
              </a:solidFill>
              <a:ln>
                <a:noFill/>
              </a:ln>
            </p:spPr>
            <p:style>
              <a:lnRef idx="3">
                <a:schemeClr val="lt1"/>
              </a:lnRef>
              <a:fillRef idx="1">
                <a:schemeClr val="accent1"/>
              </a:fillRef>
              <a:effectRef idx="1">
                <a:schemeClr val="accent1"/>
              </a:effectRef>
              <a:fontRef idx="minor">
                <a:schemeClr val="lt1"/>
              </a:fontRef>
            </p:style>
            <p:txBody>
              <a:bodyPr wrap="square" lIns="0" tIns="0" rIns="0" bIns="0" numCol="1" anchor="ctr">
                <a:noAutofit/>
              </a:bodyPr>
              <a:lstStyle/>
              <a:p>
                <a:pPr algn="ctr" defTabSz="711200">
                  <a:lnSpc>
                    <a:spcPct val="90000"/>
                  </a:lnSpc>
                  <a:spcBef>
                    <a:spcPts val="700"/>
                  </a:spcBef>
                  <a:defRPr b="1"/>
                </a:pPr>
                <a:endParaRPr>
                  <a:solidFill>
                    <a:srgbClr val="FCCC9B"/>
                  </a:solidFill>
                  <a:latin typeface="仓耳玄三M W05" panose="02020400000000000000" charset="-122"/>
                  <a:ea typeface="仓耳玄三M W05" panose="02020400000000000000" charset="-122"/>
                  <a:sym typeface="微软雅黑" panose="020B0503020204020204" charset="-122"/>
                </a:endParaRPr>
              </a:p>
            </p:txBody>
          </p:sp>
        </p:grpSp>
        <p:sp>
          <p:nvSpPr>
            <p:cNvPr id="2012" name="Shape 2012"/>
            <p:cNvSpPr/>
            <p:nvPr/>
          </p:nvSpPr>
          <p:spPr>
            <a:xfrm>
              <a:off x="655738" y="1462142"/>
              <a:ext cx="547441" cy="676910"/>
            </a:xfrm>
            <a:prstGeom prst="rect">
              <a:avLst/>
            </a:prstGeom>
            <a:noFill/>
            <a:ln w="12700" cap="flat">
              <a:noFill/>
              <a:miter lim="400000"/>
            </a:ln>
            <a:effectLst/>
          </p:spPr>
          <p:txBody>
            <a:bodyPr wrap="none" lIns="45719" tIns="45719" rIns="45719" bIns="45719" numCol="1" anchor="t">
              <a:spAutoFit/>
            </a:bodyPr>
            <a:lstStyle>
              <a:lvl1pPr algn="ctr" defTabSz="711200">
                <a:lnSpc>
                  <a:spcPct val="90000"/>
                </a:lnSpc>
                <a:spcBef>
                  <a:spcPts val="700"/>
                </a:spcBef>
                <a:defRPr b="1"/>
              </a:lvl1pPr>
            </a:lstStyle>
            <a:p>
              <a:pPr lvl="0" algn="ctr">
                <a:defRPr b="0">
                  <a:solidFill>
                    <a:srgbClr val="000000"/>
                  </a:solidFill>
                </a:defRPr>
              </a:pPr>
              <a:r>
                <a:rPr lang="zh-CN" altLang="en-US" b="1">
                  <a:solidFill>
                    <a:schemeClr val="bg1"/>
                  </a:solidFill>
                  <a:latin typeface="仓耳玄三M W05" panose="02020400000000000000" charset="-122"/>
                  <a:ea typeface="仓耳玄三M W05" panose="02020400000000000000" charset="-122"/>
                  <a:sym typeface="微软雅黑" panose="020B0503020204020204" charset="-122"/>
                </a:rPr>
                <a:t>输入</a:t>
              </a:r>
              <a:endParaRPr lang="zh-CN" altLang="en-US" b="1">
                <a:solidFill>
                  <a:schemeClr val="bg1"/>
                </a:solidFill>
                <a:latin typeface="仓耳玄三M W05" panose="02020400000000000000" charset="-122"/>
                <a:ea typeface="仓耳玄三M W05" panose="02020400000000000000" charset="-122"/>
                <a:sym typeface="微软雅黑" panose="020B0503020204020204" charset="-122"/>
              </a:endParaRPr>
            </a:p>
            <a:p>
              <a:pPr lvl="0" algn="ctr">
                <a:defRPr b="0">
                  <a:solidFill>
                    <a:srgbClr val="000000"/>
                  </a:solidFill>
                </a:defRPr>
              </a:pPr>
              <a:r>
                <a:rPr lang="zh-CN" altLang="en-US" b="1">
                  <a:solidFill>
                    <a:schemeClr val="bg1"/>
                  </a:solidFill>
                  <a:latin typeface="仓耳玄三M W05" panose="02020400000000000000" charset="-122"/>
                  <a:ea typeface="仓耳玄三M W05" panose="02020400000000000000" charset="-122"/>
                  <a:sym typeface="微软雅黑" panose="020B0503020204020204" charset="-122"/>
                </a:rPr>
                <a:t>文本</a:t>
              </a:r>
              <a:endParaRPr lang="zh-CN" altLang="en-US" b="1">
                <a:solidFill>
                  <a:schemeClr val="bg1"/>
                </a:solidFill>
                <a:latin typeface="仓耳玄三M W05" panose="02020400000000000000" charset="-122"/>
                <a:ea typeface="仓耳玄三M W05" panose="02020400000000000000" charset="-122"/>
                <a:sym typeface="微软雅黑" panose="020B0503020204020204" charset="-122"/>
              </a:endParaRPr>
            </a:p>
          </p:txBody>
        </p:sp>
      </p:grpSp>
    </p:spTree>
    <p:custDataLst>
      <p:tags r:id="rId5"/>
    </p:custDataLst>
  </p:cSld>
  <p:clrMapOvr>
    <a:masterClrMapping/>
  </p:clrMapOvr>
  <p:transition spd="med" advClick="0" advTm="0">
    <p:push dir="u"/>
  </p:transition>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diamond(in)">
                                      <p:cBhvr>
                                        <p:cTn id="7" dur="500"/>
                                        <p:tgtEl>
                                          <p:spTgt spid="18"/>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Left)">
                                      <p:cBhvr>
                                        <p:cTn id="11" dur="500"/>
                                        <p:tgtEl>
                                          <p:spTgt spid="10"/>
                                        </p:tgtEl>
                                      </p:cBhvr>
                                    </p:animEffect>
                                  </p:childTnLst>
                                </p:cTn>
                              </p:par>
                            </p:childTnLst>
                          </p:cTn>
                        </p:par>
                        <p:par>
                          <p:cTn id="12" fill="hold">
                            <p:stCondLst>
                              <p:cond delay="1000"/>
                            </p:stCondLst>
                            <p:childTnLst>
                              <p:par>
                                <p:cTn id="13" presetID="8" presetClass="entr" presetSubtype="16" fill="hold" nodeType="afterEffect">
                                  <p:stCondLst>
                                    <p:cond delay="0"/>
                                  </p:stCondLst>
                                  <p:childTnLst>
                                    <p:set>
                                      <p:cBhvr>
                                        <p:cTn id="14" dur="500" fill="hold">
                                          <p:stCondLst>
                                            <p:cond delay="0"/>
                                          </p:stCondLst>
                                        </p:cTn>
                                        <p:tgtEl>
                                          <p:spTgt spid="15"/>
                                        </p:tgtEl>
                                        <p:attrNameLst>
                                          <p:attrName>style.visibility</p:attrName>
                                        </p:attrNameLst>
                                      </p:cBhvr>
                                      <p:to>
                                        <p:strVal val="visible"/>
                                      </p:to>
                                    </p:set>
                                    <p:animEffect transition="in" filter="diamond(in)">
                                      <p:cBhvr>
                                        <p:cTn id="15" dur="500"/>
                                        <p:tgtEl>
                                          <p:spTgt spid="1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2000"/>
                            </p:stCondLst>
                            <p:childTnLst>
                              <p:par>
                                <p:cTn id="21" presetID="23" presetClass="entr" presetSubtype="32" fill="hold" grpId="0" nodeType="afterEffect">
                                  <p:stCondLst>
                                    <p:cond delay="0"/>
                                  </p:stCondLst>
                                  <p:childTnLst>
                                    <p:set>
                                      <p:cBhvr>
                                        <p:cTn id="22" dur="indefinite" fill="hold"/>
                                        <p:tgtEl>
                                          <p:spTgt spid="2013"/>
                                        </p:tgtEl>
                                        <p:attrNameLst>
                                          <p:attrName>style.visibility</p:attrName>
                                        </p:attrNameLst>
                                      </p:cBhvr>
                                      <p:to>
                                        <p:strVal val="visible"/>
                                      </p:to>
                                    </p:set>
                                    <p:anim calcmode="lin" valueType="num">
                                      <p:cBhvr>
                                        <p:cTn id="23" dur="500" fill="hold"/>
                                        <p:tgtEl>
                                          <p:spTgt spid="2013"/>
                                        </p:tgtEl>
                                        <p:attrNameLst>
                                          <p:attrName>ppt_w</p:attrName>
                                        </p:attrNameLst>
                                      </p:cBhvr>
                                      <p:tavLst>
                                        <p:tav tm="0">
                                          <p:val>
                                            <p:fltVal val="0"/>
                                          </p:val>
                                        </p:tav>
                                        <p:tav tm="100000">
                                          <p:val>
                                            <p:strVal val="#ppt_w"/>
                                          </p:val>
                                        </p:tav>
                                      </p:tavLst>
                                    </p:anim>
                                    <p:anim calcmode="lin" valueType="num">
                                      <p:cBhvr>
                                        <p:cTn id="24" dur="500" fill="hold"/>
                                        <p:tgtEl>
                                          <p:spTgt spid="2013"/>
                                        </p:tgtEl>
                                        <p:attrNameLst>
                                          <p:attrName>ppt_h</p:attrName>
                                        </p:attrNameLst>
                                      </p:cBhvr>
                                      <p:tavLst>
                                        <p:tav tm="0">
                                          <p:val>
                                            <p:fltVal val="0"/>
                                          </p:val>
                                        </p:tav>
                                        <p:tav tm="100000">
                                          <p:val>
                                            <p:strVal val="#ppt_h"/>
                                          </p:val>
                                        </p:tav>
                                      </p:tavLst>
                                    </p:anim>
                                  </p:childTnLst>
                                </p:cTn>
                              </p:par>
                            </p:childTnLst>
                          </p:cTn>
                        </p:par>
                        <p:par>
                          <p:cTn id="25" fill="hold">
                            <p:stCondLst>
                              <p:cond delay="2500"/>
                            </p:stCondLst>
                            <p:childTnLst>
                              <p:par>
                                <p:cTn id="26" presetID="2" presetClass="entr" presetSubtype="1" fill="hold" grpId="0" nodeType="afterEffect">
                                  <p:stCondLst>
                                    <p:cond delay="0"/>
                                  </p:stCondLst>
                                  <p:childTnLst>
                                    <p:set>
                                      <p:cBhvr>
                                        <p:cTn id="27" dur="indefinite" fill="hold"/>
                                        <p:tgtEl>
                                          <p:spTgt spid="1978"/>
                                        </p:tgtEl>
                                        <p:attrNameLst>
                                          <p:attrName>style.visibility</p:attrName>
                                        </p:attrNameLst>
                                      </p:cBhvr>
                                      <p:to>
                                        <p:strVal val="visible"/>
                                      </p:to>
                                    </p:set>
                                    <p:anim calcmode="lin" valueType="num">
                                      <p:cBhvr>
                                        <p:cTn id="28" dur="500" fill="hold"/>
                                        <p:tgtEl>
                                          <p:spTgt spid="1978"/>
                                        </p:tgtEl>
                                        <p:attrNameLst>
                                          <p:attrName>ppt_x</p:attrName>
                                        </p:attrNameLst>
                                      </p:cBhvr>
                                      <p:tavLst>
                                        <p:tav tm="0">
                                          <p:val>
                                            <p:strVal val="#ppt_x"/>
                                          </p:val>
                                        </p:tav>
                                        <p:tav tm="100000">
                                          <p:val>
                                            <p:strVal val="#ppt_x"/>
                                          </p:val>
                                        </p:tav>
                                      </p:tavLst>
                                    </p:anim>
                                    <p:anim calcmode="lin" valueType="num">
                                      <p:cBhvr>
                                        <p:cTn id="29" dur="500" fill="hold"/>
                                        <p:tgtEl>
                                          <p:spTgt spid="1978"/>
                                        </p:tgtEl>
                                        <p:attrNameLst>
                                          <p:attrName>ppt_y</p:attrName>
                                        </p:attrNameLst>
                                      </p:cBhvr>
                                      <p:tavLst>
                                        <p:tav tm="0">
                                          <p:val>
                                            <p:strVal val="0-#ppt_h/2"/>
                                          </p:val>
                                        </p:tav>
                                        <p:tav tm="100000">
                                          <p:val>
                                            <p:strVal val="#ppt_y"/>
                                          </p:val>
                                        </p:tav>
                                      </p:tavLst>
                                    </p:anim>
                                  </p:childTnLst>
                                </p:cTn>
                              </p:par>
                            </p:childTnLst>
                          </p:cTn>
                        </p:par>
                        <p:par>
                          <p:cTn id="30" fill="hold">
                            <p:stCondLst>
                              <p:cond delay="3000"/>
                            </p:stCondLst>
                            <p:childTnLst>
                              <p:par>
                                <p:cTn id="31" presetID="1" presetClass="entr" presetSubtype="0" fill="hold" grpId="0" nodeType="afterEffect">
                                  <p:stCondLst>
                                    <p:cond delay="0"/>
                                  </p:stCondLst>
                                  <p:childTnLst>
                                    <p:set>
                                      <p:cBhvr>
                                        <p:cTn id="32" dur="indefinite" fill="hold"/>
                                        <p:tgtEl>
                                          <p:spTgt spid="1972"/>
                                        </p:tgtEl>
                                        <p:attrNameLst>
                                          <p:attrName>style.visibility</p:attrName>
                                        </p:attrNameLst>
                                      </p:cBhvr>
                                      <p:to>
                                        <p:strVal val="visible"/>
                                      </p:to>
                                    </p:set>
                                  </p:childTnLst>
                                </p:cTn>
                              </p:par>
                            </p:childTnLst>
                          </p:cTn>
                        </p:par>
                        <p:par>
                          <p:cTn id="33" fill="hold">
                            <p:stCondLst>
                              <p:cond delay="3000"/>
                            </p:stCondLst>
                            <p:childTnLst>
                              <p:par>
                                <p:cTn id="34" presetID="23" presetClass="entr" presetSubtype="32" fill="hold" grpId="0" nodeType="afterEffect">
                                  <p:stCondLst>
                                    <p:cond delay="0"/>
                                  </p:stCondLst>
                                  <p:childTnLst>
                                    <p:set>
                                      <p:cBhvr>
                                        <p:cTn id="35" dur="indefinite" fill="hold"/>
                                        <p:tgtEl>
                                          <p:spTgt spid="2000"/>
                                        </p:tgtEl>
                                        <p:attrNameLst>
                                          <p:attrName>style.visibility</p:attrName>
                                        </p:attrNameLst>
                                      </p:cBhvr>
                                      <p:to>
                                        <p:strVal val="visible"/>
                                      </p:to>
                                    </p:set>
                                    <p:anim calcmode="lin" valueType="num">
                                      <p:cBhvr>
                                        <p:cTn id="36" dur="500" fill="hold"/>
                                        <p:tgtEl>
                                          <p:spTgt spid="2000"/>
                                        </p:tgtEl>
                                        <p:attrNameLst>
                                          <p:attrName>ppt_w</p:attrName>
                                        </p:attrNameLst>
                                      </p:cBhvr>
                                      <p:tavLst>
                                        <p:tav tm="0">
                                          <p:val>
                                            <p:fltVal val="0"/>
                                          </p:val>
                                        </p:tav>
                                        <p:tav tm="100000">
                                          <p:val>
                                            <p:strVal val="#ppt_w"/>
                                          </p:val>
                                        </p:tav>
                                      </p:tavLst>
                                    </p:anim>
                                    <p:anim calcmode="lin" valueType="num">
                                      <p:cBhvr>
                                        <p:cTn id="37" dur="500" fill="hold"/>
                                        <p:tgtEl>
                                          <p:spTgt spid="2000"/>
                                        </p:tgtEl>
                                        <p:attrNameLst>
                                          <p:attrName>ppt_h</p:attrName>
                                        </p:attrNameLst>
                                      </p:cBhvr>
                                      <p:tavLst>
                                        <p:tav tm="0">
                                          <p:val>
                                            <p:fltVal val="0"/>
                                          </p:val>
                                        </p:tav>
                                        <p:tav tm="100000">
                                          <p:val>
                                            <p:strVal val="#ppt_h"/>
                                          </p:val>
                                        </p:tav>
                                      </p:tavLst>
                                    </p:anim>
                                  </p:childTnLst>
                                </p:cTn>
                              </p:par>
                            </p:childTnLst>
                          </p:cTn>
                        </p:par>
                        <p:par>
                          <p:cTn id="38" fill="hold">
                            <p:stCondLst>
                              <p:cond delay="3500"/>
                            </p:stCondLst>
                            <p:childTnLst>
                              <p:par>
                                <p:cTn id="39" presetID="2" presetClass="entr" presetSubtype="1" fill="hold" grpId="0" nodeType="afterEffect">
                                  <p:stCondLst>
                                    <p:cond delay="0"/>
                                  </p:stCondLst>
                                  <p:childTnLst>
                                    <p:set>
                                      <p:cBhvr>
                                        <p:cTn id="40" dur="indefinite" fill="hold"/>
                                        <p:tgtEl>
                                          <p:spTgt spid="1984"/>
                                        </p:tgtEl>
                                        <p:attrNameLst>
                                          <p:attrName>style.visibility</p:attrName>
                                        </p:attrNameLst>
                                      </p:cBhvr>
                                      <p:to>
                                        <p:strVal val="visible"/>
                                      </p:to>
                                    </p:set>
                                    <p:anim calcmode="lin" valueType="num">
                                      <p:cBhvr>
                                        <p:cTn id="41" dur="500" fill="hold"/>
                                        <p:tgtEl>
                                          <p:spTgt spid="1984"/>
                                        </p:tgtEl>
                                        <p:attrNameLst>
                                          <p:attrName>ppt_x</p:attrName>
                                        </p:attrNameLst>
                                      </p:cBhvr>
                                      <p:tavLst>
                                        <p:tav tm="0">
                                          <p:val>
                                            <p:strVal val="#ppt_x"/>
                                          </p:val>
                                        </p:tav>
                                        <p:tav tm="100000">
                                          <p:val>
                                            <p:strVal val="#ppt_x"/>
                                          </p:val>
                                        </p:tav>
                                      </p:tavLst>
                                    </p:anim>
                                    <p:anim calcmode="lin" valueType="num">
                                      <p:cBhvr>
                                        <p:cTn id="42" dur="500" fill="hold"/>
                                        <p:tgtEl>
                                          <p:spTgt spid="1984"/>
                                        </p:tgtEl>
                                        <p:attrNameLst>
                                          <p:attrName>ppt_y</p:attrName>
                                        </p:attrNameLst>
                                      </p:cBhvr>
                                      <p:tavLst>
                                        <p:tav tm="0">
                                          <p:val>
                                            <p:strVal val="0-#ppt_h/2"/>
                                          </p:val>
                                        </p:tav>
                                        <p:tav tm="100000">
                                          <p:val>
                                            <p:strVal val="#ppt_y"/>
                                          </p:val>
                                        </p:tav>
                                      </p:tavLst>
                                    </p:anim>
                                  </p:childTnLst>
                                </p:cTn>
                              </p:par>
                            </p:childTnLst>
                          </p:cTn>
                        </p:par>
                        <p:par>
                          <p:cTn id="43" fill="hold">
                            <p:stCondLst>
                              <p:cond delay="4000"/>
                            </p:stCondLst>
                            <p:childTnLst>
                              <p:par>
                                <p:cTn id="44" presetID="1" presetClass="entr" presetSubtype="0" fill="hold" grpId="0" nodeType="afterEffect">
                                  <p:stCondLst>
                                    <p:cond delay="0"/>
                                  </p:stCondLst>
                                  <p:childTnLst>
                                    <p:set>
                                      <p:cBhvr>
                                        <p:cTn id="45" dur="indefinite" fill="hold"/>
                                        <p:tgtEl>
                                          <p:spTgt spid="1973"/>
                                        </p:tgtEl>
                                        <p:attrNameLst>
                                          <p:attrName>style.visibility</p:attrName>
                                        </p:attrNameLst>
                                      </p:cBhvr>
                                      <p:to>
                                        <p:strVal val="visible"/>
                                      </p:to>
                                    </p:set>
                                  </p:childTnLst>
                                </p:cTn>
                              </p:par>
                            </p:childTnLst>
                          </p:cTn>
                        </p:par>
                        <p:par>
                          <p:cTn id="46" fill="hold">
                            <p:stCondLst>
                              <p:cond delay="4000"/>
                            </p:stCondLst>
                            <p:childTnLst>
                              <p:par>
                                <p:cTn id="47" presetID="53" presetClass="entr" presetSubtype="16" fill="hold" grpId="0" nodeType="afterEffect">
                                  <p:stCondLst>
                                    <p:cond delay="0"/>
                                  </p:stCondLst>
                                  <p:childTnLst>
                                    <p:set>
                                      <p:cBhvr>
                                        <p:cTn id="48" dur="1" fill="hold">
                                          <p:stCondLst>
                                            <p:cond delay="0"/>
                                          </p:stCondLst>
                                        </p:cTn>
                                        <p:tgtEl>
                                          <p:spTgt spid="1991"/>
                                        </p:tgtEl>
                                        <p:attrNameLst>
                                          <p:attrName>style.visibility</p:attrName>
                                        </p:attrNameLst>
                                      </p:cBhvr>
                                      <p:to>
                                        <p:strVal val="visible"/>
                                      </p:to>
                                    </p:set>
                                    <p:anim calcmode="lin" valueType="num">
                                      <p:cBhvr>
                                        <p:cTn id="49" dur="500" fill="hold"/>
                                        <p:tgtEl>
                                          <p:spTgt spid="1991"/>
                                        </p:tgtEl>
                                        <p:attrNameLst>
                                          <p:attrName>ppt_w</p:attrName>
                                        </p:attrNameLst>
                                      </p:cBhvr>
                                      <p:tavLst>
                                        <p:tav tm="0">
                                          <p:val>
                                            <p:fltVal val="0"/>
                                          </p:val>
                                        </p:tav>
                                        <p:tav tm="100000">
                                          <p:val>
                                            <p:strVal val="#ppt_w"/>
                                          </p:val>
                                        </p:tav>
                                      </p:tavLst>
                                    </p:anim>
                                    <p:anim calcmode="lin" valueType="num">
                                      <p:cBhvr>
                                        <p:cTn id="50" dur="500" fill="hold"/>
                                        <p:tgtEl>
                                          <p:spTgt spid="1991"/>
                                        </p:tgtEl>
                                        <p:attrNameLst>
                                          <p:attrName>ppt_h</p:attrName>
                                        </p:attrNameLst>
                                      </p:cBhvr>
                                      <p:tavLst>
                                        <p:tav tm="0">
                                          <p:val>
                                            <p:fltVal val="0"/>
                                          </p:val>
                                        </p:tav>
                                        <p:tav tm="100000">
                                          <p:val>
                                            <p:strVal val="#ppt_h"/>
                                          </p:val>
                                        </p:tav>
                                      </p:tavLst>
                                    </p:anim>
                                    <p:animEffect transition="in" filter="fade">
                                      <p:cBhvr>
                                        <p:cTn id="51" dur="500"/>
                                        <p:tgtEl>
                                          <p:spTgt spid="1991"/>
                                        </p:tgtEl>
                                      </p:cBhvr>
                                    </p:animEffect>
                                  </p:childTnLst>
                                </p:cTn>
                              </p:par>
                            </p:childTnLst>
                          </p:cTn>
                        </p:par>
                        <p:par>
                          <p:cTn id="52" fill="hold">
                            <p:stCondLst>
                              <p:cond delay="4500"/>
                            </p:stCondLst>
                            <p:childTnLst>
                              <p:par>
                                <p:cTn id="53" presetID="2" presetClass="entr" presetSubtype="1" fill="hold" grpId="0" nodeType="afterEffect">
                                  <p:stCondLst>
                                    <p:cond delay="0"/>
                                  </p:stCondLst>
                                  <p:childTnLst>
                                    <p:set>
                                      <p:cBhvr>
                                        <p:cTn id="54" dur="indefinite" fill="hold"/>
                                        <p:tgtEl>
                                          <p:spTgt spid="1990"/>
                                        </p:tgtEl>
                                        <p:attrNameLst>
                                          <p:attrName>style.visibility</p:attrName>
                                        </p:attrNameLst>
                                      </p:cBhvr>
                                      <p:to>
                                        <p:strVal val="visible"/>
                                      </p:to>
                                    </p:set>
                                    <p:anim calcmode="lin" valueType="num">
                                      <p:cBhvr>
                                        <p:cTn id="55" dur="500" fill="hold"/>
                                        <p:tgtEl>
                                          <p:spTgt spid="1990"/>
                                        </p:tgtEl>
                                        <p:attrNameLst>
                                          <p:attrName>ppt_x</p:attrName>
                                        </p:attrNameLst>
                                      </p:cBhvr>
                                      <p:tavLst>
                                        <p:tav tm="0">
                                          <p:val>
                                            <p:strVal val="#ppt_x"/>
                                          </p:val>
                                        </p:tav>
                                        <p:tav tm="100000">
                                          <p:val>
                                            <p:strVal val="#ppt_x"/>
                                          </p:val>
                                        </p:tav>
                                      </p:tavLst>
                                    </p:anim>
                                    <p:anim calcmode="lin" valueType="num">
                                      <p:cBhvr>
                                        <p:cTn id="56" dur="500" fill="hold"/>
                                        <p:tgtEl>
                                          <p:spTgt spid="199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972" grpId="0" bldLvl="0" animBg="1" advAuto="0"/>
      <p:bldP spid="1973" grpId="0" bldLvl="0" animBg="1" advAuto="0"/>
      <p:bldP spid="1978" grpId="0" bldLvl="0" animBg="1" advAuto="0"/>
      <p:bldP spid="1984" grpId="0" bldLvl="0" animBg="1" advAuto="0"/>
      <p:bldP spid="1990" grpId="0" bldLvl="0" animBg="1" advAuto="0"/>
      <p:bldP spid="1991" grpId="0" bldLvl="0" animBg="1"/>
      <p:bldP spid="2000" grpId="0" bldLvl="0" animBg="1" advAuto="0"/>
      <p:bldP spid="2013" grpId="0" bldLvl="0"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628650" y="603885"/>
            <a:ext cx="550545" cy="563245"/>
            <a:chOff x="10213" y="2013"/>
            <a:chExt cx="867" cy="887"/>
          </a:xfrm>
        </p:grpSpPr>
        <p:pic>
          <p:nvPicPr>
            <p:cNvPr id="13" name="图片 12" descr="印章"/>
            <p:cNvPicPr>
              <a:picLocks noChangeAspect="1"/>
            </p:cNvPicPr>
            <p:nvPr/>
          </p:nvPicPr>
          <p:blipFill>
            <a:blip r:embed="rId1"/>
            <a:stretch>
              <a:fillRect/>
            </a:stretch>
          </p:blipFill>
          <p:spPr>
            <a:xfrm>
              <a:off x="10213" y="2013"/>
              <a:ext cx="867" cy="887"/>
            </a:xfrm>
            <a:prstGeom prst="rect">
              <a:avLst/>
            </a:prstGeom>
          </p:spPr>
        </p:pic>
        <p:sp>
          <p:nvSpPr>
            <p:cNvPr id="14" name="文本框 13"/>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02</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11" name="矩形 10"/>
          <p:cNvSpPr/>
          <p:nvPr/>
        </p:nvSpPr>
        <p:spPr>
          <a:xfrm>
            <a:off x="1377315" y="643890"/>
            <a:ext cx="2396490" cy="497205"/>
          </a:xfrm>
          <a:prstGeom prst="rect">
            <a:avLst/>
          </a:prstGeom>
          <a:noFill/>
        </p:spPr>
        <p:txBody>
          <a:bodyPr wrap="square" rtlCol="0">
            <a:spAutoFit/>
          </a:bodyPr>
          <a:lstStyle/>
          <a:p>
            <a:pPr algn="dist">
              <a:lnSpc>
                <a:spcPct val="120000"/>
              </a:lnSpc>
            </a:pPr>
            <a:r>
              <a:rPr lang="zh-CN" altLang="en-US" sz="2200" b="1" dirty="0">
                <a:solidFill>
                  <a:srgbClr val="FCCC9B"/>
                </a:solidFill>
                <a:latin typeface="仓耳玄三M W05" panose="02020400000000000000" charset="-122"/>
                <a:ea typeface="仓耳玄三M W05" panose="02020400000000000000" charset="-122"/>
                <a:sym typeface="+mn-ea"/>
              </a:rPr>
              <a:t>项目成果展示</a:t>
            </a:r>
            <a:endParaRPr lang="zh-CN" altLang="en-US" sz="2200" b="1" dirty="0">
              <a:solidFill>
                <a:srgbClr val="FCCC9B"/>
              </a:solidFill>
              <a:latin typeface="仓耳玄三M W05" panose="02020400000000000000" charset="-122"/>
              <a:ea typeface="仓耳玄三M W05" panose="02020400000000000000" charset="-122"/>
              <a:sym typeface="+mn-ea"/>
            </a:endParaRPr>
          </a:p>
        </p:txBody>
      </p:sp>
      <p:grpSp>
        <p:nvGrpSpPr>
          <p:cNvPr id="18" name="组合 17"/>
          <p:cNvGrpSpPr/>
          <p:nvPr/>
        </p:nvGrpSpPr>
        <p:grpSpPr>
          <a:xfrm>
            <a:off x="-187960" y="-41910"/>
            <a:ext cx="12568555" cy="6938010"/>
            <a:chOff x="-296" y="-66"/>
            <a:chExt cx="19793" cy="10926"/>
          </a:xfrm>
        </p:grpSpPr>
        <p:pic>
          <p:nvPicPr>
            <p:cNvPr id="6" name="图片 5" descr="云波纹"/>
            <p:cNvPicPr>
              <a:picLocks noChangeAspect="1"/>
            </p:cNvPicPr>
            <p:nvPr/>
          </p:nvPicPr>
          <p:blipFill>
            <a:blip r:embed="rId2"/>
            <a:srcRect l="34620" b="87816"/>
            <a:stretch>
              <a:fillRect/>
            </a:stretch>
          </p:blipFill>
          <p:spPr>
            <a:xfrm>
              <a:off x="-295" y="10292"/>
              <a:ext cx="19792" cy="568"/>
            </a:xfrm>
            <a:prstGeom prst="rect">
              <a:avLst/>
            </a:prstGeom>
          </p:spPr>
        </p:pic>
        <p:pic>
          <p:nvPicPr>
            <p:cNvPr id="12" name="图片 11" descr="云波纹"/>
            <p:cNvPicPr>
              <a:picLocks noChangeAspect="1"/>
            </p:cNvPicPr>
            <p:nvPr/>
          </p:nvPicPr>
          <p:blipFill>
            <a:blip r:embed="rId2"/>
            <a:srcRect l="34620" b="87816"/>
            <a:stretch>
              <a:fillRect/>
            </a:stretch>
          </p:blipFill>
          <p:spPr>
            <a:xfrm>
              <a:off x="-296" y="-66"/>
              <a:ext cx="19792" cy="568"/>
            </a:xfrm>
            <a:prstGeom prst="rect">
              <a:avLst/>
            </a:prstGeom>
          </p:spPr>
        </p:pic>
        <p:pic>
          <p:nvPicPr>
            <p:cNvPr id="16" name="图片 15" descr="云波纹"/>
            <p:cNvPicPr>
              <a:picLocks noChangeAspect="1"/>
            </p:cNvPicPr>
            <p:nvPr/>
          </p:nvPicPr>
          <p:blipFill>
            <a:blip r:embed="rId2"/>
            <a:srcRect l="64657" b="87215"/>
            <a:stretch>
              <a:fillRect/>
            </a:stretch>
          </p:blipFill>
          <p:spPr>
            <a:xfrm rot="16200000">
              <a:off x="-5128" y="5143"/>
              <a:ext cx="10699" cy="596"/>
            </a:xfrm>
            <a:prstGeom prst="rect">
              <a:avLst/>
            </a:prstGeom>
          </p:spPr>
        </p:pic>
        <p:pic>
          <p:nvPicPr>
            <p:cNvPr id="17" name="图片 16" descr="云波纹"/>
            <p:cNvPicPr>
              <a:picLocks noChangeAspect="1"/>
            </p:cNvPicPr>
            <p:nvPr/>
          </p:nvPicPr>
          <p:blipFill>
            <a:blip r:embed="rId2"/>
            <a:srcRect l="64657" b="87215"/>
            <a:stretch>
              <a:fillRect/>
            </a:stretch>
          </p:blipFill>
          <p:spPr>
            <a:xfrm rot="16200000">
              <a:off x="13595" y="5102"/>
              <a:ext cx="10699" cy="596"/>
            </a:xfrm>
            <a:prstGeom prst="rect">
              <a:avLst/>
            </a:prstGeom>
          </p:spPr>
        </p:pic>
      </p:grpSp>
      <p:pic>
        <p:nvPicPr>
          <p:cNvPr id="10" name="图片 9" descr="梅花3"/>
          <p:cNvPicPr>
            <a:picLocks noChangeAspect="1"/>
          </p:cNvPicPr>
          <p:nvPr/>
        </p:nvPicPr>
        <p:blipFill>
          <a:blip r:embed="rId3"/>
          <a:stretch>
            <a:fillRect/>
          </a:stretch>
        </p:blipFill>
        <p:spPr>
          <a:xfrm flipH="1">
            <a:off x="9716135" y="-12700"/>
            <a:ext cx="2488565" cy="1809750"/>
          </a:xfrm>
          <a:prstGeom prst="rect">
            <a:avLst/>
          </a:prstGeom>
        </p:spPr>
      </p:pic>
      <p:grpSp>
        <p:nvGrpSpPr>
          <p:cNvPr id="4" name="组合 3"/>
          <p:cNvGrpSpPr/>
          <p:nvPr/>
        </p:nvGrpSpPr>
        <p:grpSpPr>
          <a:xfrm>
            <a:off x="4601845" y="2068195"/>
            <a:ext cx="2987675" cy="2978785"/>
            <a:chOff x="6873" y="2865"/>
            <a:chExt cx="5414" cy="5397"/>
          </a:xfrm>
          <a:solidFill>
            <a:srgbClr val="981620"/>
          </a:solidFill>
        </p:grpSpPr>
        <p:sp>
          <p:nvSpPr>
            <p:cNvPr id="2" name="新月形 4"/>
            <p:cNvSpPr>
              <a:spLocks noChangeArrowheads="1"/>
            </p:cNvSpPr>
            <p:nvPr/>
          </p:nvSpPr>
          <p:spPr bwMode="auto">
            <a:xfrm rot="20751297">
              <a:off x="6873" y="3245"/>
              <a:ext cx="2502" cy="5005"/>
            </a:xfrm>
            <a:prstGeom prst="moon">
              <a:avLst>
                <a:gd name="adj" fmla="val 15190"/>
              </a:avLst>
            </a:prstGeom>
            <a:grpFill/>
            <a:ln w="3175" cmpd="sng">
              <a:solidFill>
                <a:srgbClr val="FCCC9B"/>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buFont typeface="Arial" panose="020B0604020202020204" pitchFamily="34" charset="0"/>
                <a:buNone/>
                <a:defRPr/>
              </a:pPr>
              <a:endParaRPr lang="zh-CN" altLang="en-US" kern="0">
                <a:solidFill>
                  <a:srgbClr val="FCCC9B"/>
                </a:solidFill>
                <a:latin typeface="仓耳玄三M W05" panose="02020400000000000000" charset="-122"/>
                <a:ea typeface="仓耳玄三M W05" panose="02020400000000000000" charset="-122"/>
                <a:cs typeface="+mn-ea"/>
                <a:sym typeface="Arial" panose="020B0604020202020204" pitchFamily="34" charset="0"/>
              </a:endParaRPr>
            </a:p>
          </p:txBody>
        </p:sp>
        <p:sp>
          <p:nvSpPr>
            <p:cNvPr id="3" name="新月形 5"/>
            <p:cNvSpPr>
              <a:spLocks noChangeArrowheads="1"/>
            </p:cNvSpPr>
            <p:nvPr/>
          </p:nvSpPr>
          <p:spPr bwMode="auto">
            <a:xfrm rot="4551297">
              <a:off x="8153" y="1615"/>
              <a:ext cx="2503" cy="5002"/>
            </a:xfrm>
            <a:prstGeom prst="moon">
              <a:avLst>
                <a:gd name="adj" fmla="val 15190"/>
              </a:avLst>
            </a:prstGeom>
            <a:grpFill/>
            <a:ln w="3175" cmpd="sng">
              <a:solidFill>
                <a:srgbClr val="FCCC9B"/>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buFont typeface="Arial" panose="020B0604020202020204" pitchFamily="34" charset="0"/>
                <a:buNone/>
                <a:defRPr/>
              </a:pPr>
              <a:endParaRPr lang="zh-CN" altLang="en-US" kern="0">
                <a:solidFill>
                  <a:srgbClr val="FCCC9B"/>
                </a:solidFill>
                <a:latin typeface="仓耳玄三M W05" panose="02020400000000000000" charset="-122"/>
                <a:ea typeface="仓耳玄三M W05" panose="02020400000000000000" charset="-122"/>
                <a:cs typeface="+mn-ea"/>
                <a:sym typeface="Arial" panose="020B0604020202020204" pitchFamily="34" charset="0"/>
              </a:endParaRPr>
            </a:p>
          </p:txBody>
        </p:sp>
        <p:sp>
          <p:nvSpPr>
            <p:cNvPr id="5" name="新月形 6"/>
            <p:cNvSpPr>
              <a:spLocks noChangeArrowheads="1"/>
            </p:cNvSpPr>
            <p:nvPr/>
          </p:nvSpPr>
          <p:spPr bwMode="auto">
            <a:xfrm rot="9951297">
              <a:off x="9785" y="2898"/>
              <a:ext cx="2503" cy="5005"/>
            </a:xfrm>
            <a:prstGeom prst="moon">
              <a:avLst>
                <a:gd name="adj" fmla="val 15190"/>
              </a:avLst>
            </a:prstGeom>
            <a:grpFill/>
            <a:ln w="3175" cmpd="sng">
              <a:solidFill>
                <a:srgbClr val="FCCC9B"/>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buFont typeface="Arial" panose="020B0604020202020204" pitchFamily="34" charset="0"/>
                <a:buNone/>
                <a:defRPr/>
              </a:pPr>
              <a:endParaRPr lang="zh-CN" altLang="en-US" kern="0">
                <a:solidFill>
                  <a:srgbClr val="FCCC9B"/>
                </a:solidFill>
                <a:latin typeface="仓耳玄三M W05" panose="02020400000000000000" charset="-122"/>
                <a:ea typeface="仓耳玄三M W05" panose="02020400000000000000" charset="-122"/>
                <a:cs typeface="+mn-ea"/>
                <a:sym typeface="Arial" panose="020B0604020202020204" pitchFamily="34" charset="0"/>
              </a:endParaRPr>
            </a:p>
          </p:txBody>
        </p:sp>
        <p:sp>
          <p:nvSpPr>
            <p:cNvPr id="19" name="新月形 7"/>
            <p:cNvSpPr>
              <a:spLocks noChangeArrowheads="1"/>
            </p:cNvSpPr>
            <p:nvPr/>
          </p:nvSpPr>
          <p:spPr bwMode="auto">
            <a:xfrm rot="15351297">
              <a:off x="8525" y="4510"/>
              <a:ext cx="2503" cy="5003"/>
            </a:xfrm>
            <a:prstGeom prst="moon">
              <a:avLst>
                <a:gd name="adj" fmla="val 15190"/>
              </a:avLst>
            </a:prstGeom>
            <a:grpFill/>
            <a:ln w="3175" cmpd="sng">
              <a:solidFill>
                <a:srgbClr val="FCCC9B"/>
              </a:solidFill>
              <a:miter lim="800000"/>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auto" hangingPunct="1">
                <a:spcBef>
                  <a:spcPts val="0"/>
                </a:spcBef>
                <a:spcAft>
                  <a:spcPts val="0"/>
                </a:spcAft>
                <a:buFont typeface="Arial" panose="020B0604020202020204" pitchFamily="34" charset="0"/>
                <a:buNone/>
                <a:defRPr/>
              </a:pPr>
              <a:endParaRPr lang="zh-CN" altLang="en-US" kern="0">
                <a:solidFill>
                  <a:srgbClr val="FCCC9B"/>
                </a:solidFill>
                <a:latin typeface="仓耳玄三M W05" panose="02020400000000000000" charset="-122"/>
                <a:ea typeface="仓耳玄三M W05" panose="02020400000000000000" charset="-122"/>
                <a:cs typeface="+mn-ea"/>
                <a:sym typeface="Arial" panose="020B0604020202020204" pitchFamily="34" charset="0"/>
              </a:endParaRPr>
            </a:p>
          </p:txBody>
        </p:sp>
      </p:grpSp>
      <p:sp>
        <p:nvSpPr>
          <p:cNvPr id="20" name="TextBox 11"/>
          <p:cNvSpPr>
            <a:spLocks noChangeArrowheads="1"/>
          </p:cNvSpPr>
          <p:nvPr/>
        </p:nvSpPr>
        <p:spPr bwMode="auto">
          <a:xfrm flipH="1">
            <a:off x="5040630" y="3197543"/>
            <a:ext cx="2111375" cy="90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1216660" eaLnBrk="1" hangingPunct="1">
              <a:spcBef>
                <a:spcPct val="20000"/>
              </a:spcBef>
              <a:defRPr/>
            </a:pPr>
            <a:r>
              <a:rPr lang="zh-CN" altLang="en-US" sz="2400" b="1" dirty="0">
                <a:solidFill>
                  <a:srgbClr val="FCCC9B"/>
                </a:solidFill>
                <a:latin typeface="仓耳玄三M W05" panose="02020400000000000000" charset="-122"/>
                <a:ea typeface="仓耳玄三M W05" panose="02020400000000000000" charset="-122"/>
                <a:sym typeface="Arial" panose="020B0604020202020204" pitchFamily="34" charset="0"/>
              </a:rPr>
              <a:t>单击此处</a:t>
            </a:r>
            <a:endParaRPr lang="zh-CN" altLang="en-US" sz="2400" b="1" dirty="0">
              <a:solidFill>
                <a:srgbClr val="FCCC9B"/>
              </a:solidFill>
              <a:latin typeface="仓耳玄三M W05" panose="02020400000000000000" charset="-122"/>
              <a:ea typeface="仓耳玄三M W05" panose="02020400000000000000" charset="-122"/>
              <a:sym typeface="Arial" panose="020B0604020202020204" pitchFamily="34" charset="0"/>
            </a:endParaRPr>
          </a:p>
          <a:p>
            <a:pPr algn="ctr" defTabSz="1216660" eaLnBrk="1" hangingPunct="1">
              <a:spcBef>
                <a:spcPct val="20000"/>
              </a:spcBef>
              <a:defRPr/>
            </a:pPr>
            <a:r>
              <a:rPr lang="zh-CN" altLang="en-US" sz="2400" b="1" dirty="0">
                <a:solidFill>
                  <a:srgbClr val="FCCC9B"/>
                </a:solidFill>
                <a:latin typeface="仓耳玄三M W05" panose="02020400000000000000" charset="-122"/>
                <a:ea typeface="仓耳玄三M W05" panose="02020400000000000000" charset="-122"/>
                <a:sym typeface="Arial" panose="020B0604020202020204" pitchFamily="34" charset="0"/>
              </a:rPr>
              <a:t>输入标题</a:t>
            </a:r>
            <a:endParaRPr lang="zh-CN" altLang="en-US" sz="2400" b="1" dirty="0">
              <a:solidFill>
                <a:srgbClr val="FCCC9B"/>
              </a:solidFill>
              <a:latin typeface="仓耳玄三M W05" panose="02020400000000000000" charset="-122"/>
              <a:ea typeface="仓耳玄三M W05" panose="02020400000000000000" charset="-122"/>
              <a:cs typeface="+mn-ea"/>
              <a:sym typeface="Arial" panose="020B0604020202020204" pitchFamily="34" charset="0"/>
            </a:endParaRPr>
          </a:p>
        </p:txBody>
      </p:sp>
      <p:sp>
        <p:nvSpPr>
          <p:cNvPr id="24" name="直接连接符 24"/>
          <p:cNvSpPr>
            <a:spLocks noChangeShapeType="1"/>
          </p:cNvSpPr>
          <p:nvPr/>
        </p:nvSpPr>
        <p:spPr bwMode="auto">
          <a:xfrm flipH="1">
            <a:off x="3713798" y="2903538"/>
            <a:ext cx="1049337" cy="0"/>
          </a:xfrm>
          <a:prstGeom prst="line">
            <a:avLst/>
          </a:prstGeom>
          <a:noFill/>
          <a:ln w="12700" cmpd="sng">
            <a:solidFill>
              <a:srgbClr val="FCCC9B"/>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buFont typeface="Arial" panose="020B0604020202020204" pitchFamily="34" charset="0"/>
              <a:buNone/>
              <a:defRPr/>
            </a:pPr>
            <a:endParaRPr lang="zh-CN" altLang="en-US" kern="0">
              <a:solidFill>
                <a:srgbClr val="C00000"/>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25" name="直接连接符 24"/>
          <p:cNvSpPr>
            <a:spLocks noChangeShapeType="1"/>
          </p:cNvSpPr>
          <p:nvPr/>
        </p:nvSpPr>
        <p:spPr bwMode="auto">
          <a:xfrm flipH="1">
            <a:off x="4445318" y="4900613"/>
            <a:ext cx="1033462" cy="0"/>
          </a:xfrm>
          <a:prstGeom prst="line">
            <a:avLst/>
          </a:prstGeom>
          <a:noFill/>
          <a:ln w="12700" cmpd="sng">
            <a:solidFill>
              <a:srgbClr val="FCCC9B"/>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buFont typeface="Arial" panose="020B0604020202020204" pitchFamily="34" charset="0"/>
              <a:buNone/>
              <a:defRPr/>
            </a:pPr>
            <a:endParaRPr lang="zh-CN" altLang="en-US" kern="0">
              <a:solidFill>
                <a:srgbClr val="C00000"/>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26" name="TextBox 13"/>
          <p:cNvSpPr txBox="1"/>
          <p:nvPr/>
        </p:nvSpPr>
        <p:spPr>
          <a:xfrm>
            <a:off x="1572895" y="2590800"/>
            <a:ext cx="1952625" cy="215265"/>
          </a:xfrm>
          <a:prstGeom prst="rect">
            <a:avLst/>
          </a:prstGeom>
          <a:noFill/>
        </p:spPr>
        <p:txBody>
          <a:bodyPr lIns="0" tIns="0" rIns="0" bIns="0">
            <a:spAutoFit/>
          </a:bodyPr>
          <a:lstStyle/>
          <a:p>
            <a:pPr algn="r" defTabSz="1216660" eaLnBrk="1" hangingPunct="1">
              <a:spcBef>
                <a:spcPct val="20000"/>
              </a:spcBef>
              <a:defRPr/>
            </a:pPr>
            <a:r>
              <a:rPr lang="zh-CN" altLang="en-US" sz="1400" b="1" dirty="0">
                <a:solidFill>
                  <a:srgbClr val="FCCC9B"/>
                </a:solidFill>
                <a:latin typeface="仓耳玄三M W05" panose="02020400000000000000" charset="-122"/>
                <a:ea typeface="仓耳玄三M W05" panose="02020400000000000000" charset="-122"/>
                <a:sym typeface="Arial" panose="020B0604020202020204" pitchFamily="34" charset="0"/>
              </a:rPr>
              <a:t>单击此处输入标题</a:t>
            </a:r>
            <a:endParaRPr lang="zh-CN" altLang="en-US" sz="1400" b="1" dirty="0">
              <a:solidFill>
                <a:srgbClr val="FCCC9B"/>
              </a:solidFill>
              <a:latin typeface="仓耳玄三M W05" panose="02020400000000000000" charset="-122"/>
              <a:ea typeface="仓耳玄三M W05" panose="02020400000000000000" charset="-122"/>
              <a:cs typeface="+mn-ea"/>
              <a:sym typeface="Arial" panose="020B0604020202020204" pitchFamily="34" charset="0"/>
            </a:endParaRPr>
          </a:p>
        </p:txBody>
      </p:sp>
      <p:sp>
        <p:nvSpPr>
          <p:cNvPr id="27" name="TextBox 13"/>
          <p:cNvSpPr txBox="1"/>
          <p:nvPr/>
        </p:nvSpPr>
        <p:spPr>
          <a:xfrm>
            <a:off x="7894955" y="1800860"/>
            <a:ext cx="1645920" cy="215265"/>
          </a:xfrm>
          <a:prstGeom prst="rect">
            <a:avLst/>
          </a:prstGeom>
          <a:noFill/>
        </p:spPr>
        <p:txBody>
          <a:bodyPr wrap="square" lIns="0" tIns="0" rIns="0" bIns="0">
            <a:spAutoFit/>
          </a:bodyPr>
          <a:lstStyle/>
          <a:p>
            <a:pPr algn="l" defTabSz="1216660" eaLnBrk="1" hangingPunct="1">
              <a:spcBef>
                <a:spcPct val="20000"/>
              </a:spcBef>
              <a:defRPr/>
            </a:pPr>
            <a:r>
              <a:rPr lang="zh-CN" altLang="en-US" sz="1400" b="1" dirty="0">
                <a:solidFill>
                  <a:srgbClr val="FCCC9B"/>
                </a:solidFill>
                <a:latin typeface="仓耳玄三M W05" panose="02020400000000000000" charset="-122"/>
                <a:ea typeface="仓耳玄三M W05" panose="02020400000000000000" charset="-122"/>
                <a:sym typeface="Arial" panose="020B0604020202020204" pitchFamily="34" charset="0"/>
              </a:rPr>
              <a:t>单击此处输入标题</a:t>
            </a:r>
            <a:endParaRPr lang="zh-CN" altLang="en-US" sz="1400" b="1" dirty="0">
              <a:solidFill>
                <a:srgbClr val="FCCC9B"/>
              </a:solidFill>
              <a:latin typeface="仓耳玄三M W05" panose="02020400000000000000" charset="-122"/>
              <a:ea typeface="仓耳玄三M W05" panose="02020400000000000000" charset="-122"/>
              <a:cs typeface="+mn-ea"/>
              <a:sym typeface="Arial" panose="020B0604020202020204" pitchFamily="34" charset="0"/>
            </a:endParaRPr>
          </a:p>
        </p:txBody>
      </p:sp>
      <p:sp>
        <p:nvSpPr>
          <p:cNvPr id="28" name="TextBox 13"/>
          <p:cNvSpPr txBox="1"/>
          <p:nvPr/>
        </p:nvSpPr>
        <p:spPr>
          <a:xfrm>
            <a:off x="2323783" y="4537710"/>
            <a:ext cx="1952625" cy="215265"/>
          </a:xfrm>
          <a:prstGeom prst="rect">
            <a:avLst/>
          </a:prstGeom>
          <a:noFill/>
        </p:spPr>
        <p:txBody>
          <a:bodyPr lIns="0" tIns="0" rIns="0" bIns="0">
            <a:spAutoFit/>
          </a:bodyPr>
          <a:lstStyle/>
          <a:p>
            <a:pPr algn="r" defTabSz="1216660" eaLnBrk="1" fontAlgn="auto" hangingPunct="1">
              <a:spcBef>
                <a:spcPct val="20000"/>
              </a:spcBef>
              <a:spcAft>
                <a:spcPts val="0"/>
              </a:spcAft>
              <a:defRPr/>
            </a:pPr>
            <a:r>
              <a:rPr lang="zh-CN" altLang="en-US" sz="1400" b="1" dirty="0">
                <a:solidFill>
                  <a:srgbClr val="FCCC9B"/>
                </a:solidFill>
                <a:latin typeface="仓耳玄三M W05" panose="02020400000000000000" charset="-122"/>
                <a:ea typeface="仓耳玄三M W05" panose="02020400000000000000" charset="-122"/>
                <a:sym typeface="Arial" panose="020B0604020202020204" pitchFamily="34" charset="0"/>
              </a:rPr>
              <a:t>单击此处输入标题</a:t>
            </a:r>
            <a:endParaRPr lang="zh-CN" altLang="en-US" sz="1400" b="1" dirty="0">
              <a:solidFill>
                <a:srgbClr val="FCCC9B"/>
              </a:solidFill>
              <a:latin typeface="仓耳玄三M W05" panose="02020400000000000000" charset="-122"/>
              <a:ea typeface="仓耳玄三M W05" panose="02020400000000000000" charset="-122"/>
              <a:cs typeface="+mn-ea"/>
              <a:sym typeface="Arial" panose="020B0604020202020204" pitchFamily="34" charset="0"/>
            </a:endParaRPr>
          </a:p>
        </p:txBody>
      </p:sp>
      <p:sp>
        <p:nvSpPr>
          <p:cNvPr id="51" name="TextBox 13"/>
          <p:cNvSpPr txBox="1"/>
          <p:nvPr/>
        </p:nvSpPr>
        <p:spPr>
          <a:xfrm>
            <a:off x="8638223" y="3944938"/>
            <a:ext cx="1952625" cy="215265"/>
          </a:xfrm>
          <a:prstGeom prst="rect">
            <a:avLst/>
          </a:prstGeom>
          <a:noFill/>
        </p:spPr>
        <p:txBody>
          <a:bodyPr lIns="0" tIns="0" rIns="0" bIns="0">
            <a:spAutoFit/>
          </a:bodyPr>
          <a:lstStyle/>
          <a:p>
            <a:pPr algn="l" defTabSz="1216660" eaLnBrk="1" hangingPunct="1">
              <a:spcBef>
                <a:spcPct val="20000"/>
              </a:spcBef>
              <a:defRPr/>
            </a:pPr>
            <a:r>
              <a:rPr lang="zh-CN" altLang="en-US" sz="1400" b="1" dirty="0">
                <a:solidFill>
                  <a:srgbClr val="FCCC9B"/>
                </a:solidFill>
                <a:latin typeface="仓耳玄三M W05" panose="02020400000000000000" charset="-122"/>
                <a:ea typeface="仓耳玄三M W05" panose="02020400000000000000" charset="-122"/>
                <a:sym typeface="Arial" panose="020B0604020202020204" pitchFamily="34" charset="0"/>
              </a:rPr>
              <a:t>单击此处输入标题</a:t>
            </a:r>
            <a:endParaRPr lang="zh-CN" altLang="en-US" sz="1400" b="1" dirty="0">
              <a:solidFill>
                <a:srgbClr val="FCCC9B"/>
              </a:solidFill>
              <a:latin typeface="仓耳玄三M W05" panose="02020400000000000000" charset="-122"/>
              <a:ea typeface="仓耳玄三M W05" panose="02020400000000000000" charset="-122"/>
              <a:cs typeface="+mn-ea"/>
              <a:sym typeface="Arial" panose="020B0604020202020204" pitchFamily="34" charset="0"/>
            </a:endParaRPr>
          </a:p>
        </p:txBody>
      </p:sp>
      <p:sp>
        <p:nvSpPr>
          <p:cNvPr id="54" name="直接连接符 24"/>
          <p:cNvSpPr>
            <a:spLocks noChangeShapeType="1"/>
          </p:cNvSpPr>
          <p:nvPr/>
        </p:nvSpPr>
        <p:spPr bwMode="auto">
          <a:xfrm flipH="1">
            <a:off x="7381875" y="4264025"/>
            <a:ext cx="1033463" cy="0"/>
          </a:xfrm>
          <a:prstGeom prst="line">
            <a:avLst/>
          </a:prstGeom>
          <a:noFill/>
          <a:ln w="12700" cmpd="sng">
            <a:solidFill>
              <a:srgbClr val="FCCC9B"/>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buFont typeface="Arial" panose="020B0604020202020204" pitchFamily="34" charset="0"/>
              <a:buNone/>
              <a:defRPr/>
            </a:pPr>
            <a:endParaRPr lang="zh-CN" altLang="en-US" kern="0">
              <a:solidFill>
                <a:srgbClr val="C00000"/>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61" name="矩形 25"/>
          <p:cNvSpPr>
            <a:spLocks noChangeArrowheads="1"/>
          </p:cNvSpPr>
          <p:nvPr/>
        </p:nvSpPr>
        <p:spPr bwMode="auto">
          <a:xfrm>
            <a:off x="8638540" y="4195445"/>
            <a:ext cx="2705100" cy="761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宋体" panose="02010600030101010101" pitchFamily="2" charset="-122"/>
              </a:defRPr>
            </a:lvl1pPr>
            <a:lvl2pPr marL="742950" indent="-285750" defTabSz="1216025">
              <a:defRPr>
                <a:solidFill>
                  <a:schemeClr val="tx1"/>
                </a:solidFill>
                <a:latin typeface="Arial" panose="020B0604020202020204" pitchFamily="34" charset="0"/>
                <a:ea typeface="宋体" panose="02010600030101010101" pitchFamily="2" charset="-122"/>
              </a:defRPr>
            </a:lvl2pPr>
            <a:lvl3pPr marL="1143000" indent="-228600" defTabSz="1216025">
              <a:defRPr>
                <a:solidFill>
                  <a:schemeClr val="tx1"/>
                </a:solidFill>
                <a:latin typeface="Arial" panose="020B0604020202020204" pitchFamily="34" charset="0"/>
                <a:ea typeface="宋体" panose="02010600030101010101" pitchFamily="2" charset="-122"/>
              </a:defRPr>
            </a:lvl3pPr>
            <a:lvl4pPr marL="1600200" indent="-228600" defTabSz="1216025">
              <a:defRPr>
                <a:solidFill>
                  <a:schemeClr val="tx1"/>
                </a:solidFill>
                <a:latin typeface="Arial" panose="020B0604020202020204" pitchFamily="34" charset="0"/>
                <a:ea typeface="宋体" panose="02010600030101010101" pitchFamily="2" charset="-122"/>
              </a:defRPr>
            </a:lvl4pPr>
            <a:lvl5pPr marL="2057400" indent="-228600" defTabSz="1216025">
              <a:defRPr>
                <a:solidFill>
                  <a:schemeClr val="tx1"/>
                </a:solidFill>
                <a:latin typeface="Arial" panose="020B0604020202020204" pitchFamily="34" charset="0"/>
                <a:ea typeface="宋体" panose="02010600030101010101" pitchFamily="2"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defTabSz="1216025" eaLnBrk="1" hangingPunct="1">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zh-CN" altLang="en-US" sz="1400" dirty="0">
              <a:solidFill>
                <a:srgbClr val="FCCC9B"/>
              </a:solidFill>
              <a:latin typeface="仓耳玄三M W05" panose="02020400000000000000" charset="-122"/>
              <a:ea typeface="仓耳玄三M W05" panose="02020400000000000000" charset="-122"/>
              <a:sym typeface="+mn-ea"/>
            </a:endParaRPr>
          </a:p>
        </p:txBody>
      </p:sp>
      <p:sp>
        <p:nvSpPr>
          <p:cNvPr id="62" name="矩形 25"/>
          <p:cNvSpPr>
            <a:spLocks noChangeArrowheads="1"/>
          </p:cNvSpPr>
          <p:nvPr/>
        </p:nvSpPr>
        <p:spPr bwMode="auto">
          <a:xfrm>
            <a:off x="7894638" y="2036763"/>
            <a:ext cx="3017837" cy="761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宋体" panose="02010600030101010101" pitchFamily="2" charset="-122"/>
              </a:defRPr>
            </a:lvl1pPr>
            <a:lvl2pPr marL="742950" indent="-285750" defTabSz="1216025">
              <a:defRPr>
                <a:solidFill>
                  <a:schemeClr val="tx1"/>
                </a:solidFill>
                <a:latin typeface="Arial" panose="020B0604020202020204" pitchFamily="34" charset="0"/>
                <a:ea typeface="宋体" panose="02010600030101010101" pitchFamily="2" charset="-122"/>
              </a:defRPr>
            </a:lvl2pPr>
            <a:lvl3pPr marL="1143000" indent="-228600" defTabSz="1216025">
              <a:defRPr>
                <a:solidFill>
                  <a:schemeClr val="tx1"/>
                </a:solidFill>
                <a:latin typeface="Arial" panose="020B0604020202020204" pitchFamily="34" charset="0"/>
                <a:ea typeface="宋体" panose="02010600030101010101" pitchFamily="2" charset="-122"/>
              </a:defRPr>
            </a:lvl3pPr>
            <a:lvl4pPr marL="1600200" indent="-228600" defTabSz="1216025">
              <a:defRPr>
                <a:solidFill>
                  <a:schemeClr val="tx1"/>
                </a:solidFill>
                <a:latin typeface="Arial" panose="020B0604020202020204" pitchFamily="34" charset="0"/>
                <a:ea typeface="宋体" panose="02010600030101010101" pitchFamily="2" charset="-122"/>
              </a:defRPr>
            </a:lvl4pPr>
            <a:lvl5pPr marL="2057400" indent="-228600" defTabSz="1216025">
              <a:defRPr>
                <a:solidFill>
                  <a:schemeClr val="tx1"/>
                </a:solidFill>
                <a:latin typeface="Arial" panose="020B0604020202020204" pitchFamily="34" charset="0"/>
                <a:ea typeface="宋体" panose="02010600030101010101" pitchFamily="2"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en-US" sz="1000" dirty="0">
              <a:solidFill>
                <a:srgbClr val="FCCC9B"/>
              </a:solidFill>
              <a:latin typeface="仓耳玄三M W05" panose="02020400000000000000" charset="-122"/>
              <a:ea typeface="仓耳玄三M W05" panose="02020400000000000000" charset="-122"/>
              <a:cs typeface="仓耳玄三M W05" panose="02020400000000000000" charset="-122"/>
              <a:sym typeface="+mn-ea"/>
            </a:endParaRPr>
          </a:p>
        </p:txBody>
      </p:sp>
      <p:sp>
        <p:nvSpPr>
          <p:cNvPr id="63" name="矩形 25"/>
          <p:cNvSpPr>
            <a:spLocks noChangeArrowheads="1"/>
          </p:cNvSpPr>
          <p:nvPr/>
        </p:nvSpPr>
        <p:spPr bwMode="auto">
          <a:xfrm>
            <a:off x="863600" y="2836545"/>
            <a:ext cx="2656205" cy="761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宋体" panose="02010600030101010101" pitchFamily="2" charset="-122"/>
              </a:defRPr>
            </a:lvl1pPr>
            <a:lvl2pPr marL="742950" indent="-285750" defTabSz="1216025">
              <a:defRPr>
                <a:solidFill>
                  <a:schemeClr val="tx1"/>
                </a:solidFill>
                <a:latin typeface="Arial" panose="020B0604020202020204" pitchFamily="34" charset="0"/>
                <a:ea typeface="宋体" panose="02010600030101010101" pitchFamily="2" charset="-122"/>
              </a:defRPr>
            </a:lvl2pPr>
            <a:lvl3pPr marL="1143000" indent="-228600" defTabSz="1216025">
              <a:defRPr>
                <a:solidFill>
                  <a:schemeClr val="tx1"/>
                </a:solidFill>
                <a:latin typeface="Arial" panose="020B0604020202020204" pitchFamily="34" charset="0"/>
                <a:ea typeface="宋体" panose="02010600030101010101" pitchFamily="2" charset="-122"/>
              </a:defRPr>
            </a:lvl3pPr>
            <a:lvl4pPr marL="1600200" indent="-228600" defTabSz="1216025">
              <a:defRPr>
                <a:solidFill>
                  <a:schemeClr val="tx1"/>
                </a:solidFill>
                <a:latin typeface="Arial" panose="020B0604020202020204" pitchFamily="34" charset="0"/>
                <a:ea typeface="宋体" panose="02010600030101010101" pitchFamily="2" charset="-122"/>
              </a:defRPr>
            </a:lvl4pPr>
            <a:lvl5pPr marL="2057400" indent="-228600" defTabSz="1216025">
              <a:defRPr>
                <a:solidFill>
                  <a:schemeClr val="tx1"/>
                </a:solidFill>
                <a:latin typeface="Arial" panose="020B0604020202020204" pitchFamily="34" charset="0"/>
                <a:ea typeface="宋体" panose="02010600030101010101" pitchFamily="2"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1216025" eaLnBrk="1" hangingPunct="1">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zh-CN" altLang="en-US" sz="1400" dirty="0">
              <a:solidFill>
                <a:srgbClr val="FCCC9B"/>
              </a:solidFill>
              <a:latin typeface="仓耳玄三M W05" panose="02020400000000000000" charset="-122"/>
              <a:ea typeface="仓耳玄三M W05" panose="02020400000000000000" charset="-122"/>
              <a:sym typeface="+mn-ea"/>
            </a:endParaRPr>
          </a:p>
        </p:txBody>
      </p:sp>
      <p:sp>
        <p:nvSpPr>
          <p:cNvPr id="64" name="矩形 25"/>
          <p:cNvSpPr>
            <a:spLocks noChangeArrowheads="1"/>
          </p:cNvSpPr>
          <p:nvPr/>
        </p:nvSpPr>
        <p:spPr bwMode="auto">
          <a:xfrm>
            <a:off x="1259205" y="4783138"/>
            <a:ext cx="3017838" cy="761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宋体" panose="02010600030101010101" pitchFamily="2" charset="-122"/>
              </a:defRPr>
            </a:lvl1pPr>
            <a:lvl2pPr marL="742950" indent="-285750" defTabSz="1216025">
              <a:defRPr>
                <a:solidFill>
                  <a:schemeClr val="tx1"/>
                </a:solidFill>
                <a:latin typeface="Arial" panose="020B0604020202020204" pitchFamily="34" charset="0"/>
                <a:ea typeface="宋体" panose="02010600030101010101" pitchFamily="2" charset="-122"/>
              </a:defRPr>
            </a:lvl2pPr>
            <a:lvl3pPr marL="1143000" indent="-228600" defTabSz="1216025">
              <a:defRPr>
                <a:solidFill>
                  <a:schemeClr val="tx1"/>
                </a:solidFill>
                <a:latin typeface="Arial" panose="020B0604020202020204" pitchFamily="34" charset="0"/>
                <a:ea typeface="宋体" panose="02010600030101010101" pitchFamily="2" charset="-122"/>
              </a:defRPr>
            </a:lvl3pPr>
            <a:lvl4pPr marL="1600200" indent="-228600" defTabSz="1216025">
              <a:defRPr>
                <a:solidFill>
                  <a:schemeClr val="tx1"/>
                </a:solidFill>
                <a:latin typeface="Arial" panose="020B0604020202020204" pitchFamily="34" charset="0"/>
                <a:ea typeface="宋体" panose="02010600030101010101" pitchFamily="2" charset="-122"/>
              </a:defRPr>
            </a:lvl4pPr>
            <a:lvl5pPr marL="2057400" indent="-228600" defTabSz="1216025">
              <a:defRPr>
                <a:solidFill>
                  <a:schemeClr val="tx1"/>
                </a:solidFill>
                <a:latin typeface="Arial" panose="020B0604020202020204" pitchFamily="34" charset="0"/>
                <a:ea typeface="宋体" panose="02010600030101010101" pitchFamily="2"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defTabSz="1216025" eaLnBrk="1" hangingPunct="1">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zh-CN" altLang="en-US" sz="1400" dirty="0">
              <a:solidFill>
                <a:srgbClr val="FCCC9B"/>
              </a:solidFill>
              <a:latin typeface="仓耳玄三M W05" panose="02020400000000000000" charset="-122"/>
              <a:ea typeface="仓耳玄三M W05" panose="02020400000000000000" charset="-122"/>
              <a:sym typeface="+mn-ea"/>
            </a:endParaRPr>
          </a:p>
        </p:txBody>
      </p:sp>
      <p:sp>
        <p:nvSpPr>
          <p:cNvPr id="29" name="直接连接符 24"/>
          <p:cNvSpPr>
            <a:spLocks noChangeShapeType="1"/>
          </p:cNvSpPr>
          <p:nvPr/>
        </p:nvSpPr>
        <p:spPr bwMode="auto">
          <a:xfrm flipH="1">
            <a:off x="6671945" y="2222500"/>
            <a:ext cx="1033463" cy="0"/>
          </a:xfrm>
          <a:prstGeom prst="line">
            <a:avLst/>
          </a:prstGeom>
          <a:noFill/>
          <a:ln w="12700" cmpd="sng">
            <a:solidFill>
              <a:srgbClr val="FCCC9B"/>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buFont typeface="Arial" panose="020B0604020202020204" pitchFamily="34" charset="0"/>
              <a:buNone/>
              <a:defRPr/>
            </a:pPr>
            <a:endParaRPr lang="zh-CN" altLang="en-US" kern="0">
              <a:solidFill>
                <a:srgbClr val="C00000"/>
              </a:solidFill>
              <a:latin typeface="Arial" panose="020B0604020202020204" pitchFamily="34" charset="0"/>
              <a:ea typeface="微软雅黑" panose="020B0503020204020204" charset="-122"/>
              <a:cs typeface="+mn-ea"/>
              <a:sym typeface="Arial" panose="020B0604020202020204" pitchFamily="34" charset="0"/>
            </a:endParaRPr>
          </a:p>
        </p:txBody>
      </p:sp>
    </p:spTree>
    <p:custDataLst>
      <p:tags r:id="rId4"/>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diamond(in)">
                                      <p:cBhvr>
                                        <p:cTn id="7" dur="500"/>
                                        <p:tgtEl>
                                          <p:spTgt spid="18"/>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Left)">
                                      <p:cBhvr>
                                        <p:cTn id="11" dur="500"/>
                                        <p:tgtEl>
                                          <p:spTgt spid="10"/>
                                        </p:tgtEl>
                                      </p:cBhvr>
                                    </p:animEffect>
                                  </p:childTnLst>
                                </p:cTn>
                              </p:par>
                            </p:childTnLst>
                          </p:cTn>
                        </p:par>
                        <p:par>
                          <p:cTn id="12" fill="hold">
                            <p:stCondLst>
                              <p:cond delay="1000"/>
                            </p:stCondLst>
                            <p:childTnLst>
                              <p:par>
                                <p:cTn id="13" presetID="8" presetClass="entr" presetSubtype="16" fill="hold" nodeType="afterEffect">
                                  <p:stCondLst>
                                    <p:cond delay="0"/>
                                  </p:stCondLst>
                                  <p:childTnLst>
                                    <p:set>
                                      <p:cBhvr>
                                        <p:cTn id="14" dur="500" fill="hold">
                                          <p:stCondLst>
                                            <p:cond delay="0"/>
                                          </p:stCondLst>
                                        </p:cTn>
                                        <p:tgtEl>
                                          <p:spTgt spid="15"/>
                                        </p:tgtEl>
                                        <p:attrNameLst>
                                          <p:attrName>style.visibility</p:attrName>
                                        </p:attrNameLst>
                                      </p:cBhvr>
                                      <p:to>
                                        <p:strVal val="visible"/>
                                      </p:to>
                                    </p:set>
                                    <p:animEffect transition="in" filter="diamond(in)">
                                      <p:cBhvr>
                                        <p:cTn id="15" dur="500"/>
                                        <p:tgtEl>
                                          <p:spTgt spid="1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2000"/>
                            </p:stCondLst>
                            <p:childTnLst>
                              <p:par>
                                <p:cTn id="21" presetID="35" presetClass="entr" presetSubtype="0"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anim calcmode="lin" valueType="num">
                                      <p:cBhvr>
                                        <p:cTn id="24" dur="500" fill="hold"/>
                                        <p:tgtEl>
                                          <p:spTgt spid="4"/>
                                        </p:tgtEl>
                                        <p:attrNameLst>
                                          <p:attrName>style.rotation</p:attrName>
                                        </p:attrNameLst>
                                      </p:cBhvr>
                                      <p:tavLst>
                                        <p:tav tm="0">
                                          <p:val>
                                            <p:fltVal val="720"/>
                                          </p:val>
                                        </p:tav>
                                        <p:tav tm="100000">
                                          <p:val>
                                            <p:fltVal val="0"/>
                                          </p:val>
                                        </p:tav>
                                      </p:tavLst>
                                    </p:anim>
                                    <p:anim calcmode="lin" valueType="num">
                                      <p:cBhvr>
                                        <p:cTn id="25" dur="500" fill="hold"/>
                                        <p:tgtEl>
                                          <p:spTgt spid="4"/>
                                        </p:tgtEl>
                                        <p:attrNameLst>
                                          <p:attrName>ppt_h</p:attrName>
                                        </p:attrNameLst>
                                      </p:cBhvr>
                                      <p:tavLst>
                                        <p:tav tm="0">
                                          <p:val>
                                            <p:fltVal val="0"/>
                                          </p:val>
                                        </p:tav>
                                        <p:tav tm="100000">
                                          <p:val>
                                            <p:strVal val="#ppt_h"/>
                                          </p:val>
                                        </p:tav>
                                      </p:tavLst>
                                    </p:anim>
                                    <p:anim calcmode="lin" valueType="num">
                                      <p:cBhvr>
                                        <p:cTn id="26" dur="500" fill="hold"/>
                                        <p:tgtEl>
                                          <p:spTgt spid="4"/>
                                        </p:tgtEl>
                                        <p:attrNameLst>
                                          <p:attrName>ppt_w</p:attrName>
                                        </p:attrNameLst>
                                      </p:cBhvr>
                                      <p:tavLst>
                                        <p:tav tm="0">
                                          <p:val>
                                            <p:fltVal val="0"/>
                                          </p:val>
                                        </p:tav>
                                        <p:tav tm="100000">
                                          <p:val>
                                            <p:strVal val="#ppt_w"/>
                                          </p:val>
                                        </p:tav>
                                      </p:tavLst>
                                    </p:anim>
                                  </p:childTnLst>
                                </p:cTn>
                              </p:par>
                            </p:childTnLst>
                          </p:cTn>
                        </p:par>
                        <p:par>
                          <p:cTn id="27" fill="hold">
                            <p:stCondLst>
                              <p:cond delay="2500"/>
                            </p:stCondLst>
                            <p:childTnLst>
                              <p:par>
                                <p:cTn id="28" presetID="53" presetClass="entr" presetSubtype="16"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 calcmode="lin" valueType="num">
                                      <p:cBhvr>
                                        <p:cTn id="30" dur="500" fill="hold"/>
                                        <p:tgtEl>
                                          <p:spTgt spid="20"/>
                                        </p:tgtEl>
                                        <p:attrNameLst>
                                          <p:attrName>ppt_w</p:attrName>
                                        </p:attrNameLst>
                                      </p:cBhvr>
                                      <p:tavLst>
                                        <p:tav tm="0">
                                          <p:val>
                                            <p:fltVal val="0"/>
                                          </p:val>
                                        </p:tav>
                                        <p:tav tm="100000">
                                          <p:val>
                                            <p:strVal val="#ppt_w"/>
                                          </p:val>
                                        </p:tav>
                                      </p:tavLst>
                                    </p:anim>
                                    <p:anim calcmode="lin" valueType="num">
                                      <p:cBhvr>
                                        <p:cTn id="31" dur="500" fill="hold"/>
                                        <p:tgtEl>
                                          <p:spTgt spid="20"/>
                                        </p:tgtEl>
                                        <p:attrNameLst>
                                          <p:attrName>ppt_h</p:attrName>
                                        </p:attrNameLst>
                                      </p:cBhvr>
                                      <p:tavLst>
                                        <p:tav tm="0">
                                          <p:val>
                                            <p:fltVal val="0"/>
                                          </p:val>
                                        </p:tav>
                                        <p:tav tm="100000">
                                          <p:val>
                                            <p:strVal val="#ppt_h"/>
                                          </p:val>
                                        </p:tav>
                                      </p:tavLst>
                                    </p:anim>
                                    <p:animEffect transition="in" filter="fade">
                                      <p:cBhvr>
                                        <p:cTn id="32" dur="500"/>
                                        <p:tgtEl>
                                          <p:spTgt spid="20"/>
                                        </p:tgtEl>
                                      </p:cBhvr>
                                    </p:animEffect>
                                  </p:childTnLst>
                                </p:cTn>
                              </p:par>
                            </p:childTnLst>
                          </p:cTn>
                        </p:par>
                        <p:par>
                          <p:cTn id="33" fill="hold">
                            <p:stCondLst>
                              <p:cond delay="3000"/>
                            </p:stCondLst>
                            <p:childTnLst>
                              <p:par>
                                <p:cTn id="34" presetID="22" presetClass="entr" presetSubtype="2" fill="hold" nodeType="after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right)">
                                      <p:cBhvr>
                                        <p:cTn id="36" dur="500"/>
                                        <p:tgtEl>
                                          <p:spTgt spid="24"/>
                                        </p:tgtEl>
                                      </p:cBhvr>
                                    </p:animEffect>
                                  </p:childTnLst>
                                </p:cTn>
                              </p:par>
                            </p:childTnLst>
                          </p:cTn>
                        </p:par>
                        <p:par>
                          <p:cTn id="37" fill="hold">
                            <p:stCondLst>
                              <p:cond delay="3500"/>
                            </p:stCondLst>
                            <p:childTnLst>
                              <p:par>
                                <p:cTn id="38" presetID="42" presetClass="entr" presetSubtype="0" fill="hold" grpId="0" nodeType="after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500"/>
                                        <p:tgtEl>
                                          <p:spTgt spid="26"/>
                                        </p:tgtEl>
                                      </p:cBhvr>
                                    </p:animEffect>
                                    <p:anim calcmode="lin" valueType="num">
                                      <p:cBhvr>
                                        <p:cTn id="41" dur="500" fill="hold"/>
                                        <p:tgtEl>
                                          <p:spTgt spid="26"/>
                                        </p:tgtEl>
                                        <p:attrNameLst>
                                          <p:attrName>ppt_x</p:attrName>
                                        </p:attrNameLst>
                                      </p:cBhvr>
                                      <p:tavLst>
                                        <p:tav tm="0">
                                          <p:val>
                                            <p:strVal val="#ppt_x"/>
                                          </p:val>
                                        </p:tav>
                                        <p:tav tm="100000">
                                          <p:val>
                                            <p:strVal val="#ppt_x"/>
                                          </p:val>
                                        </p:tav>
                                      </p:tavLst>
                                    </p:anim>
                                    <p:anim calcmode="lin" valueType="num">
                                      <p:cBhvr>
                                        <p:cTn id="42" dur="500" fill="hold"/>
                                        <p:tgtEl>
                                          <p:spTgt spid="26"/>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63"/>
                                        </p:tgtEl>
                                        <p:attrNameLst>
                                          <p:attrName>style.visibility</p:attrName>
                                        </p:attrNameLst>
                                      </p:cBhvr>
                                      <p:to>
                                        <p:strVal val="visible"/>
                                      </p:to>
                                    </p:set>
                                    <p:animEffect transition="in" filter="fade">
                                      <p:cBhvr>
                                        <p:cTn id="45" dur="500"/>
                                        <p:tgtEl>
                                          <p:spTgt spid="63"/>
                                        </p:tgtEl>
                                      </p:cBhvr>
                                    </p:animEffect>
                                    <p:anim calcmode="lin" valueType="num">
                                      <p:cBhvr>
                                        <p:cTn id="46" dur="500" fill="hold"/>
                                        <p:tgtEl>
                                          <p:spTgt spid="63"/>
                                        </p:tgtEl>
                                        <p:attrNameLst>
                                          <p:attrName>ppt_x</p:attrName>
                                        </p:attrNameLst>
                                      </p:cBhvr>
                                      <p:tavLst>
                                        <p:tav tm="0">
                                          <p:val>
                                            <p:strVal val="#ppt_x"/>
                                          </p:val>
                                        </p:tav>
                                        <p:tav tm="100000">
                                          <p:val>
                                            <p:strVal val="#ppt_x"/>
                                          </p:val>
                                        </p:tav>
                                      </p:tavLst>
                                    </p:anim>
                                    <p:anim calcmode="lin" valueType="num">
                                      <p:cBhvr>
                                        <p:cTn id="47" dur="500" fill="hold"/>
                                        <p:tgtEl>
                                          <p:spTgt spid="63"/>
                                        </p:tgtEl>
                                        <p:attrNameLst>
                                          <p:attrName>ppt_y</p:attrName>
                                        </p:attrNameLst>
                                      </p:cBhvr>
                                      <p:tavLst>
                                        <p:tav tm="0">
                                          <p:val>
                                            <p:strVal val="#ppt_y+.1"/>
                                          </p:val>
                                        </p:tav>
                                        <p:tav tm="100000">
                                          <p:val>
                                            <p:strVal val="#ppt_y"/>
                                          </p:val>
                                        </p:tav>
                                      </p:tavLst>
                                    </p:anim>
                                  </p:childTnLst>
                                </p:cTn>
                              </p:par>
                            </p:childTnLst>
                          </p:cTn>
                        </p:par>
                        <p:par>
                          <p:cTn id="48" fill="hold">
                            <p:stCondLst>
                              <p:cond delay="4000"/>
                            </p:stCondLst>
                            <p:childTnLst>
                              <p:par>
                                <p:cTn id="49" presetID="22" presetClass="entr" presetSubtype="2" fill="hold" nodeType="after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right)">
                                      <p:cBhvr>
                                        <p:cTn id="51" dur="500"/>
                                        <p:tgtEl>
                                          <p:spTgt spid="25"/>
                                        </p:tgtEl>
                                      </p:cBhvr>
                                    </p:animEffect>
                                  </p:childTnLst>
                                </p:cTn>
                              </p:par>
                            </p:childTnLst>
                          </p:cTn>
                        </p:par>
                        <p:par>
                          <p:cTn id="52" fill="hold">
                            <p:stCondLst>
                              <p:cond delay="4500"/>
                            </p:stCondLst>
                            <p:childTnLst>
                              <p:par>
                                <p:cTn id="53" presetID="42" presetClass="entr" presetSubtype="0" fill="hold" grpId="0" nodeType="after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500"/>
                                        <p:tgtEl>
                                          <p:spTgt spid="28"/>
                                        </p:tgtEl>
                                      </p:cBhvr>
                                    </p:animEffect>
                                    <p:anim calcmode="lin" valueType="num">
                                      <p:cBhvr>
                                        <p:cTn id="56" dur="500" fill="hold"/>
                                        <p:tgtEl>
                                          <p:spTgt spid="28"/>
                                        </p:tgtEl>
                                        <p:attrNameLst>
                                          <p:attrName>ppt_x</p:attrName>
                                        </p:attrNameLst>
                                      </p:cBhvr>
                                      <p:tavLst>
                                        <p:tav tm="0">
                                          <p:val>
                                            <p:strVal val="#ppt_x"/>
                                          </p:val>
                                        </p:tav>
                                        <p:tav tm="100000">
                                          <p:val>
                                            <p:strVal val="#ppt_x"/>
                                          </p:val>
                                        </p:tav>
                                      </p:tavLst>
                                    </p:anim>
                                    <p:anim calcmode="lin" valueType="num">
                                      <p:cBhvr>
                                        <p:cTn id="57" dur="500" fill="hold"/>
                                        <p:tgtEl>
                                          <p:spTgt spid="28"/>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64"/>
                                        </p:tgtEl>
                                        <p:attrNameLst>
                                          <p:attrName>style.visibility</p:attrName>
                                        </p:attrNameLst>
                                      </p:cBhvr>
                                      <p:to>
                                        <p:strVal val="visible"/>
                                      </p:to>
                                    </p:set>
                                    <p:animEffect transition="in" filter="fade">
                                      <p:cBhvr>
                                        <p:cTn id="60" dur="500"/>
                                        <p:tgtEl>
                                          <p:spTgt spid="64"/>
                                        </p:tgtEl>
                                      </p:cBhvr>
                                    </p:animEffect>
                                    <p:anim calcmode="lin" valueType="num">
                                      <p:cBhvr>
                                        <p:cTn id="61" dur="500" fill="hold"/>
                                        <p:tgtEl>
                                          <p:spTgt spid="64"/>
                                        </p:tgtEl>
                                        <p:attrNameLst>
                                          <p:attrName>ppt_x</p:attrName>
                                        </p:attrNameLst>
                                      </p:cBhvr>
                                      <p:tavLst>
                                        <p:tav tm="0">
                                          <p:val>
                                            <p:strVal val="#ppt_x"/>
                                          </p:val>
                                        </p:tav>
                                        <p:tav tm="100000">
                                          <p:val>
                                            <p:strVal val="#ppt_x"/>
                                          </p:val>
                                        </p:tav>
                                      </p:tavLst>
                                    </p:anim>
                                    <p:anim calcmode="lin" valueType="num">
                                      <p:cBhvr>
                                        <p:cTn id="62" dur="500" fill="hold"/>
                                        <p:tgtEl>
                                          <p:spTgt spid="64"/>
                                        </p:tgtEl>
                                        <p:attrNameLst>
                                          <p:attrName>ppt_y</p:attrName>
                                        </p:attrNameLst>
                                      </p:cBhvr>
                                      <p:tavLst>
                                        <p:tav tm="0">
                                          <p:val>
                                            <p:strVal val="#ppt_y+.1"/>
                                          </p:val>
                                        </p:tav>
                                        <p:tav tm="100000">
                                          <p:val>
                                            <p:strVal val="#ppt_y"/>
                                          </p:val>
                                        </p:tav>
                                      </p:tavLst>
                                    </p:anim>
                                  </p:childTnLst>
                                </p:cTn>
                              </p:par>
                            </p:childTnLst>
                          </p:cTn>
                        </p:par>
                        <p:par>
                          <p:cTn id="63" fill="hold">
                            <p:stCondLst>
                              <p:cond delay="5000"/>
                            </p:stCondLst>
                            <p:childTnLst>
                              <p:par>
                                <p:cTn id="64" presetID="22" presetClass="entr" presetSubtype="8" fill="hold" nodeType="after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wipe(left)">
                                      <p:cBhvr>
                                        <p:cTn id="66" dur="500"/>
                                        <p:tgtEl>
                                          <p:spTgt spid="29"/>
                                        </p:tgtEl>
                                      </p:cBhvr>
                                    </p:animEffect>
                                  </p:childTnLst>
                                </p:cTn>
                              </p:par>
                            </p:childTnLst>
                          </p:cTn>
                        </p:par>
                        <p:par>
                          <p:cTn id="67" fill="hold">
                            <p:stCondLst>
                              <p:cond delay="5500"/>
                            </p:stCondLst>
                            <p:childTnLst>
                              <p:par>
                                <p:cTn id="68" presetID="42" presetClass="entr" presetSubtype="0" fill="hold" grpId="0" nodeType="after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500"/>
                                        <p:tgtEl>
                                          <p:spTgt spid="27"/>
                                        </p:tgtEl>
                                      </p:cBhvr>
                                    </p:animEffect>
                                    <p:anim calcmode="lin" valueType="num">
                                      <p:cBhvr>
                                        <p:cTn id="71" dur="500" fill="hold"/>
                                        <p:tgtEl>
                                          <p:spTgt spid="27"/>
                                        </p:tgtEl>
                                        <p:attrNameLst>
                                          <p:attrName>ppt_x</p:attrName>
                                        </p:attrNameLst>
                                      </p:cBhvr>
                                      <p:tavLst>
                                        <p:tav tm="0">
                                          <p:val>
                                            <p:strVal val="#ppt_x"/>
                                          </p:val>
                                        </p:tav>
                                        <p:tav tm="100000">
                                          <p:val>
                                            <p:strVal val="#ppt_x"/>
                                          </p:val>
                                        </p:tav>
                                      </p:tavLst>
                                    </p:anim>
                                    <p:anim calcmode="lin" valueType="num">
                                      <p:cBhvr>
                                        <p:cTn id="72" dur="500" fill="hold"/>
                                        <p:tgtEl>
                                          <p:spTgt spid="2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62"/>
                                        </p:tgtEl>
                                        <p:attrNameLst>
                                          <p:attrName>style.visibility</p:attrName>
                                        </p:attrNameLst>
                                      </p:cBhvr>
                                      <p:to>
                                        <p:strVal val="visible"/>
                                      </p:to>
                                    </p:set>
                                    <p:animEffect transition="in" filter="fade">
                                      <p:cBhvr>
                                        <p:cTn id="75" dur="500"/>
                                        <p:tgtEl>
                                          <p:spTgt spid="62"/>
                                        </p:tgtEl>
                                      </p:cBhvr>
                                    </p:animEffect>
                                    <p:anim calcmode="lin" valueType="num">
                                      <p:cBhvr>
                                        <p:cTn id="76" dur="500" fill="hold"/>
                                        <p:tgtEl>
                                          <p:spTgt spid="62"/>
                                        </p:tgtEl>
                                        <p:attrNameLst>
                                          <p:attrName>ppt_x</p:attrName>
                                        </p:attrNameLst>
                                      </p:cBhvr>
                                      <p:tavLst>
                                        <p:tav tm="0">
                                          <p:val>
                                            <p:strVal val="#ppt_x"/>
                                          </p:val>
                                        </p:tav>
                                        <p:tav tm="100000">
                                          <p:val>
                                            <p:strVal val="#ppt_x"/>
                                          </p:val>
                                        </p:tav>
                                      </p:tavLst>
                                    </p:anim>
                                    <p:anim calcmode="lin" valueType="num">
                                      <p:cBhvr>
                                        <p:cTn id="77" dur="500" fill="hold"/>
                                        <p:tgtEl>
                                          <p:spTgt spid="62"/>
                                        </p:tgtEl>
                                        <p:attrNameLst>
                                          <p:attrName>ppt_y</p:attrName>
                                        </p:attrNameLst>
                                      </p:cBhvr>
                                      <p:tavLst>
                                        <p:tav tm="0">
                                          <p:val>
                                            <p:strVal val="#ppt_y+.1"/>
                                          </p:val>
                                        </p:tav>
                                        <p:tav tm="100000">
                                          <p:val>
                                            <p:strVal val="#ppt_y"/>
                                          </p:val>
                                        </p:tav>
                                      </p:tavLst>
                                    </p:anim>
                                  </p:childTnLst>
                                </p:cTn>
                              </p:par>
                            </p:childTnLst>
                          </p:cTn>
                        </p:par>
                        <p:par>
                          <p:cTn id="78" fill="hold">
                            <p:stCondLst>
                              <p:cond delay="6000"/>
                            </p:stCondLst>
                            <p:childTnLst>
                              <p:par>
                                <p:cTn id="79" presetID="22" presetClass="entr" presetSubtype="8" fill="hold" nodeType="afterEffect">
                                  <p:stCondLst>
                                    <p:cond delay="0"/>
                                  </p:stCondLst>
                                  <p:childTnLst>
                                    <p:set>
                                      <p:cBhvr>
                                        <p:cTn id="80" dur="1" fill="hold">
                                          <p:stCondLst>
                                            <p:cond delay="0"/>
                                          </p:stCondLst>
                                        </p:cTn>
                                        <p:tgtEl>
                                          <p:spTgt spid="54"/>
                                        </p:tgtEl>
                                        <p:attrNameLst>
                                          <p:attrName>style.visibility</p:attrName>
                                        </p:attrNameLst>
                                      </p:cBhvr>
                                      <p:to>
                                        <p:strVal val="visible"/>
                                      </p:to>
                                    </p:set>
                                    <p:animEffect transition="in" filter="wipe(left)">
                                      <p:cBhvr>
                                        <p:cTn id="81" dur="500"/>
                                        <p:tgtEl>
                                          <p:spTgt spid="54"/>
                                        </p:tgtEl>
                                      </p:cBhvr>
                                    </p:animEffect>
                                  </p:childTnLst>
                                </p:cTn>
                              </p:par>
                            </p:childTnLst>
                          </p:cTn>
                        </p:par>
                        <p:par>
                          <p:cTn id="82" fill="hold">
                            <p:stCondLst>
                              <p:cond delay="6500"/>
                            </p:stCondLst>
                            <p:childTnLst>
                              <p:par>
                                <p:cTn id="83" presetID="42" presetClass="entr" presetSubtype="0" fill="hold" grpId="0" nodeType="afterEffect">
                                  <p:stCondLst>
                                    <p:cond delay="0"/>
                                  </p:stCondLst>
                                  <p:childTnLst>
                                    <p:set>
                                      <p:cBhvr>
                                        <p:cTn id="84" dur="1" fill="hold">
                                          <p:stCondLst>
                                            <p:cond delay="0"/>
                                          </p:stCondLst>
                                        </p:cTn>
                                        <p:tgtEl>
                                          <p:spTgt spid="51"/>
                                        </p:tgtEl>
                                        <p:attrNameLst>
                                          <p:attrName>style.visibility</p:attrName>
                                        </p:attrNameLst>
                                      </p:cBhvr>
                                      <p:to>
                                        <p:strVal val="visible"/>
                                      </p:to>
                                    </p:set>
                                    <p:animEffect transition="in" filter="fade">
                                      <p:cBhvr>
                                        <p:cTn id="85" dur="500"/>
                                        <p:tgtEl>
                                          <p:spTgt spid="51"/>
                                        </p:tgtEl>
                                      </p:cBhvr>
                                    </p:animEffect>
                                    <p:anim calcmode="lin" valueType="num">
                                      <p:cBhvr>
                                        <p:cTn id="86" dur="500" fill="hold"/>
                                        <p:tgtEl>
                                          <p:spTgt spid="51"/>
                                        </p:tgtEl>
                                        <p:attrNameLst>
                                          <p:attrName>ppt_x</p:attrName>
                                        </p:attrNameLst>
                                      </p:cBhvr>
                                      <p:tavLst>
                                        <p:tav tm="0">
                                          <p:val>
                                            <p:strVal val="#ppt_x"/>
                                          </p:val>
                                        </p:tav>
                                        <p:tav tm="100000">
                                          <p:val>
                                            <p:strVal val="#ppt_x"/>
                                          </p:val>
                                        </p:tav>
                                      </p:tavLst>
                                    </p:anim>
                                    <p:anim calcmode="lin" valueType="num">
                                      <p:cBhvr>
                                        <p:cTn id="87" dur="500" fill="hold"/>
                                        <p:tgtEl>
                                          <p:spTgt spid="51"/>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61"/>
                                        </p:tgtEl>
                                        <p:attrNameLst>
                                          <p:attrName>style.visibility</p:attrName>
                                        </p:attrNameLst>
                                      </p:cBhvr>
                                      <p:to>
                                        <p:strVal val="visible"/>
                                      </p:to>
                                    </p:set>
                                    <p:animEffect transition="in" filter="fade">
                                      <p:cBhvr>
                                        <p:cTn id="90" dur="500"/>
                                        <p:tgtEl>
                                          <p:spTgt spid="61"/>
                                        </p:tgtEl>
                                      </p:cBhvr>
                                    </p:animEffect>
                                    <p:anim calcmode="lin" valueType="num">
                                      <p:cBhvr>
                                        <p:cTn id="91" dur="500" fill="hold"/>
                                        <p:tgtEl>
                                          <p:spTgt spid="61"/>
                                        </p:tgtEl>
                                        <p:attrNameLst>
                                          <p:attrName>ppt_x</p:attrName>
                                        </p:attrNameLst>
                                      </p:cBhvr>
                                      <p:tavLst>
                                        <p:tav tm="0">
                                          <p:val>
                                            <p:strVal val="#ppt_x"/>
                                          </p:val>
                                        </p:tav>
                                        <p:tav tm="100000">
                                          <p:val>
                                            <p:strVal val="#ppt_x"/>
                                          </p:val>
                                        </p:tav>
                                      </p:tavLst>
                                    </p:anim>
                                    <p:anim calcmode="lin" valueType="num">
                                      <p:cBhvr>
                                        <p:cTn id="92" dur="500" fill="hold"/>
                                        <p:tgtEl>
                                          <p:spTgt spid="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0" grpId="0"/>
      <p:bldP spid="26" grpId="0"/>
      <p:bldP spid="27" grpId="0"/>
      <p:bldP spid="28" grpId="0"/>
      <p:bldP spid="51" grpId="0"/>
      <p:bldP spid="61" grpId="0"/>
      <p:bldP spid="62" grpId="0"/>
      <p:bldP spid="63" grpId="0"/>
      <p:bldP spid="6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628650" y="603885"/>
            <a:ext cx="550545" cy="563245"/>
            <a:chOff x="10213" y="2013"/>
            <a:chExt cx="867" cy="887"/>
          </a:xfrm>
        </p:grpSpPr>
        <p:pic>
          <p:nvPicPr>
            <p:cNvPr id="13" name="图片 12" descr="印章"/>
            <p:cNvPicPr>
              <a:picLocks noChangeAspect="1"/>
            </p:cNvPicPr>
            <p:nvPr/>
          </p:nvPicPr>
          <p:blipFill>
            <a:blip r:embed="rId1"/>
            <a:stretch>
              <a:fillRect/>
            </a:stretch>
          </p:blipFill>
          <p:spPr>
            <a:xfrm>
              <a:off x="10213" y="2013"/>
              <a:ext cx="867" cy="887"/>
            </a:xfrm>
            <a:prstGeom prst="rect">
              <a:avLst/>
            </a:prstGeom>
          </p:spPr>
        </p:pic>
        <p:sp>
          <p:nvSpPr>
            <p:cNvPr id="14" name="文本框 13"/>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02</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11" name="矩形 10"/>
          <p:cNvSpPr/>
          <p:nvPr/>
        </p:nvSpPr>
        <p:spPr>
          <a:xfrm>
            <a:off x="1377315" y="643890"/>
            <a:ext cx="2396490" cy="497205"/>
          </a:xfrm>
          <a:prstGeom prst="rect">
            <a:avLst/>
          </a:prstGeom>
          <a:noFill/>
        </p:spPr>
        <p:txBody>
          <a:bodyPr wrap="square" rtlCol="0">
            <a:spAutoFit/>
          </a:bodyPr>
          <a:lstStyle/>
          <a:p>
            <a:pPr algn="dist">
              <a:lnSpc>
                <a:spcPct val="120000"/>
              </a:lnSpc>
            </a:pPr>
            <a:r>
              <a:rPr lang="zh-CN" altLang="en-US" sz="2200" b="1" dirty="0">
                <a:solidFill>
                  <a:srgbClr val="FCCC9B"/>
                </a:solidFill>
                <a:latin typeface="仓耳玄三M W05" panose="02020400000000000000" charset="-122"/>
                <a:ea typeface="仓耳玄三M W05" panose="02020400000000000000" charset="-122"/>
                <a:sym typeface="+mn-ea"/>
              </a:rPr>
              <a:t>项目成果展示</a:t>
            </a:r>
            <a:endParaRPr lang="zh-CN" altLang="en-US" sz="2200" b="1" dirty="0">
              <a:solidFill>
                <a:srgbClr val="FCCC9B"/>
              </a:solidFill>
              <a:latin typeface="仓耳玄三M W05" panose="02020400000000000000" charset="-122"/>
              <a:ea typeface="仓耳玄三M W05" panose="02020400000000000000" charset="-122"/>
              <a:sym typeface="+mn-ea"/>
            </a:endParaRPr>
          </a:p>
        </p:txBody>
      </p:sp>
      <p:grpSp>
        <p:nvGrpSpPr>
          <p:cNvPr id="18" name="组合 17"/>
          <p:cNvGrpSpPr/>
          <p:nvPr/>
        </p:nvGrpSpPr>
        <p:grpSpPr>
          <a:xfrm>
            <a:off x="-187960" y="-41910"/>
            <a:ext cx="12568555" cy="6938010"/>
            <a:chOff x="-296" y="-66"/>
            <a:chExt cx="19793" cy="10926"/>
          </a:xfrm>
        </p:grpSpPr>
        <p:pic>
          <p:nvPicPr>
            <p:cNvPr id="6" name="图片 5" descr="云波纹"/>
            <p:cNvPicPr>
              <a:picLocks noChangeAspect="1"/>
            </p:cNvPicPr>
            <p:nvPr/>
          </p:nvPicPr>
          <p:blipFill>
            <a:blip r:embed="rId2"/>
            <a:srcRect l="34620" b="87816"/>
            <a:stretch>
              <a:fillRect/>
            </a:stretch>
          </p:blipFill>
          <p:spPr>
            <a:xfrm>
              <a:off x="-295" y="10292"/>
              <a:ext cx="19792" cy="568"/>
            </a:xfrm>
            <a:prstGeom prst="rect">
              <a:avLst/>
            </a:prstGeom>
          </p:spPr>
        </p:pic>
        <p:pic>
          <p:nvPicPr>
            <p:cNvPr id="12" name="图片 11" descr="云波纹"/>
            <p:cNvPicPr>
              <a:picLocks noChangeAspect="1"/>
            </p:cNvPicPr>
            <p:nvPr/>
          </p:nvPicPr>
          <p:blipFill>
            <a:blip r:embed="rId2"/>
            <a:srcRect l="34620" b="87816"/>
            <a:stretch>
              <a:fillRect/>
            </a:stretch>
          </p:blipFill>
          <p:spPr>
            <a:xfrm>
              <a:off x="-296" y="-66"/>
              <a:ext cx="19792" cy="568"/>
            </a:xfrm>
            <a:prstGeom prst="rect">
              <a:avLst/>
            </a:prstGeom>
          </p:spPr>
        </p:pic>
        <p:pic>
          <p:nvPicPr>
            <p:cNvPr id="16" name="图片 15" descr="云波纹"/>
            <p:cNvPicPr>
              <a:picLocks noChangeAspect="1"/>
            </p:cNvPicPr>
            <p:nvPr/>
          </p:nvPicPr>
          <p:blipFill>
            <a:blip r:embed="rId2"/>
            <a:srcRect l="64657" b="87215"/>
            <a:stretch>
              <a:fillRect/>
            </a:stretch>
          </p:blipFill>
          <p:spPr>
            <a:xfrm rot="16200000">
              <a:off x="-5128" y="5143"/>
              <a:ext cx="10699" cy="596"/>
            </a:xfrm>
            <a:prstGeom prst="rect">
              <a:avLst/>
            </a:prstGeom>
          </p:spPr>
        </p:pic>
        <p:pic>
          <p:nvPicPr>
            <p:cNvPr id="17" name="图片 16" descr="云波纹"/>
            <p:cNvPicPr>
              <a:picLocks noChangeAspect="1"/>
            </p:cNvPicPr>
            <p:nvPr/>
          </p:nvPicPr>
          <p:blipFill>
            <a:blip r:embed="rId2"/>
            <a:srcRect l="64657" b="87215"/>
            <a:stretch>
              <a:fillRect/>
            </a:stretch>
          </p:blipFill>
          <p:spPr>
            <a:xfrm rot="16200000">
              <a:off x="13595" y="5102"/>
              <a:ext cx="10699" cy="596"/>
            </a:xfrm>
            <a:prstGeom prst="rect">
              <a:avLst/>
            </a:prstGeom>
          </p:spPr>
        </p:pic>
      </p:grpSp>
      <p:pic>
        <p:nvPicPr>
          <p:cNvPr id="10" name="图片 9" descr="梅花3"/>
          <p:cNvPicPr>
            <a:picLocks noChangeAspect="1"/>
          </p:cNvPicPr>
          <p:nvPr/>
        </p:nvPicPr>
        <p:blipFill>
          <a:blip r:embed="rId3"/>
          <a:stretch>
            <a:fillRect/>
          </a:stretch>
        </p:blipFill>
        <p:spPr>
          <a:xfrm flipH="1">
            <a:off x="9716135" y="-12700"/>
            <a:ext cx="2488565" cy="1809750"/>
          </a:xfrm>
          <a:prstGeom prst="rect">
            <a:avLst/>
          </a:prstGeom>
        </p:spPr>
      </p:pic>
      <p:grpSp>
        <p:nvGrpSpPr>
          <p:cNvPr id="23" name="组合 22"/>
          <p:cNvGrpSpPr/>
          <p:nvPr/>
        </p:nvGrpSpPr>
        <p:grpSpPr>
          <a:xfrm>
            <a:off x="5994400" y="1587500"/>
            <a:ext cx="5332730" cy="4521200"/>
            <a:chOff x="9210" y="2500"/>
            <a:chExt cx="8398" cy="7120"/>
          </a:xfrm>
          <a:blipFill rotWithShape="1">
            <a:blip r:embed="rId4" cstate="print"/>
            <a:stretch>
              <a:fillRect/>
            </a:stretch>
          </a:blipFill>
        </p:grpSpPr>
        <p:sp>
          <p:nvSpPr>
            <p:cNvPr id="7" name="矩形 6"/>
            <p:cNvSpPr/>
            <p:nvPr/>
          </p:nvSpPr>
          <p:spPr>
            <a:xfrm>
              <a:off x="9210" y="4308"/>
              <a:ext cx="5304" cy="35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1922" y="7908"/>
              <a:ext cx="2592" cy="17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4610" y="4308"/>
              <a:ext cx="2999" cy="198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4610" y="6387"/>
              <a:ext cx="1920" cy="12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9210" y="2500"/>
              <a:ext cx="2592" cy="17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7" name="直接连接符 36"/>
          <p:cNvCxnSpPr>
            <a:stCxn id="38" idx="0"/>
          </p:cNvCxnSpPr>
          <p:nvPr/>
        </p:nvCxnSpPr>
        <p:spPr>
          <a:xfrm>
            <a:off x="1024255" y="1767205"/>
            <a:ext cx="0" cy="3582035"/>
          </a:xfrm>
          <a:prstGeom prst="line">
            <a:avLst/>
          </a:prstGeom>
          <a:ln w="12700">
            <a:solidFill>
              <a:srgbClr val="FCCC9B"/>
            </a:solidFill>
            <a:prstDash val="lgDash"/>
          </a:ln>
        </p:spPr>
        <p:style>
          <a:lnRef idx="1">
            <a:schemeClr val="accent1"/>
          </a:lnRef>
          <a:fillRef idx="0">
            <a:schemeClr val="accent1"/>
          </a:fillRef>
          <a:effectRef idx="0">
            <a:schemeClr val="accent1"/>
          </a:effectRef>
          <a:fontRef idx="minor">
            <a:schemeClr val="tx1"/>
          </a:fontRef>
        </p:style>
      </p:cxnSp>
      <p:sp>
        <p:nvSpPr>
          <p:cNvPr id="38" name="椭圆 37"/>
          <p:cNvSpPr/>
          <p:nvPr/>
        </p:nvSpPr>
        <p:spPr>
          <a:xfrm>
            <a:off x="896609" y="1767255"/>
            <a:ext cx="254819" cy="254819"/>
          </a:xfrm>
          <a:prstGeom prst="ellipse">
            <a:avLst/>
          </a:prstGeom>
          <a:solidFill>
            <a:srgbClr val="FCCC9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CCC9B"/>
              </a:solidFill>
            </a:endParaRPr>
          </a:p>
        </p:txBody>
      </p:sp>
      <p:sp>
        <p:nvSpPr>
          <p:cNvPr id="39" name="椭圆 38"/>
          <p:cNvSpPr/>
          <p:nvPr/>
        </p:nvSpPr>
        <p:spPr>
          <a:xfrm>
            <a:off x="896609" y="2922098"/>
            <a:ext cx="254819" cy="254819"/>
          </a:xfrm>
          <a:prstGeom prst="ellipse">
            <a:avLst/>
          </a:prstGeom>
          <a:solidFill>
            <a:srgbClr val="FCCC9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CCC9B"/>
              </a:solidFill>
            </a:endParaRPr>
          </a:p>
        </p:txBody>
      </p:sp>
      <p:sp>
        <p:nvSpPr>
          <p:cNvPr id="40" name="椭圆 39"/>
          <p:cNvSpPr/>
          <p:nvPr/>
        </p:nvSpPr>
        <p:spPr>
          <a:xfrm>
            <a:off x="896609" y="4076942"/>
            <a:ext cx="254819" cy="254819"/>
          </a:xfrm>
          <a:prstGeom prst="ellipse">
            <a:avLst/>
          </a:prstGeom>
          <a:solidFill>
            <a:srgbClr val="FCCC9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CCC9B"/>
              </a:solidFill>
            </a:endParaRPr>
          </a:p>
        </p:txBody>
      </p:sp>
      <p:sp>
        <p:nvSpPr>
          <p:cNvPr id="41" name="椭圆 40"/>
          <p:cNvSpPr/>
          <p:nvPr/>
        </p:nvSpPr>
        <p:spPr>
          <a:xfrm>
            <a:off x="896609" y="5166602"/>
            <a:ext cx="254819" cy="254819"/>
          </a:xfrm>
          <a:prstGeom prst="ellipse">
            <a:avLst/>
          </a:prstGeom>
          <a:solidFill>
            <a:srgbClr val="FCCC9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CCC9B"/>
              </a:solidFill>
            </a:endParaRPr>
          </a:p>
        </p:txBody>
      </p:sp>
      <p:sp>
        <p:nvSpPr>
          <p:cNvPr id="42" name="文本框 118"/>
          <p:cNvSpPr txBox="1"/>
          <p:nvPr/>
        </p:nvSpPr>
        <p:spPr>
          <a:xfrm>
            <a:off x="1398905" y="1995805"/>
            <a:ext cx="4227830" cy="5988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endParaRPr sz="1000">
              <a:solidFill>
                <a:srgbClr val="FCCC9B"/>
              </a:solidFill>
              <a:latin typeface="仓耳玄三M W05" panose="02020400000000000000" charset="-122"/>
              <a:ea typeface="仓耳玄三M W05" panose="02020400000000000000" charset="-122"/>
              <a:cs typeface="仓耳玄三M W05" panose="02020400000000000000" charset="-122"/>
              <a:sym typeface="+mn-ea"/>
            </a:endParaRPr>
          </a:p>
        </p:txBody>
      </p:sp>
      <p:sp>
        <p:nvSpPr>
          <p:cNvPr id="43" name="文本框 119"/>
          <p:cNvSpPr txBox="1"/>
          <p:nvPr/>
        </p:nvSpPr>
        <p:spPr>
          <a:xfrm>
            <a:off x="1398673" y="1734854"/>
            <a:ext cx="1921186" cy="3194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44" name="文本框 118"/>
          <p:cNvSpPr txBox="1"/>
          <p:nvPr/>
        </p:nvSpPr>
        <p:spPr>
          <a:xfrm>
            <a:off x="1398905" y="3150870"/>
            <a:ext cx="4227830" cy="5988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endParaRPr sz="1000">
              <a:solidFill>
                <a:srgbClr val="FCCC9B"/>
              </a:solidFill>
              <a:latin typeface="仓耳玄三M W05" panose="02020400000000000000" charset="-122"/>
              <a:ea typeface="仓耳玄三M W05" panose="02020400000000000000" charset="-122"/>
              <a:cs typeface="仓耳玄三M W05" panose="02020400000000000000" charset="-122"/>
              <a:sym typeface="+mn-ea"/>
            </a:endParaRPr>
          </a:p>
        </p:txBody>
      </p:sp>
      <p:sp>
        <p:nvSpPr>
          <p:cNvPr id="45" name="文本框 119"/>
          <p:cNvSpPr txBox="1"/>
          <p:nvPr/>
        </p:nvSpPr>
        <p:spPr>
          <a:xfrm>
            <a:off x="1398673" y="2889919"/>
            <a:ext cx="1921186" cy="3194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46" name="文本框 118"/>
          <p:cNvSpPr txBox="1"/>
          <p:nvPr/>
        </p:nvSpPr>
        <p:spPr>
          <a:xfrm>
            <a:off x="1398905" y="4305300"/>
            <a:ext cx="4195445" cy="5988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endParaRPr>
          </a:p>
        </p:txBody>
      </p:sp>
      <p:sp>
        <p:nvSpPr>
          <p:cNvPr id="47" name="文本框 119"/>
          <p:cNvSpPr txBox="1"/>
          <p:nvPr/>
        </p:nvSpPr>
        <p:spPr>
          <a:xfrm>
            <a:off x="1398673" y="4044349"/>
            <a:ext cx="1921186" cy="3194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48" name="文本框 118"/>
          <p:cNvSpPr txBox="1"/>
          <p:nvPr/>
        </p:nvSpPr>
        <p:spPr>
          <a:xfrm>
            <a:off x="1398905" y="5394960"/>
            <a:ext cx="4195445" cy="5988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endParaRPr sz="1000">
              <a:solidFill>
                <a:srgbClr val="FCCC9B"/>
              </a:solidFill>
              <a:latin typeface="仓耳玄三M W05" panose="02020400000000000000" charset="-122"/>
              <a:ea typeface="仓耳玄三M W05" panose="02020400000000000000" charset="-122"/>
              <a:cs typeface="仓耳玄三M W05" panose="02020400000000000000" charset="-122"/>
              <a:sym typeface="+mn-ea"/>
            </a:endParaRPr>
          </a:p>
        </p:txBody>
      </p:sp>
      <p:sp>
        <p:nvSpPr>
          <p:cNvPr id="49" name="文本框 119"/>
          <p:cNvSpPr txBox="1"/>
          <p:nvPr/>
        </p:nvSpPr>
        <p:spPr>
          <a:xfrm>
            <a:off x="1398673" y="5134009"/>
            <a:ext cx="1921186" cy="3194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Tree>
    <p:custDataLst>
      <p:tags r:id="rId5"/>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diamond(in)">
                                      <p:cBhvr>
                                        <p:cTn id="7" dur="500"/>
                                        <p:tgtEl>
                                          <p:spTgt spid="18"/>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Left)">
                                      <p:cBhvr>
                                        <p:cTn id="11" dur="500"/>
                                        <p:tgtEl>
                                          <p:spTgt spid="10"/>
                                        </p:tgtEl>
                                      </p:cBhvr>
                                    </p:animEffect>
                                  </p:childTnLst>
                                </p:cTn>
                              </p:par>
                            </p:childTnLst>
                          </p:cTn>
                        </p:par>
                        <p:par>
                          <p:cTn id="12" fill="hold">
                            <p:stCondLst>
                              <p:cond delay="1000"/>
                            </p:stCondLst>
                            <p:childTnLst>
                              <p:par>
                                <p:cTn id="13" presetID="8" presetClass="entr" presetSubtype="16" fill="hold" nodeType="afterEffect">
                                  <p:stCondLst>
                                    <p:cond delay="0"/>
                                  </p:stCondLst>
                                  <p:childTnLst>
                                    <p:set>
                                      <p:cBhvr>
                                        <p:cTn id="14" dur="500" fill="hold">
                                          <p:stCondLst>
                                            <p:cond delay="0"/>
                                          </p:stCondLst>
                                        </p:cTn>
                                        <p:tgtEl>
                                          <p:spTgt spid="15"/>
                                        </p:tgtEl>
                                        <p:attrNameLst>
                                          <p:attrName>style.visibility</p:attrName>
                                        </p:attrNameLst>
                                      </p:cBhvr>
                                      <p:to>
                                        <p:strVal val="visible"/>
                                      </p:to>
                                    </p:set>
                                    <p:animEffect transition="in" filter="diamond(in)">
                                      <p:cBhvr>
                                        <p:cTn id="15" dur="500"/>
                                        <p:tgtEl>
                                          <p:spTgt spid="1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2000"/>
                            </p:stCondLst>
                            <p:childTnLst>
                              <p:par>
                                <p:cTn id="21" presetID="35" presetClass="entr" presetSubtype="0" fill="hold" grpId="0"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500"/>
                                        <p:tgtEl>
                                          <p:spTgt spid="38"/>
                                        </p:tgtEl>
                                      </p:cBhvr>
                                    </p:animEffect>
                                    <p:anim calcmode="lin" valueType="num">
                                      <p:cBhvr>
                                        <p:cTn id="24" dur="500" fill="hold"/>
                                        <p:tgtEl>
                                          <p:spTgt spid="38"/>
                                        </p:tgtEl>
                                        <p:attrNameLst>
                                          <p:attrName>style.rotation</p:attrName>
                                        </p:attrNameLst>
                                      </p:cBhvr>
                                      <p:tavLst>
                                        <p:tav tm="0">
                                          <p:val>
                                            <p:fltVal val="720"/>
                                          </p:val>
                                        </p:tav>
                                        <p:tav tm="100000">
                                          <p:val>
                                            <p:fltVal val="0"/>
                                          </p:val>
                                        </p:tav>
                                      </p:tavLst>
                                    </p:anim>
                                    <p:anim calcmode="lin" valueType="num">
                                      <p:cBhvr>
                                        <p:cTn id="25" dur="500" fill="hold"/>
                                        <p:tgtEl>
                                          <p:spTgt spid="38"/>
                                        </p:tgtEl>
                                        <p:attrNameLst>
                                          <p:attrName>ppt_h</p:attrName>
                                        </p:attrNameLst>
                                      </p:cBhvr>
                                      <p:tavLst>
                                        <p:tav tm="0">
                                          <p:val>
                                            <p:fltVal val="0"/>
                                          </p:val>
                                        </p:tav>
                                        <p:tav tm="100000">
                                          <p:val>
                                            <p:strVal val="#ppt_h"/>
                                          </p:val>
                                        </p:tav>
                                      </p:tavLst>
                                    </p:anim>
                                    <p:anim calcmode="lin" valueType="num">
                                      <p:cBhvr>
                                        <p:cTn id="26" dur="500" fill="hold"/>
                                        <p:tgtEl>
                                          <p:spTgt spid="38"/>
                                        </p:tgtEl>
                                        <p:attrNameLst>
                                          <p:attrName>ppt_w</p:attrName>
                                        </p:attrNameLst>
                                      </p:cBhvr>
                                      <p:tavLst>
                                        <p:tav tm="0">
                                          <p:val>
                                            <p:fltVal val="0"/>
                                          </p:val>
                                        </p:tav>
                                        <p:tav tm="100000">
                                          <p:val>
                                            <p:strVal val="#ppt_w"/>
                                          </p:val>
                                        </p:tav>
                                      </p:tavLst>
                                    </p:anim>
                                  </p:childTnLst>
                                </p:cTn>
                              </p:par>
                              <p:par>
                                <p:cTn id="27" presetID="22" presetClass="entr" presetSubtype="1" fill="hold" nodeType="with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up)">
                                      <p:cBhvr>
                                        <p:cTn id="29" dur="500"/>
                                        <p:tgtEl>
                                          <p:spTgt spid="37"/>
                                        </p:tgtEl>
                                      </p:cBhvr>
                                    </p:animEffect>
                                  </p:childTnLst>
                                </p:cTn>
                              </p:par>
                              <p:par>
                                <p:cTn id="30" presetID="35" presetClass="entr" presetSubtype="0" fill="hold" grpId="0" nodeType="with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500"/>
                                        <p:tgtEl>
                                          <p:spTgt spid="39"/>
                                        </p:tgtEl>
                                      </p:cBhvr>
                                    </p:animEffect>
                                    <p:anim calcmode="lin" valueType="num">
                                      <p:cBhvr>
                                        <p:cTn id="33" dur="500" fill="hold"/>
                                        <p:tgtEl>
                                          <p:spTgt spid="39"/>
                                        </p:tgtEl>
                                        <p:attrNameLst>
                                          <p:attrName>style.rotation</p:attrName>
                                        </p:attrNameLst>
                                      </p:cBhvr>
                                      <p:tavLst>
                                        <p:tav tm="0">
                                          <p:val>
                                            <p:fltVal val="720"/>
                                          </p:val>
                                        </p:tav>
                                        <p:tav tm="100000">
                                          <p:val>
                                            <p:fltVal val="0"/>
                                          </p:val>
                                        </p:tav>
                                      </p:tavLst>
                                    </p:anim>
                                    <p:anim calcmode="lin" valueType="num">
                                      <p:cBhvr>
                                        <p:cTn id="34" dur="500" fill="hold"/>
                                        <p:tgtEl>
                                          <p:spTgt spid="39"/>
                                        </p:tgtEl>
                                        <p:attrNameLst>
                                          <p:attrName>ppt_h</p:attrName>
                                        </p:attrNameLst>
                                      </p:cBhvr>
                                      <p:tavLst>
                                        <p:tav tm="0">
                                          <p:val>
                                            <p:fltVal val="0"/>
                                          </p:val>
                                        </p:tav>
                                        <p:tav tm="100000">
                                          <p:val>
                                            <p:strVal val="#ppt_h"/>
                                          </p:val>
                                        </p:tav>
                                      </p:tavLst>
                                    </p:anim>
                                    <p:anim calcmode="lin" valueType="num">
                                      <p:cBhvr>
                                        <p:cTn id="35" dur="500" fill="hold"/>
                                        <p:tgtEl>
                                          <p:spTgt spid="39"/>
                                        </p:tgtEl>
                                        <p:attrNameLst>
                                          <p:attrName>ppt_w</p:attrName>
                                        </p:attrNameLst>
                                      </p:cBhvr>
                                      <p:tavLst>
                                        <p:tav tm="0">
                                          <p:val>
                                            <p:fltVal val="0"/>
                                          </p:val>
                                        </p:tav>
                                        <p:tav tm="100000">
                                          <p:val>
                                            <p:strVal val="#ppt_w"/>
                                          </p:val>
                                        </p:tav>
                                      </p:tavLst>
                                    </p:anim>
                                  </p:childTnLst>
                                </p:cTn>
                              </p:par>
                              <p:par>
                                <p:cTn id="36" presetID="35" presetClass="entr" presetSubtype="0" fill="hold" grpId="0" nodeType="withEffect">
                                  <p:stCondLst>
                                    <p:cond delay="0"/>
                                  </p:stCondLst>
                                  <p:childTnLst>
                                    <p:set>
                                      <p:cBhvr>
                                        <p:cTn id="37" dur="1" fill="hold">
                                          <p:stCondLst>
                                            <p:cond delay="0"/>
                                          </p:stCondLst>
                                        </p:cTn>
                                        <p:tgtEl>
                                          <p:spTgt spid="40"/>
                                        </p:tgtEl>
                                        <p:attrNameLst>
                                          <p:attrName>style.visibility</p:attrName>
                                        </p:attrNameLst>
                                      </p:cBhvr>
                                      <p:to>
                                        <p:strVal val="visible"/>
                                      </p:to>
                                    </p:set>
                                    <p:animEffect transition="in" filter="fade">
                                      <p:cBhvr>
                                        <p:cTn id="38" dur="500"/>
                                        <p:tgtEl>
                                          <p:spTgt spid="40"/>
                                        </p:tgtEl>
                                      </p:cBhvr>
                                    </p:animEffect>
                                    <p:anim calcmode="lin" valueType="num">
                                      <p:cBhvr>
                                        <p:cTn id="39" dur="500" fill="hold"/>
                                        <p:tgtEl>
                                          <p:spTgt spid="40"/>
                                        </p:tgtEl>
                                        <p:attrNameLst>
                                          <p:attrName>style.rotation</p:attrName>
                                        </p:attrNameLst>
                                      </p:cBhvr>
                                      <p:tavLst>
                                        <p:tav tm="0">
                                          <p:val>
                                            <p:fltVal val="720"/>
                                          </p:val>
                                        </p:tav>
                                        <p:tav tm="100000">
                                          <p:val>
                                            <p:fltVal val="0"/>
                                          </p:val>
                                        </p:tav>
                                      </p:tavLst>
                                    </p:anim>
                                    <p:anim calcmode="lin" valueType="num">
                                      <p:cBhvr>
                                        <p:cTn id="40" dur="500" fill="hold"/>
                                        <p:tgtEl>
                                          <p:spTgt spid="40"/>
                                        </p:tgtEl>
                                        <p:attrNameLst>
                                          <p:attrName>ppt_h</p:attrName>
                                        </p:attrNameLst>
                                      </p:cBhvr>
                                      <p:tavLst>
                                        <p:tav tm="0">
                                          <p:val>
                                            <p:fltVal val="0"/>
                                          </p:val>
                                        </p:tav>
                                        <p:tav tm="100000">
                                          <p:val>
                                            <p:strVal val="#ppt_h"/>
                                          </p:val>
                                        </p:tav>
                                      </p:tavLst>
                                    </p:anim>
                                    <p:anim calcmode="lin" valueType="num">
                                      <p:cBhvr>
                                        <p:cTn id="41" dur="500" fill="hold"/>
                                        <p:tgtEl>
                                          <p:spTgt spid="40"/>
                                        </p:tgtEl>
                                        <p:attrNameLst>
                                          <p:attrName>ppt_w</p:attrName>
                                        </p:attrNameLst>
                                      </p:cBhvr>
                                      <p:tavLst>
                                        <p:tav tm="0">
                                          <p:val>
                                            <p:fltVal val="0"/>
                                          </p:val>
                                        </p:tav>
                                        <p:tav tm="100000">
                                          <p:val>
                                            <p:strVal val="#ppt_w"/>
                                          </p:val>
                                        </p:tav>
                                      </p:tavLst>
                                    </p:anim>
                                  </p:childTnLst>
                                </p:cTn>
                              </p:par>
                              <p:par>
                                <p:cTn id="42" presetID="35" presetClass="entr" presetSubtype="0" fill="hold" grpId="0" nodeType="withEffect">
                                  <p:stCondLst>
                                    <p:cond delay="0"/>
                                  </p:stCondLst>
                                  <p:childTnLst>
                                    <p:set>
                                      <p:cBhvr>
                                        <p:cTn id="43" dur="1" fill="hold">
                                          <p:stCondLst>
                                            <p:cond delay="0"/>
                                          </p:stCondLst>
                                        </p:cTn>
                                        <p:tgtEl>
                                          <p:spTgt spid="41"/>
                                        </p:tgtEl>
                                        <p:attrNameLst>
                                          <p:attrName>style.visibility</p:attrName>
                                        </p:attrNameLst>
                                      </p:cBhvr>
                                      <p:to>
                                        <p:strVal val="visible"/>
                                      </p:to>
                                    </p:set>
                                    <p:animEffect transition="in" filter="fade">
                                      <p:cBhvr>
                                        <p:cTn id="44" dur="500"/>
                                        <p:tgtEl>
                                          <p:spTgt spid="41"/>
                                        </p:tgtEl>
                                      </p:cBhvr>
                                    </p:animEffect>
                                    <p:anim calcmode="lin" valueType="num">
                                      <p:cBhvr>
                                        <p:cTn id="45" dur="500" fill="hold"/>
                                        <p:tgtEl>
                                          <p:spTgt spid="41"/>
                                        </p:tgtEl>
                                        <p:attrNameLst>
                                          <p:attrName>style.rotation</p:attrName>
                                        </p:attrNameLst>
                                      </p:cBhvr>
                                      <p:tavLst>
                                        <p:tav tm="0">
                                          <p:val>
                                            <p:fltVal val="720"/>
                                          </p:val>
                                        </p:tav>
                                        <p:tav tm="100000">
                                          <p:val>
                                            <p:fltVal val="0"/>
                                          </p:val>
                                        </p:tav>
                                      </p:tavLst>
                                    </p:anim>
                                    <p:anim calcmode="lin" valueType="num">
                                      <p:cBhvr>
                                        <p:cTn id="46" dur="500" fill="hold"/>
                                        <p:tgtEl>
                                          <p:spTgt spid="41"/>
                                        </p:tgtEl>
                                        <p:attrNameLst>
                                          <p:attrName>ppt_h</p:attrName>
                                        </p:attrNameLst>
                                      </p:cBhvr>
                                      <p:tavLst>
                                        <p:tav tm="0">
                                          <p:val>
                                            <p:fltVal val="0"/>
                                          </p:val>
                                        </p:tav>
                                        <p:tav tm="100000">
                                          <p:val>
                                            <p:strVal val="#ppt_h"/>
                                          </p:val>
                                        </p:tav>
                                      </p:tavLst>
                                    </p:anim>
                                    <p:anim calcmode="lin" valueType="num">
                                      <p:cBhvr>
                                        <p:cTn id="47" dur="500" fill="hold"/>
                                        <p:tgtEl>
                                          <p:spTgt spid="41"/>
                                        </p:tgtEl>
                                        <p:attrNameLst>
                                          <p:attrName>ppt_w</p:attrName>
                                        </p:attrNameLst>
                                      </p:cBhvr>
                                      <p:tavLst>
                                        <p:tav tm="0">
                                          <p:val>
                                            <p:fltVal val="0"/>
                                          </p:val>
                                        </p:tav>
                                        <p:tav tm="100000">
                                          <p:val>
                                            <p:strVal val="#ppt_w"/>
                                          </p:val>
                                        </p:tav>
                                      </p:tavLst>
                                    </p:anim>
                                  </p:childTnLst>
                                </p:cTn>
                              </p:par>
                            </p:childTnLst>
                          </p:cTn>
                        </p:par>
                        <p:par>
                          <p:cTn id="48" fill="hold">
                            <p:stCondLst>
                              <p:cond delay="2500"/>
                            </p:stCondLst>
                            <p:childTnLst>
                              <p:par>
                                <p:cTn id="49" presetID="22" presetClass="entr" presetSubtype="8" fill="hold" grpId="0" nodeType="after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wipe(left)">
                                      <p:cBhvr>
                                        <p:cTn id="51" dur="500"/>
                                        <p:tgtEl>
                                          <p:spTgt spid="43"/>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wipe(left)">
                                      <p:cBhvr>
                                        <p:cTn id="54" dur="500"/>
                                        <p:tgtEl>
                                          <p:spTgt spid="42"/>
                                        </p:tgtEl>
                                      </p:cBhvr>
                                    </p:animEffect>
                                  </p:childTnLst>
                                </p:cTn>
                              </p:par>
                            </p:childTnLst>
                          </p:cTn>
                        </p:par>
                        <p:par>
                          <p:cTn id="55" fill="hold">
                            <p:stCondLst>
                              <p:cond delay="3000"/>
                            </p:stCondLst>
                            <p:childTnLst>
                              <p:par>
                                <p:cTn id="56" presetID="22" presetClass="entr" presetSubtype="8" fill="hold" grpId="0" nodeType="after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wipe(left)">
                                      <p:cBhvr>
                                        <p:cTn id="58" dur="500"/>
                                        <p:tgtEl>
                                          <p:spTgt spid="45"/>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wipe(left)">
                                      <p:cBhvr>
                                        <p:cTn id="61" dur="500"/>
                                        <p:tgtEl>
                                          <p:spTgt spid="44"/>
                                        </p:tgtEl>
                                      </p:cBhvr>
                                    </p:animEffect>
                                  </p:childTnLst>
                                </p:cTn>
                              </p:par>
                            </p:childTnLst>
                          </p:cTn>
                        </p:par>
                        <p:par>
                          <p:cTn id="62" fill="hold">
                            <p:stCondLst>
                              <p:cond delay="3500"/>
                            </p:stCondLst>
                            <p:childTnLst>
                              <p:par>
                                <p:cTn id="63" presetID="22" presetClass="entr" presetSubtype="8" fill="hold" grpId="0" nodeType="after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wipe(left)">
                                      <p:cBhvr>
                                        <p:cTn id="65" dur="500"/>
                                        <p:tgtEl>
                                          <p:spTgt spid="47"/>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46"/>
                                        </p:tgtEl>
                                        <p:attrNameLst>
                                          <p:attrName>style.visibility</p:attrName>
                                        </p:attrNameLst>
                                      </p:cBhvr>
                                      <p:to>
                                        <p:strVal val="visible"/>
                                      </p:to>
                                    </p:set>
                                    <p:animEffect transition="in" filter="wipe(left)">
                                      <p:cBhvr>
                                        <p:cTn id="68" dur="500"/>
                                        <p:tgtEl>
                                          <p:spTgt spid="46"/>
                                        </p:tgtEl>
                                      </p:cBhvr>
                                    </p:animEffect>
                                  </p:childTnLst>
                                </p:cTn>
                              </p:par>
                            </p:childTnLst>
                          </p:cTn>
                        </p:par>
                        <p:par>
                          <p:cTn id="69" fill="hold">
                            <p:stCondLst>
                              <p:cond delay="4000"/>
                            </p:stCondLst>
                            <p:childTnLst>
                              <p:par>
                                <p:cTn id="70" presetID="22" presetClass="entr" presetSubtype="8" fill="hold" grpId="0" nodeType="afterEffect">
                                  <p:stCondLst>
                                    <p:cond delay="0"/>
                                  </p:stCondLst>
                                  <p:childTnLst>
                                    <p:set>
                                      <p:cBhvr>
                                        <p:cTn id="71" dur="1" fill="hold">
                                          <p:stCondLst>
                                            <p:cond delay="0"/>
                                          </p:stCondLst>
                                        </p:cTn>
                                        <p:tgtEl>
                                          <p:spTgt spid="49"/>
                                        </p:tgtEl>
                                        <p:attrNameLst>
                                          <p:attrName>style.visibility</p:attrName>
                                        </p:attrNameLst>
                                      </p:cBhvr>
                                      <p:to>
                                        <p:strVal val="visible"/>
                                      </p:to>
                                    </p:set>
                                    <p:animEffect transition="in" filter="wipe(left)">
                                      <p:cBhvr>
                                        <p:cTn id="72" dur="500"/>
                                        <p:tgtEl>
                                          <p:spTgt spid="49"/>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wipe(left)">
                                      <p:cBhvr>
                                        <p:cTn id="75"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8" grpId="0" bldLvl="0" animBg="1"/>
      <p:bldP spid="39" grpId="0" bldLvl="0" animBg="1"/>
      <p:bldP spid="40" grpId="0" bldLvl="0" animBg="1"/>
      <p:bldP spid="41" grpId="0" bldLvl="0" animBg="1"/>
      <p:bldP spid="42" grpId="0"/>
      <p:bldP spid="43" grpId="0"/>
      <p:bldP spid="44" grpId="0"/>
      <p:bldP spid="45" grpId="0"/>
      <p:bldP spid="46" grpId="0"/>
      <p:bldP spid="47" grpId="0"/>
      <p:bldP spid="48" grpId="0"/>
      <p:bldP spid="4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628650" y="603885"/>
            <a:ext cx="550545" cy="563245"/>
            <a:chOff x="10213" y="2013"/>
            <a:chExt cx="867" cy="887"/>
          </a:xfrm>
        </p:grpSpPr>
        <p:pic>
          <p:nvPicPr>
            <p:cNvPr id="13" name="图片 12" descr="印章"/>
            <p:cNvPicPr>
              <a:picLocks noChangeAspect="1"/>
            </p:cNvPicPr>
            <p:nvPr/>
          </p:nvPicPr>
          <p:blipFill>
            <a:blip r:embed="rId1"/>
            <a:stretch>
              <a:fillRect/>
            </a:stretch>
          </p:blipFill>
          <p:spPr>
            <a:xfrm>
              <a:off x="10213" y="2013"/>
              <a:ext cx="867" cy="887"/>
            </a:xfrm>
            <a:prstGeom prst="rect">
              <a:avLst/>
            </a:prstGeom>
          </p:spPr>
        </p:pic>
        <p:sp>
          <p:nvSpPr>
            <p:cNvPr id="14" name="文本框 13"/>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02</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11" name="矩形 10"/>
          <p:cNvSpPr/>
          <p:nvPr/>
        </p:nvSpPr>
        <p:spPr>
          <a:xfrm>
            <a:off x="1377315" y="643890"/>
            <a:ext cx="2396490" cy="497205"/>
          </a:xfrm>
          <a:prstGeom prst="rect">
            <a:avLst/>
          </a:prstGeom>
          <a:noFill/>
        </p:spPr>
        <p:txBody>
          <a:bodyPr wrap="square" rtlCol="0">
            <a:spAutoFit/>
          </a:bodyPr>
          <a:lstStyle/>
          <a:p>
            <a:pPr algn="dist">
              <a:lnSpc>
                <a:spcPct val="120000"/>
              </a:lnSpc>
            </a:pPr>
            <a:r>
              <a:rPr lang="zh-CN" altLang="en-US" sz="2200" b="1" dirty="0">
                <a:solidFill>
                  <a:srgbClr val="FCCC9B"/>
                </a:solidFill>
                <a:latin typeface="仓耳玄三M W05" panose="02020400000000000000" charset="-122"/>
                <a:ea typeface="仓耳玄三M W05" panose="02020400000000000000" charset="-122"/>
                <a:sym typeface="+mn-ea"/>
              </a:rPr>
              <a:t>项目成果展示</a:t>
            </a:r>
            <a:endParaRPr lang="zh-CN" altLang="en-US" sz="2200" b="1" dirty="0">
              <a:solidFill>
                <a:srgbClr val="FCCC9B"/>
              </a:solidFill>
              <a:latin typeface="仓耳玄三M W05" panose="02020400000000000000" charset="-122"/>
              <a:ea typeface="仓耳玄三M W05" panose="02020400000000000000" charset="-122"/>
              <a:sym typeface="+mn-ea"/>
            </a:endParaRPr>
          </a:p>
        </p:txBody>
      </p:sp>
      <p:grpSp>
        <p:nvGrpSpPr>
          <p:cNvPr id="18" name="组合 17"/>
          <p:cNvGrpSpPr/>
          <p:nvPr/>
        </p:nvGrpSpPr>
        <p:grpSpPr>
          <a:xfrm>
            <a:off x="-187960" y="-41910"/>
            <a:ext cx="12568555" cy="6938010"/>
            <a:chOff x="-296" y="-66"/>
            <a:chExt cx="19793" cy="10926"/>
          </a:xfrm>
        </p:grpSpPr>
        <p:pic>
          <p:nvPicPr>
            <p:cNvPr id="6" name="图片 5" descr="云波纹"/>
            <p:cNvPicPr>
              <a:picLocks noChangeAspect="1"/>
            </p:cNvPicPr>
            <p:nvPr/>
          </p:nvPicPr>
          <p:blipFill>
            <a:blip r:embed="rId2"/>
            <a:srcRect l="34620" b="87816"/>
            <a:stretch>
              <a:fillRect/>
            </a:stretch>
          </p:blipFill>
          <p:spPr>
            <a:xfrm>
              <a:off x="-295" y="10292"/>
              <a:ext cx="19792" cy="568"/>
            </a:xfrm>
            <a:prstGeom prst="rect">
              <a:avLst/>
            </a:prstGeom>
          </p:spPr>
        </p:pic>
        <p:pic>
          <p:nvPicPr>
            <p:cNvPr id="12" name="图片 11" descr="云波纹"/>
            <p:cNvPicPr>
              <a:picLocks noChangeAspect="1"/>
            </p:cNvPicPr>
            <p:nvPr/>
          </p:nvPicPr>
          <p:blipFill>
            <a:blip r:embed="rId2"/>
            <a:srcRect l="34620" b="87816"/>
            <a:stretch>
              <a:fillRect/>
            </a:stretch>
          </p:blipFill>
          <p:spPr>
            <a:xfrm>
              <a:off x="-296" y="-66"/>
              <a:ext cx="19792" cy="568"/>
            </a:xfrm>
            <a:prstGeom prst="rect">
              <a:avLst/>
            </a:prstGeom>
          </p:spPr>
        </p:pic>
        <p:pic>
          <p:nvPicPr>
            <p:cNvPr id="16" name="图片 15" descr="云波纹"/>
            <p:cNvPicPr>
              <a:picLocks noChangeAspect="1"/>
            </p:cNvPicPr>
            <p:nvPr/>
          </p:nvPicPr>
          <p:blipFill>
            <a:blip r:embed="rId2"/>
            <a:srcRect l="64657" b="87215"/>
            <a:stretch>
              <a:fillRect/>
            </a:stretch>
          </p:blipFill>
          <p:spPr>
            <a:xfrm rot="16200000">
              <a:off x="-5128" y="5143"/>
              <a:ext cx="10699" cy="596"/>
            </a:xfrm>
            <a:prstGeom prst="rect">
              <a:avLst/>
            </a:prstGeom>
          </p:spPr>
        </p:pic>
        <p:pic>
          <p:nvPicPr>
            <p:cNvPr id="17" name="图片 16" descr="云波纹"/>
            <p:cNvPicPr>
              <a:picLocks noChangeAspect="1"/>
            </p:cNvPicPr>
            <p:nvPr/>
          </p:nvPicPr>
          <p:blipFill>
            <a:blip r:embed="rId2"/>
            <a:srcRect l="64657" b="87215"/>
            <a:stretch>
              <a:fillRect/>
            </a:stretch>
          </p:blipFill>
          <p:spPr>
            <a:xfrm rot="16200000">
              <a:off x="13595" y="5102"/>
              <a:ext cx="10699" cy="596"/>
            </a:xfrm>
            <a:prstGeom prst="rect">
              <a:avLst/>
            </a:prstGeom>
          </p:spPr>
        </p:pic>
      </p:grpSp>
      <p:pic>
        <p:nvPicPr>
          <p:cNvPr id="10" name="图片 9" descr="梅花3"/>
          <p:cNvPicPr>
            <a:picLocks noChangeAspect="1"/>
          </p:cNvPicPr>
          <p:nvPr/>
        </p:nvPicPr>
        <p:blipFill>
          <a:blip r:embed="rId3"/>
          <a:stretch>
            <a:fillRect/>
          </a:stretch>
        </p:blipFill>
        <p:spPr>
          <a:xfrm flipH="1">
            <a:off x="9716135" y="-12700"/>
            <a:ext cx="2488565" cy="1809750"/>
          </a:xfrm>
          <a:prstGeom prst="rect">
            <a:avLst/>
          </a:prstGeom>
        </p:spPr>
      </p:pic>
      <p:grpSp>
        <p:nvGrpSpPr>
          <p:cNvPr id="105" name="组合 104"/>
          <p:cNvGrpSpPr/>
          <p:nvPr/>
        </p:nvGrpSpPr>
        <p:grpSpPr>
          <a:xfrm>
            <a:off x="7019925" y="2577406"/>
            <a:ext cx="377825" cy="977324"/>
            <a:chOff x="7140362" y="2576506"/>
            <a:chExt cx="425757" cy="1099406"/>
          </a:xfrm>
        </p:grpSpPr>
        <p:cxnSp>
          <p:nvCxnSpPr>
            <p:cNvPr id="106" name="直接连接符 105"/>
            <p:cNvCxnSpPr/>
            <p:nvPr/>
          </p:nvCxnSpPr>
          <p:spPr>
            <a:xfrm flipH="1">
              <a:off x="7354129" y="2913430"/>
              <a:ext cx="1" cy="762482"/>
            </a:xfrm>
            <a:prstGeom prst="line">
              <a:avLst/>
            </a:prstGeom>
            <a:ln w="19050">
              <a:solidFill>
                <a:srgbClr val="981620"/>
              </a:solidFill>
            </a:ln>
          </p:spPr>
          <p:style>
            <a:lnRef idx="1">
              <a:schemeClr val="accent1"/>
            </a:lnRef>
            <a:fillRef idx="0">
              <a:schemeClr val="accent1"/>
            </a:fillRef>
            <a:effectRef idx="0">
              <a:schemeClr val="accent1"/>
            </a:effectRef>
            <a:fontRef idx="minor">
              <a:schemeClr val="tx1"/>
            </a:fontRef>
          </p:style>
        </p:cxnSp>
        <p:grpSp>
          <p:nvGrpSpPr>
            <p:cNvPr id="107" name="组合 106"/>
            <p:cNvGrpSpPr/>
            <p:nvPr/>
          </p:nvGrpSpPr>
          <p:grpSpPr>
            <a:xfrm>
              <a:off x="7140362" y="2576506"/>
              <a:ext cx="425757" cy="387942"/>
              <a:chOff x="7140362" y="2576506"/>
              <a:chExt cx="425757" cy="387942"/>
            </a:xfrm>
          </p:grpSpPr>
          <p:sp>
            <p:nvSpPr>
              <p:cNvPr id="108" name="椭圆 107"/>
              <p:cNvSpPr/>
              <p:nvPr/>
            </p:nvSpPr>
            <p:spPr>
              <a:xfrm>
                <a:off x="7159500" y="2576506"/>
                <a:ext cx="387795" cy="387795"/>
              </a:xfrm>
              <a:prstGeom prst="ellipse">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仓耳玄三M W05" panose="02020400000000000000" charset="-122"/>
                  <a:ea typeface="仓耳玄三M W05" panose="02020400000000000000" charset="-122"/>
                </a:endParaRPr>
              </a:p>
            </p:txBody>
          </p:sp>
          <p:sp>
            <p:nvSpPr>
              <p:cNvPr id="109" name="文本框 44"/>
              <p:cNvSpPr txBox="1"/>
              <p:nvPr/>
            </p:nvSpPr>
            <p:spPr>
              <a:xfrm>
                <a:off x="7140362" y="2585144"/>
                <a:ext cx="425757" cy="379304"/>
              </a:xfrm>
              <a:prstGeom prst="rect">
                <a:avLst/>
              </a:prstGeom>
              <a:noFill/>
            </p:spPr>
            <p:txBody>
              <a:bodyPr wrap="square" rtlCol="0">
                <a:spAutoFit/>
              </a:bodyPr>
              <a:lstStyle/>
              <a:p>
                <a:pPr algn="ctr"/>
                <a:r>
                  <a:rPr lang="en-US" altLang="zh-CN" sz="1600" b="1" dirty="0">
                    <a:solidFill>
                      <a:schemeClr val="bg1"/>
                    </a:solidFill>
                    <a:latin typeface="仓耳玄三M W05" panose="02020400000000000000" charset="-122"/>
                    <a:ea typeface="仓耳玄三M W05" panose="02020400000000000000" charset="-122"/>
                  </a:rPr>
                  <a:t>3</a:t>
                </a:r>
                <a:endParaRPr lang="en-US" altLang="zh-CN" sz="1600" b="1" dirty="0">
                  <a:solidFill>
                    <a:schemeClr val="bg1"/>
                  </a:solidFill>
                  <a:latin typeface="仓耳玄三M W05" panose="02020400000000000000" charset="-122"/>
                  <a:ea typeface="仓耳玄三M W05" panose="02020400000000000000" charset="-122"/>
                </a:endParaRPr>
              </a:p>
            </p:txBody>
          </p:sp>
        </p:grpSp>
      </p:grpSp>
      <p:grpSp>
        <p:nvGrpSpPr>
          <p:cNvPr id="110" name="组合 109"/>
          <p:cNvGrpSpPr/>
          <p:nvPr/>
        </p:nvGrpSpPr>
        <p:grpSpPr>
          <a:xfrm>
            <a:off x="4796155" y="4393565"/>
            <a:ext cx="377825" cy="977900"/>
            <a:chOff x="4618842" y="3891279"/>
            <a:chExt cx="425757" cy="1099653"/>
          </a:xfrm>
        </p:grpSpPr>
        <p:cxnSp>
          <p:nvCxnSpPr>
            <p:cNvPr id="111" name="直接连接符 110"/>
            <p:cNvCxnSpPr/>
            <p:nvPr/>
          </p:nvCxnSpPr>
          <p:spPr>
            <a:xfrm flipV="1">
              <a:off x="4832837" y="3891279"/>
              <a:ext cx="0" cy="762730"/>
            </a:xfrm>
            <a:prstGeom prst="line">
              <a:avLst/>
            </a:prstGeom>
            <a:solidFill>
              <a:srgbClr val="375BA5"/>
            </a:solidFill>
            <a:ln w="19050">
              <a:solidFill>
                <a:srgbClr val="981620"/>
              </a:solidFill>
            </a:ln>
          </p:spPr>
          <p:style>
            <a:lnRef idx="1">
              <a:schemeClr val="accent1"/>
            </a:lnRef>
            <a:fillRef idx="0">
              <a:schemeClr val="accent1"/>
            </a:fillRef>
            <a:effectRef idx="0">
              <a:schemeClr val="accent1"/>
            </a:effectRef>
            <a:fontRef idx="minor">
              <a:schemeClr val="tx1"/>
            </a:fontRef>
          </p:style>
        </p:cxnSp>
        <p:grpSp>
          <p:nvGrpSpPr>
            <p:cNvPr id="112" name="组合 111"/>
            <p:cNvGrpSpPr/>
            <p:nvPr/>
          </p:nvGrpSpPr>
          <p:grpSpPr>
            <a:xfrm>
              <a:off x="4618842" y="4603137"/>
              <a:ext cx="425757" cy="387795"/>
              <a:chOff x="4618842" y="4603137"/>
              <a:chExt cx="425757" cy="387795"/>
            </a:xfrm>
          </p:grpSpPr>
          <p:sp>
            <p:nvSpPr>
              <p:cNvPr id="113" name="椭圆 112"/>
              <p:cNvSpPr/>
              <p:nvPr/>
            </p:nvSpPr>
            <p:spPr>
              <a:xfrm flipV="1">
                <a:off x="4638208" y="4603137"/>
                <a:ext cx="387795" cy="387795"/>
              </a:xfrm>
              <a:prstGeom prst="ellipse">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仓耳玄三M W05" panose="02020400000000000000" charset="-122"/>
                  <a:ea typeface="仓耳玄三M W05" panose="02020400000000000000" charset="-122"/>
                </a:endParaRPr>
              </a:p>
            </p:txBody>
          </p:sp>
          <p:sp>
            <p:nvSpPr>
              <p:cNvPr id="114" name="文本框 43"/>
              <p:cNvSpPr txBox="1"/>
              <p:nvPr/>
            </p:nvSpPr>
            <p:spPr>
              <a:xfrm>
                <a:off x="4618842" y="4611509"/>
                <a:ext cx="425757" cy="379166"/>
              </a:xfrm>
              <a:prstGeom prst="rect">
                <a:avLst/>
              </a:prstGeom>
              <a:noFill/>
            </p:spPr>
            <p:txBody>
              <a:bodyPr wrap="square" rtlCol="0">
                <a:spAutoFit/>
              </a:bodyPr>
              <a:lstStyle/>
              <a:p>
                <a:pPr algn="ctr"/>
                <a:r>
                  <a:rPr lang="en-US" altLang="zh-CN" sz="1600" b="1" dirty="0">
                    <a:solidFill>
                      <a:schemeClr val="bg1"/>
                    </a:solidFill>
                    <a:latin typeface="仓耳玄三M W05" panose="02020400000000000000" charset="-122"/>
                    <a:ea typeface="仓耳玄三M W05" panose="02020400000000000000" charset="-122"/>
                  </a:rPr>
                  <a:t>2</a:t>
                </a:r>
                <a:endParaRPr lang="en-US" altLang="zh-CN" sz="1600" b="1" dirty="0">
                  <a:solidFill>
                    <a:schemeClr val="bg1"/>
                  </a:solidFill>
                  <a:latin typeface="仓耳玄三M W05" panose="02020400000000000000" charset="-122"/>
                  <a:ea typeface="仓耳玄三M W05" panose="02020400000000000000" charset="-122"/>
                </a:endParaRPr>
              </a:p>
            </p:txBody>
          </p:sp>
        </p:grpSp>
      </p:grpSp>
      <p:grpSp>
        <p:nvGrpSpPr>
          <p:cNvPr id="115" name="组合 114"/>
          <p:cNvGrpSpPr/>
          <p:nvPr/>
        </p:nvGrpSpPr>
        <p:grpSpPr>
          <a:xfrm>
            <a:off x="2573020" y="2537383"/>
            <a:ext cx="377825" cy="977342"/>
            <a:chOff x="2108260" y="2576506"/>
            <a:chExt cx="425759" cy="1099406"/>
          </a:xfrm>
        </p:grpSpPr>
        <p:cxnSp>
          <p:nvCxnSpPr>
            <p:cNvPr id="116" name="直接连接符 115"/>
            <p:cNvCxnSpPr/>
            <p:nvPr/>
          </p:nvCxnSpPr>
          <p:spPr>
            <a:xfrm flipH="1">
              <a:off x="2320424" y="2913430"/>
              <a:ext cx="1" cy="762482"/>
            </a:xfrm>
            <a:prstGeom prst="line">
              <a:avLst/>
            </a:prstGeom>
            <a:ln w="19050">
              <a:solidFill>
                <a:srgbClr val="981620"/>
              </a:solidFill>
            </a:ln>
          </p:spPr>
          <p:style>
            <a:lnRef idx="1">
              <a:schemeClr val="accent1"/>
            </a:lnRef>
            <a:fillRef idx="0">
              <a:schemeClr val="accent1"/>
            </a:fillRef>
            <a:effectRef idx="0">
              <a:schemeClr val="accent1"/>
            </a:effectRef>
            <a:fontRef idx="minor">
              <a:schemeClr val="tx1"/>
            </a:fontRef>
          </p:style>
        </p:cxnSp>
        <p:grpSp>
          <p:nvGrpSpPr>
            <p:cNvPr id="117" name="组合 116"/>
            <p:cNvGrpSpPr/>
            <p:nvPr/>
          </p:nvGrpSpPr>
          <p:grpSpPr>
            <a:xfrm>
              <a:off x="2108260" y="2576506"/>
              <a:ext cx="425759" cy="387795"/>
              <a:chOff x="2108260" y="2576506"/>
              <a:chExt cx="425759" cy="387795"/>
            </a:xfrm>
          </p:grpSpPr>
          <p:sp>
            <p:nvSpPr>
              <p:cNvPr id="118" name="椭圆 117"/>
              <p:cNvSpPr/>
              <p:nvPr/>
            </p:nvSpPr>
            <p:spPr>
              <a:xfrm>
                <a:off x="2125795" y="2576506"/>
                <a:ext cx="387795" cy="387795"/>
              </a:xfrm>
              <a:prstGeom prst="ellipse">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仓耳玄三M W05" panose="02020400000000000000" charset="-122"/>
                  <a:ea typeface="仓耳玄三M W05" panose="02020400000000000000" charset="-122"/>
                </a:endParaRPr>
              </a:p>
            </p:txBody>
          </p:sp>
          <p:sp>
            <p:nvSpPr>
              <p:cNvPr id="119" name="文本框 42"/>
              <p:cNvSpPr txBox="1"/>
              <p:nvPr/>
            </p:nvSpPr>
            <p:spPr>
              <a:xfrm>
                <a:off x="2108260" y="2576592"/>
                <a:ext cx="425759" cy="379297"/>
              </a:xfrm>
              <a:prstGeom prst="rect">
                <a:avLst/>
              </a:prstGeom>
              <a:noFill/>
            </p:spPr>
            <p:txBody>
              <a:bodyPr wrap="square" rtlCol="0">
                <a:spAutoFit/>
              </a:bodyPr>
              <a:lstStyle/>
              <a:p>
                <a:pPr algn="ctr"/>
                <a:r>
                  <a:rPr lang="en-US" altLang="zh-CN" sz="1600" b="1" dirty="0">
                    <a:solidFill>
                      <a:schemeClr val="bg1"/>
                    </a:solidFill>
                    <a:latin typeface="仓耳玄三M W05" panose="02020400000000000000" charset="-122"/>
                    <a:ea typeface="仓耳玄三M W05" panose="02020400000000000000" charset="-122"/>
                  </a:rPr>
                  <a:t>1</a:t>
                </a:r>
                <a:endParaRPr lang="en-US" altLang="zh-CN" sz="1600" b="1" dirty="0">
                  <a:solidFill>
                    <a:schemeClr val="bg1"/>
                  </a:solidFill>
                  <a:latin typeface="仓耳玄三M W05" panose="02020400000000000000" charset="-122"/>
                  <a:ea typeface="仓耳玄三M W05" panose="02020400000000000000" charset="-122"/>
                </a:endParaRPr>
              </a:p>
            </p:txBody>
          </p:sp>
        </p:grpSp>
      </p:grpSp>
      <p:sp>
        <p:nvSpPr>
          <p:cNvPr id="120" name="矩形 119"/>
          <p:cNvSpPr/>
          <p:nvPr/>
        </p:nvSpPr>
        <p:spPr>
          <a:xfrm>
            <a:off x="1646555" y="5429250"/>
            <a:ext cx="2222500" cy="78740"/>
          </a:xfrm>
          <a:prstGeom prst="rect">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CCC9B"/>
              </a:solidFill>
              <a:latin typeface="仓耳玄三M W05" panose="02020400000000000000" charset="-122"/>
              <a:ea typeface="仓耳玄三M W05" panose="02020400000000000000" charset="-122"/>
            </a:endParaRPr>
          </a:p>
        </p:txBody>
      </p:sp>
      <p:sp>
        <p:nvSpPr>
          <p:cNvPr id="121" name="矩形 120"/>
          <p:cNvSpPr/>
          <p:nvPr/>
        </p:nvSpPr>
        <p:spPr>
          <a:xfrm flipV="1">
            <a:off x="3874770" y="2347595"/>
            <a:ext cx="2222500" cy="78740"/>
          </a:xfrm>
          <a:prstGeom prst="rect">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CCC9B"/>
              </a:solidFill>
              <a:latin typeface="仓耳玄三M W05" panose="02020400000000000000" charset="-122"/>
              <a:ea typeface="仓耳玄三M W05" panose="02020400000000000000" charset="-122"/>
            </a:endParaRPr>
          </a:p>
        </p:txBody>
      </p:sp>
      <p:sp>
        <p:nvSpPr>
          <p:cNvPr id="122" name="矩形 121"/>
          <p:cNvSpPr/>
          <p:nvPr/>
        </p:nvSpPr>
        <p:spPr>
          <a:xfrm>
            <a:off x="6129020" y="5441315"/>
            <a:ext cx="2222500" cy="78740"/>
          </a:xfrm>
          <a:prstGeom prst="rect">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CCC9B"/>
              </a:solidFill>
              <a:latin typeface="仓耳玄三M W05" panose="02020400000000000000" charset="-122"/>
              <a:ea typeface="仓耳玄三M W05" panose="02020400000000000000" charset="-122"/>
            </a:endParaRPr>
          </a:p>
        </p:txBody>
      </p:sp>
      <p:sp>
        <p:nvSpPr>
          <p:cNvPr id="123" name="矩形 122"/>
          <p:cNvSpPr/>
          <p:nvPr/>
        </p:nvSpPr>
        <p:spPr>
          <a:xfrm flipV="1">
            <a:off x="8362315" y="2357120"/>
            <a:ext cx="2222500" cy="78740"/>
          </a:xfrm>
          <a:prstGeom prst="rect">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CCC9B"/>
              </a:solidFill>
              <a:latin typeface="仓耳玄三M W05" panose="02020400000000000000" charset="-122"/>
              <a:ea typeface="仓耳玄三M W05" panose="02020400000000000000" charset="-122"/>
            </a:endParaRPr>
          </a:p>
        </p:txBody>
      </p:sp>
      <p:grpSp>
        <p:nvGrpSpPr>
          <p:cNvPr id="124" name="组合 123"/>
          <p:cNvGrpSpPr/>
          <p:nvPr/>
        </p:nvGrpSpPr>
        <p:grpSpPr>
          <a:xfrm>
            <a:off x="1635125" y="3518535"/>
            <a:ext cx="2236470" cy="610235"/>
            <a:chOff x="1059693" y="3272992"/>
            <a:chExt cx="2520000" cy="687635"/>
          </a:xfrm>
          <a:solidFill>
            <a:schemeClr val="bg1"/>
          </a:solidFill>
        </p:grpSpPr>
        <p:sp>
          <p:nvSpPr>
            <p:cNvPr id="125" name="五边形 124"/>
            <p:cNvSpPr/>
            <p:nvPr/>
          </p:nvSpPr>
          <p:spPr>
            <a:xfrm rot="16200000">
              <a:off x="1975875" y="2356809"/>
              <a:ext cx="687635" cy="2520000"/>
            </a:xfrm>
            <a:prstGeom prst="homePlate">
              <a:avLst>
                <a:gd name="adj" fmla="val 48709"/>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仓耳玄三M W05" panose="02020400000000000000" charset="-122"/>
                <a:ea typeface="仓耳玄三M W05" panose="02020400000000000000" charset="-122"/>
              </a:endParaRPr>
            </a:p>
          </p:txBody>
        </p:sp>
        <p:sp>
          <p:nvSpPr>
            <p:cNvPr id="126" name="文本框 34"/>
            <p:cNvSpPr txBox="1"/>
            <p:nvPr/>
          </p:nvSpPr>
          <p:spPr>
            <a:xfrm>
              <a:off x="1259246" y="3566409"/>
              <a:ext cx="2120892" cy="320562"/>
            </a:xfrm>
            <a:prstGeom prst="rect">
              <a:avLst/>
            </a:prstGeom>
            <a:noFill/>
          </p:spPr>
          <p:txBody>
            <a:bodyPr wrap="square" rtlCol="0">
              <a:spAutoFit/>
            </a:bodyPr>
            <a:lstStyle/>
            <a:p>
              <a:pPr algn="ctr">
                <a:lnSpc>
                  <a:spcPct val="90000"/>
                </a:lnSpc>
                <a:spcBef>
                  <a:spcPts val="750"/>
                </a:spcBef>
              </a:pPr>
              <a:r>
                <a:rPr lang="zh-CN" altLang="en-US" sz="1400" b="1" dirty="0">
                  <a:solidFill>
                    <a:schemeClr val="bg1"/>
                  </a:solidFill>
                  <a:latin typeface="仓耳玄三M W05" panose="02020400000000000000" charset="-122"/>
                  <a:ea typeface="仓耳玄三M W05" panose="02020400000000000000" charset="-122"/>
                </a:rPr>
                <a:t>单击此处输入标题</a:t>
              </a:r>
              <a:endParaRPr lang="zh-CN" altLang="en-US" sz="1400" b="1" dirty="0">
                <a:solidFill>
                  <a:schemeClr val="bg1"/>
                </a:solidFill>
                <a:latin typeface="仓耳玄三M W05" panose="02020400000000000000" charset="-122"/>
                <a:ea typeface="仓耳玄三M W05" panose="02020400000000000000" charset="-122"/>
              </a:endParaRPr>
            </a:p>
          </p:txBody>
        </p:sp>
      </p:grpSp>
      <p:sp>
        <p:nvSpPr>
          <p:cNvPr id="127" name="文本框 35"/>
          <p:cNvSpPr txBox="1"/>
          <p:nvPr/>
        </p:nvSpPr>
        <p:spPr>
          <a:xfrm>
            <a:off x="1650365" y="4216400"/>
            <a:ext cx="2228850" cy="1083945"/>
          </a:xfrm>
          <a:prstGeom prst="rect">
            <a:avLst/>
          </a:prstGeom>
          <a:noFill/>
        </p:spPr>
        <p:txBody>
          <a:bodyPr wrap="square" lIns="68580" tIns="34290" rIns="68580" bIns="34290" rtlCol="0">
            <a:spAutoFit/>
          </a:bodyPr>
          <a:lstStyle/>
          <a:p>
            <a:pPr algn="ctr">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zh-CN" altLang="en-US" sz="1000" dirty="0">
              <a:solidFill>
                <a:srgbClr val="FCCC9B"/>
              </a:solidFill>
              <a:latin typeface="仓耳玄三M W05" panose="02020400000000000000" charset="-122"/>
              <a:ea typeface="仓耳玄三M W05" panose="02020400000000000000" charset="-122"/>
              <a:sym typeface="+mn-ea"/>
            </a:endParaRPr>
          </a:p>
        </p:txBody>
      </p:sp>
      <p:grpSp>
        <p:nvGrpSpPr>
          <p:cNvPr id="128" name="组合 127"/>
          <p:cNvGrpSpPr/>
          <p:nvPr/>
        </p:nvGrpSpPr>
        <p:grpSpPr>
          <a:xfrm>
            <a:off x="6097270" y="3530600"/>
            <a:ext cx="2238375" cy="610235"/>
            <a:chOff x="6093398" y="3272992"/>
            <a:chExt cx="2520000" cy="687635"/>
          </a:xfrm>
        </p:grpSpPr>
        <p:sp>
          <p:nvSpPr>
            <p:cNvPr id="129" name="五边形 128"/>
            <p:cNvSpPr/>
            <p:nvPr/>
          </p:nvSpPr>
          <p:spPr>
            <a:xfrm rot="16200000">
              <a:off x="7009580" y="2356809"/>
              <a:ext cx="687635" cy="2520000"/>
            </a:xfrm>
            <a:prstGeom prst="homePlate">
              <a:avLst>
                <a:gd name="adj" fmla="val 48709"/>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仓耳玄三M W05" panose="02020400000000000000" charset="-122"/>
                <a:ea typeface="仓耳玄三M W05" panose="02020400000000000000" charset="-122"/>
              </a:endParaRPr>
            </a:p>
          </p:txBody>
        </p:sp>
        <p:sp>
          <p:nvSpPr>
            <p:cNvPr id="130" name="文本框 36"/>
            <p:cNvSpPr txBox="1"/>
            <p:nvPr/>
          </p:nvSpPr>
          <p:spPr>
            <a:xfrm>
              <a:off x="6292951" y="3552796"/>
              <a:ext cx="2120892" cy="320562"/>
            </a:xfrm>
            <a:prstGeom prst="rect">
              <a:avLst/>
            </a:prstGeom>
            <a:noFill/>
          </p:spPr>
          <p:txBody>
            <a:bodyPr wrap="square" rtlCol="0">
              <a:spAutoFit/>
            </a:bodyPr>
            <a:lstStyle/>
            <a:p>
              <a:pPr algn="ctr">
                <a:lnSpc>
                  <a:spcPct val="90000"/>
                </a:lnSpc>
                <a:spcBef>
                  <a:spcPts val="750"/>
                </a:spcBef>
              </a:pPr>
              <a:r>
                <a:rPr lang="zh-CN" altLang="en-US" sz="1400" b="1" dirty="0">
                  <a:solidFill>
                    <a:schemeClr val="bg1"/>
                  </a:solidFill>
                  <a:latin typeface="仓耳玄三M W05" panose="02020400000000000000" charset="-122"/>
                  <a:ea typeface="仓耳玄三M W05" panose="02020400000000000000" charset="-122"/>
                  <a:sym typeface="+mn-ea"/>
                </a:rPr>
                <a:t>单击此处输入标题</a:t>
              </a:r>
              <a:endParaRPr lang="zh-CN" altLang="en-US" sz="1400" b="1" dirty="0">
                <a:solidFill>
                  <a:schemeClr val="bg1"/>
                </a:solidFill>
                <a:latin typeface="仓耳玄三M W05" panose="02020400000000000000" charset="-122"/>
                <a:ea typeface="仓耳玄三M W05" panose="02020400000000000000" charset="-122"/>
                <a:sym typeface="+mn-ea"/>
              </a:endParaRPr>
            </a:p>
          </p:txBody>
        </p:sp>
      </p:grpSp>
      <p:grpSp>
        <p:nvGrpSpPr>
          <p:cNvPr id="131" name="组合 130"/>
          <p:cNvGrpSpPr/>
          <p:nvPr/>
        </p:nvGrpSpPr>
        <p:grpSpPr>
          <a:xfrm>
            <a:off x="3872865" y="3813175"/>
            <a:ext cx="2236470" cy="610235"/>
            <a:chOff x="3572106" y="3606812"/>
            <a:chExt cx="2520000" cy="687635"/>
          </a:xfrm>
        </p:grpSpPr>
        <p:sp>
          <p:nvSpPr>
            <p:cNvPr id="132" name="五边形 131"/>
            <p:cNvSpPr/>
            <p:nvPr/>
          </p:nvSpPr>
          <p:spPr>
            <a:xfrm rot="5400000" flipV="1">
              <a:off x="4488288" y="2690629"/>
              <a:ext cx="687635" cy="2520000"/>
            </a:xfrm>
            <a:prstGeom prst="homePlate">
              <a:avLst>
                <a:gd name="adj" fmla="val 48709"/>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仓耳玄三M W05" panose="02020400000000000000" charset="-122"/>
                <a:ea typeface="仓耳玄三M W05" panose="02020400000000000000" charset="-122"/>
              </a:endParaRPr>
            </a:p>
          </p:txBody>
        </p:sp>
        <p:sp>
          <p:nvSpPr>
            <p:cNvPr id="133" name="文本框 37"/>
            <p:cNvSpPr txBox="1"/>
            <p:nvPr/>
          </p:nvSpPr>
          <p:spPr>
            <a:xfrm>
              <a:off x="3774580" y="3641733"/>
              <a:ext cx="2120892" cy="320562"/>
            </a:xfrm>
            <a:prstGeom prst="rect">
              <a:avLst/>
            </a:prstGeom>
            <a:noFill/>
          </p:spPr>
          <p:txBody>
            <a:bodyPr wrap="square" rtlCol="0">
              <a:spAutoFit/>
            </a:bodyPr>
            <a:lstStyle/>
            <a:p>
              <a:pPr algn="ctr">
                <a:lnSpc>
                  <a:spcPct val="90000"/>
                </a:lnSpc>
                <a:spcBef>
                  <a:spcPts val="750"/>
                </a:spcBef>
              </a:pPr>
              <a:r>
                <a:rPr lang="zh-CN" altLang="en-US" sz="1400" b="1" dirty="0">
                  <a:solidFill>
                    <a:schemeClr val="bg1"/>
                  </a:solidFill>
                  <a:latin typeface="仓耳玄三M W05" panose="02020400000000000000" charset="-122"/>
                  <a:ea typeface="仓耳玄三M W05" panose="02020400000000000000" charset="-122"/>
                  <a:sym typeface="+mn-ea"/>
                </a:rPr>
                <a:t>单击此处输入标题</a:t>
              </a:r>
              <a:endParaRPr lang="zh-CN" altLang="en-US" sz="1400" b="1" dirty="0">
                <a:solidFill>
                  <a:schemeClr val="bg1"/>
                </a:solidFill>
                <a:latin typeface="仓耳玄三M W05" panose="02020400000000000000" charset="-122"/>
                <a:ea typeface="仓耳玄三M W05" panose="02020400000000000000" charset="-122"/>
                <a:sym typeface="+mn-ea"/>
              </a:endParaRPr>
            </a:p>
          </p:txBody>
        </p:sp>
      </p:grpSp>
      <p:grpSp>
        <p:nvGrpSpPr>
          <p:cNvPr id="134" name="组合 133"/>
          <p:cNvGrpSpPr/>
          <p:nvPr/>
        </p:nvGrpSpPr>
        <p:grpSpPr>
          <a:xfrm>
            <a:off x="8339455" y="3822700"/>
            <a:ext cx="2236470" cy="610235"/>
            <a:chOff x="8612309" y="3606812"/>
            <a:chExt cx="2520000" cy="687635"/>
          </a:xfrm>
        </p:grpSpPr>
        <p:sp>
          <p:nvSpPr>
            <p:cNvPr id="135" name="五边形 134"/>
            <p:cNvSpPr/>
            <p:nvPr/>
          </p:nvSpPr>
          <p:spPr>
            <a:xfrm rot="5400000" flipV="1">
              <a:off x="9528491" y="2690629"/>
              <a:ext cx="687635" cy="2520000"/>
            </a:xfrm>
            <a:prstGeom prst="homePlate">
              <a:avLst>
                <a:gd name="adj" fmla="val 48709"/>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仓耳玄三M W05" panose="02020400000000000000" charset="-122"/>
                <a:ea typeface="仓耳玄三M W05" panose="02020400000000000000" charset="-122"/>
              </a:endParaRPr>
            </a:p>
          </p:txBody>
        </p:sp>
        <p:sp>
          <p:nvSpPr>
            <p:cNvPr id="136" name="文本框 38"/>
            <p:cNvSpPr txBox="1"/>
            <p:nvPr/>
          </p:nvSpPr>
          <p:spPr>
            <a:xfrm>
              <a:off x="8829752" y="3644595"/>
              <a:ext cx="2120892" cy="320562"/>
            </a:xfrm>
            <a:prstGeom prst="rect">
              <a:avLst/>
            </a:prstGeom>
            <a:noFill/>
          </p:spPr>
          <p:txBody>
            <a:bodyPr wrap="square" rtlCol="0">
              <a:spAutoFit/>
            </a:bodyPr>
            <a:lstStyle/>
            <a:p>
              <a:pPr algn="ctr">
                <a:lnSpc>
                  <a:spcPct val="90000"/>
                </a:lnSpc>
                <a:spcBef>
                  <a:spcPts val="750"/>
                </a:spcBef>
              </a:pPr>
              <a:r>
                <a:rPr lang="zh-CN" altLang="en-US" sz="1400" b="1" dirty="0">
                  <a:solidFill>
                    <a:schemeClr val="bg1"/>
                  </a:solidFill>
                  <a:latin typeface="仓耳玄三M W05" panose="02020400000000000000" charset="-122"/>
                  <a:ea typeface="仓耳玄三M W05" panose="02020400000000000000" charset="-122"/>
                  <a:sym typeface="+mn-ea"/>
                </a:rPr>
                <a:t>单击此处输入标题</a:t>
              </a:r>
              <a:endParaRPr lang="zh-CN" altLang="en-US" sz="1400" b="1" dirty="0">
                <a:solidFill>
                  <a:schemeClr val="bg1"/>
                </a:solidFill>
                <a:latin typeface="仓耳玄三M W05" panose="02020400000000000000" charset="-122"/>
                <a:ea typeface="仓耳玄三M W05" panose="02020400000000000000" charset="-122"/>
                <a:sym typeface="+mn-ea"/>
              </a:endParaRPr>
            </a:p>
          </p:txBody>
        </p:sp>
      </p:grpSp>
      <p:sp>
        <p:nvSpPr>
          <p:cNvPr id="137" name="文本框 39"/>
          <p:cNvSpPr txBox="1"/>
          <p:nvPr/>
        </p:nvSpPr>
        <p:spPr>
          <a:xfrm>
            <a:off x="6133465" y="4228465"/>
            <a:ext cx="2228850" cy="1083945"/>
          </a:xfrm>
          <a:prstGeom prst="rect">
            <a:avLst/>
          </a:prstGeom>
          <a:noFill/>
        </p:spPr>
        <p:txBody>
          <a:bodyPr wrap="square" lIns="68580" tIns="34290" rIns="68580" bIns="34290" rtlCol="0">
            <a:spAutoFit/>
          </a:bodyPr>
          <a:lstStyle/>
          <a:p>
            <a:pPr algn="ctr">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zh-CN" altLang="en-US" sz="1200" dirty="0">
              <a:solidFill>
                <a:srgbClr val="FCCC9B"/>
              </a:solidFill>
              <a:latin typeface="仓耳玄三M W05" panose="02020400000000000000" charset="-122"/>
              <a:ea typeface="仓耳玄三M W05" panose="02020400000000000000" charset="-122"/>
              <a:sym typeface="+mn-ea"/>
            </a:endParaRPr>
          </a:p>
        </p:txBody>
      </p:sp>
      <p:sp>
        <p:nvSpPr>
          <p:cNvPr id="138" name="文本框 40"/>
          <p:cNvSpPr txBox="1"/>
          <p:nvPr/>
        </p:nvSpPr>
        <p:spPr>
          <a:xfrm>
            <a:off x="3879215" y="2553335"/>
            <a:ext cx="2228850" cy="1083945"/>
          </a:xfrm>
          <a:prstGeom prst="rect">
            <a:avLst/>
          </a:prstGeom>
          <a:noFill/>
        </p:spPr>
        <p:txBody>
          <a:bodyPr wrap="square" lIns="68580" tIns="34290" rIns="68580" bIns="34290" rtlCol="0">
            <a:spAutoFit/>
          </a:bodyPr>
          <a:lstStyle/>
          <a:p>
            <a:pPr algn="ctr">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zh-CN" altLang="en-US" sz="1000" dirty="0">
              <a:solidFill>
                <a:srgbClr val="FCCC9B"/>
              </a:solidFill>
              <a:latin typeface="仓耳玄三M W05" panose="02020400000000000000" charset="-122"/>
              <a:ea typeface="仓耳玄三M W05" panose="02020400000000000000" charset="-122"/>
              <a:sym typeface="+mn-ea"/>
            </a:endParaRPr>
          </a:p>
        </p:txBody>
      </p:sp>
      <p:sp>
        <p:nvSpPr>
          <p:cNvPr id="139" name="文本框 41"/>
          <p:cNvSpPr txBox="1"/>
          <p:nvPr/>
        </p:nvSpPr>
        <p:spPr>
          <a:xfrm>
            <a:off x="8366760" y="2562860"/>
            <a:ext cx="2228850" cy="1083945"/>
          </a:xfrm>
          <a:prstGeom prst="rect">
            <a:avLst/>
          </a:prstGeom>
          <a:noFill/>
        </p:spPr>
        <p:txBody>
          <a:bodyPr wrap="square" lIns="68580" tIns="34290" rIns="68580" bIns="34290" rtlCol="0">
            <a:spAutoFit/>
          </a:bodyPr>
          <a:lstStyle/>
          <a:p>
            <a:pPr algn="ctr">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zh-CN" altLang="en-US" sz="1200" dirty="0">
              <a:solidFill>
                <a:srgbClr val="FCCC9B"/>
              </a:solidFill>
              <a:latin typeface="仓耳玄三M W05" panose="02020400000000000000" charset="-122"/>
              <a:ea typeface="仓耳玄三M W05" panose="02020400000000000000" charset="-122"/>
              <a:sym typeface="+mn-ea"/>
            </a:endParaRPr>
          </a:p>
        </p:txBody>
      </p:sp>
      <p:grpSp>
        <p:nvGrpSpPr>
          <p:cNvPr id="140" name="组合 139"/>
          <p:cNvGrpSpPr/>
          <p:nvPr/>
        </p:nvGrpSpPr>
        <p:grpSpPr>
          <a:xfrm>
            <a:off x="9320531" y="4423410"/>
            <a:ext cx="359409" cy="993140"/>
            <a:chOff x="9692089" y="3891279"/>
            <a:chExt cx="405006" cy="1117442"/>
          </a:xfrm>
        </p:grpSpPr>
        <p:cxnSp>
          <p:nvCxnSpPr>
            <p:cNvPr id="141" name="直接连接符 140"/>
            <p:cNvCxnSpPr/>
            <p:nvPr/>
          </p:nvCxnSpPr>
          <p:spPr>
            <a:xfrm flipH="1" flipV="1">
              <a:off x="9873040" y="3891279"/>
              <a:ext cx="1" cy="762730"/>
            </a:xfrm>
            <a:prstGeom prst="line">
              <a:avLst/>
            </a:prstGeom>
            <a:solidFill>
              <a:srgbClr val="375BA5"/>
            </a:solidFill>
            <a:ln w="19050">
              <a:solidFill>
                <a:srgbClr val="981620"/>
              </a:solidFill>
            </a:ln>
          </p:spPr>
          <p:style>
            <a:lnRef idx="1">
              <a:schemeClr val="accent1"/>
            </a:lnRef>
            <a:fillRef idx="0">
              <a:schemeClr val="accent1"/>
            </a:fillRef>
            <a:effectRef idx="0">
              <a:schemeClr val="accent1"/>
            </a:effectRef>
            <a:fontRef idx="minor">
              <a:schemeClr val="tx1"/>
            </a:fontRef>
          </p:style>
        </p:cxnSp>
        <p:grpSp>
          <p:nvGrpSpPr>
            <p:cNvPr id="142" name="组合 141"/>
            <p:cNvGrpSpPr/>
            <p:nvPr/>
          </p:nvGrpSpPr>
          <p:grpSpPr>
            <a:xfrm>
              <a:off x="9692089" y="4578604"/>
              <a:ext cx="405006" cy="430117"/>
              <a:chOff x="9692089" y="4578604"/>
              <a:chExt cx="405006" cy="430117"/>
            </a:xfrm>
          </p:grpSpPr>
          <p:sp>
            <p:nvSpPr>
              <p:cNvPr id="143" name="椭圆 142"/>
              <p:cNvSpPr/>
              <p:nvPr/>
            </p:nvSpPr>
            <p:spPr>
              <a:xfrm flipV="1">
                <a:off x="9709300" y="4620926"/>
                <a:ext cx="387795" cy="387795"/>
              </a:xfrm>
              <a:prstGeom prst="ellipse">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仓耳玄三M W05" panose="02020400000000000000" charset="-122"/>
                  <a:ea typeface="仓耳玄三M W05" panose="02020400000000000000" charset="-122"/>
                </a:endParaRPr>
              </a:p>
            </p:txBody>
          </p:sp>
          <p:sp>
            <p:nvSpPr>
              <p:cNvPr id="144" name="文本框 45"/>
              <p:cNvSpPr txBox="1"/>
              <p:nvPr/>
            </p:nvSpPr>
            <p:spPr>
              <a:xfrm>
                <a:off x="9692089" y="4578604"/>
                <a:ext cx="361882" cy="379387"/>
              </a:xfrm>
              <a:prstGeom prst="rect">
                <a:avLst/>
              </a:prstGeom>
              <a:noFill/>
            </p:spPr>
            <p:txBody>
              <a:bodyPr wrap="square" rtlCol="0">
                <a:spAutoFit/>
              </a:bodyPr>
              <a:lstStyle/>
              <a:p>
                <a:pPr algn="ctr"/>
                <a:r>
                  <a:rPr lang="en-US" altLang="zh-CN" sz="1600" b="1" dirty="0">
                    <a:solidFill>
                      <a:schemeClr val="bg1"/>
                    </a:solidFill>
                    <a:latin typeface="仓耳玄三M W05" panose="02020400000000000000" charset="-122"/>
                    <a:ea typeface="仓耳玄三M W05" panose="02020400000000000000" charset="-122"/>
                  </a:rPr>
                  <a:t>4</a:t>
                </a:r>
                <a:endParaRPr lang="en-US" altLang="zh-CN" sz="1600" b="1" dirty="0">
                  <a:solidFill>
                    <a:schemeClr val="bg1"/>
                  </a:solidFill>
                  <a:latin typeface="仓耳玄三M W05" panose="02020400000000000000" charset="-122"/>
                  <a:ea typeface="仓耳玄三M W05" panose="02020400000000000000" charset="-122"/>
                </a:endParaRPr>
              </a:p>
            </p:txBody>
          </p:sp>
        </p:grpSp>
      </p:grpSp>
    </p:spTree>
    <p:custDataLst>
      <p:tags r:id="rId4"/>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diamond(in)">
                                      <p:cBhvr>
                                        <p:cTn id="7" dur="500"/>
                                        <p:tgtEl>
                                          <p:spTgt spid="18"/>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Left)">
                                      <p:cBhvr>
                                        <p:cTn id="11" dur="500"/>
                                        <p:tgtEl>
                                          <p:spTgt spid="10"/>
                                        </p:tgtEl>
                                      </p:cBhvr>
                                    </p:animEffect>
                                  </p:childTnLst>
                                </p:cTn>
                              </p:par>
                            </p:childTnLst>
                          </p:cTn>
                        </p:par>
                        <p:par>
                          <p:cTn id="12" fill="hold">
                            <p:stCondLst>
                              <p:cond delay="1000"/>
                            </p:stCondLst>
                            <p:childTnLst>
                              <p:par>
                                <p:cTn id="13" presetID="8" presetClass="entr" presetSubtype="16" fill="hold" nodeType="afterEffect">
                                  <p:stCondLst>
                                    <p:cond delay="0"/>
                                  </p:stCondLst>
                                  <p:childTnLst>
                                    <p:set>
                                      <p:cBhvr>
                                        <p:cTn id="14" dur="500" fill="hold">
                                          <p:stCondLst>
                                            <p:cond delay="0"/>
                                          </p:stCondLst>
                                        </p:cTn>
                                        <p:tgtEl>
                                          <p:spTgt spid="15"/>
                                        </p:tgtEl>
                                        <p:attrNameLst>
                                          <p:attrName>style.visibility</p:attrName>
                                        </p:attrNameLst>
                                      </p:cBhvr>
                                      <p:to>
                                        <p:strVal val="visible"/>
                                      </p:to>
                                    </p:set>
                                    <p:animEffect transition="in" filter="diamond(in)">
                                      <p:cBhvr>
                                        <p:cTn id="15" dur="500"/>
                                        <p:tgtEl>
                                          <p:spTgt spid="1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124"/>
                                        </p:tgtEl>
                                        <p:attrNameLst>
                                          <p:attrName>style.visibility</p:attrName>
                                        </p:attrNameLst>
                                      </p:cBhvr>
                                      <p:to>
                                        <p:strVal val="visible"/>
                                      </p:to>
                                    </p:set>
                                    <p:anim calcmode="lin" valueType="num">
                                      <p:cBhvr additive="base">
                                        <p:cTn id="23" dur="500" fill="hold"/>
                                        <p:tgtEl>
                                          <p:spTgt spid="124"/>
                                        </p:tgtEl>
                                        <p:attrNameLst>
                                          <p:attrName>ppt_x</p:attrName>
                                        </p:attrNameLst>
                                      </p:cBhvr>
                                      <p:tavLst>
                                        <p:tav tm="0">
                                          <p:val>
                                            <p:strVal val="#ppt_x"/>
                                          </p:val>
                                        </p:tav>
                                        <p:tav tm="100000">
                                          <p:val>
                                            <p:strVal val="#ppt_x"/>
                                          </p:val>
                                        </p:tav>
                                      </p:tavLst>
                                    </p:anim>
                                    <p:anim calcmode="lin" valueType="num">
                                      <p:cBhvr additive="base">
                                        <p:cTn id="24" dur="500" fill="hold"/>
                                        <p:tgtEl>
                                          <p:spTgt spid="124"/>
                                        </p:tgtEl>
                                        <p:attrNameLst>
                                          <p:attrName>ppt_y</p:attrName>
                                        </p:attrNameLst>
                                      </p:cBhvr>
                                      <p:tavLst>
                                        <p:tav tm="0">
                                          <p:val>
                                            <p:strVal val="1+#ppt_h/2"/>
                                          </p:val>
                                        </p:tav>
                                        <p:tav tm="100000">
                                          <p:val>
                                            <p:strVal val="#ppt_y"/>
                                          </p:val>
                                        </p:tav>
                                      </p:tavLst>
                                    </p:anim>
                                  </p:childTnLst>
                                </p:cTn>
                              </p:par>
                            </p:childTnLst>
                          </p:cTn>
                        </p:par>
                        <p:par>
                          <p:cTn id="25" fill="hold">
                            <p:stCondLst>
                              <p:cond delay="2500"/>
                            </p:stCondLst>
                            <p:childTnLst>
                              <p:par>
                                <p:cTn id="26" presetID="22" presetClass="entr" presetSubtype="1" fill="hold" grpId="0" nodeType="afterEffect">
                                  <p:stCondLst>
                                    <p:cond delay="250"/>
                                  </p:stCondLst>
                                  <p:childTnLst>
                                    <p:set>
                                      <p:cBhvr>
                                        <p:cTn id="27" dur="1" fill="hold">
                                          <p:stCondLst>
                                            <p:cond delay="0"/>
                                          </p:stCondLst>
                                        </p:cTn>
                                        <p:tgtEl>
                                          <p:spTgt spid="127"/>
                                        </p:tgtEl>
                                        <p:attrNameLst>
                                          <p:attrName>style.visibility</p:attrName>
                                        </p:attrNameLst>
                                      </p:cBhvr>
                                      <p:to>
                                        <p:strVal val="visible"/>
                                      </p:to>
                                    </p:set>
                                    <p:animEffect transition="in" filter="wipe(up)">
                                      <p:cBhvr>
                                        <p:cTn id="28" dur="500"/>
                                        <p:tgtEl>
                                          <p:spTgt spid="127"/>
                                        </p:tgtEl>
                                      </p:cBhvr>
                                    </p:animEffect>
                                  </p:childTnLst>
                                </p:cTn>
                              </p:par>
                              <p:par>
                                <p:cTn id="29" presetID="1" presetClass="entr" presetSubtype="0" fill="hold" grpId="1" nodeType="withEffect">
                                  <p:stCondLst>
                                    <p:cond delay="0"/>
                                  </p:stCondLst>
                                  <p:childTnLst>
                                    <p:set>
                                      <p:cBhvr>
                                        <p:cTn id="30" dur="1" fill="hold">
                                          <p:stCondLst>
                                            <p:cond delay="499"/>
                                          </p:stCondLst>
                                        </p:cTn>
                                        <p:tgtEl>
                                          <p:spTgt spid="120"/>
                                        </p:tgtEl>
                                        <p:attrNameLst>
                                          <p:attrName>style.visibility</p:attrName>
                                        </p:attrNameLst>
                                      </p:cBhvr>
                                      <p:to>
                                        <p:strVal val="visible"/>
                                      </p:to>
                                    </p:set>
                                  </p:childTnLst>
                                </p:cTn>
                              </p:par>
                              <p:par>
                                <p:cTn id="31" presetID="42" presetClass="path" presetSubtype="0" accel="50000" decel="50000" fill="hold" grpId="0" nodeType="withEffect">
                                  <p:stCondLst>
                                    <p:cond delay="0"/>
                                  </p:stCondLst>
                                  <p:childTnLst>
                                    <p:animMotion origin="layout" path="M -4.375E-6 -0.27917 L -4.375E-6 2.22222E-6 " pathEditMode="relative" rAng="0" ptsTypes="AA">
                                      <p:cBhvr>
                                        <p:cTn id="32" dur="500" fill="hold"/>
                                        <p:tgtEl>
                                          <p:spTgt spid="120"/>
                                        </p:tgtEl>
                                        <p:attrNameLst>
                                          <p:attrName>ppt_x</p:attrName>
                                          <p:attrName>ppt_y</p:attrName>
                                        </p:attrNameLst>
                                      </p:cBhvr>
                                      <p:rCtr x="0" y="13958"/>
                                    </p:animMotion>
                                  </p:childTnLst>
                                </p:cTn>
                              </p:par>
                              <p:par>
                                <p:cTn id="33" presetID="12" presetClass="entr" presetSubtype="4" fill="hold" nodeType="withEffect">
                                  <p:stCondLst>
                                    <p:cond delay="250"/>
                                  </p:stCondLst>
                                  <p:childTnLst>
                                    <p:set>
                                      <p:cBhvr>
                                        <p:cTn id="34" dur="1" fill="hold">
                                          <p:stCondLst>
                                            <p:cond delay="0"/>
                                          </p:stCondLst>
                                        </p:cTn>
                                        <p:tgtEl>
                                          <p:spTgt spid="115"/>
                                        </p:tgtEl>
                                        <p:attrNameLst>
                                          <p:attrName>style.visibility</p:attrName>
                                        </p:attrNameLst>
                                      </p:cBhvr>
                                      <p:to>
                                        <p:strVal val="visible"/>
                                      </p:to>
                                    </p:set>
                                    <p:anim calcmode="lin" valueType="num">
                                      <p:cBhvr additive="base">
                                        <p:cTn id="35" dur="500"/>
                                        <p:tgtEl>
                                          <p:spTgt spid="115"/>
                                        </p:tgtEl>
                                        <p:attrNameLst>
                                          <p:attrName>ppt_y</p:attrName>
                                        </p:attrNameLst>
                                      </p:cBhvr>
                                      <p:tavLst>
                                        <p:tav tm="0">
                                          <p:val>
                                            <p:strVal val="#ppt_y+#ppt_h*1.125000"/>
                                          </p:val>
                                        </p:tav>
                                        <p:tav tm="100000">
                                          <p:val>
                                            <p:strVal val="#ppt_y"/>
                                          </p:val>
                                        </p:tav>
                                      </p:tavLst>
                                    </p:anim>
                                    <p:animEffect transition="in" filter="wipe(up)">
                                      <p:cBhvr>
                                        <p:cTn id="36" dur="500"/>
                                        <p:tgtEl>
                                          <p:spTgt spid="115"/>
                                        </p:tgtEl>
                                      </p:cBhvr>
                                    </p:animEffect>
                                  </p:childTnLst>
                                </p:cTn>
                              </p:par>
                            </p:childTnLst>
                          </p:cTn>
                        </p:par>
                        <p:par>
                          <p:cTn id="37" fill="hold">
                            <p:stCondLst>
                              <p:cond delay="3250"/>
                            </p:stCondLst>
                            <p:childTnLst>
                              <p:par>
                                <p:cTn id="38" presetID="2" presetClass="entr" presetSubtype="1" fill="hold" nodeType="afterEffect">
                                  <p:stCondLst>
                                    <p:cond delay="0"/>
                                  </p:stCondLst>
                                  <p:childTnLst>
                                    <p:set>
                                      <p:cBhvr>
                                        <p:cTn id="39" dur="1" fill="hold">
                                          <p:stCondLst>
                                            <p:cond delay="0"/>
                                          </p:stCondLst>
                                        </p:cTn>
                                        <p:tgtEl>
                                          <p:spTgt spid="131"/>
                                        </p:tgtEl>
                                        <p:attrNameLst>
                                          <p:attrName>style.visibility</p:attrName>
                                        </p:attrNameLst>
                                      </p:cBhvr>
                                      <p:to>
                                        <p:strVal val="visible"/>
                                      </p:to>
                                    </p:set>
                                    <p:anim calcmode="lin" valueType="num">
                                      <p:cBhvr additive="base">
                                        <p:cTn id="40" dur="500" fill="hold"/>
                                        <p:tgtEl>
                                          <p:spTgt spid="131"/>
                                        </p:tgtEl>
                                        <p:attrNameLst>
                                          <p:attrName>ppt_x</p:attrName>
                                        </p:attrNameLst>
                                      </p:cBhvr>
                                      <p:tavLst>
                                        <p:tav tm="0">
                                          <p:val>
                                            <p:strVal val="#ppt_x"/>
                                          </p:val>
                                        </p:tav>
                                        <p:tav tm="100000">
                                          <p:val>
                                            <p:strVal val="#ppt_x"/>
                                          </p:val>
                                        </p:tav>
                                      </p:tavLst>
                                    </p:anim>
                                    <p:anim calcmode="lin" valueType="num">
                                      <p:cBhvr additive="base">
                                        <p:cTn id="41" dur="500" fill="hold"/>
                                        <p:tgtEl>
                                          <p:spTgt spid="131"/>
                                        </p:tgtEl>
                                        <p:attrNameLst>
                                          <p:attrName>ppt_y</p:attrName>
                                        </p:attrNameLst>
                                      </p:cBhvr>
                                      <p:tavLst>
                                        <p:tav tm="0">
                                          <p:val>
                                            <p:strVal val="0-#ppt_h/2"/>
                                          </p:val>
                                        </p:tav>
                                        <p:tav tm="100000">
                                          <p:val>
                                            <p:strVal val="#ppt_y"/>
                                          </p:val>
                                        </p:tav>
                                      </p:tavLst>
                                    </p:anim>
                                  </p:childTnLst>
                                </p:cTn>
                              </p:par>
                            </p:childTnLst>
                          </p:cTn>
                        </p:par>
                        <p:par>
                          <p:cTn id="42" fill="hold">
                            <p:stCondLst>
                              <p:cond delay="3750"/>
                            </p:stCondLst>
                            <p:childTnLst>
                              <p:par>
                                <p:cTn id="43" presetID="22" presetClass="entr" presetSubtype="4" fill="hold" grpId="0" nodeType="afterEffect">
                                  <p:stCondLst>
                                    <p:cond delay="250"/>
                                  </p:stCondLst>
                                  <p:childTnLst>
                                    <p:set>
                                      <p:cBhvr>
                                        <p:cTn id="44" dur="1" fill="hold">
                                          <p:stCondLst>
                                            <p:cond delay="0"/>
                                          </p:stCondLst>
                                        </p:cTn>
                                        <p:tgtEl>
                                          <p:spTgt spid="138"/>
                                        </p:tgtEl>
                                        <p:attrNameLst>
                                          <p:attrName>style.visibility</p:attrName>
                                        </p:attrNameLst>
                                      </p:cBhvr>
                                      <p:to>
                                        <p:strVal val="visible"/>
                                      </p:to>
                                    </p:set>
                                    <p:animEffect transition="in" filter="wipe(down)">
                                      <p:cBhvr>
                                        <p:cTn id="45" dur="500"/>
                                        <p:tgtEl>
                                          <p:spTgt spid="138"/>
                                        </p:tgtEl>
                                      </p:cBhvr>
                                    </p:animEffect>
                                  </p:childTnLst>
                                </p:cTn>
                              </p:par>
                              <p:par>
                                <p:cTn id="46" presetID="1" presetClass="entr" presetSubtype="0" fill="hold" grpId="1" nodeType="withEffect">
                                  <p:stCondLst>
                                    <p:cond delay="0"/>
                                  </p:stCondLst>
                                  <p:childTnLst>
                                    <p:set>
                                      <p:cBhvr>
                                        <p:cTn id="47" dur="1" fill="hold">
                                          <p:stCondLst>
                                            <p:cond delay="499"/>
                                          </p:stCondLst>
                                        </p:cTn>
                                        <p:tgtEl>
                                          <p:spTgt spid="121"/>
                                        </p:tgtEl>
                                        <p:attrNameLst>
                                          <p:attrName>style.visibility</p:attrName>
                                        </p:attrNameLst>
                                      </p:cBhvr>
                                      <p:to>
                                        <p:strVal val="visible"/>
                                      </p:to>
                                    </p:set>
                                  </p:childTnLst>
                                </p:cTn>
                              </p:par>
                              <p:par>
                                <p:cTn id="48" presetID="64" presetClass="path" presetSubtype="0" accel="50000" decel="50000" fill="hold" grpId="0" nodeType="withEffect">
                                  <p:stCondLst>
                                    <p:cond delay="0"/>
                                  </p:stCondLst>
                                  <p:childTnLst>
                                    <p:animMotion origin="layout" path="M -4.16667E-6 0.2801 L -4.16667E-6 -2.96296E-6 " pathEditMode="relative" rAng="0" ptsTypes="AA">
                                      <p:cBhvr>
                                        <p:cTn id="49" dur="500" fill="hold"/>
                                        <p:tgtEl>
                                          <p:spTgt spid="121"/>
                                        </p:tgtEl>
                                        <p:attrNameLst>
                                          <p:attrName>ppt_x</p:attrName>
                                          <p:attrName>ppt_y</p:attrName>
                                        </p:attrNameLst>
                                      </p:cBhvr>
                                      <p:rCtr x="0" y="-14028"/>
                                    </p:animMotion>
                                  </p:childTnLst>
                                </p:cTn>
                              </p:par>
                              <p:par>
                                <p:cTn id="50" presetID="12" presetClass="entr" presetSubtype="1" fill="hold" nodeType="withEffect">
                                  <p:stCondLst>
                                    <p:cond delay="250"/>
                                  </p:stCondLst>
                                  <p:childTnLst>
                                    <p:set>
                                      <p:cBhvr>
                                        <p:cTn id="51" dur="1" fill="hold">
                                          <p:stCondLst>
                                            <p:cond delay="0"/>
                                          </p:stCondLst>
                                        </p:cTn>
                                        <p:tgtEl>
                                          <p:spTgt spid="110"/>
                                        </p:tgtEl>
                                        <p:attrNameLst>
                                          <p:attrName>style.visibility</p:attrName>
                                        </p:attrNameLst>
                                      </p:cBhvr>
                                      <p:to>
                                        <p:strVal val="visible"/>
                                      </p:to>
                                    </p:set>
                                    <p:anim calcmode="lin" valueType="num">
                                      <p:cBhvr additive="base">
                                        <p:cTn id="52" dur="500"/>
                                        <p:tgtEl>
                                          <p:spTgt spid="110"/>
                                        </p:tgtEl>
                                        <p:attrNameLst>
                                          <p:attrName>ppt_y</p:attrName>
                                        </p:attrNameLst>
                                      </p:cBhvr>
                                      <p:tavLst>
                                        <p:tav tm="0">
                                          <p:val>
                                            <p:strVal val="#ppt_y-#ppt_h*1.125000"/>
                                          </p:val>
                                        </p:tav>
                                        <p:tav tm="100000">
                                          <p:val>
                                            <p:strVal val="#ppt_y"/>
                                          </p:val>
                                        </p:tav>
                                      </p:tavLst>
                                    </p:anim>
                                    <p:animEffect transition="in" filter="wipe(down)">
                                      <p:cBhvr>
                                        <p:cTn id="53" dur="500"/>
                                        <p:tgtEl>
                                          <p:spTgt spid="110"/>
                                        </p:tgtEl>
                                      </p:cBhvr>
                                    </p:animEffect>
                                  </p:childTnLst>
                                </p:cTn>
                              </p:par>
                            </p:childTnLst>
                          </p:cTn>
                        </p:par>
                        <p:par>
                          <p:cTn id="54" fill="hold">
                            <p:stCondLst>
                              <p:cond delay="4500"/>
                            </p:stCondLst>
                            <p:childTnLst>
                              <p:par>
                                <p:cTn id="55" presetID="2" presetClass="entr" presetSubtype="4" fill="hold" nodeType="afterEffect">
                                  <p:stCondLst>
                                    <p:cond delay="0"/>
                                  </p:stCondLst>
                                  <p:childTnLst>
                                    <p:set>
                                      <p:cBhvr>
                                        <p:cTn id="56" dur="1" fill="hold">
                                          <p:stCondLst>
                                            <p:cond delay="0"/>
                                          </p:stCondLst>
                                        </p:cTn>
                                        <p:tgtEl>
                                          <p:spTgt spid="128"/>
                                        </p:tgtEl>
                                        <p:attrNameLst>
                                          <p:attrName>style.visibility</p:attrName>
                                        </p:attrNameLst>
                                      </p:cBhvr>
                                      <p:to>
                                        <p:strVal val="visible"/>
                                      </p:to>
                                    </p:set>
                                    <p:anim calcmode="lin" valueType="num">
                                      <p:cBhvr additive="base">
                                        <p:cTn id="57" dur="500" fill="hold"/>
                                        <p:tgtEl>
                                          <p:spTgt spid="128"/>
                                        </p:tgtEl>
                                        <p:attrNameLst>
                                          <p:attrName>ppt_x</p:attrName>
                                        </p:attrNameLst>
                                      </p:cBhvr>
                                      <p:tavLst>
                                        <p:tav tm="0">
                                          <p:val>
                                            <p:strVal val="#ppt_x"/>
                                          </p:val>
                                        </p:tav>
                                        <p:tav tm="100000">
                                          <p:val>
                                            <p:strVal val="#ppt_x"/>
                                          </p:val>
                                        </p:tav>
                                      </p:tavLst>
                                    </p:anim>
                                    <p:anim calcmode="lin" valueType="num">
                                      <p:cBhvr additive="base">
                                        <p:cTn id="58" dur="500" fill="hold"/>
                                        <p:tgtEl>
                                          <p:spTgt spid="128"/>
                                        </p:tgtEl>
                                        <p:attrNameLst>
                                          <p:attrName>ppt_y</p:attrName>
                                        </p:attrNameLst>
                                      </p:cBhvr>
                                      <p:tavLst>
                                        <p:tav tm="0">
                                          <p:val>
                                            <p:strVal val="1+#ppt_h/2"/>
                                          </p:val>
                                        </p:tav>
                                        <p:tav tm="100000">
                                          <p:val>
                                            <p:strVal val="#ppt_y"/>
                                          </p:val>
                                        </p:tav>
                                      </p:tavLst>
                                    </p:anim>
                                  </p:childTnLst>
                                </p:cTn>
                              </p:par>
                            </p:childTnLst>
                          </p:cTn>
                        </p:par>
                        <p:par>
                          <p:cTn id="59" fill="hold">
                            <p:stCondLst>
                              <p:cond delay="5000"/>
                            </p:stCondLst>
                            <p:childTnLst>
                              <p:par>
                                <p:cTn id="60" presetID="22" presetClass="entr" presetSubtype="1" fill="hold" grpId="0" nodeType="afterEffect">
                                  <p:stCondLst>
                                    <p:cond delay="250"/>
                                  </p:stCondLst>
                                  <p:childTnLst>
                                    <p:set>
                                      <p:cBhvr>
                                        <p:cTn id="61" dur="1" fill="hold">
                                          <p:stCondLst>
                                            <p:cond delay="0"/>
                                          </p:stCondLst>
                                        </p:cTn>
                                        <p:tgtEl>
                                          <p:spTgt spid="137"/>
                                        </p:tgtEl>
                                        <p:attrNameLst>
                                          <p:attrName>style.visibility</p:attrName>
                                        </p:attrNameLst>
                                      </p:cBhvr>
                                      <p:to>
                                        <p:strVal val="visible"/>
                                      </p:to>
                                    </p:set>
                                    <p:animEffect transition="in" filter="wipe(up)">
                                      <p:cBhvr>
                                        <p:cTn id="62" dur="500"/>
                                        <p:tgtEl>
                                          <p:spTgt spid="137"/>
                                        </p:tgtEl>
                                      </p:cBhvr>
                                    </p:animEffect>
                                  </p:childTnLst>
                                </p:cTn>
                              </p:par>
                              <p:par>
                                <p:cTn id="63" presetID="1" presetClass="entr" presetSubtype="0" fill="hold" grpId="0" nodeType="withEffect">
                                  <p:stCondLst>
                                    <p:cond delay="0"/>
                                  </p:stCondLst>
                                  <p:childTnLst>
                                    <p:set>
                                      <p:cBhvr>
                                        <p:cTn id="64" dur="1" fill="hold">
                                          <p:stCondLst>
                                            <p:cond delay="499"/>
                                          </p:stCondLst>
                                        </p:cTn>
                                        <p:tgtEl>
                                          <p:spTgt spid="122"/>
                                        </p:tgtEl>
                                        <p:attrNameLst>
                                          <p:attrName>style.visibility</p:attrName>
                                        </p:attrNameLst>
                                      </p:cBhvr>
                                      <p:to>
                                        <p:strVal val="visible"/>
                                      </p:to>
                                    </p:set>
                                  </p:childTnLst>
                                </p:cTn>
                              </p:par>
                              <p:par>
                                <p:cTn id="65" presetID="42" presetClass="path" presetSubtype="0" accel="50000" decel="50000" fill="hold" grpId="1" nodeType="withEffect">
                                  <p:stCondLst>
                                    <p:cond delay="0"/>
                                  </p:stCondLst>
                                  <p:childTnLst>
                                    <p:animMotion origin="layout" path="M -3.75E-6 -0.27917 L -3.75E-6 2.22222E-6 " pathEditMode="relative" rAng="0" ptsTypes="AA">
                                      <p:cBhvr>
                                        <p:cTn id="66" dur="500" fill="hold"/>
                                        <p:tgtEl>
                                          <p:spTgt spid="122"/>
                                        </p:tgtEl>
                                        <p:attrNameLst>
                                          <p:attrName>ppt_x</p:attrName>
                                          <p:attrName>ppt_y</p:attrName>
                                        </p:attrNameLst>
                                      </p:cBhvr>
                                      <p:rCtr x="0" y="13958"/>
                                    </p:animMotion>
                                  </p:childTnLst>
                                </p:cTn>
                              </p:par>
                              <p:par>
                                <p:cTn id="67" presetID="12" presetClass="entr" presetSubtype="4" fill="hold" nodeType="withEffect">
                                  <p:stCondLst>
                                    <p:cond delay="250"/>
                                  </p:stCondLst>
                                  <p:childTnLst>
                                    <p:set>
                                      <p:cBhvr>
                                        <p:cTn id="68" dur="1" fill="hold">
                                          <p:stCondLst>
                                            <p:cond delay="0"/>
                                          </p:stCondLst>
                                        </p:cTn>
                                        <p:tgtEl>
                                          <p:spTgt spid="105"/>
                                        </p:tgtEl>
                                        <p:attrNameLst>
                                          <p:attrName>style.visibility</p:attrName>
                                        </p:attrNameLst>
                                      </p:cBhvr>
                                      <p:to>
                                        <p:strVal val="visible"/>
                                      </p:to>
                                    </p:set>
                                    <p:anim calcmode="lin" valueType="num">
                                      <p:cBhvr additive="base">
                                        <p:cTn id="69" dur="500"/>
                                        <p:tgtEl>
                                          <p:spTgt spid="105"/>
                                        </p:tgtEl>
                                        <p:attrNameLst>
                                          <p:attrName>ppt_y</p:attrName>
                                        </p:attrNameLst>
                                      </p:cBhvr>
                                      <p:tavLst>
                                        <p:tav tm="0">
                                          <p:val>
                                            <p:strVal val="#ppt_y+#ppt_h*1.125000"/>
                                          </p:val>
                                        </p:tav>
                                        <p:tav tm="100000">
                                          <p:val>
                                            <p:strVal val="#ppt_y"/>
                                          </p:val>
                                        </p:tav>
                                      </p:tavLst>
                                    </p:anim>
                                    <p:animEffect transition="in" filter="wipe(up)">
                                      <p:cBhvr>
                                        <p:cTn id="70" dur="500"/>
                                        <p:tgtEl>
                                          <p:spTgt spid="105"/>
                                        </p:tgtEl>
                                      </p:cBhvr>
                                    </p:animEffect>
                                  </p:childTnLst>
                                </p:cTn>
                              </p:par>
                            </p:childTnLst>
                          </p:cTn>
                        </p:par>
                        <p:par>
                          <p:cTn id="71" fill="hold">
                            <p:stCondLst>
                              <p:cond delay="5750"/>
                            </p:stCondLst>
                            <p:childTnLst>
                              <p:par>
                                <p:cTn id="72" presetID="2" presetClass="entr" presetSubtype="1" fill="hold" nodeType="afterEffect">
                                  <p:stCondLst>
                                    <p:cond delay="0"/>
                                  </p:stCondLst>
                                  <p:childTnLst>
                                    <p:set>
                                      <p:cBhvr>
                                        <p:cTn id="73" dur="1" fill="hold">
                                          <p:stCondLst>
                                            <p:cond delay="0"/>
                                          </p:stCondLst>
                                        </p:cTn>
                                        <p:tgtEl>
                                          <p:spTgt spid="134"/>
                                        </p:tgtEl>
                                        <p:attrNameLst>
                                          <p:attrName>style.visibility</p:attrName>
                                        </p:attrNameLst>
                                      </p:cBhvr>
                                      <p:to>
                                        <p:strVal val="visible"/>
                                      </p:to>
                                    </p:set>
                                    <p:anim calcmode="lin" valueType="num">
                                      <p:cBhvr additive="base">
                                        <p:cTn id="74" dur="500" fill="hold"/>
                                        <p:tgtEl>
                                          <p:spTgt spid="134"/>
                                        </p:tgtEl>
                                        <p:attrNameLst>
                                          <p:attrName>ppt_x</p:attrName>
                                        </p:attrNameLst>
                                      </p:cBhvr>
                                      <p:tavLst>
                                        <p:tav tm="0">
                                          <p:val>
                                            <p:strVal val="#ppt_x"/>
                                          </p:val>
                                        </p:tav>
                                        <p:tav tm="100000">
                                          <p:val>
                                            <p:strVal val="#ppt_x"/>
                                          </p:val>
                                        </p:tav>
                                      </p:tavLst>
                                    </p:anim>
                                    <p:anim calcmode="lin" valueType="num">
                                      <p:cBhvr additive="base">
                                        <p:cTn id="75" dur="500" fill="hold"/>
                                        <p:tgtEl>
                                          <p:spTgt spid="134"/>
                                        </p:tgtEl>
                                        <p:attrNameLst>
                                          <p:attrName>ppt_y</p:attrName>
                                        </p:attrNameLst>
                                      </p:cBhvr>
                                      <p:tavLst>
                                        <p:tav tm="0">
                                          <p:val>
                                            <p:strVal val="0-#ppt_h/2"/>
                                          </p:val>
                                        </p:tav>
                                        <p:tav tm="100000">
                                          <p:val>
                                            <p:strVal val="#ppt_y"/>
                                          </p:val>
                                        </p:tav>
                                      </p:tavLst>
                                    </p:anim>
                                  </p:childTnLst>
                                </p:cTn>
                              </p:par>
                            </p:childTnLst>
                          </p:cTn>
                        </p:par>
                        <p:par>
                          <p:cTn id="76" fill="hold">
                            <p:stCondLst>
                              <p:cond delay="6250"/>
                            </p:stCondLst>
                            <p:childTnLst>
                              <p:par>
                                <p:cTn id="77" presetID="22" presetClass="entr" presetSubtype="4" fill="hold" grpId="0" nodeType="afterEffect">
                                  <p:stCondLst>
                                    <p:cond delay="250"/>
                                  </p:stCondLst>
                                  <p:childTnLst>
                                    <p:set>
                                      <p:cBhvr>
                                        <p:cTn id="78" dur="1" fill="hold">
                                          <p:stCondLst>
                                            <p:cond delay="0"/>
                                          </p:stCondLst>
                                        </p:cTn>
                                        <p:tgtEl>
                                          <p:spTgt spid="139"/>
                                        </p:tgtEl>
                                        <p:attrNameLst>
                                          <p:attrName>style.visibility</p:attrName>
                                        </p:attrNameLst>
                                      </p:cBhvr>
                                      <p:to>
                                        <p:strVal val="visible"/>
                                      </p:to>
                                    </p:set>
                                    <p:animEffect transition="in" filter="wipe(down)">
                                      <p:cBhvr>
                                        <p:cTn id="79" dur="500"/>
                                        <p:tgtEl>
                                          <p:spTgt spid="139"/>
                                        </p:tgtEl>
                                      </p:cBhvr>
                                    </p:animEffect>
                                  </p:childTnLst>
                                </p:cTn>
                              </p:par>
                              <p:par>
                                <p:cTn id="80" presetID="1" presetClass="entr" presetSubtype="0" fill="hold" grpId="0" nodeType="withEffect">
                                  <p:stCondLst>
                                    <p:cond delay="0"/>
                                  </p:stCondLst>
                                  <p:childTnLst>
                                    <p:set>
                                      <p:cBhvr>
                                        <p:cTn id="81" dur="1" fill="hold">
                                          <p:stCondLst>
                                            <p:cond delay="499"/>
                                          </p:stCondLst>
                                        </p:cTn>
                                        <p:tgtEl>
                                          <p:spTgt spid="123"/>
                                        </p:tgtEl>
                                        <p:attrNameLst>
                                          <p:attrName>style.visibility</p:attrName>
                                        </p:attrNameLst>
                                      </p:cBhvr>
                                      <p:to>
                                        <p:strVal val="visible"/>
                                      </p:to>
                                    </p:set>
                                  </p:childTnLst>
                                </p:cTn>
                              </p:par>
                              <p:par>
                                <p:cTn id="82" presetID="64" presetClass="path" presetSubtype="0" accel="50000" decel="50000" fill="hold" grpId="1" nodeType="withEffect">
                                  <p:stCondLst>
                                    <p:cond delay="0"/>
                                  </p:stCondLst>
                                  <p:childTnLst>
                                    <p:animMotion origin="layout" path="M -4.16667E-6 0.2801 L -4.16667E-6 -4.44444E-6 " pathEditMode="relative" rAng="0" ptsTypes="AA">
                                      <p:cBhvr>
                                        <p:cTn id="83" dur="500" fill="hold"/>
                                        <p:tgtEl>
                                          <p:spTgt spid="123"/>
                                        </p:tgtEl>
                                        <p:attrNameLst>
                                          <p:attrName>ppt_x</p:attrName>
                                          <p:attrName>ppt_y</p:attrName>
                                        </p:attrNameLst>
                                      </p:cBhvr>
                                      <p:rCtr x="0" y="-14005"/>
                                    </p:animMotion>
                                  </p:childTnLst>
                                </p:cTn>
                              </p:par>
                              <p:par>
                                <p:cTn id="84" presetID="12" presetClass="entr" presetSubtype="1" fill="hold" nodeType="withEffect">
                                  <p:stCondLst>
                                    <p:cond delay="250"/>
                                  </p:stCondLst>
                                  <p:childTnLst>
                                    <p:set>
                                      <p:cBhvr>
                                        <p:cTn id="85" dur="1" fill="hold">
                                          <p:stCondLst>
                                            <p:cond delay="0"/>
                                          </p:stCondLst>
                                        </p:cTn>
                                        <p:tgtEl>
                                          <p:spTgt spid="140"/>
                                        </p:tgtEl>
                                        <p:attrNameLst>
                                          <p:attrName>style.visibility</p:attrName>
                                        </p:attrNameLst>
                                      </p:cBhvr>
                                      <p:to>
                                        <p:strVal val="visible"/>
                                      </p:to>
                                    </p:set>
                                    <p:anim calcmode="lin" valueType="num">
                                      <p:cBhvr additive="base">
                                        <p:cTn id="86" dur="500"/>
                                        <p:tgtEl>
                                          <p:spTgt spid="140"/>
                                        </p:tgtEl>
                                        <p:attrNameLst>
                                          <p:attrName>ppt_y</p:attrName>
                                        </p:attrNameLst>
                                      </p:cBhvr>
                                      <p:tavLst>
                                        <p:tav tm="0">
                                          <p:val>
                                            <p:strVal val="#ppt_y-#ppt_h*1.125000"/>
                                          </p:val>
                                        </p:tav>
                                        <p:tav tm="100000">
                                          <p:val>
                                            <p:strVal val="#ppt_y"/>
                                          </p:val>
                                        </p:tav>
                                      </p:tavLst>
                                    </p:anim>
                                    <p:animEffect transition="in" filter="wipe(down)">
                                      <p:cBhvr>
                                        <p:cTn id="87" dur="5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0" grpId="0" bldLvl="0" animBg="1"/>
      <p:bldP spid="120" grpId="1" bldLvl="0" animBg="1"/>
      <p:bldP spid="121" grpId="0" bldLvl="0" animBg="1"/>
      <p:bldP spid="121" grpId="1" bldLvl="0" animBg="1"/>
      <p:bldP spid="122" grpId="0" bldLvl="0" animBg="1"/>
      <p:bldP spid="122" grpId="1" bldLvl="0" animBg="1"/>
      <p:bldP spid="123" grpId="0" bldLvl="0" animBg="1"/>
      <p:bldP spid="123" grpId="1" bldLvl="0" animBg="1"/>
      <p:bldP spid="127" grpId="0"/>
      <p:bldP spid="137" grpId="0"/>
      <p:bldP spid="138" grpId="0"/>
      <p:bldP spid="13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云波纹"/>
          <p:cNvPicPr>
            <a:picLocks noChangeAspect="1"/>
          </p:cNvPicPr>
          <p:nvPr/>
        </p:nvPicPr>
        <p:blipFill>
          <a:blip r:embed="rId1"/>
          <a:srcRect l="34620"/>
          <a:stretch>
            <a:fillRect/>
          </a:stretch>
        </p:blipFill>
        <p:spPr>
          <a:xfrm>
            <a:off x="-64770" y="689610"/>
            <a:ext cx="12323445" cy="2902585"/>
          </a:xfrm>
          <a:prstGeom prst="rect">
            <a:avLst/>
          </a:prstGeom>
        </p:spPr>
      </p:pic>
      <p:sp>
        <p:nvSpPr>
          <p:cNvPr id="8" name="矩形 7"/>
          <p:cNvSpPr/>
          <p:nvPr/>
        </p:nvSpPr>
        <p:spPr>
          <a:xfrm>
            <a:off x="-66040" y="1170940"/>
            <a:ext cx="12324715" cy="1940560"/>
          </a:xfrm>
          <a:prstGeom prst="rect">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多边形"/>
          <p:cNvPicPr>
            <a:picLocks noChangeAspect="1"/>
          </p:cNvPicPr>
          <p:nvPr/>
        </p:nvPicPr>
        <p:blipFill>
          <a:blip r:embed="rId2"/>
          <a:stretch>
            <a:fillRect/>
          </a:stretch>
        </p:blipFill>
        <p:spPr>
          <a:xfrm>
            <a:off x="4498975" y="542290"/>
            <a:ext cx="3196590" cy="3196590"/>
          </a:xfrm>
          <a:prstGeom prst="rect">
            <a:avLst/>
          </a:prstGeom>
        </p:spPr>
      </p:pic>
      <p:sp>
        <p:nvSpPr>
          <p:cNvPr id="25" name="文本框 24"/>
          <p:cNvSpPr txBox="1"/>
          <p:nvPr/>
        </p:nvSpPr>
        <p:spPr>
          <a:xfrm>
            <a:off x="5117465" y="1587500"/>
            <a:ext cx="1958340" cy="1106805"/>
          </a:xfrm>
          <a:prstGeom prst="rect">
            <a:avLst/>
          </a:prstGeom>
          <a:noFill/>
        </p:spPr>
        <p:txBody>
          <a:bodyPr wrap="square" rtlCol="0">
            <a:spAutoFit/>
          </a:bodyPr>
          <a:lstStyle/>
          <a:p>
            <a:pPr algn="ctr"/>
            <a:r>
              <a:rPr lang="zh-CN" altLang="en-US" sz="6600">
                <a:solidFill>
                  <a:srgbClr val="FCCC9B"/>
                </a:solidFill>
                <a:latin typeface="仓耳玄三M W05" panose="02020400000000000000" charset="-122"/>
                <a:ea typeface="仓耳玄三M W05" panose="02020400000000000000" charset="-122"/>
              </a:rPr>
              <a:t>叁</a:t>
            </a:r>
            <a:endParaRPr lang="zh-CN" altLang="en-US" sz="6600">
              <a:solidFill>
                <a:srgbClr val="FCCC9B"/>
              </a:solidFill>
              <a:latin typeface="仓耳玄三M W05" panose="02020400000000000000" charset="-122"/>
              <a:ea typeface="仓耳玄三M W05" panose="02020400000000000000" charset="-122"/>
            </a:endParaRPr>
          </a:p>
        </p:txBody>
      </p:sp>
      <p:sp>
        <p:nvSpPr>
          <p:cNvPr id="15" name="TextBox 11"/>
          <p:cNvSpPr txBox="1"/>
          <p:nvPr/>
        </p:nvSpPr>
        <p:spPr>
          <a:xfrm>
            <a:off x="2030095" y="5186045"/>
            <a:ext cx="8133715" cy="706755"/>
          </a:xfrm>
          <a:prstGeom prst="rect">
            <a:avLst/>
          </a:prstGeom>
          <a:noFill/>
        </p:spPr>
        <p:txBody>
          <a:bodyPr wrap="square" rtlCol="0">
            <a:spAutoFit/>
          </a:bodyPr>
          <a:lstStyle/>
          <a:p>
            <a:pPr algn="ctr">
              <a:lnSpc>
                <a:spcPct val="200000"/>
              </a:lnSpc>
            </a:pPr>
            <a:r>
              <a:rPr lang="zh-CN" altLang="en-US" sz="1000">
                <a:solidFill>
                  <a:srgbClr val="FCCC9B"/>
                </a:solidFill>
                <a:latin typeface="Lora" panose="02000503000000020004" pitchFamily="2" charset="0"/>
                <a:ea typeface="华文细黑"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endParaRPr lang="zh-CN" altLang="en-US" sz="1000" dirty="0">
              <a:solidFill>
                <a:srgbClr val="FCCC9B"/>
              </a:solidFill>
              <a:latin typeface="Lora" panose="02000503000000020004" pitchFamily="2" charset="0"/>
              <a:ea typeface="华文细黑" panose="02010600040101010101" charset="-122"/>
              <a:sym typeface="+mn-ea"/>
            </a:endParaRPr>
          </a:p>
        </p:txBody>
      </p:sp>
      <p:sp>
        <p:nvSpPr>
          <p:cNvPr id="18" name="矩形 17"/>
          <p:cNvSpPr/>
          <p:nvPr/>
        </p:nvSpPr>
        <p:spPr>
          <a:xfrm>
            <a:off x="4212590" y="4314825"/>
            <a:ext cx="3764280" cy="681990"/>
          </a:xfrm>
          <a:prstGeom prst="rect">
            <a:avLst/>
          </a:prstGeom>
          <a:noFill/>
        </p:spPr>
        <p:txBody>
          <a:bodyPr wrap="square" rtlCol="0">
            <a:spAutoFit/>
          </a:bodyPr>
          <a:lstStyle/>
          <a:p>
            <a:pPr algn="dist">
              <a:lnSpc>
                <a:spcPct val="120000"/>
              </a:lnSpc>
            </a:pPr>
            <a:r>
              <a:rPr lang="zh-CN" altLang="en-US" sz="3200" b="1" dirty="0">
                <a:solidFill>
                  <a:srgbClr val="FCCC9B"/>
                </a:solidFill>
                <a:latin typeface="仓耳玄三M W05" panose="02020400000000000000" charset="-122"/>
                <a:ea typeface="仓耳玄三M W05" panose="02020400000000000000" charset="-122"/>
                <a:sym typeface="+mn-ea"/>
              </a:rPr>
              <a:t>经验与总结</a:t>
            </a:r>
            <a:endParaRPr lang="zh-CN" altLang="en-US" sz="3200" b="1" dirty="0">
              <a:solidFill>
                <a:srgbClr val="FCCC9B"/>
              </a:solidFill>
              <a:latin typeface="仓耳玄三M W05" panose="02020400000000000000" charset="-122"/>
              <a:ea typeface="仓耳玄三M W05" panose="02020400000000000000" charset="-122"/>
              <a:sym typeface="+mn-ea"/>
            </a:endParaRPr>
          </a:p>
        </p:txBody>
      </p:sp>
    </p:spTree>
    <p:custDataLst>
      <p:tags r:id="rId3"/>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3" presetClass="entr" presetSubtype="5"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vertical)">
                                      <p:cBhvr>
                                        <p:cTn id="11" dur="500"/>
                                        <p:tgtEl>
                                          <p:spTgt spid="8"/>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 presetClass="entr" presetSubtype="8" fill="hold" grpId="0" nodeType="after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additive="base">
                                        <p:cTn id="20" dur="500" fill="hold"/>
                                        <p:tgtEl>
                                          <p:spTgt spid="25"/>
                                        </p:tgtEl>
                                        <p:attrNameLst>
                                          <p:attrName>ppt_x</p:attrName>
                                        </p:attrNameLst>
                                      </p:cBhvr>
                                      <p:tavLst>
                                        <p:tav tm="0">
                                          <p:val>
                                            <p:strVal val="0-#ppt_w/2"/>
                                          </p:val>
                                        </p:tav>
                                        <p:tav tm="100000">
                                          <p:val>
                                            <p:strVal val="#ppt_x"/>
                                          </p:val>
                                        </p:tav>
                                      </p:tavLst>
                                    </p:anim>
                                    <p:anim calcmode="lin" valueType="num">
                                      <p:cBhvr additive="base">
                                        <p:cTn id="21" dur="500" fill="hold"/>
                                        <p:tgtEl>
                                          <p:spTgt spid="25"/>
                                        </p:tgtEl>
                                        <p:attrNameLst>
                                          <p:attrName>ppt_y</p:attrName>
                                        </p:attrNameLst>
                                      </p:cBhvr>
                                      <p:tavLst>
                                        <p:tav tm="0">
                                          <p:val>
                                            <p:strVal val="#ppt_y"/>
                                          </p:val>
                                        </p:tav>
                                        <p:tav tm="100000">
                                          <p:val>
                                            <p:strVal val="#ppt_y"/>
                                          </p:val>
                                        </p:tav>
                                      </p:tavLst>
                                    </p:anim>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left)">
                                      <p:cBhvr>
                                        <p:cTn id="25" dur="500"/>
                                        <p:tgtEl>
                                          <p:spTgt spid="18"/>
                                        </p:tgtEl>
                                      </p:cBhvr>
                                    </p:animEffect>
                                  </p:childTnLst>
                                </p:cTn>
                              </p:par>
                            </p:childTnLst>
                          </p:cTn>
                        </p:par>
                        <p:par>
                          <p:cTn id="26" fill="hold">
                            <p:stCondLst>
                              <p:cond delay="2500"/>
                            </p:stCondLst>
                            <p:childTnLst>
                              <p:par>
                                <p:cTn id="27" presetID="14" presetClass="entr" presetSubtype="5"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randombar(vertical)">
                                      <p:cBhvr>
                                        <p:cTn id="2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25" grpId="0"/>
      <p:bldP spid="15"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628650" y="603885"/>
            <a:ext cx="550545" cy="563245"/>
            <a:chOff x="10213" y="2013"/>
            <a:chExt cx="867" cy="887"/>
          </a:xfrm>
        </p:grpSpPr>
        <p:pic>
          <p:nvPicPr>
            <p:cNvPr id="13" name="图片 12" descr="印章"/>
            <p:cNvPicPr>
              <a:picLocks noChangeAspect="1"/>
            </p:cNvPicPr>
            <p:nvPr/>
          </p:nvPicPr>
          <p:blipFill>
            <a:blip r:embed="rId1"/>
            <a:stretch>
              <a:fillRect/>
            </a:stretch>
          </p:blipFill>
          <p:spPr>
            <a:xfrm>
              <a:off x="10213" y="2013"/>
              <a:ext cx="867" cy="887"/>
            </a:xfrm>
            <a:prstGeom prst="rect">
              <a:avLst/>
            </a:prstGeom>
          </p:spPr>
        </p:pic>
        <p:sp>
          <p:nvSpPr>
            <p:cNvPr id="14" name="文本框 13"/>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03</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11" name="矩形 10"/>
          <p:cNvSpPr/>
          <p:nvPr/>
        </p:nvSpPr>
        <p:spPr>
          <a:xfrm>
            <a:off x="1377315" y="643890"/>
            <a:ext cx="2396490" cy="497205"/>
          </a:xfrm>
          <a:prstGeom prst="rect">
            <a:avLst/>
          </a:prstGeom>
          <a:noFill/>
        </p:spPr>
        <p:txBody>
          <a:bodyPr wrap="square" rtlCol="0">
            <a:spAutoFit/>
          </a:bodyPr>
          <a:lstStyle/>
          <a:p>
            <a:pPr algn="dist">
              <a:lnSpc>
                <a:spcPct val="120000"/>
              </a:lnSpc>
            </a:pPr>
            <a:r>
              <a:rPr lang="zh-CN" altLang="en-US" sz="2200" b="1" dirty="0">
                <a:solidFill>
                  <a:srgbClr val="FCCC9B"/>
                </a:solidFill>
                <a:latin typeface="仓耳玄三M W05" panose="02020400000000000000" charset="-122"/>
                <a:ea typeface="仓耳玄三M W05" panose="02020400000000000000" charset="-122"/>
                <a:sym typeface="+mn-ea"/>
              </a:rPr>
              <a:t>经验与总结</a:t>
            </a:r>
            <a:endParaRPr lang="zh-CN" altLang="en-US" sz="2200" b="1" dirty="0">
              <a:solidFill>
                <a:srgbClr val="FCCC9B"/>
              </a:solidFill>
              <a:latin typeface="仓耳玄三M W05" panose="02020400000000000000" charset="-122"/>
              <a:ea typeface="仓耳玄三M W05" panose="02020400000000000000" charset="-122"/>
              <a:sym typeface="+mn-ea"/>
            </a:endParaRPr>
          </a:p>
        </p:txBody>
      </p:sp>
      <p:grpSp>
        <p:nvGrpSpPr>
          <p:cNvPr id="18" name="组合 17"/>
          <p:cNvGrpSpPr/>
          <p:nvPr/>
        </p:nvGrpSpPr>
        <p:grpSpPr>
          <a:xfrm>
            <a:off x="-187960" y="-41910"/>
            <a:ext cx="12568555" cy="6938010"/>
            <a:chOff x="-296" y="-66"/>
            <a:chExt cx="19793" cy="10926"/>
          </a:xfrm>
        </p:grpSpPr>
        <p:pic>
          <p:nvPicPr>
            <p:cNvPr id="6" name="图片 5" descr="云波纹"/>
            <p:cNvPicPr>
              <a:picLocks noChangeAspect="1"/>
            </p:cNvPicPr>
            <p:nvPr/>
          </p:nvPicPr>
          <p:blipFill>
            <a:blip r:embed="rId2"/>
            <a:srcRect l="34620" b="87816"/>
            <a:stretch>
              <a:fillRect/>
            </a:stretch>
          </p:blipFill>
          <p:spPr>
            <a:xfrm>
              <a:off x="-295" y="10292"/>
              <a:ext cx="19792" cy="568"/>
            </a:xfrm>
            <a:prstGeom prst="rect">
              <a:avLst/>
            </a:prstGeom>
          </p:spPr>
        </p:pic>
        <p:pic>
          <p:nvPicPr>
            <p:cNvPr id="12" name="图片 11" descr="云波纹"/>
            <p:cNvPicPr>
              <a:picLocks noChangeAspect="1"/>
            </p:cNvPicPr>
            <p:nvPr/>
          </p:nvPicPr>
          <p:blipFill>
            <a:blip r:embed="rId2"/>
            <a:srcRect l="34620" b="87816"/>
            <a:stretch>
              <a:fillRect/>
            </a:stretch>
          </p:blipFill>
          <p:spPr>
            <a:xfrm>
              <a:off x="-296" y="-66"/>
              <a:ext cx="19792" cy="568"/>
            </a:xfrm>
            <a:prstGeom prst="rect">
              <a:avLst/>
            </a:prstGeom>
          </p:spPr>
        </p:pic>
        <p:pic>
          <p:nvPicPr>
            <p:cNvPr id="16" name="图片 15" descr="云波纹"/>
            <p:cNvPicPr>
              <a:picLocks noChangeAspect="1"/>
            </p:cNvPicPr>
            <p:nvPr/>
          </p:nvPicPr>
          <p:blipFill>
            <a:blip r:embed="rId2"/>
            <a:srcRect l="64657" b="87215"/>
            <a:stretch>
              <a:fillRect/>
            </a:stretch>
          </p:blipFill>
          <p:spPr>
            <a:xfrm rot="16200000">
              <a:off x="-5128" y="5143"/>
              <a:ext cx="10699" cy="596"/>
            </a:xfrm>
            <a:prstGeom prst="rect">
              <a:avLst/>
            </a:prstGeom>
          </p:spPr>
        </p:pic>
        <p:pic>
          <p:nvPicPr>
            <p:cNvPr id="17" name="图片 16" descr="云波纹"/>
            <p:cNvPicPr>
              <a:picLocks noChangeAspect="1"/>
            </p:cNvPicPr>
            <p:nvPr/>
          </p:nvPicPr>
          <p:blipFill>
            <a:blip r:embed="rId2"/>
            <a:srcRect l="64657" b="87215"/>
            <a:stretch>
              <a:fillRect/>
            </a:stretch>
          </p:blipFill>
          <p:spPr>
            <a:xfrm rot="16200000">
              <a:off x="13595" y="5102"/>
              <a:ext cx="10699" cy="596"/>
            </a:xfrm>
            <a:prstGeom prst="rect">
              <a:avLst/>
            </a:prstGeom>
          </p:spPr>
        </p:pic>
      </p:grpSp>
      <p:pic>
        <p:nvPicPr>
          <p:cNvPr id="10" name="图片 9" descr="梅花3"/>
          <p:cNvPicPr>
            <a:picLocks noChangeAspect="1"/>
          </p:cNvPicPr>
          <p:nvPr/>
        </p:nvPicPr>
        <p:blipFill>
          <a:blip r:embed="rId3"/>
          <a:stretch>
            <a:fillRect/>
          </a:stretch>
        </p:blipFill>
        <p:spPr>
          <a:xfrm flipH="1">
            <a:off x="9716135" y="-12700"/>
            <a:ext cx="2488565" cy="1809750"/>
          </a:xfrm>
          <a:prstGeom prst="rect">
            <a:avLst/>
          </a:prstGeom>
        </p:spPr>
      </p:pic>
      <p:grpSp>
        <p:nvGrpSpPr>
          <p:cNvPr id="528" name="Group 528"/>
          <p:cNvGrpSpPr/>
          <p:nvPr/>
        </p:nvGrpSpPr>
        <p:grpSpPr>
          <a:xfrm>
            <a:off x="1381177" y="2125695"/>
            <a:ext cx="2138314" cy="3490763"/>
            <a:chOff x="-1" y="1005595"/>
            <a:chExt cx="2138591" cy="3490762"/>
          </a:xfrm>
        </p:grpSpPr>
        <p:grpSp>
          <p:nvGrpSpPr>
            <p:cNvPr id="520" name="Group 520"/>
            <p:cNvGrpSpPr/>
            <p:nvPr/>
          </p:nvGrpSpPr>
          <p:grpSpPr>
            <a:xfrm>
              <a:off x="-1" y="1005595"/>
              <a:ext cx="2138591" cy="3490762"/>
              <a:chOff x="0" y="1005595"/>
              <a:chExt cx="2138589" cy="3490761"/>
            </a:xfrm>
          </p:grpSpPr>
          <p:grpSp>
            <p:nvGrpSpPr>
              <p:cNvPr id="507" name="Group 507"/>
              <p:cNvGrpSpPr/>
              <p:nvPr/>
            </p:nvGrpSpPr>
            <p:grpSpPr>
              <a:xfrm>
                <a:off x="1035288" y="1005595"/>
                <a:ext cx="1103301" cy="1422269"/>
                <a:chOff x="0" y="0"/>
                <a:chExt cx="1103299" cy="1422267"/>
              </a:xfrm>
            </p:grpSpPr>
            <p:sp>
              <p:nvSpPr>
                <p:cNvPr id="505" name="Shape 505"/>
                <p:cNvSpPr/>
                <p:nvPr/>
              </p:nvSpPr>
              <p:spPr>
                <a:xfrm>
                  <a:off x="91282" y="-1"/>
                  <a:ext cx="1012018" cy="662544"/>
                </a:xfrm>
                <a:custGeom>
                  <a:avLst/>
                  <a:gdLst/>
                  <a:ahLst/>
                  <a:cxnLst>
                    <a:cxn ang="0">
                      <a:pos x="wd2" y="hd2"/>
                    </a:cxn>
                    <a:cxn ang="5400000">
                      <a:pos x="wd2" y="hd2"/>
                    </a:cxn>
                    <a:cxn ang="10800000">
                      <a:pos x="wd2" y="hd2"/>
                    </a:cxn>
                    <a:cxn ang="16200000">
                      <a:pos x="wd2" y="hd2"/>
                    </a:cxn>
                  </a:cxnLst>
                  <a:rect l="0" t="0" r="r" b="b"/>
                  <a:pathLst>
                    <a:path w="21600" h="18945" extrusionOk="0">
                      <a:moveTo>
                        <a:pt x="0" y="2105"/>
                      </a:moveTo>
                      <a:lnTo>
                        <a:pt x="0" y="2105"/>
                      </a:lnTo>
                      <a:cubicBezTo>
                        <a:pt x="7253" y="-2655"/>
                        <a:pt x="16181" y="930"/>
                        <a:pt x="19940" y="10112"/>
                      </a:cubicBezTo>
                      <a:cubicBezTo>
                        <a:pt x="21031" y="12775"/>
                        <a:pt x="21600" y="15731"/>
                        <a:pt x="21600" y="18731"/>
                      </a:cubicBezTo>
                      <a:lnTo>
                        <a:pt x="18787" y="18945"/>
                      </a:lnTo>
                      <a:cubicBezTo>
                        <a:pt x="18787" y="10683"/>
                        <a:pt x="13423" y="3985"/>
                        <a:pt x="6806" y="3985"/>
                      </a:cubicBezTo>
                      <a:cubicBezTo>
                        <a:pt x="4910" y="3985"/>
                        <a:pt x="3041" y="4547"/>
                        <a:pt x="1352" y="5625"/>
                      </a:cubicBezTo>
                      <a:close/>
                    </a:path>
                  </a:pathLst>
                </a:custGeom>
                <a:solidFill>
                  <a:srgbClr val="981620"/>
                </a:solidFill>
                <a:ln>
                  <a:noFill/>
                </a:ln>
              </p:spPr>
              <p:style>
                <a:lnRef idx="3">
                  <a:schemeClr val="lt1"/>
                </a:lnRef>
                <a:fillRef idx="1">
                  <a:schemeClr val="accent3"/>
                </a:fillRef>
                <a:effectRef idx="1">
                  <a:schemeClr val="accent3"/>
                </a:effectRef>
                <a:fontRef idx="minor">
                  <a:schemeClr val="lt1"/>
                </a:fontRef>
              </p:style>
              <p:txBody>
                <a:bodyPr wrap="square" lIns="0" tIns="0" rIns="0" bIns="0" numCol="1" anchor="ctr">
                  <a:noAutofit/>
                </a:bodyPr>
                <a:lstStyle/>
                <a:p>
                  <a:pPr lvl="0" algn="ctr"/>
                  <a:endParaRPr>
                    <a:solidFill>
                      <a:srgbClr val="FCCC9B"/>
                    </a:solidFill>
                    <a:latin typeface="仓耳玄三M W05" panose="02020400000000000000" charset="-122"/>
                    <a:ea typeface="仓耳玄三M W05" panose="02020400000000000000" charset="-122"/>
                    <a:sym typeface="微软雅黑" panose="020B0503020204020204" charset="-122"/>
                  </a:endParaRPr>
                </a:p>
              </p:txBody>
            </p:sp>
            <p:sp>
              <p:nvSpPr>
                <p:cNvPr id="506" name="Shape 506"/>
                <p:cNvSpPr/>
                <p:nvPr/>
              </p:nvSpPr>
              <p:spPr>
                <a:xfrm rot="10800000" flipH="1">
                  <a:off x="0" y="759817"/>
                  <a:ext cx="1103299" cy="662451"/>
                </a:xfrm>
                <a:custGeom>
                  <a:avLst/>
                  <a:gdLst/>
                  <a:ahLst/>
                  <a:cxnLst>
                    <a:cxn ang="0">
                      <a:pos x="wd2" y="hd2"/>
                    </a:cxn>
                    <a:cxn ang="5400000">
                      <a:pos x="wd2" y="hd2"/>
                    </a:cxn>
                    <a:cxn ang="10800000">
                      <a:pos x="wd2" y="hd2"/>
                    </a:cxn>
                    <a:cxn ang="16200000">
                      <a:pos x="wd2" y="hd2"/>
                    </a:cxn>
                  </a:cxnLst>
                  <a:rect l="0" t="0" r="r" b="b"/>
                  <a:pathLst>
                    <a:path w="21600" h="19093" extrusionOk="0">
                      <a:moveTo>
                        <a:pt x="0" y="3664"/>
                      </a:moveTo>
                      <a:lnTo>
                        <a:pt x="0" y="3664"/>
                      </a:lnTo>
                      <a:cubicBezTo>
                        <a:pt x="6040" y="-2507"/>
                        <a:pt x="14532" y="-698"/>
                        <a:pt x="18968" y="7704"/>
                      </a:cubicBezTo>
                      <a:cubicBezTo>
                        <a:pt x="20678" y="10944"/>
                        <a:pt x="21600" y="14858"/>
                        <a:pt x="21600" y="18877"/>
                      </a:cubicBezTo>
                      <a:lnTo>
                        <a:pt x="19020" y="19093"/>
                      </a:lnTo>
                      <a:cubicBezTo>
                        <a:pt x="19020" y="10765"/>
                        <a:pt x="14100" y="4014"/>
                        <a:pt x="8030" y="4014"/>
                      </a:cubicBezTo>
                      <a:cubicBezTo>
                        <a:pt x="5715" y="4014"/>
                        <a:pt x="3459" y="5018"/>
                        <a:pt x="1584" y="6881"/>
                      </a:cubicBezTo>
                      <a:close/>
                    </a:path>
                  </a:pathLst>
                </a:custGeom>
                <a:solidFill>
                  <a:srgbClr val="981620"/>
                </a:solidFill>
                <a:ln>
                  <a:noFill/>
                </a:ln>
              </p:spPr>
              <p:style>
                <a:lnRef idx="3">
                  <a:schemeClr val="lt1"/>
                </a:lnRef>
                <a:fillRef idx="1">
                  <a:schemeClr val="accent3"/>
                </a:fillRef>
                <a:effectRef idx="1">
                  <a:schemeClr val="accent3"/>
                </a:effectRef>
                <a:fontRef idx="minor">
                  <a:schemeClr val="lt1"/>
                </a:fontRef>
              </p:style>
              <p:txBody>
                <a:bodyPr wrap="square" lIns="0" tIns="0" rIns="0" bIns="0" numCol="1" anchor="ctr">
                  <a:noAutofit/>
                </a:bodyPr>
                <a:lstStyle/>
                <a:p>
                  <a:pPr lvl="0" algn="ctr"/>
                  <a:endParaRPr>
                    <a:solidFill>
                      <a:srgbClr val="FCCC9B"/>
                    </a:solidFill>
                    <a:latin typeface="仓耳玄三M W05" panose="02020400000000000000" charset="-122"/>
                    <a:ea typeface="仓耳玄三M W05" panose="02020400000000000000" charset="-122"/>
                    <a:sym typeface="微软雅黑" panose="020B0503020204020204" charset="-122"/>
                  </a:endParaRPr>
                </a:p>
              </p:txBody>
            </p:sp>
          </p:grpSp>
          <p:grpSp>
            <p:nvGrpSpPr>
              <p:cNvPr id="510" name="Group 510"/>
              <p:cNvGrpSpPr/>
              <p:nvPr/>
            </p:nvGrpSpPr>
            <p:grpSpPr>
              <a:xfrm>
                <a:off x="0" y="2039841"/>
                <a:ext cx="1103300" cy="1422269"/>
                <a:chOff x="0" y="0"/>
                <a:chExt cx="1103299" cy="1422267"/>
              </a:xfrm>
            </p:grpSpPr>
            <p:sp>
              <p:nvSpPr>
                <p:cNvPr id="508" name="Shape 508"/>
                <p:cNvSpPr/>
                <p:nvPr/>
              </p:nvSpPr>
              <p:spPr>
                <a:xfrm flipH="1">
                  <a:off x="0" y="-1"/>
                  <a:ext cx="1012018" cy="662544"/>
                </a:xfrm>
                <a:custGeom>
                  <a:avLst/>
                  <a:gdLst/>
                  <a:ahLst/>
                  <a:cxnLst>
                    <a:cxn ang="0">
                      <a:pos x="wd2" y="hd2"/>
                    </a:cxn>
                    <a:cxn ang="5400000">
                      <a:pos x="wd2" y="hd2"/>
                    </a:cxn>
                    <a:cxn ang="10800000">
                      <a:pos x="wd2" y="hd2"/>
                    </a:cxn>
                    <a:cxn ang="16200000">
                      <a:pos x="wd2" y="hd2"/>
                    </a:cxn>
                  </a:cxnLst>
                  <a:rect l="0" t="0" r="r" b="b"/>
                  <a:pathLst>
                    <a:path w="21600" h="18945" extrusionOk="0">
                      <a:moveTo>
                        <a:pt x="0" y="2105"/>
                      </a:moveTo>
                      <a:lnTo>
                        <a:pt x="0" y="2105"/>
                      </a:lnTo>
                      <a:cubicBezTo>
                        <a:pt x="7253" y="-2655"/>
                        <a:pt x="16181" y="930"/>
                        <a:pt x="19940" y="10112"/>
                      </a:cubicBezTo>
                      <a:cubicBezTo>
                        <a:pt x="21031" y="12775"/>
                        <a:pt x="21600" y="15731"/>
                        <a:pt x="21600" y="18731"/>
                      </a:cubicBezTo>
                      <a:lnTo>
                        <a:pt x="18787" y="18945"/>
                      </a:lnTo>
                      <a:cubicBezTo>
                        <a:pt x="18787" y="10683"/>
                        <a:pt x="13423" y="3985"/>
                        <a:pt x="6806" y="3985"/>
                      </a:cubicBezTo>
                      <a:cubicBezTo>
                        <a:pt x="4910" y="3985"/>
                        <a:pt x="3041" y="4547"/>
                        <a:pt x="1352" y="5625"/>
                      </a:cubicBezTo>
                      <a:close/>
                    </a:path>
                  </a:pathLst>
                </a:custGeom>
                <a:solidFill>
                  <a:srgbClr val="981620"/>
                </a:solidFill>
                <a:ln>
                  <a:noFill/>
                </a:ln>
              </p:spPr>
              <p:style>
                <a:lnRef idx="3">
                  <a:schemeClr val="lt1"/>
                </a:lnRef>
                <a:fillRef idx="1">
                  <a:schemeClr val="accent4"/>
                </a:fillRef>
                <a:effectRef idx="1">
                  <a:schemeClr val="accent4"/>
                </a:effectRef>
                <a:fontRef idx="minor">
                  <a:schemeClr val="lt1"/>
                </a:fontRef>
              </p:style>
              <p:txBody>
                <a:bodyPr wrap="square" lIns="0" tIns="0" rIns="0" bIns="0" numCol="1" anchor="ctr">
                  <a:noAutofit/>
                </a:bodyPr>
                <a:lstStyle/>
                <a:p>
                  <a:pPr lvl="0" algn="ctr"/>
                  <a:endParaRPr>
                    <a:solidFill>
                      <a:srgbClr val="FCCC9B"/>
                    </a:solidFill>
                    <a:latin typeface="仓耳玄三M W05" panose="02020400000000000000" charset="-122"/>
                    <a:ea typeface="仓耳玄三M W05" panose="02020400000000000000" charset="-122"/>
                    <a:sym typeface="微软雅黑" panose="020B0503020204020204" charset="-122"/>
                  </a:endParaRPr>
                </a:p>
              </p:txBody>
            </p:sp>
            <p:sp>
              <p:nvSpPr>
                <p:cNvPr id="509" name="Shape 509"/>
                <p:cNvSpPr/>
                <p:nvPr/>
              </p:nvSpPr>
              <p:spPr>
                <a:xfrm rot="10800000">
                  <a:off x="0" y="759817"/>
                  <a:ext cx="1103300" cy="662451"/>
                </a:xfrm>
                <a:custGeom>
                  <a:avLst/>
                  <a:gdLst/>
                  <a:ahLst/>
                  <a:cxnLst>
                    <a:cxn ang="0">
                      <a:pos x="wd2" y="hd2"/>
                    </a:cxn>
                    <a:cxn ang="5400000">
                      <a:pos x="wd2" y="hd2"/>
                    </a:cxn>
                    <a:cxn ang="10800000">
                      <a:pos x="wd2" y="hd2"/>
                    </a:cxn>
                    <a:cxn ang="16200000">
                      <a:pos x="wd2" y="hd2"/>
                    </a:cxn>
                  </a:cxnLst>
                  <a:rect l="0" t="0" r="r" b="b"/>
                  <a:pathLst>
                    <a:path w="21600" h="19093" extrusionOk="0">
                      <a:moveTo>
                        <a:pt x="0" y="3664"/>
                      </a:moveTo>
                      <a:lnTo>
                        <a:pt x="0" y="3664"/>
                      </a:lnTo>
                      <a:cubicBezTo>
                        <a:pt x="6040" y="-2507"/>
                        <a:pt x="14532" y="-698"/>
                        <a:pt x="18968" y="7704"/>
                      </a:cubicBezTo>
                      <a:cubicBezTo>
                        <a:pt x="20678" y="10944"/>
                        <a:pt x="21600" y="14858"/>
                        <a:pt x="21600" y="18877"/>
                      </a:cubicBezTo>
                      <a:lnTo>
                        <a:pt x="19020" y="19093"/>
                      </a:lnTo>
                      <a:cubicBezTo>
                        <a:pt x="19020" y="10765"/>
                        <a:pt x="14100" y="4014"/>
                        <a:pt x="8030" y="4014"/>
                      </a:cubicBezTo>
                      <a:cubicBezTo>
                        <a:pt x="5715" y="4014"/>
                        <a:pt x="3459" y="5018"/>
                        <a:pt x="1584" y="6881"/>
                      </a:cubicBezTo>
                      <a:close/>
                    </a:path>
                  </a:pathLst>
                </a:custGeom>
                <a:solidFill>
                  <a:srgbClr val="981620"/>
                </a:solidFill>
                <a:ln>
                  <a:noFill/>
                </a:ln>
              </p:spPr>
              <p:style>
                <a:lnRef idx="3">
                  <a:schemeClr val="lt1"/>
                </a:lnRef>
                <a:fillRef idx="1">
                  <a:schemeClr val="accent4"/>
                </a:fillRef>
                <a:effectRef idx="1">
                  <a:schemeClr val="accent4"/>
                </a:effectRef>
                <a:fontRef idx="minor">
                  <a:schemeClr val="lt1"/>
                </a:fontRef>
              </p:style>
              <p:txBody>
                <a:bodyPr wrap="square" lIns="0" tIns="0" rIns="0" bIns="0" numCol="1" anchor="ctr">
                  <a:noAutofit/>
                </a:bodyPr>
                <a:lstStyle/>
                <a:p>
                  <a:pPr lvl="0" algn="ctr"/>
                  <a:endParaRPr>
                    <a:solidFill>
                      <a:srgbClr val="FCCC9B"/>
                    </a:solidFill>
                    <a:latin typeface="仓耳玄三M W05" panose="02020400000000000000" charset="-122"/>
                    <a:ea typeface="仓耳玄三M W05" panose="02020400000000000000" charset="-122"/>
                    <a:sym typeface="微软雅黑" panose="020B0503020204020204" charset="-122"/>
                  </a:endParaRPr>
                </a:p>
              </p:txBody>
            </p:sp>
          </p:grpSp>
          <p:grpSp>
            <p:nvGrpSpPr>
              <p:cNvPr id="513" name="Group 513"/>
              <p:cNvGrpSpPr/>
              <p:nvPr/>
            </p:nvGrpSpPr>
            <p:grpSpPr>
              <a:xfrm>
                <a:off x="1035288" y="3074087"/>
                <a:ext cx="1103301" cy="1422269"/>
                <a:chOff x="0" y="0"/>
                <a:chExt cx="1103299" cy="1422267"/>
              </a:xfrm>
            </p:grpSpPr>
            <p:sp>
              <p:nvSpPr>
                <p:cNvPr id="511" name="Shape 511"/>
                <p:cNvSpPr/>
                <p:nvPr/>
              </p:nvSpPr>
              <p:spPr>
                <a:xfrm>
                  <a:off x="91282" y="-1"/>
                  <a:ext cx="1012018" cy="662544"/>
                </a:xfrm>
                <a:custGeom>
                  <a:avLst/>
                  <a:gdLst/>
                  <a:ahLst/>
                  <a:cxnLst>
                    <a:cxn ang="0">
                      <a:pos x="wd2" y="hd2"/>
                    </a:cxn>
                    <a:cxn ang="5400000">
                      <a:pos x="wd2" y="hd2"/>
                    </a:cxn>
                    <a:cxn ang="10800000">
                      <a:pos x="wd2" y="hd2"/>
                    </a:cxn>
                    <a:cxn ang="16200000">
                      <a:pos x="wd2" y="hd2"/>
                    </a:cxn>
                  </a:cxnLst>
                  <a:rect l="0" t="0" r="r" b="b"/>
                  <a:pathLst>
                    <a:path w="21600" h="18945" extrusionOk="0">
                      <a:moveTo>
                        <a:pt x="0" y="2105"/>
                      </a:moveTo>
                      <a:lnTo>
                        <a:pt x="0" y="2105"/>
                      </a:lnTo>
                      <a:cubicBezTo>
                        <a:pt x="7253" y="-2655"/>
                        <a:pt x="16181" y="930"/>
                        <a:pt x="19940" y="10112"/>
                      </a:cubicBezTo>
                      <a:cubicBezTo>
                        <a:pt x="21031" y="12775"/>
                        <a:pt x="21600" y="15731"/>
                        <a:pt x="21600" y="18731"/>
                      </a:cubicBezTo>
                      <a:lnTo>
                        <a:pt x="18787" y="18945"/>
                      </a:lnTo>
                      <a:cubicBezTo>
                        <a:pt x="18787" y="10683"/>
                        <a:pt x="13423" y="3985"/>
                        <a:pt x="6806" y="3985"/>
                      </a:cubicBezTo>
                      <a:cubicBezTo>
                        <a:pt x="4910" y="3985"/>
                        <a:pt x="3041" y="4547"/>
                        <a:pt x="1352" y="5625"/>
                      </a:cubicBezTo>
                      <a:close/>
                    </a:path>
                  </a:pathLst>
                </a:custGeom>
                <a:solidFill>
                  <a:srgbClr val="981620"/>
                </a:solidFill>
                <a:ln>
                  <a:noFill/>
                </a:ln>
              </p:spPr>
              <p:style>
                <a:lnRef idx="3">
                  <a:schemeClr val="lt1"/>
                </a:lnRef>
                <a:fillRef idx="1">
                  <a:schemeClr val="accent2"/>
                </a:fillRef>
                <a:effectRef idx="1">
                  <a:schemeClr val="accent2"/>
                </a:effectRef>
                <a:fontRef idx="minor">
                  <a:schemeClr val="lt1"/>
                </a:fontRef>
              </p:style>
              <p:txBody>
                <a:bodyPr wrap="square" lIns="0" tIns="0" rIns="0" bIns="0" numCol="1" anchor="ctr">
                  <a:noAutofit/>
                </a:bodyPr>
                <a:lstStyle/>
                <a:p>
                  <a:pPr lvl="0" algn="ctr"/>
                  <a:endParaRPr>
                    <a:solidFill>
                      <a:srgbClr val="FCCC9B"/>
                    </a:solidFill>
                    <a:latin typeface="仓耳玄三M W05" panose="02020400000000000000" charset="-122"/>
                    <a:ea typeface="仓耳玄三M W05" panose="02020400000000000000" charset="-122"/>
                    <a:sym typeface="微软雅黑" panose="020B0503020204020204" charset="-122"/>
                  </a:endParaRPr>
                </a:p>
              </p:txBody>
            </p:sp>
            <p:sp>
              <p:nvSpPr>
                <p:cNvPr id="512" name="Shape 512"/>
                <p:cNvSpPr/>
                <p:nvPr/>
              </p:nvSpPr>
              <p:spPr>
                <a:xfrm rot="10800000" flipH="1">
                  <a:off x="0" y="759817"/>
                  <a:ext cx="1103299" cy="662451"/>
                </a:xfrm>
                <a:custGeom>
                  <a:avLst/>
                  <a:gdLst/>
                  <a:ahLst/>
                  <a:cxnLst>
                    <a:cxn ang="0">
                      <a:pos x="wd2" y="hd2"/>
                    </a:cxn>
                    <a:cxn ang="5400000">
                      <a:pos x="wd2" y="hd2"/>
                    </a:cxn>
                    <a:cxn ang="10800000">
                      <a:pos x="wd2" y="hd2"/>
                    </a:cxn>
                    <a:cxn ang="16200000">
                      <a:pos x="wd2" y="hd2"/>
                    </a:cxn>
                  </a:cxnLst>
                  <a:rect l="0" t="0" r="r" b="b"/>
                  <a:pathLst>
                    <a:path w="21600" h="19093" extrusionOk="0">
                      <a:moveTo>
                        <a:pt x="0" y="3664"/>
                      </a:moveTo>
                      <a:lnTo>
                        <a:pt x="0" y="3664"/>
                      </a:lnTo>
                      <a:cubicBezTo>
                        <a:pt x="6040" y="-2507"/>
                        <a:pt x="14532" y="-698"/>
                        <a:pt x="18968" y="7704"/>
                      </a:cubicBezTo>
                      <a:cubicBezTo>
                        <a:pt x="20678" y="10944"/>
                        <a:pt x="21600" y="14858"/>
                        <a:pt x="21600" y="18877"/>
                      </a:cubicBezTo>
                      <a:lnTo>
                        <a:pt x="19020" y="19093"/>
                      </a:lnTo>
                      <a:cubicBezTo>
                        <a:pt x="19020" y="10765"/>
                        <a:pt x="14100" y="4014"/>
                        <a:pt x="8030" y="4014"/>
                      </a:cubicBezTo>
                      <a:cubicBezTo>
                        <a:pt x="5715" y="4014"/>
                        <a:pt x="3459" y="5018"/>
                        <a:pt x="1584" y="6881"/>
                      </a:cubicBezTo>
                      <a:close/>
                    </a:path>
                  </a:pathLst>
                </a:custGeom>
                <a:solidFill>
                  <a:srgbClr val="981620"/>
                </a:solidFill>
                <a:ln>
                  <a:noFill/>
                </a:ln>
              </p:spPr>
              <p:style>
                <a:lnRef idx="3">
                  <a:schemeClr val="lt1"/>
                </a:lnRef>
                <a:fillRef idx="1">
                  <a:schemeClr val="accent2"/>
                </a:fillRef>
                <a:effectRef idx="1">
                  <a:schemeClr val="accent2"/>
                </a:effectRef>
                <a:fontRef idx="minor">
                  <a:schemeClr val="lt1"/>
                </a:fontRef>
              </p:style>
              <p:txBody>
                <a:bodyPr wrap="square" lIns="0" tIns="0" rIns="0" bIns="0" numCol="1" anchor="ctr">
                  <a:noAutofit/>
                </a:bodyPr>
                <a:lstStyle/>
                <a:p>
                  <a:pPr lvl="0" algn="ctr"/>
                  <a:endParaRPr>
                    <a:solidFill>
                      <a:srgbClr val="FCCC9B"/>
                    </a:solidFill>
                    <a:latin typeface="仓耳玄三M W05" panose="02020400000000000000" charset="-122"/>
                    <a:ea typeface="仓耳玄三M W05" panose="02020400000000000000" charset="-122"/>
                    <a:sym typeface="微软雅黑" panose="020B0503020204020204" charset="-122"/>
                  </a:endParaRPr>
                </a:p>
              </p:txBody>
            </p:sp>
          </p:grpSp>
        </p:grpSp>
        <p:sp>
          <p:nvSpPr>
            <p:cNvPr id="521" name="Shape 521"/>
            <p:cNvSpPr/>
            <p:nvPr/>
          </p:nvSpPr>
          <p:spPr>
            <a:xfrm>
              <a:off x="1223991" y="1457589"/>
              <a:ext cx="591897" cy="582295"/>
            </a:xfrm>
            <a:prstGeom prst="rect">
              <a:avLst/>
            </a:prstGeom>
            <a:noFill/>
            <a:ln w="12700" cap="flat">
              <a:noFill/>
              <a:miter lim="400000"/>
            </a:ln>
            <a:effectLst/>
          </p:spPr>
          <p:txBody>
            <a:bodyPr wrap="none" lIns="45719" tIns="45719" rIns="45719" bIns="45719" numCol="1" anchor="t">
              <a:spAutoFit/>
            </a:bodyPr>
            <a:lstStyle>
              <a:lvl1pPr>
                <a:defRPr sz="3600" b="1">
                  <a:solidFill>
                    <a:srgbClr val="F79A00"/>
                  </a:solidFill>
                  <a:latin typeface="+mj-lt"/>
                  <a:ea typeface="+mj-ea"/>
                  <a:cs typeface="+mj-cs"/>
                  <a:sym typeface="Source Sans Pro"/>
                </a:defRPr>
              </a:lvl1pPr>
            </a:lstStyle>
            <a:p>
              <a:pPr lvl="0">
                <a:defRPr sz="1800" b="0">
                  <a:solidFill>
                    <a:srgbClr val="000000"/>
                  </a:solidFill>
                </a:defRPr>
              </a:pPr>
              <a:r>
                <a:rPr sz="3200" b="1">
                  <a:solidFill>
                    <a:srgbClr val="FCCC9B"/>
                  </a:solidFill>
                  <a:latin typeface="仓耳玄三M W05" panose="02020400000000000000" charset="-122"/>
                  <a:ea typeface="仓耳玄三M W05" panose="02020400000000000000" charset="-122"/>
                  <a:sym typeface="微软雅黑" panose="020B0503020204020204" charset="-122"/>
                </a:rPr>
                <a:t>01</a:t>
              </a:r>
              <a:endParaRPr sz="3200" b="1">
                <a:solidFill>
                  <a:srgbClr val="FCCC9B"/>
                </a:solidFill>
                <a:latin typeface="仓耳玄三M W05" panose="02020400000000000000" charset="-122"/>
                <a:ea typeface="仓耳玄三M W05" panose="02020400000000000000" charset="-122"/>
                <a:sym typeface="微软雅黑" panose="020B0503020204020204" charset="-122"/>
              </a:endParaRPr>
            </a:p>
          </p:txBody>
        </p:sp>
        <p:sp>
          <p:nvSpPr>
            <p:cNvPr id="522" name="Shape 522"/>
            <p:cNvSpPr/>
            <p:nvPr/>
          </p:nvSpPr>
          <p:spPr>
            <a:xfrm>
              <a:off x="1223687" y="3489972"/>
              <a:ext cx="591897" cy="582295"/>
            </a:xfrm>
            <a:prstGeom prst="rect">
              <a:avLst/>
            </a:prstGeom>
            <a:noFill/>
            <a:ln w="12700" cap="flat">
              <a:noFill/>
              <a:miter lim="400000"/>
            </a:ln>
            <a:effectLst/>
          </p:spPr>
          <p:txBody>
            <a:bodyPr wrap="none" lIns="45719" tIns="45719" rIns="45719" bIns="45719" numCol="1" anchor="t">
              <a:spAutoFit/>
            </a:bodyPr>
            <a:lstStyle>
              <a:lvl1pPr>
                <a:defRPr sz="3600" b="1">
                  <a:solidFill>
                    <a:srgbClr val="F79A00"/>
                  </a:solidFill>
                  <a:latin typeface="+mj-lt"/>
                  <a:ea typeface="+mj-ea"/>
                  <a:cs typeface="+mj-cs"/>
                  <a:sym typeface="Source Sans Pro"/>
                </a:defRPr>
              </a:lvl1pPr>
            </a:lstStyle>
            <a:p>
              <a:pPr lvl="0" algn="l">
                <a:defRPr sz="1800" b="0">
                  <a:solidFill>
                    <a:srgbClr val="000000"/>
                  </a:solidFill>
                </a:defRPr>
              </a:pPr>
              <a:r>
                <a:rPr sz="3200" b="1">
                  <a:solidFill>
                    <a:srgbClr val="FCCC9B"/>
                  </a:solidFill>
                  <a:latin typeface="仓耳玄三M W05" panose="02020400000000000000" charset="-122"/>
                  <a:ea typeface="仓耳玄三M W05" panose="02020400000000000000" charset="-122"/>
                  <a:sym typeface="微软雅黑" panose="020B0503020204020204" charset="-122"/>
                </a:rPr>
                <a:t>0</a:t>
              </a:r>
              <a:r>
                <a:rPr lang="en-US" sz="3200" b="1">
                  <a:solidFill>
                    <a:srgbClr val="FCCC9B"/>
                  </a:solidFill>
                  <a:latin typeface="仓耳玄三M W05" panose="02020400000000000000" charset="-122"/>
                  <a:ea typeface="仓耳玄三M W05" panose="02020400000000000000" charset="-122"/>
                  <a:sym typeface="微软雅黑" panose="020B0503020204020204" charset="-122"/>
                </a:rPr>
                <a:t>3</a:t>
              </a:r>
              <a:endParaRPr lang="en-US" sz="3200" b="1">
                <a:solidFill>
                  <a:srgbClr val="FCCC9B"/>
                </a:solidFill>
                <a:latin typeface="仓耳玄三M W05" panose="02020400000000000000" charset="-122"/>
                <a:ea typeface="仓耳玄三M W05" panose="02020400000000000000" charset="-122"/>
                <a:sym typeface="微软雅黑" panose="020B0503020204020204" charset="-122"/>
              </a:endParaRPr>
            </a:p>
          </p:txBody>
        </p:sp>
        <p:sp>
          <p:nvSpPr>
            <p:cNvPr id="525" name="Shape 525"/>
            <p:cNvSpPr/>
            <p:nvPr/>
          </p:nvSpPr>
          <p:spPr>
            <a:xfrm>
              <a:off x="354570" y="2484074"/>
              <a:ext cx="591897" cy="582295"/>
            </a:xfrm>
            <a:prstGeom prst="rect">
              <a:avLst/>
            </a:prstGeom>
            <a:noFill/>
            <a:ln w="12700" cap="flat">
              <a:noFill/>
              <a:miter lim="400000"/>
            </a:ln>
            <a:effectLst/>
          </p:spPr>
          <p:txBody>
            <a:bodyPr wrap="none" lIns="45719" tIns="45719" rIns="45719" bIns="45719" numCol="1" anchor="t">
              <a:spAutoFit/>
            </a:bodyPr>
            <a:lstStyle>
              <a:lvl1pPr>
                <a:defRPr sz="3600" b="1">
                  <a:solidFill>
                    <a:srgbClr val="619405"/>
                  </a:solidFill>
                  <a:latin typeface="+mj-lt"/>
                  <a:ea typeface="+mj-ea"/>
                  <a:cs typeface="+mj-cs"/>
                  <a:sym typeface="Source Sans Pro"/>
                </a:defRPr>
              </a:lvl1pPr>
            </a:lstStyle>
            <a:p>
              <a:pPr lvl="0" algn="l">
                <a:defRPr sz="1800" b="0">
                  <a:solidFill>
                    <a:srgbClr val="000000"/>
                  </a:solidFill>
                </a:defRPr>
              </a:pPr>
              <a:r>
                <a:rPr sz="3200" b="1">
                  <a:solidFill>
                    <a:srgbClr val="FCCC9B"/>
                  </a:solidFill>
                  <a:latin typeface="仓耳玄三M W05" panose="02020400000000000000" charset="-122"/>
                  <a:ea typeface="仓耳玄三M W05" panose="02020400000000000000" charset="-122"/>
                  <a:sym typeface="微软雅黑" panose="020B0503020204020204" charset="-122"/>
                </a:rPr>
                <a:t>0</a:t>
              </a:r>
              <a:r>
                <a:rPr lang="en-US" sz="3200" b="1">
                  <a:solidFill>
                    <a:srgbClr val="FCCC9B"/>
                  </a:solidFill>
                  <a:latin typeface="仓耳玄三M W05" panose="02020400000000000000" charset="-122"/>
                  <a:ea typeface="仓耳玄三M W05" panose="02020400000000000000" charset="-122"/>
                  <a:sym typeface="微软雅黑" panose="020B0503020204020204" charset="-122"/>
                </a:rPr>
                <a:t>2</a:t>
              </a:r>
              <a:endParaRPr lang="en-US" sz="3200" b="1">
                <a:solidFill>
                  <a:srgbClr val="FCCC9B"/>
                </a:solidFill>
                <a:latin typeface="仓耳玄三M W05" panose="02020400000000000000" charset="-122"/>
                <a:ea typeface="仓耳玄三M W05" panose="02020400000000000000" charset="-122"/>
                <a:sym typeface="微软雅黑" panose="020B0503020204020204" charset="-122"/>
              </a:endParaRPr>
            </a:p>
          </p:txBody>
        </p:sp>
      </p:grpSp>
      <p:grpSp>
        <p:nvGrpSpPr>
          <p:cNvPr id="533" name="Group 533"/>
          <p:cNvGrpSpPr/>
          <p:nvPr/>
        </p:nvGrpSpPr>
        <p:grpSpPr>
          <a:xfrm>
            <a:off x="4142140" y="2126271"/>
            <a:ext cx="6813179" cy="943113"/>
            <a:chOff x="-1" y="-1"/>
            <a:chExt cx="6814064" cy="943112"/>
          </a:xfrm>
        </p:grpSpPr>
        <p:sp>
          <p:nvSpPr>
            <p:cNvPr id="529" name="Shape 529"/>
            <p:cNvSpPr/>
            <p:nvPr/>
          </p:nvSpPr>
          <p:spPr>
            <a:xfrm>
              <a:off x="-1" y="89152"/>
              <a:ext cx="228611" cy="216025"/>
            </a:xfrm>
            <a:prstGeom prst="chevron">
              <a:avLst>
                <a:gd name="adj" fmla="val 0"/>
              </a:avLst>
            </a:prstGeom>
            <a:solidFill>
              <a:srgbClr val="981620"/>
            </a:solidFill>
            <a:ln>
              <a:noFill/>
            </a:ln>
          </p:spPr>
          <p:style>
            <a:lnRef idx="3">
              <a:schemeClr val="lt1"/>
            </a:lnRef>
            <a:fillRef idx="1">
              <a:schemeClr val="accent3"/>
            </a:fillRef>
            <a:effectRef idx="1">
              <a:schemeClr val="accent3"/>
            </a:effectRef>
            <a:fontRef idx="minor">
              <a:schemeClr val="lt1"/>
            </a:fontRef>
          </p:style>
          <p:txBody>
            <a:bodyPr wrap="square" lIns="0" tIns="0" rIns="0" bIns="0" numCol="1" anchor="ctr">
              <a:noAutofit/>
            </a:bodyPr>
            <a:lstStyle/>
            <a:p>
              <a:pPr lvl="0" algn="ctr"/>
              <a:endParaRPr>
                <a:solidFill>
                  <a:srgbClr val="FCCC9B"/>
                </a:solidFill>
                <a:latin typeface="仓耳玄三M W05" panose="02020400000000000000" charset="-122"/>
                <a:ea typeface="仓耳玄三M W05" panose="02020400000000000000" charset="-122"/>
                <a:sym typeface="微软雅黑" panose="020B0503020204020204" charset="-122"/>
              </a:endParaRPr>
            </a:p>
          </p:txBody>
        </p:sp>
        <p:grpSp>
          <p:nvGrpSpPr>
            <p:cNvPr id="532" name="Group 532"/>
            <p:cNvGrpSpPr/>
            <p:nvPr/>
          </p:nvGrpSpPr>
          <p:grpSpPr>
            <a:xfrm>
              <a:off x="382652" y="-1"/>
              <a:ext cx="6431411" cy="943112"/>
              <a:chOff x="-35565" y="0"/>
              <a:chExt cx="6431410" cy="943110"/>
            </a:xfrm>
          </p:grpSpPr>
          <p:sp>
            <p:nvSpPr>
              <p:cNvPr id="530" name="Shape 530"/>
              <p:cNvSpPr/>
              <p:nvPr/>
            </p:nvSpPr>
            <p:spPr>
              <a:xfrm>
                <a:off x="-35565" y="0"/>
                <a:ext cx="1512766" cy="305434"/>
              </a:xfrm>
              <a:prstGeom prst="rect">
                <a:avLst/>
              </a:prstGeom>
              <a:noFill/>
              <a:ln w="12700" cap="flat">
                <a:noFill/>
                <a:miter lim="400000"/>
              </a:ln>
              <a:effectLst/>
            </p:spPr>
            <p:txBody>
              <a:bodyPr wrap="none" lIns="45719" tIns="45719" rIns="45719" bIns="45719" numCol="1" anchor="t">
                <a:spAutoFit/>
              </a:bodyPr>
              <a:lstStyle>
                <a:lvl1pPr>
                  <a:defRPr>
                    <a:solidFill>
                      <a:srgbClr val="F79A00"/>
                    </a:solidFill>
                    <a:latin typeface="+mj-lt"/>
                    <a:ea typeface="+mj-ea"/>
                    <a:cs typeface="+mj-cs"/>
                    <a:sym typeface="Source Sans Pro"/>
                  </a:defRPr>
                </a:lvl1pPr>
              </a:lstStyle>
              <a:p>
                <a:pPr lvl="0" algn="l">
                  <a:defRPr>
                    <a:solidFill>
                      <a:srgbClr val="000000"/>
                    </a:solidFill>
                  </a:defRPr>
                </a:pPr>
                <a:r>
                  <a:rPr lang="zh-CN" altLang="en-US" sz="1400" b="1" dirty="0">
                    <a:solidFill>
                      <a:srgbClr val="FCCC9B"/>
                    </a:solidFill>
                    <a:latin typeface="仓耳玄三M W05" panose="02020400000000000000" charset="-122"/>
                    <a:ea typeface="仓耳玄三M W05" panose="02020400000000000000" charset="-122"/>
                    <a:cs typeface="+mn-cs"/>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cs typeface="+mn-cs"/>
                  <a:sym typeface="+mn-ea"/>
                </a:endParaRPr>
              </a:p>
            </p:txBody>
          </p:sp>
          <p:sp>
            <p:nvSpPr>
              <p:cNvPr id="531" name="Shape 531"/>
              <p:cNvSpPr/>
              <p:nvPr/>
            </p:nvSpPr>
            <p:spPr>
              <a:xfrm>
                <a:off x="-35565" y="243977"/>
                <a:ext cx="6431410" cy="699133"/>
              </a:xfrm>
              <a:prstGeom prst="rect">
                <a:avLst/>
              </a:prstGeom>
              <a:noFill/>
              <a:ln w="12700" cap="flat">
                <a:noFill/>
                <a:miter lim="400000"/>
              </a:ln>
              <a:effectLst/>
            </p:spPr>
            <p:txBody>
              <a:bodyPr wrap="square" lIns="45719" tIns="45719" rIns="45719" bIns="45719" numCol="1" anchor="t">
                <a:spAutoFit/>
              </a:bodyPr>
              <a:lstStyle/>
              <a:p>
                <a:pPr algn="l">
                  <a:lnSpc>
                    <a:spcPct val="165000"/>
                  </a:lnSpc>
                </a:pPr>
                <a:r>
                  <a:rPr sz="12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2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zh-CN" altLang="en-US" sz="1200" b="1" i="1" dirty="0">
                  <a:solidFill>
                    <a:srgbClr val="FCCC9B"/>
                  </a:solidFill>
                  <a:latin typeface="仓耳玄三M W05" panose="02020400000000000000" charset="-122"/>
                  <a:ea typeface="仓耳玄三M W05" panose="02020400000000000000" charset="-122"/>
                  <a:sym typeface="+mn-ea"/>
                </a:endParaRPr>
              </a:p>
            </p:txBody>
          </p:sp>
        </p:grpSp>
      </p:grpSp>
      <p:grpSp>
        <p:nvGrpSpPr>
          <p:cNvPr id="2" name="Group 533"/>
          <p:cNvGrpSpPr/>
          <p:nvPr/>
        </p:nvGrpSpPr>
        <p:grpSpPr>
          <a:xfrm>
            <a:off x="4141505" y="3424211"/>
            <a:ext cx="6813179" cy="943113"/>
            <a:chOff x="-1" y="-1"/>
            <a:chExt cx="6814064" cy="943112"/>
          </a:xfrm>
        </p:grpSpPr>
        <p:sp>
          <p:nvSpPr>
            <p:cNvPr id="3" name="Shape 529"/>
            <p:cNvSpPr/>
            <p:nvPr/>
          </p:nvSpPr>
          <p:spPr>
            <a:xfrm>
              <a:off x="-1" y="89152"/>
              <a:ext cx="228611" cy="216025"/>
            </a:xfrm>
            <a:prstGeom prst="chevron">
              <a:avLst>
                <a:gd name="adj" fmla="val 0"/>
              </a:avLst>
            </a:prstGeom>
            <a:solidFill>
              <a:srgbClr val="981620"/>
            </a:solidFill>
            <a:ln>
              <a:noFill/>
            </a:ln>
          </p:spPr>
          <p:style>
            <a:lnRef idx="3">
              <a:schemeClr val="lt1"/>
            </a:lnRef>
            <a:fillRef idx="1">
              <a:schemeClr val="accent3"/>
            </a:fillRef>
            <a:effectRef idx="1">
              <a:schemeClr val="accent3"/>
            </a:effectRef>
            <a:fontRef idx="minor">
              <a:schemeClr val="lt1"/>
            </a:fontRef>
          </p:style>
          <p:txBody>
            <a:bodyPr wrap="square" lIns="0" tIns="0" rIns="0" bIns="0" numCol="1" anchor="ctr">
              <a:noAutofit/>
            </a:bodyPr>
            <a:lstStyle/>
            <a:p>
              <a:pPr lvl="0" algn="ctr"/>
              <a:endParaRPr>
                <a:solidFill>
                  <a:srgbClr val="FCCC9B"/>
                </a:solidFill>
                <a:latin typeface="仓耳玄三M W05" panose="02020400000000000000" charset="-122"/>
                <a:ea typeface="仓耳玄三M W05" panose="02020400000000000000" charset="-122"/>
                <a:sym typeface="微软雅黑" panose="020B0503020204020204" charset="-122"/>
              </a:endParaRPr>
            </a:p>
          </p:txBody>
        </p:sp>
        <p:grpSp>
          <p:nvGrpSpPr>
            <p:cNvPr id="4" name="Group 532"/>
            <p:cNvGrpSpPr/>
            <p:nvPr/>
          </p:nvGrpSpPr>
          <p:grpSpPr>
            <a:xfrm>
              <a:off x="382652" y="-1"/>
              <a:ext cx="6431411" cy="943112"/>
              <a:chOff x="-35565" y="0"/>
              <a:chExt cx="6431410" cy="943110"/>
            </a:xfrm>
          </p:grpSpPr>
          <p:sp>
            <p:nvSpPr>
              <p:cNvPr id="5" name="Shape 530"/>
              <p:cNvSpPr/>
              <p:nvPr/>
            </p:nvSpPr>
            <p:spPr>
              <a:xfrm>
                <a:off x="-35565" y="0"/>
                <a:ext cx="1512766" cy="305434"/>
              </a:xfrm>
              <a:prstGeom prst="rect">
                <a:avLst/>
              </a:prstGeom>
              <a:noFill/>
              <a:ln w="12700" cap="flat">
                <a:noFill/>
                <a:miter lim="400000"/>
              </a:ln>
              <a:effectLst/>
            </p:spPr>
            <p:txBody>
              <a:bodyPr wrap="none" lIns="45719" tIns="45719" rIns="45719" bIns="45719" numCol="1" anchor="t">
                <a:spAutoFit/>
              </a:bodyPr>
              <a:lstStyle>
                <a:lvl1pPr>
                  <a:defRPr>
                    <a:solidFill>
                      <a:srgbClr val="F79A00"/>
                    </a:solidFill>
                    <a:latin typeface="+mj-lt"/>
                    <a:ea typeface="+mj-ea"/>
                    <a:cs typeface="+mj-cs"/>
                    <a:sym typeface="Source Sans Pro"/>
                  </a:defRPr>
                </a:lvl1pPr>
              </a:lstStyle>
              <a:p>
                <a:pPr lvl="0" algn="l">
                  <a:defRPr>
                    <a:solidFill>
                      <a:srgbClr val="000000"/>
                    </a:solidFill>
                  </a:defRPr>
                </a:pPr>
                <a:r>
                  <a:rPr lang="zh-CN" altLang="en-US" sz="1400" b="1" dirty="0">
                    <a:solidFill>
                      <a:srgbClr val="FCCC9B"/>
                    </a:solidFill>
                    <a:latin typeface="仓耳玄三M W05" panose="02020400000000000000" charset="-122"/>
                    <a:ea typeface="仓耳玄三M W05" panose="02020400000000000000" charset="-122"/>
                    <a:cs typeface="+mn-cs"/>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cs typeface="+mn-cs"/>
                  <a:sym typeface="+mn-ea"/>
                </a:endParaRPr>
              </a:p>
            </p:txBody>
          </p:sp>
          <p:sp>
            <p:nvSpPr>
              <p:cNvPr id="7" name="Shape 531"/>
              <p:cNvSpPr/>
              <p:nvPr/>
            </p:nvSpPr>
            <p:spPr>
              <a:xfrm>
                <a:off x="-35565" y="243977"/>
                <a:ext cx="6431410" cy="699133"/>
              </a:xfrm>
              <a:prstGeom prst="rect">
                <a:avLst/>
              </a:prstGeom>
              <a:noFill/>
              <a:ln w="12700" cap="flat">
                <a:noFill/>
                <a:miter lim="400000"/>
              </a:ln>
              <a:effectLst/>
            </p:spPr>
            <p:txBody>
              <a:bodyPr wrap="square" lIns="45719" tIns="45719" rIns="45719" bIns="45719" numCol="1" anchor="t">
                <a:spAutoFit/>
              </a:bodyPr>
              <a:lstStyle/>
              <a:p>
                <a:pPr algn="l">
                  <a:lnSpc>
                    <a:spcPct val="165000"/>
                  </a:lnSpc>
                </a:pPr>
                <a:r>
                  <a:rPr sz="12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2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zh-CN" altLang="en-US" sz="1200" b="1" i="1" dirty="0">
                  <a:solidFill>
                    <a:srgbClr val="FCCC9B"/>
                  </a:solidFill>
                  <a:latin typeface="仓耳玄三M W05" panose="02020400000000000000" charset="-122"/>
                  <a:ea typeface="仓耳玄三M W05" panose="02020400000000000000" charset="-122"/>
                  <a:sym typeface="+mn-ea"/>
                </a:endParaRPr>
              </a:p>
            </p:txBody>
          </p:sp>
        </p:grpSp>
      </p:grpSp>
      <p:grpSp>
        <p:nvGrpSpPr>
          <p:cNvPr id="8" name="Group 533"/>
          <p:cNvGrpSpPr/>
          <p:nvPr/>
        </p:nvGrpSpPr>
        <p:grpSpPr>
          <a:xfrm>
            <a:off x="4141505" y="4765331"/>
            <a:ext cx="6813179" cy="943113"/>
            <a:chOff x="-1" y="-1"/>
            <a:chExt cx="6814064" cy="943112"/>
          </a:xfrm>
        </p:grpSpPr>
        <p:sp>
          <p:nvSpPr>
            <p:cNvPr id="9" name="Shape 529"/>
            <p:cNvSpPr/>
            <p:nvPr/>
          </p:nvSpPr>
          <p:spPr>
            <a:xfrm>
              <a:off x="-1" y="89152"/>
              <a:ext cx="228611" cy="216025"/>
            </a:xfrm>
            <a:prstGeom prst="chevron">
              <a:avLst>
                <a:gd name="adj" fmla="val 0"/>
              </a:avLst>
            </a:prstGeom>
            <a:solidFill>
              <a:srgbClr val="981620"/>
            </a:solidFill>
            <a:ln>
              <a:noFill/>
            </a:ln>
          </p:spPr>
          <p:style>
            <a:lnRef idx="3">
              <a:schemeClr val="lt1"/>
            </a:lnRef>
            <a:fillRef idx="1">
              <a:schemeClr val="accent3"/>
            </a:fillRef>
            <a:effectRef idx="1">
              <a:schemeClr val="accent3"/>
            </a:effectRef>
            <a:fontRef idx="minor">
              <a:schemeClr val="lt1"/>
            </a:fontRef>
          </p:style>
          <p:txBody>
            <a:bodyPr wrap="square" lIns="0" tIns="0" rIns="0" bIns="0" numCol="1" anchor="ctr">
              <a:noAutofit/>
            </a:bodyPr>
            <a:lstStyle/>
            <a:p>
              <a:pPr lvl="0" algn="ctr"/>
              <a:endParaRPr>
                <a:solidFill>
                  <a:srgbClr val="FCCC9B"/>
                </a:solidFill>
                <a:latin typeface="仓耳玄三M W05" panose="02020400000000000000" charset="-122"/>
                <a:ea typeface="仓耳玄三M W05" panose="02020400000000000000" charset="-122"/>
                <a:sym typeface="微软雅黑" panose="020B0503020204020204" charset="-122"/>
              </a:endParaRPr>
            </a:p>
          </p:txBody>
        </p:sp>
        <p:grpSp>
          <p:nvGrpSpPr>
            <p:cNvPr id="19" name="Group 532"/>
            <p:cNvGrpSpPr/>
            <p:nvPr/>
          </p:nvGrpSpPr>
          <p:grpSpPr>
            <a:xfrm>
              <a:off x="382652" y="-1"/>
              <a:ext cx="6431411" cy="943112"/>
              <a:chOff x="-35565" y="0"/>
              <a:chExt cx="6431410" cy="943110"/>
            </a:xfrm>
          </p:grpSpPr>
          <p:sp>
            <p:nvSpPr>
              <p:cNvPr id="20" name="Shape 530"/>
              <p:cNvSpPr/>
              <p:nvPr/>
            </p:nvSpPr>
            <p:spPr>
              <a:xfrm>
                <a:off x="-35565" y="0"/>
                <a:ext cx="1512766" cy="305434"/>
              </a:xfrm>
              <a:prstGeom prst="rect">
                <a:avLst/>
              </a:prstGeom>
              <a:noFill/>
              <a:ln w="12700" cap="flat">
                <a:noFill/>
                <a:miter lim="400000"/>
              </a:ln>
              <a:effectLst/>
            </p:spPr>
            <p:txBody>
              <a:bodyPr wrap="none" lIns="45719" tIns="45719" rIns="45719" bIns="45719" numCol="1" anchor="t">
                <a:spAutoFit/>
              </a:bodyPr>
              <a:lstStyle>
                <a:lvl1pPr>
                  <a:defRPr>
                    <a:solidFill>
                      <a:srgbClr val="F79A00"/>
                    </a:solidFill>
                    <a:latin typeface="+mj-lt"/>
                    <a:ea typeface="+mj-ea"/>
                    <a:cs typeface="+mj-cs"/>
                    <a:sym typeface="Source Sans Pro"/>
                  </a:defRPr>
                </a:lvl1pPr>
              </a:lstStyle>
              <a:p>
                <a:pPr lvl="0" algn="l">
                  <a:defRPr>
                    <a:solidFill>
                      <a:srgbClr val="000000"/>
                    </a:solidFill>
                  </a:defRPr>
                </a:pPr>
                <a:r>
                  <a:rPr lang="zh-CN" altLang="en-US" sz="1400" b="1" dirty="0">
                    <a:solidFill>
                      <a:srgbClr val="FCCC9B"/>
                    </a:solidFill>
                    <a:latin typeface="仓耳玄三M W05" panose="02020400000000000000" charset="-122"/>
                    <a:ea typeface="仓耳玄三M W05" panose="02020400000000000000" charset="-122"/>
                    <a:cs typeface="+mn-cs"/>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cs typeface="+mn-cs"/>
                  <a:sym typeface="+mn-ea"/>
                </a:endParaRPr>
              </a:p>
            </p:txBody>
          </p:sp>
          <p:sp>
            <p:nvSpPr>
              <p:cNvPr id="21" name="Shape 531"/>
              <p:cNvSpPr/>
              <p:nvPr/>
            </p:nvSpPr>
            <p:spPr>
              <a:xfrm>
                <a:off x="-35565" y="243977"/>
                <a:ext cx="6431410" cy="699133"/>
              </a:xfrm>
              <a:prstGeom prst="rect">
                <a:avLst/>
              </a:prstGeom>
              <a:noFill/>
              <a:ln w="12700" cap="flat">
                <a:noFill/>
                <a:miter lim="400000"/>
              </a:ln>
              <a:effectLst/>
            </p:spPr>
            <p:txBody>
              <a:bodyPr wrap="square" lIns="45719" tIns="45719" rIns="45719" bIns="45719" numCol="1" anchor="t">
                <a:spAutoFit/>
              </a:bodyPr>
              <a:lstStyle/>
              <a:p>
                <a:pPr algn="l">
                  <a:lnSpc>
                    <a:spcPct val="165000"/>
                  </a:lnSpc>
                </a:pPr>
                <a:r>
                  <a:rPr sz="12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2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zh-CN" altLang="en-US" sz="1200" b="1" i="1" dirty="0">
                  <a:solidFill>
                    <a:srgbClr val="FCCC9B"/>
                  </a:solidFill>
                  <a:latin typeface="仓耳玄三M W05" panose="02020400000000000000" charset="-122"/>
                  <a:ea typeface="仓耳玄三M W05" panose="02020400000000000000" charset="-122"/>
                  <a:sym typeface="+mn-ea"/>
                </a:endParaRPr>
              </a:p>
            </p:txBody>
          </p:sp>
        </p:grpSp>
      </p:grpSp>
    </p:spTree>
    <p:custDataLst>
      <p:tags r:id="rId4"/>
    </p:custDataLst>
  </p:cSld>
  <p:clrMapOvr>
    <a:masterClrMapping/>
  </p:clrMapOvr>
  <p:transition spd="med" advClick="0" advTm="0">
    <p:push dir="u"/>
  </p:transition>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diamond(in)">
                                      <p:cBhvr>
                                        <p:cTn id="7" dur="500"/>
                                        <p:tgtEl>
                                          <p:spTgt spid="18"/>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Left)">
                                      <p:cBhvr>
                                        <p:cTn id="11" dur="500"/>
                                        <p:tgtEl>
                                          <p:spTgt spid="10"/>
                                        </p:tgtEl>
                                      </p:cBhvr>
                                    </p:animEffect>
                                  </p:childTnLst>
                                </p:cTn>
                              </p:par>
                            </p:childTnLst>
                          </p:cTn>
                        </p:par>
                        <p:par>
                          <p:cTn id="12" fill="hold">
                            <p:stCondLst>
                              <p:cond delay="1000"/>
                            </p:stCondLst>
                            <p:childTnLst>
                              <p:par>
                                <p:cTn id="13" presetID="8" presetClass="entr" presetSubtype="16" fill="hold" nodeType="afterEffect">
                                  <p:stCondLst>
                                    <p:cond delay="0"/>
                                  </p:stCondLst>
                                  <p:childTnLst>
                                    <p:set>
                                      <p:cBhvr>
                                        <p:cTn id="14" dur="500" fill="hold">
                                          <p:stCondLst>
                                            <p:cond delay="0"/>
                                          </p:stCondLst>
                                        </p:cTn>
                                        <p:tgtEl>
                                          <p:spTgt spid="15"/>
                                        </p:tgtEl>
                                        <p:attrNameLst>
                                          <p:attrName>style.visibility</p:attrName>
                                        </p:attrNameLst>
                                      </p:cBhvr>
                                      <p:to>
                                        <p:strVal val="visible"/>
                                      </p:to>
                                    </p:set>
                                    <p:animEffect transition="in" filter="diamond(in)">
                                      <p:cBhvr>
                                        <p:cTn id="15" dur="500"/>
                                        <p:tgtEl>
                                          <p:spTgt spid="1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2000"/>
                            </p:stCondLst>
                            <p:childTnLst>
                              <p:par>
                                <p:cTn id="21" presetID="2" presetClass="entr" presetSubtype="8" fill="hold" grpId="0" nodeType="afterEffect">
                                  <p:stCondLst>
                                    <p:cond delay="0"/>
                                  </p:stCondLst>
                                  <p:childTnLst>
                                    <p:set>
                                      <p:cBhvr>
                                        <p:cTn id="22" dur="indefinite" fill="hold"/>
                                        <p:tgtEl>
                                          <p:spTgt spid="528"/>
                                        </p:tgtEl>
                                        <p:attrNameLst>
                                          <p:attrName>style.visibility</p:attrName>
                                        </p:attrNameLst>
                                      </p:cBhvr>
                                      <p:to>
                                        <p:strVal val="visible"/>
                                      </p:to>
                                    </p:set>
                                    <p:anim calcmode="lin" valueType="num">
                                      <p:cBhvr>
                                        <p:cTn id="23" dur="500" fill="hold"/>
                                        <p:tgtEl>
                                          <p:spTgt spid="528"/>
                                        </p:tgtEl>
                                        <p:attrNameLst>
                                          <p:attrName>ppt_x</p:attrName>
                                        </p:attrNameLst>
                                      </p:cBhvr>
                                      <p:tavLst>
                                        <p:tav tm="0">
                                          <p:val>
                                            <p:strVal val="0-#ppt_w/2"/>
                                          </p:val>
                                        </p:tav>
                                        <p:tav tm="100000">
                                          <p:val>
                                            <p:strVal val="#ppt_x"/>
                                          </p:val>
                                        </p:tav>
                                      </p:tavLst>
                                    </p:anim>
                                    <p:anim calcmode="lin" valueType="num">
                                      <p:cBhvr>
                                        <p:cTn id="24" dur="500" fill="hold"/>
                                        <p:tgtEl>
                                          <p:spTgt spid="528"/>
                                        </p:tgtEl>
                                        <p:attrNameLst>
                                          <p:attrName>ppt_y</p:attrName>
                                        </p:attrNameLst>
                                      </p:cBhvr>
                                      <p:tavLst>
                                        <p:tav tm="0">
                                          <p:val>
                                            <p:strVal val="#ppt_y"/>
                                          </p:val>
                                        </p:tav>
                                        <p:tav tm="100000">
                                          <p:val>
                                            <p:strVal val="#ppt_y"/>
                                          </p:val>
                                        </p:tav>
                                      </p:tavLst>
                                    </p:anim>
                                  </p:childTnLst>
                                </p:cTn>
                              </p:par>
                            </p:childTnLst>
                          </p:cTn>
                        </p:par>
                        <p:par>
                          <p:cTn id="25" fill="hold">
                            <p:stCondLst>
                              <p:cond delay="2500"/>
                            </p:stCondLst>
                            <p:childTnLst>
                              <p:par>
                                <p:cTn id="26" presetID="2" presetClass="entr" presetSubtype="2" fill="hold" grpId="0" nodeType="afterEffect">
                                  <p:stCondLst>
                                    <p:cond delay="0"/>
                                  </p:stCondLst>
                                  <p:childTnLst>
                                    <p:set>
                                      <p:cBhvr>
                                        <p:cTn id="27" dur="indefinite" fill="hold"/>
                                        <p:tgtEl>
                                          <p:spTgt spid="533"/>
                                        </p:tgtEl>
                                        <p:attrNameLst>
                                          <p:attrName>style.visibility</p:attrName>
                                        </p:attrNameLst>
                                      </p:cBhvr>
                                      <p:to>
                                        <p:strVal val="visible"/>
                                      </p:to>
                                    </p:set>
                                    <p:anim calcmode="lin" valueType="num">
                                      <p:cBhvr>
                                        <p:cTn id="28" dur="500" fill="hold"/>
                                        <p:tgtEl>
                                          <p:spTgt spid="533"/>
                                        </p:tgtEl>
                                        <p:attrNameLst>
                                          <p:attrName>ppt_x</p:attrName>
                                        </p:attrNameLst>
                                      </p:cBhvr>
                                      <p:tavLst>
                                        <p:tav tm="0">
                                          <p:val>
                                            <p:strVal val="1+#ppt_w/2"/>
                                          </p:val>
                                        </p:tav>
                                        <p:tav tm="100000">
                                          <p:val>
                                            <p:strVal val="#ppt_x"/>
                                          </p:val>
                                        </p:tav>
                                      </p:tavLst>
                                    </p:anim>
                                    <p:anim calcmode="lin" valueType="num">
                                      <p:cBhvr>
                                        <p:cTn id="29" dur="500" fill="hold"/>
                                        <p:tgtEl>
                                          <p:spTgt spid="533"/>
                                        </p:tgtEl>
                                        <p:attrNameLst>
                                          <p:attrName>ppt_y</p:attrName>
                                        </p:attrNameLst>
                                      </p:cBhvr>
                                      <p:tavLst>
                                        <p:tav tm="0">
                                          <p:val>
                                            <p:strVal val="#ppt_y"/>
                                          </p:val>
                                        </p:tav>
                                        <p:tav tm="100000">
                                          <p:val>
                                            <p:strVal val="#ppt_y"/>
                                          </p:val>
                                        </p:tav>
                                      </p:tavLst>
                                    </p:anim>
                                  </p:childTnLst>
                                </p:cTn>
                              </p:par>
                            </p:childTnLst>
                          </p:cTn>
                        </p:par>
                        <p:par>
                          <p:cTn id="30" fill="hold">
                            <p:stCondLst>
                              <p:cond delay="3000"/>
                            </p:stCondLst>
                            <p:childTnLst>
                              <p:par>
                                <p:cTn id="31" presetID="2" presetClass="entr" presetSubtype="2" fill="hold" grpId="0" nodeType="afterEffect">
                                  <p:stCondLst>
                                    <p:cond delay="0"/>
                                  </p:stCondLst>
                                  <p:childTnLst>
                                    <p:set>
                                      <p:cBhvr>
                                        <p:cTn id="32" dur="indefinite" fill="hold"/>
                                        <p:tgtEl>
                                          <p:spTgt spid="2"/>
                                        </p:tgtEl>
                                        <p:attrNameLst>
                                          <p:attrName>style.visibility</p:attrName>
                                        </p:attrNameLst>
                                      </p:cBhvr>
                                      <p:to>
                                        <p:strVal val="visible"/>
                                      </p:to>
                                    </p:set>
                                    <p:anim calcmode="lin" valueType="num">
                                      <p:cBhvr>
                                        <p:cTn id="33" dur="500" fill="hold"/>
                                        <p:tgtEl>
                                          <p:spTgt spid="2"/>
                                        </p:tgtEl>
                                        <p:attrNameLst>
                                          <p:attrName>ppt_x</p:attrName>
                                        </p:attrNameLst>
                                      </p:cBhvr>
                                      <p:tavLst>
                                        <p:tav tm="0">
                                          <p:val>
                                            <p:strVal val="1+#ppt_w/2"/>
                                          </p:val>
                                        </p:tav>
                                        <p:tav tm="100000">
                                          <p:val>
                                            <p:strVal val="#ppt_x"/>
                                          </p:val>
                                        </p:tav>
                                      </p:tavLst>
                                    </p:anim>
                                    <p:anim calcmode="lin" valueType="num">
                                      <p:cBhvr>
                                        <p:cTn id="34" dur="500" fill="hold"/>
                                        <p:tgtEl>
                                          <p:spTgt spid="2"/>
                                        </p:tgtEl>
                                        <p:attrNameLst>
                                          <p:attrName>ppt_y</p:attrName>
                                        </p:attrNameLst>
                                      </p:cBhvr>
                                      <p:tavLst>
                                        <p:tav tm="0">
                                          <p:val>
                                            <p:strVal val="#ppt_y"/>
                                          </p:val>
                                        </p:tav>
                                        <p:tav tm="100000">
                                          <p:val>
                                            <p:strVal val="#ppt_y"/>
                                          </p:val>
                                        </p:tav>
                                      </p:tavLst>
                                    </p:anim>
                                  </p:childTnLst>
                                </p:cTn>
                              </p:par>
                            </p:childTnLst>
                          </p:cTn>
                        </p:par>
                        <p:par>
                          <p:cTn id="35" fill="hold">
                            <p:stCondLst>
                              <p:cond delay="3500"/>
                            </p:stCondLst>
                            <p:childTnLst>
                              <p:par>
                                <p:cTn id="36" presetID="2" presetClass="entr" presetSubtype="2" fill="hold" grpId="0" nodeType="afterEffect">
                                  <p:stCondLst>
                                    <p:cond delay="0"/>
                                  </p:stCondLst>
                                  <p:childTnLst>
                                    <p:set>
                                      <p:cBhvr>
                                        <p:cTn id="37" dur="indefinite" fill="hold"/>
                                        <p:tgtEl>
                                          <p:spTgt spid="8"/>
                                        </p:tgtEl>
                                        <p:attrNameLst>
                                          <p:attrName>style.visibility</p:attrName>
                                        </p:attrNameLst>
                                      </p:cBhvr>
                                      <p:to>
                                        <p:strVal val="visible"/>
                                      </p:to>
                                    </p:set>
                                    <p:anim calcmode="lin" valueType="num">
                                      <p:cBhvr>
                                        <p:cTn id="38" dur="500" fill="hold"/>
                                        <p:tgtEl>
                                          <p:spTgt spid="8"/>
                                        </p:tgtEl>
                                        <p:attrNameLst>
                                          <p:attrName>ppt_x</p:attrName>
                                        </p:attrNameLst>
                                      </p:cBhvr>
                                      <p:tavLst>
                                        <p:tav tm="0">
                                          <p:val>
                                            <p:strVal val="1+#ppt_w/2"/>
                                          </p:val>
                                        </p:tav>
                                        <p:tav tm="100000">
                                          <p:val>
                                            <p:strVal val="#ppt_x"/>
                                          </p:val>
                                        </p:tav>
                                      </p:tavLst>
                                    </p:anim>
                                    <p:anim calcmode="lin" valueType="num">
                                      <p:cBhvr>
                                        <p:cTn id="39"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528" grpId="0" bldLvl="0" animBg="1" advAuto="0"/>
      <p:bldP spid="533" grpId="0" bldLvl="0" animBg="1" advAuto="0"/>
      <p:bldP spid="2" grpId="0" bldLvl="0" animBg="1" advAuto="0"/>
      <p:bldP spid="8" grpId="0" bldLvl="0"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628650" y="603885"/>
            <a:ext cx="550545" cy="563245"/>
            <a:chOff x="10213" y="2013"/>
            <a:chExt cx="867" cy="887"/>
          </a:xfrm>
        </p:grpSpPr>
        <p:pic>
          <p:nvPicPr>
            <p:cNvPr id="13" name="图片 12" descr="印章"/>
            <p:cNvPicPr>
              <a:picLocks noChangeAspect="1"/>
            </p:cNvPicPr>
            <p:nvPr/>
          </p:nvPicPr>
          <p:blipFill>
            <a:blip r:embed="rId1"/>
            <a:stretch>
              <a:fillRect/>
            </a:stretch>
          </p:blipFill>
          <p:spPr>
            <a:xfrm>
              <a:off x="10213" y="2013"/>
              <a:ext cx="867" cy="887"/>
            </a:xfrm>
            <a:prstGeom prst="rect">
              <a:avLst/>
            </a:prstGeom>
          </p:spPr>
        </p:pic>
        <p:sp>
          <p:nvSpPr>
            <p:cNvPr id="14" name="文本框 13"/>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03</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11" name="矩形 10"/>
          <p:cNvSpPr/>
          <p:nvPr/>
        </p:nvSpPr>
        <p:spPr>
          <a:xfrm>
            <a:off x="1377315" y="643890"/>
            <a:ext cx="2396490" cy="497205"/>
          </a:xfrm>
          <a:prstGeom prst="rect">
            <a:avLst/>
          </a:prstGeom>
          <a:noFill/>
        </p:spPr>
        <p:txBody>
          <a:bodyPr wrap="square" rtlCol="0">
            <a:spAutoFit/>
          </a:bodyPr>
          <a:lstStyle/>
          <a:p>
            <a:pPr algn="dist">
              <a:lnSpc>
                <a:spcPct val="120000"/>
              </a:lnSpc>
            </a:pPr>
            <a:r>
              <a:rPr lang="zh-CN" altLang="en-US" sz="2200" b="1" dirty="0">
                <a:solidFill>
                  <a:srgbClr val="FCCC9B"/>
                </a:solidFill>
                <a:latin typeface="仓耳玄三M W05" panose="02020400000000000000" charset="-122"/>
                <a:ea typeface="仓耳玄三M W05" panose="02020400000000000000" charset="-122"/>
                <a:sym typeface="+mn-ea"/>
              </a:rPr>
              <a:t>经验与总结</a:t>
            </a:r>
            <a:endParaRPr lang="zh-CN" altLang="en-US" sz="2200" b="1" dirty="0">
              <a:solidFill>
                <a:srgbClr val="FCCC9B"/>
              </a:solidFill>
              <a:latin typeface="仓耳玄三M W05" panose="02020400000000000000" charset="-122"/>
              <a:ea typeface="仓耳玄三M W05" panose="02020400000000000000" charset="-122"/>
              <a:sym typeface="+mn-ea"/>
            </a:endParaRPr>
          </a:p>
        </p:txBody>
      </p:sp>
      <p:grpSp>
        <p:nvGrpSpPr>
          <p:cNvPr id="18" name="组合 17"/>
          <p:cNvGrpSpPr/>
          <p:nvPr/>
        </p:nvGrpSpPr>
        <p:grpSpPr>
          <a:xfrm>
            <a:off x="-187960" y="-41910"/>
            <a:ext cx="12568555" cy="6938010"/>
            <a:chOff x="-296" y="-66"/>
            <a:chExt cx="19793" cy="10926"/>
          </a:xfrm>
        </p:grpSpPr>
        <p:pic>
          <p:nvPicPr>
            <p:cNvPr id="6" name="图片 5" descr="云波纹"/>
            <p:cNvPicPr>
              <a:picLocks noChangeAspect="1"/>
            </p:cNvPicPr>
            <p:nvPr/>
          </p:nvPicPr>
          <p:blipFill>
            <a:blip r:embed="rId2"/>
            <a:srcRect l="34620" b="87816"/>
            <a:stretch>
              <a:fillRect/>
            </a:stretch>
          </p:blipFill>
          <p:spPr>
            <a:xfrm>
              <a:off x="-295" y="10292"/>
              <a:ext cx="19792" cy="568"/>
            </a:xfrm>
            <a:prstGeom prst="rect">
              <a:avLst/>
            </a:prstGeom>
          </p:spPr>
        </p:pic>
        <p:pic>
          <p:nvPicPr>
            <p:cNvPr id="12" name="图片 11" descr="云波纹"/>
            <p:cNvPicPr>
              <a:picLocks noChangeAspect="1"/>
            </p:cNvPicPr>
            <p:nvPr/>
          </p:nvPicPr>
          <p:blipFill>
            <a:blip r:embed="rId2"/>
            <a:srcRect l="34620" b="87816"/>
            <a:stretch>
              <a:fillRect/>
            </a:stretch>
          </p:blipFill>
          <p:spPr>
            <a:xfrm>
              <a:off x="-296" y="-66"/>
              <a:ext cx="19792" cy="568"/>
            </a:xfrm>
            <a:prstGeom prst="rect">
              <a:avLst/>
            </a:prstGeom>
          </p:spPr>
        </p:pic>
        <p:pic>
          <p:nvPicPr>
            <p:cNvPr id="16" name="图片 15" descr="云波纹"/>
            <p:cNvPicPr>
              <a:picLocks noChangeAspect="1"/>
            </p:cNvPicPr>
            <p:nvPr/>
          </p:nvPicPr>
          <p:blipFill>
            <a:blip r:embed="rId2"/>
            <a:srcRect l="64657" b="87215"/>
            <a:stretch>
              <a:fillRect/>
            </a:stretch>
          </p:blipFill>
          <p:spPr>
            <a:xfrm rot="16200000">
              <a:off x="-5128" y="5143"/>
              <a:ext cx="10699" cy="596"/>
            </a:xfrm>
            <a:prstGeom prst="rect">
              <a:avLst/>
            </a:prstGeom>
          </p:spPr>
        </p:pic>
        <p:pic>
          <p:nvPicPr>
            <p:cNvPr id="17" name="图片 16" descr="云波纹"/>
            <p:cNvPicPr>
              <a:picLocks noChangeAspect="1"/>
            </p:cNvPicPr>
            <p:nvPr/>
          </p:nvPicPr>
          <p:blipFill>
            <a:blip r:embed="rId2"/>
            <a:srcRect l="64657" b="87215"/>
            <a:stretch>
              <a:fillRect/>
            </a:stretch>
          </p:blipFill>
          <p:spPr>
            <a:xfrm rot="16200000">
              <a:off x="13595" y="5102"/>
              <a:ext cx="10699" cy="596"/>
            </a:xfrm>
            <a:prstGeom prst="rect">
              <a:avLst/>
            </a:prstGeom>
          </p:spPr>
        </p:pic>
      </p:grpSp>
      <p:pic>
        <p:nvPicPr>
          <p:cNvPr id="10" name="图片 9" descr="梅花3"/>
          <p:cNvPicPr>
            <a:picLocks noChangeAspect="1"/>
          </p:cNvPicPr>
          <p:nvPr/>
        </p:nvPicPr>
        <p:blipFill>
          <a:blip r:embed="rId3"/>
          <a:stretch>
            <a:fillRect/>
          </a:stretch>
        </p:blipFill>
        <p:spPr>
          <a:xfrm flipH="1">
            <a:off x="9716135" y="-12700"/>
            <a:ext cx="2488565" cy="1809750"/>
          </a:xfrm>
          <a:prstGeom prst="rect">
            <a:avLst/>
          </a:prstGeom>
        </p:spPr>
      </p:pic>
      <p:grpSp>
        <p:nvGrpSpPr>
          <p:cNvPr id="3" name="组合 2"/>
          <p:cNvGrpSpPr/>
          <p:nvPr/>
        </p:nvGrpSpPr>
        <p:grpSpPr>
          <a:xfrm>
            <a:off x="1116965" y="1948180"/>
            <a:ext cx="571500" cy="571500"/>
            <a:chOff x="1978" y="3050"/>
            <a:chExt cx="900" cy="900"/>
          </a:xfrm>
        </p:grpSpPr>
        <p:sp>
          <p:nvSpPr>
            <p:cNvPr id="33794" name="Oval 12"/>
            <p:cNvSpPr/>
            <p:nvPr/>
          </p:nvSpPr>
          <p:spPr>
            <a:xfrm>
              <a:off x="1978" y="3050"/>
              <a:ext cx="900" cy="900"/>
            </a:xfrm>
            <a:prstGeom prst="ellipse">
              <a:avLst/>
            </a:prstGeom>
            <a:solidFill>
              <a:srgbClr val="981620"/>
            </a:solidFill>
            <a:ln w="12700">
              <a:noFill/>
            </a:ln>
          </p:spPr>
          <p:txBody>
            <a:bodyPr anchor="ctr"/>
            <a:lstStyle/>
            <a:p>
              <a:pPr lvl="0" indent="0" algn="ctr">
                <a:buFont typeface="Arial" panose="020B0604020202020204" pitchFamily="34" charset="0"/>
                <a:buNone/>
              </a:pPr>
              <a:endParaRPr lang="en-US" altLang="zh-CN" dirty="0">
                <a:solidFill>
                  <a:srgbClr val="FCCC9B"/>
                </a:solidFill>
                <a:latin typeface="仓耳玄三M W05" panose="02020400000000000000" charset="-122"/>
                <a:ea typeface="仓耳玄三M W05" panose="02020400000000000000" charset="-122"/>
                <a:sym typeface="FontAwesome" pitchFamily="2" charset="0"/>
              </a:endParaRPr>
            </a:p>
          </p:txBody>
        </p:sp>
        <p:sp>
          <p:nvSpPr>
            <p:cNvPr id="33813" name="Freeform 98"/>
            <p:cNvSpPr>
              <a:spLocks noEditPoints="1"/>
            </p:cNvSpPr>
            <p:nvPr/>
          </p:nvSpPr>
          <p:spPr>
            <a:xfrm>
              <a:off x="2163" y="3245"/>
              <a:ext cx="530" cy="510"/>
            </a:xfrm>
            <a:custGeom>
              <a:avLst/>
              <a:gdLst/>
              <a:ahLst/>
              <a:cxnLst>
                <a:cxn ang="0">
                  <a:pos x="745006564" y="360582856"/>
                </a:cxn>
                <a:cxn ang="0">
                  <a:pos x="672323573" y="333538922"/>
                </a:cxn>
                <a:cxn ang="0">
                  <a:pos x="672323573" y="180289962"/>
                </a:cxn>
                <a:cxn ang="0">
                  <a:pos x="745006564" y="144234315"/>
                </a:cxn>
                <a:cxn ang="0">
                  <a:pos x="826776405" y="180289962"/>
                </a:cxn>
                <a:cxn ang="0">
                  <a:pos x="826776405" y="333538922"/>
                </a:cxn>
                <a:cxn ang="0">
                  <a:pos x="745006564" y="360582856"/>
                </a:cxn>
                <a:cxn ang="0">
                  <a:pos x="717751918" y="0"/>
                </a:cxn>
                <a:cxn ang="0">
                  <a:pos x="508783890" y="81131802"/>
                </a:cxn>
                <a:cxn ang="0">
                  <a:pos x="18170747" y="567916752"/>
                </a:cxn>
                <a:cxn ang="0">
                  <a:pos x="18170747" y="640033910"/>
                </a:cxn>
                <a:cxn ang="0">
                  <a:pos x="363417908" y="973572832"/>
                </a:cxn>
                <a:cxn ang="0">
                  <a:pos x="390675506" y="991602122"/>
                </a:cxn>
                <a:cxn ang="0">
                  <a:pos x="427017001" y="973572832"/>
                </a:cxn>
                <a:cxn ang="0">
                  <a:pos x="917630144" y="486787882"/>
                </a:cxn>
                <a:cxn ang="0">
                  <a:pos x="917630144" y="81131802"/>
                </a:cxn>
                <a:cxn ang="0">
                  <a:pos x="717751918" y="0"/>
                </a:cxn>
              </a:cxnLst>
              <a:rect l="0" t="0" r="0" b="0"/>
              <a:pathLst>
                <a:path w="114" h="110">
                  <a:moveTo>
                    <a:pt x="82" y="40"/>
                  </a:moveTo>
                  <a:cubicBezTo>
                    <a:pt x="79" y="40"/>
                    <a:pt x="76" y="39"/>
                    <a:pt x="74" y="37"/>
                  </a:cubicBezTo>
                  <a:cubicBezTo>
                    <a:pt x="69" y="32"/>
                    <a:pt x="69" y="24"/>
                    <a:pt x="74" y="20"/>
                  </a:cubicBezTo>
                  <a:cubicBezTo>
                    <a:pt x="76" y="17"/>
                    <a:pt x="79" y="16"/>
                    <a:pt x="82" y="16"/>
                  </a:cubicBezTo>
                  <a:cubicBezTo>
                    <a:pt x="85" y="16"/>
                    <a:pt x="89" y="17"/>
                    <a:pt x="91" y="20"/>
                  </a:cubicBezTo>
                  <a:cubicBezTo>
                    <a:pt x="95" y="24"/>
                    <a:pt x="95" y="32"/>
                    <a:pt x="91" y="37"/>
                  </a:cubicBezTo>
                  <a:cubicBezTo>
                    <a:pt x="89" y="39"/>
                    <a:pt x="85" y="40"/>
                    <a:pt x="82" y="40"/>
                  </a:cubicBezTo>
                  <a:moveTo>
                    <a:pt x="79" y="0"/>
                  </a:moveTo>
                  <a:cubicBezTo>
                    <a:pt x="71" y="0"/>
                    <a:pt x="63" y="3"/>
                    <a:pt x="56" y="9"/>
                  </a:cubicBezTo>
                  <a:cubicBezTo>
                    <a:pt x="2" y="63"/>
                    <a:pt x="2" y="63"/>
                    <a:pt x="2" y="63"/>
                  </a:cubicBezTo>
                  <a:cubicBezTo>
                    <a:pt x="0" y="65"/>
                    <a:pt x="0" y="69"/>
                    <a:pt x="2" y="71"/>
                  </a:cubicBezTo>
                  <a:cubicBezTo>
                    <a:pt x="40" y="108"/>
                    <a:pt x="40" y="108"/>
                    <a:pt x="40" y="108"/>
                  </a:cubicBezTo>
                  <a:cubicBezTo>
                    <a:pt x="41" y="109"/>
                    <a:pt x="42" y="110"/>
                    <a:pt x="43" y="110"/>
                  </a:cubicBezTo>
                  <a:cubicBezTo>
                    <a:pt x="45" y="110"/>
                    <a:pt x="46" y="109"/>
                    <a:pt x="47" y="108"/>
                  </a:cubicBezTo>
                  <a:cubicBezTo>
                    <a:pt x="101" y="54"/>
                    <a:pt x="101" y="54"/>
                    <a:pt x="101" y="54"/>
                  </a:cubicBezTo>
                  <a:cubicBezTo>
                    <a:pt x="114" y="42"/>
                    <a:pt x="114" y="21"/>
                    <a:pt x="101" y="9"/>
                  </a:cubicBezTo>
                  <a:cubicBezTo>
                    <a:pt x="95" y="3"/>
                    <a:pt x="87" y="0"/>
                    <a:pt x="79" y="0"/>
                  </a:cubicBezTo>
                </a:path>
              </a:pathLst>
            </a:custGeom>
            <a:solidFill>
              <a:schemeClr val="bg1"/>
            </a:solidFill>
            <a:ln w="9525">
              <a:noFill/>
            </a:ln>
          </p:spPr>
          <p:txBody>
            <a:bodyPr/>
            <a:lstStyle/>
            <a:p>
              <a:endParaRPr lang="zh-CN" altLang="en-US">
                <a:solidFill>
                  <a:srgbClr val="FCCC9B"/>
                </a:solidFill>
                <a:latin typeface="仓耳玄三M W05" panose="02020400000000000000" charset="-122"/>
                <a:ea typeface="仓耳玄三M W05" panose="02020400000000000000" charset="-122"/>
              </a:endParaRPr>
            </a:p>
          </p:txBody>
        </p:sp>
      </p:grpSp>
      <p:grpSp>
        <p:nvGrpSpPr>
          <p:cNvPr id="4" name="组合 3"/>
          <p:cNvGrpSpPr/>
          <p:nvPr/>
        </p:nvGrpSpPr>
        <p:grpSpPr>
          <a:xfrm>
            <a:off x="1102360" y="3175000"/>
            <a:ext cx="571500" cy="571500"/>
            <a:chOff x="1955" y="4738"/>
            <a:chExt cx="900" cy="900"/>
          </a:xfrm>
        </p:grpSpPr>
        <p:sp>
          <p:nvSpPr>
            <p:cNvPr id="33796" name="Oval 14"/>
            <p:cNvSpPr/>
            <p:nvPr/>
          </p:nvSpPr>
          <p:spPr>
            <a:xfrm>
              <a:off x="1955" y="4738"/>
              <a:ext cx="900" cy="900"/>
            </a:xfrm>
            <a:prstGeom prst="ellipse">
              <a:avLst/>
            </a:prstGeom>
            <a:solidFill>
              <a:srgbClr val="981620"/>
            </a:solidFill>
            <a:ln w="12700">
              <a:noFill/>
            </a:ln>
          </p:spPr>
          <p:txBody>
            <a:bodyPr anchor="ctr"/>
            <a:lstStyle/>
            <a:p>
              <a:pPr lvl="0" indent="0" algn="ctr">
                <a:buFont typeface="Arial" panose="020B0604020202020204" pitchFamily="34" charset="0"/>
                <a:buNone/>
              </a:pPr>
              <a:endParaRPr lang="en-US" altLang="zh-CN" dirty="0">
                <a:solidFill>
                  <a:srgbClr val="FCCC9B"/>
                </a:solidFill>
                <a:latin typeface="仓耳玄三M W05" panose="02020400000000000000" charset="-122"/>
                <a:ea typeface="仓耳玄三M W05" panose="02020400000000000000" charset="-122"/>
                <a:sym typeface="FontAwesome" pitchFamily="2" charset="0"/>
              </a:endParaRPr>
            </a:p>
          </p:txBody>
        </p:sp>
        <p:sp>
          <p:nvSpPr>
            <p:cNvPr id="33814" name="Freeform 15"/>
            <p:cNvSpPr>
              <a:spLocks noEditPoints="1"/>
            </p:cNvSpPr>
            <p:nvPr/>
          </p:nvSpPr>
          <p:spPr>
            <a:xfrm>
              <a:off x="2133" y="4940"/>
              <a:ext cx="537" cy="518"/>
            </a:xfrm>
            <a:custGeom>
              <a:avLst/>
              <a:gdLst/>
              <a:ahLst/>
              <a:cxnLst>
                <a:cxn ang="0">
                  <a:pos x="530221022" y="707533161"/>
                </a:cxn>
                <a:cxn ang="0">
                  <a:pos x="368851528" y="652255838"/>
                </a:cxn>
                <a:cxn ang="0">
                  <a:pos x="299692101" y="497485097"/>
                </a:cxn>
                <a:cxn ang="0">
                  <a:pos x="368851528" y="342710756"/>
                </a:cxn>
                <a:cxn ang="0">
                  <a:pos x="530221022" y="276379409"/>
                </a:cxn>
                <a:cxn ang="0">
                  <a:pos x="691594270" y="342710756"/>
                </a:cxn>
                <a:cxn ang="0">
                  <a:pos x="749224623" y="497485097"/>
                </a:cxn>
                <a:cxn ang="0">
                  <a:pos x="691594270" y="652255838"/>
                </a:cxn>
                <a:cxn ang="0">
                  <a:pos x="530221022" y="707533161"/>
                </a:cxn>
                <a:cxn ang="0">
                  <a:pos x="610905769" y="0"/>
                </a:cxn>
                <a:cxn ang="0">
                  <a:pos x="449536275" y="0"/>
                </a:cxn>
                <a:cxn ang="0">
                  <a:pos x="449536275" y="110551043"/>
                </a:cxn>
                <a:cxn ang="0">
                  <a:pos x="299692101" y="165828365"/>
                </a:cxn>
                <a:cxn ang="0">
                  <a:pos x="219003600" y="88442995"/>
                </a:cxn>
                <a:cxn ang="0">
                  <a:pos x="103739140" y="198994039"/>
                </a:cxn>
                <a:cxn ang="0">
                  <a:pos x="184423887" y="287437034"/>
                </a:cxn>
                <a:cxn ang="0">
                  <a:pos x="126793534" y="420099727"/>
                </a:cxn>
                <a:cxn ang="0">
                  <a:pos x="0" y="420099727"/>
                </a:cxn>
                <a:cxn ang="0">
                  <a:pos x="0" y="574870468"/>
                </a:cxn>
                <a:cxn ang="0">
                  <a:pos x="126793534" y="574870468"/>
                </a:cxn>
                <a:cxn ang="0">
                  <a:pos x="195952961" y="707533161"/>
                </a:cxn>
                <a:cxn ang="0">
                  <a:pos x="103739140" y="795976156"/>
                </a:cxn>
                <a:cxn ang="0">
                  <a:pos x="219003600" y="906527200"/>
                </a:cxn>
                <a:cxn ang="0">
                  <a:pos x="311217421" y="818084204"/>
                </a:cxn>
                <a:cxn ang="0">
                  <a:pos x="449536275" y="873361527"/>
                </a:cxn>
                <a:cxn ang="0">
                  <a:pos x="449536275" y="1006024219"/>
                </a:cxn>
                <a:cxn ang="0">
                  <a:pos x="610905769" y="1006024219"/>
                </a:cxn>
                <a:cxn ang="0">
                  <a:pos x="610905769" y="873361527"/>
                </a:cxn>
                <a:cxn ang="0">
                  <a:pos x="749224623" y="818084204"/>
                </a:cxn>
                <a:cxn ang="0">
                  <a:pos x="841438444" y="906527200"/>
                </a:cxn>
                <a:cxn ang="0">
                  <a:pos x="956702904" y="795976156"/>
                </a:cxn>
                <a:cxn ang="0">
                  <a:pos x="864492837" y="707533161"/>
                </a:cxn>
                <a:cxn ang="0">
                  <a:pos x="922123190" y="574870468"/>
                </a:cxn>
                <a:cxn ang="0">
                  <a:pos x="1048916725" y="574870468"/>
                </a:cxn>
                <a:cxn ang="0">
                  <a:pos x="1048916725" y="420099727"/>
                </a:cxn>
                <a:cxn ang="0">
                  <a:pos x="922123190" y="420099727"/>
                </a:cxn>
                <a:cxn ang="0">
                  <a:pos x="864492837" y="287437034"/>
                </a:cxn>
                <a:cxn ang="0">
                  <a:pos x="956702904" y="198994039"/>
                </a:cxn>
                <a:cxn ang="0">
                  <a:pos x="841438444" y="88442995"/>
                </a:cxn>
                <a:cxn ang="0">
                  <a:pos x="749224623" y="165828365"/>
                </a:cxn>
                <a:cxn ang="0">
                  <a:pos x="610905769" y="110551043"/>
                </a:cxn>
                <a:cxn ang="0">
                  <a:pos x="610905769" y="0"/>
                </a:cxn>
              </a:cxnLst>
              <a:rect l="0" t="0" r="0" b="0"/>
              <a:pathLst>
                <a:path w="91" h="91">
                  <a:moveTo>
                    <a:pt x="46" y="64"/>
                  </a:moveTo>
                  <a:cubicBezTo>
                    <a:pt x="40" y="64"/>
                    <a:pt x="36" y="62"/>
                    <a:pt x="32" y="59"/>
                  </a:cubicBezTo>
                  <a:cubicBezTo>
                    <a:pt x="29" y="55"/>
                    <a:pt x="26" y="50"/>
                    <a:pt x="26" y="45"/>
                  </a:cubicBezTo>
                  <a:cubicBezTo>
                    <a:pt x="26" y="39"/>
                    <a:pt x="29" y="35"/>
                    <a:pt x="32" y="31"/>
                  </a:cubicBezTo>
                  <a:cubicBezTo>
                    <a:pt x="36" y="27"/>
                    <a:pt x="40" y="25"/>
                    <a:pt x="46" y="25"/>
                  </a:cubicBezTo>
                  <a:cubicBezTo>
                    <a:pt x="51" y="25"/>
                    <a:pt x="56" y="27"/>
                    <a:pt x="60" y="31"/>
                  </a:cubicBezTo>
                  <a:cubicBezTo>
                    <a:pt x="63" y="35"/>
                    <a:pt x="65" y="39"/>
                    <a:pt x="65" y="45"/>
                  </a:cubicBezTo>
                  <a:cubicBezTo>
                    <a:pt x="65" y="50"/>
                    <a:pt x="63" y="55"/>
                    <a:pt x="60" y="59"/>
                  </a:cubicBezTo>
                  <a:cubicBezTo>
                    <a:pt x="56" y="62"/>
                    <a:pt x="51" y="64"/>
                    <a:pt x="46" y="64"/>
                  </a:cubicBezTo>
                  <a:moveTo>
                    <a:pt x="53" y="0"/>
                  </a:moveTo>
                  <a:cubicBezTo>
                    <a:pt x="39" y="0"/>
                    <a:pt x="39" y="0"/>
                    <a:pt x="39" y="0"/>
                  </a:cubicBezTo>
                  <a:cubicBezTo>
                    <a:pt x="39" y="10"/>
                    <a:pt x="39" y="10"/>
                    <a:pt x="39" y="10"/>
                  </a:cubicBezTo>
                  <a:cubicBezTo>
                    <a:pt x="34" y="11"/>
                    <a:pt x="30" y="13"/>
                    <a:pt x="26" y="15"/>
                  </a:cubicBezTo>
                  <a:cubicBezTo>
                    <a:pt x="19" y="8"/>
                    <a:pt x="19" y="8"/>
                    <a:pt x="19" y="8"/>
                  </a:cubicBezTo>
                  <a:cubicBezTo>
                    <a:pt x="9" y="18"/>
                    <a:pt x="9" y="18"/>
                    <a:pt x="9" y="18"/>
                  </a:cubicBezTo>
                  <a:cubicBezTo>
                    <a:pt x="16" y="26"/>
                    <a:pt x="16" y="26"/>
                    <a:pt x="16" y="26"/>
                  </a:cubicBezTo>
                  <a:cubicBezTo>
                    <a:pt x="14" y="29"/>
                    <a:pt x="12" y="34"/>
                    <a:pt x="11" y="38"/>
                  </a:cubicBezTo>
                  <a:cubicBezTo>
                    <a:pt x="0" y="38"/>
                    <a:pt x="0" y="38"/>
                    <a:pt x="0" y="38"/>
                  </a:cubicBezTo>
                  <a:cubicBezTo>
                    <a:pt x="0" y="52"/>
                    <a:pt x="0" y="52"/>
                    <a:pt x="0" y="52"/>
                  </a:cubicBezTo>
                  <a:cubicBezTo>
                    <a:pt x="11" y="52"/>
                    <a:pt x="11" y="52"/>
                    <a:pt x="11" y="52"/>
                  </a:cubicBezTo>
                  <a:cubicBezTo>
                    <a:pt x="12" y="57"/>
                    <a:pt x="14" y="61"/>
                    <a:pt x="17" y="64"/>
                  </a:cubicBezTo>
                  <a:cubicBezTo>
                    <a:pt x="9" y="72"/>
                    <a:pt x="9" y="72"/>
                    <a:pt x="9" y="72"/>
                  </a:cubicBezTo>
                  <a:cubicBezTo>
                    <a:pt x="19" y="82"/>
                    <a:pt x="19" y="82"/>
                    <a:pt x="19" y="82"/>
                  </a:cubicBezTo>
                  <a:cubicBezTo>
                    <a:pt x="27" y="74"/>
                    <a:pt x="27" y="74"/>
                    <a:pt x="27" y="74"/>
                  </a:cubicBezTo>
                  <a:cubicBezTo>
                    <a:pt x="30" y="77"/>
                    <a:pt x="34" y="78"/>
                    <a:pt x="39" y="79"/>
                  </a:cubicBezTo>
                  <a:cubicBezTo>
                    <a:pt x="39" y="91"/>
                    <a:pt x="39" y="91"/>
                    <a:pt x="39" y="91"/>
                  </a:cubicBezTo>
                  <a:cubicBezTo>
                    <a:pt x="53" y="91"/>
                    <a:pt x="53" y="91"/>
                    <a:pt x="53" y="91"/>
                  </a:cubicBezTo>
                  <a:cubicBezTo>
                    <a:pt x="53" y="79"/>
                    <a:pt x="53" y="79"/>
                    <a:pt x="53" y="79"/>
                  </a:cubicBezTo>
                  <a:cubicBezTo>
                    <a:pt x="57" y="78"/>
                    <a:pt x="61" y="77"/>
                    <a:pt x="65" y="74"/>
                  </a:cubicBezTo>
                  <a:cubicBezTo>
                    <a:pt x="73" y="82"/>
                    <a:pt x="73" y="82"/>
                    <a:pt x="73" y="82"/>
                  </a:cubicBezTo>
                  <a:cubicBezTo>
                    <a:pt x="83" y="72"/>
                    <a:pt x="83" y="72"/>
                    <a:pt x="83" y="72"/>
                  </a:cubicBezTo>
                  <a:cubicBezTo>
                    <a:pt x="75" y="64"/>
                    <a:pt x="75" y="64"/>
                    <a:pt x="75" y="64"/>
                  </a:cubicBezTo>
                  <a:cubicBezTo>
                    <a:pt x="78" y="61"/>
                    <a:pt x="79" y="57"/>
                    <a:pt x="80" y="52"/>
                  </a:cubicBezTo>
                  <a:cubicBezTo>
                    <a:pt x="91" y="52"/>
                    <a:pt x="91" y="52"/>
                    <a:pt x="91" y="52"/>
                  </a:cubicBezTo>
                  <a:cubicBezTo>
                    <a:pt x="91" y="38"/>
                    <a:pt x="91" y="38"/>
                    <a:pt x="91" y="38"/>
                  </a:cubicBezTo>
                  <a:cubicBezTo>
                    <a:pt x="80" y="38"/>
                    <a:pt x="80" y="38"/>
                    <a:pt x="80" y="38"/>
                  </a:cubicBezTo>
                  <a:cubicBezTo>
                    <a:pt x="80" y="34"/>
                    <a:pt x="78" y="29"/>
                    <a:pt x="75" y="26"/>
                  </a:cubicBezTo>
                  <a:cubicBezTo>
                    <a:pt x="83" y="18"/>
                    <a:pt x="83" y="18"/>
                    <a:pt x="83" y="18"/>
                  </a:cubicBezTo>
                  <a:cubicBezTo>
                    <a:pt x="73" y="8"/>
                    <a:pt x="73" y="8"/>
                    <a:pt x="73" y="8"/>
                  </a:cubicBezTo>
                  <a:cubicBezTo>
                    <a:pt x="65" y="15"/>
                    <a:pt x="65" y="15"/>
                    <a:pt x="65" y="15"/>
                  </a:cubicBezTo>
                  <a:cubicBezTo>
                    <a:pt x="62" y="13"/>
                    <a:pt x="58" y="11"/>
                    <a:pt x="53" y="10"/>
                  </a:cubicBezTo>
                  <a:cubicBezTo>
                    <a:pt x="53" y="0"/>
                    <a:pt x="53" y="0"/>
                    <a:pt x="53" y="0"/>
                  </a:cubicBezTo>
                </a:path>
              </a:pathLst>
            </a:custGeom>
            <a:solidFill>
              <a:schemeClr val="bg1"/>
            </a:solidFill>
            <a:ln w="9525">
              <a:noFill/>
            </a:ln>
          </p:spPr>
          <p:txBody>
            <a:bodyPr/>
            <a:lstStyle/>
            <a:p>
              <a:endParaRPr lang="zh-CN" altLang="en-US">
                <a:solidFill>
                  <a:srgbClr val="FCCC9B"/>
                </a:solidFill>
                <a:latin typeface="仓耳玄三M W05" panose="02020400000000000000" charset="-122"/>
                <a:ea typeface="仓耳玄三M W05" panose="02020400000000000000" charset="-122"/>
              </a:endParaRPr>
            </a:p>
          </p:txBody>
        </p:sp>
      </p:grpSp>
      <p:grpSp>
        <p:nvGrpSpPr>
          <p:cNvPr id="2" name="组合 1"/>
          <p:cNvGrpSpPr/>
          <p:nvPr/>
        </p:nvGrpSpPr>
        <p:grpSpPr>
          <a:xfrm>
            <a:off x="1102360" y="4262755"/>
            <a:ext cx="571500" cy="571500"/>
            <a:chOff x="1955" y="6533"/>
            <a:chExt cx="900" cy="900"/>
          </a:xfrm>
        </p:grpSpPr>
        <p:sp>
          <p:nvSpPr>
            <p:cNvPr id="33798" name="Oval 16"/>
            <p:cNvSpPr/>
            <p:nvPr/>
          </p:nvSpPr>
          <p:spPr>
            <a:xfrm>
              <a:off x="1955" y="6533"/>
              <a:ext cx="900" cy="900"/>
            </a:xfrm>
            <a:prstGeom prst="ellipse">
              <a:avLst/>
            </a:prstGeom>
            <a:solidFill>
              <a:srgbClr val="981620"/>
            </a:solidFill>
            <a:ln w="12700">
              <a:noFill/>
            </a:ln>
          </p:spPr>
          <p:txBody>
            <a:bodyPr anchor="ctr"/>
            <a:lstStyle/>
            <a:p>
              <a:pPr lvl="0" indent="0" algn="ctr">
                <a:buFont typeface="Arial" panose="020B0604020202020204" pitchFamily="34" charset="0"/>
                <a:buNone/>
              </a:pPr>
              <a:endParaRPr lang="en-US" altLang="zh-CN" dirty="0">
                <a:solidFill>
                  <a:srgbClr val="FCCC9B"/>
                </a:solidFill>
                <a:latin typeface="仓耳玄三M W05" panose="02020400000000000000" charset="-122"/>
                <a:ea typeface="仓耳玄三M W05" panose="02020400000000000000" charset="-122"/>
                <a:sym typeface="FontAwesome" pitchFamily="2" charset="0"/>
              </a:endParaRPr>
            </a:p>
          </p:txBody>
        </p:sp>
        <p:sp>
          <p:nvSpPr>
            <p:cNvPr id="33815" name="Freeform 49"/>
            <p:cNvSpPr>
              <a:spLocks noEditPoints="1"/>
            </p:cNvSpPr>
            <p:nvPr/>
          </p:nvSpPr>
          <p:spPr>
            <a:xfrm>
              <a:off x="2138" y="6760"/>
              <a:ext cx="537" cy="420"/>
            </a:xfrm>
            <a:custGeom>
              <a:avLst/>
              <a:gdLst/>
              <a:ahLst/>
              <a:cxnLst>
                <a:cxn ang="0">
                  <a:pos x="300900332" y="415507490"/>
                </a:cxn>
                <a:cxn ang="0">
                  <a:pos x="268370995" y="449428719"/>
                </a:cxn>
                <a:cxn ang="0">
                  <a:pos x="268370995" y="788618957"/>
                </a:cxn>
                <a:cxn ang="0">
                  <a:pos x="300900332" y="822537430"/>
                </a:cxn>
                <a:cxn ang="0">
                  <a:pos x="341563325" y="788618957"/>
                </a:cxn>
                <a:cxn ang="0">
                  <a:pos x="341563325" y="449428719"/>
                </a:cxn>
                <a:cxn ang="0">
                  <a:pos x="300900332" y="415507490"/>
                </a:cxn>
                <a:cxn ang="0">
                  <a:pos x="740054311" y="415507490"/>
                </a:cxn>
                <a:cxn ang="0">
                  <a:pos x="707524974" y="449428719"/>
                </a:cxn>
                <a:cxn ang="0">
                  <a:pos x="707524974" y="788618957"/>
                </a:cxn>
                <a:cxn ang="0">
                  <a:pos x="740054311" y="822537430"/>
                </a:cxn>
                <a:cxn ang="0">
                  <a:pos x="780717304" y="788618957"/>
                </a:cxn>
                <a:cxn ang="0">
                  <a:pos x="780717304" y="449428719"/>
                </a:cxn>
                <a:cxn ang="0">
                  <a:pos x="740054311" y="415507490"/>
                </a:cxn>
                <a:cxn ang="0">
                  <a:pos x="520477321" y="0"/>
                </a:cxn>
                <a:cxn ang="0">
                  <a:pos x="89456998" y="449428719"/>
                </a:cxn>
                <a:cxn ang="0">
                  <a:pos x="0" y="619023838"/>
                </a:cxn>
                <a:cxn ang="0">
                  <a:pos x="219576989" y="822537430"/>
                </a:cxn>
                <a:cxn ang="0">
                  <a:pos x="235841658" y="822537430"/>
                </a:cxn>
                <a:cxn ang="0">
                  <a:pos x="235841658" y="407029939"/>
                </a:cxn>
                <a:cxn ang="0">
                  <a:pos x="219576989" y="407029939"/>
                </a:cxn>
                <a:cxn ang="0">
                  <a:pos x="162649328" y="415507490"/>
                </a:cxn>
                <a:cxn ang="0">
                  <a:pos x="520477321" y="76317252"/>
                </a:cxn>
                <a:cxn ang="0">
                  <a:pos x="878305315" y="415507490"/>
                </a:cxn>
                <a:cxn ang="0">
                  <a:pos x="829511309" y="407029939"/>
                </a:cxn>
                <a:cxn ang="0">
                  <a:pos x="813246641" y="407029939"/>
                </a:cxn>
                <a:cxn ang="0">
                  <a:pos x="813246641" y="822537430"/>
                </a:cxn>
                <a:cxn ang="0">
                  <a:pos x="829511309" y="822537430"/>
                </a:cxn>
                <a:cxn ang="0">
                  <a:pos x="1049088299" y="619023838"/>
                </a:cxn>
                <a:cxn ang="0">
                  <a:pos x="951497645" y="440948412"/>
                </a:cxn>
                <a:cxn ang="0">
                  <a:pos x="520477321" y="0"/>
                </a:cxn>
              </a:cxnLst>
              <a:rect l="0" t="0" r="0" b="0"/>
              <a:pathLst>
                <a:path w="129" h="97">
                  <a:moveTo>
                    <a:pt x="37" y="49"/>
                  </a:moveTo>
                  <a:cubicBezTo>
                    <a:pt x="35" y="49"/>
                    <a:pt x="33" y="51"/>
                    <a:pt x="33" y="53"/>
                  </a:cubicBezTo>
                  <a:cubicBezTo>
                    <a:pt x="33" y="93"/>
                    <a:pt x="33" y="93"/>
                    <a:pt x="33" y="93"/>
                  </a:cubicBezTo>
                  <a:cubicBezTo>
                    <a:pt x="33" y="95"/>
                    <a:pt x="35" y="97"/>
                    <a:pt x="37" y="97"/>
                  </a:cubicBezTo>
                  <a:cubicBezTo>
                    <a:pt x="40" y="97"/>
                    <a:pt x="42" y="95"/>
                    <a:pt x="42" y="93"/>
                  </a:cubicBezTo>
                  <a:cubicBezTo>
                    <a:pt x="42" y="53"/>
                    <a:pt x="42" y="53"/>
                    <a:pt x="42" y="53"/>
                  </a:cubicBezTo>
                  <a:cubicBezTo>
                    <a:pt x="42" y="51"/>
                    <a:pt x="40" y="49"/>
                    <a:pt x="37" y="49"/>
                  </a:cubicBezTo>
                  <a:moveTo>
                    <a:pt x="91" y="49"/>
                  </a:moveTo>
                  <a:cubicBezTo>
                    <a:pt x="89" y="49"/>
                    <a:pt x="87" y="51"/>
                    <a:pt x="87" y="53"/>
                  </a:cubicBezTo>
                  <a:cubicBezTo>
                    <a:pt x="87" y="93"/>
                    <a:pt x="87" y="93"/>
                    <a:pt x="87" y="93"/>
                  </a:cubicBezTo>
                  <a:cubicBezTo>
                    <a:pt x="87" y="95"/>
                    <a:pt x="89" y="97"/>
                    <a:pt x="91" y="97"/>
                  </a:cubicBezTo>
                  <a:cubicBezTo>
                    <a:pt x="94" y="97"/>
                    <a:pt x="96" y="95"/>
                    <a:pt x="96" y="93"/>
                  </a:cubicBezTo>
                  <a:cubicBezTo>
                    <a:pt x="96" y="53"/>
                    <a:pt x="96" y="53"/>
                    <a:pt x="96" y="53"/>
                  </a:cubicBezTo>
                  <a:cubicBezTo>
                    <a:pt x="96" y="51"/>
                    <a:pt x="94" y="49"/>
                    <a:pt x="91" y="49"/>
                  </a:cubicBezTo>
                  <a:moveTo>
                    <a:pt x="64" y="0"/>
                  </a:moveTo>
                  <a:cubicBezTo>
                    <a:pt x="35" y="0"/>
                    <a:pt x="12" y="24"/>
                    <a:pt x="11" y="53"/>
                  </a:cubicBezTo>
                  <a:cubicBezTo>
                    <a:pt x="4" y="58"/>
                    <a:pt x="0" y="65"/>
                    <a:pt x="0" y="73"/>
                  </a:cubicBezTo>
                  <a:cubicBezTo>
                    <a:pt x="0" y="86"/>
                    <a:pt x="12" y="97"/>
                    <a:pt x="27" y="97"/>
                  </a:cubicBezTo>
                  <a:cubicBezTo>
                    <a:pt x="28" y="97"/>
                    <a:pt x="28" y="97"/>
                    <a:pt x="29" y="97"/>
                  </a:cubicBezTo>
                  <a:cubicBezTo>
                    <a:pt x="29" y="48"/>
                    <a:pt x="29" y="48"/>
                    <a:pt x="29" y="48"/>
                  </a:cubicBezTo>
                  <a:cubicBezTo>
                    <a:pt x="28" y="48"/>
                    <a:pt x="28" y="48"/>
                    <a:pt x="27" y="48"/>
                  </a:cubicBezTo>
                  <a:cubicBezTo>
                    <a:pt x="24" y="48"/>
                    <a:pt x="22" y="49"/>
                    <a:pt x="20" y="49"/>
                  </a:cubicBezTo>
                  <a:cubicBezTo>
                    <a:pt x="23" y="26"/>
                    <a:pt x="41" y="9"/>
                    <a:pt x="64" y="9"/>
                  </a:cubicBezTo>
                  <a:cubicBezTo>
                    <a:pt x="86" y="9"/>
                    <a:pt x="105" y="26"/>
                    <a:pt x="108" y="49"/>
                  </a:cubicBezTo>
                  <a:cubicBezTo>
                    <a:pt x="106" y="49"/>
                    <a:pt x="104" y="48"/>
                    <a:pt x="102" y="48"/>
                  </a:cubicBezTo>
                  <a:cubicBezTo>
                    <a:pt x="101" y="48"/>
                    <a:pt x="100" y="48"/>
                    <a:pt x="100" y="48"/>
                  </a:cubicBezTo>
                  <a:cubicBezTo>
                    <a:pt x="100" y="97"/>
                    <a:pt x="100" y="97"/>
                    <a:pt x="100" y="97"/>
                  </a:cubicBezTo>
                  <a:cubicBezTo>
                    <a:pt x="100" y="97"/>
                    <a:pt x="101" y="97"/>
                    <a:pt x="102" y="97"/>
                  </a:cubicBezTo>
                  <a:cubicBezTo>
                    <a:pt x="117" y="97"/>
                    <a:pt x="129" y="86"/>
                    <a:pt x="129" y="73"/>
                  </a:cubicBezTo>
                  <a:cubicBezTo>
                    <a:pt x="129" y="64"/>
                    <a:pt x="124" y="57"/>
                    <a:pt x="117" y="52"/>
                  </a:cubicBezTo>
                  <a:cubicBezTo>
                    <a:pt x="115" y="23"/>
                    <a:pt x="92" y="0"/>
                    <a:pt x="64" y="0"/>
                  </a:cubicBezTo>
                </a:path>
              </a:pathLst>
            </a:custGeom>
            <a:solidFill>
              <a:schemeClr val="bg1"/>
            </a:solidFill>
            <a:ln w="9525">
              <a:noFill/>
            </a:ln>
          </p:spPr>
          <p:txBody>
            <a:bodyPr/>
            <a:lstStyle/>
            <a:p>
              <a:endParaRPr lang="zh-CN" altLang="en-US">
                <a:solidFill>
                  <a:srgbClr val="FCCC9B"/>
                </a:solidFill>
                <a:latin typeface="仓耳玄三M W05" panose="02020400000000000000" charset="-122"/>
                <a:ea typeface="仓耳玄三M W05" panose="02020400000000000000" charset="-122"/>
              </a:endParaRPr>
            </a:p>
          </p:txBody>
        </p:sp>
      </p:grpSp>
      <p:grpSp>
        <p:nvGrpSpPr>
          <p:cNvPr id="7" name="组合 6"/>
          <p:cNvGrpSpPr/>
          <p:nvPr/>
        </p:nvGrpSpPr>
        <p:grpSpPr>
          <a:xfrm>
            <a:off x="1116965" y="5334000"/>
            <a:ext cx="571500" cy="571500"/>
            <a:chOff x="1978" y="8220"/>
            <a:chExt cx="900" cy="900"/>
          </a:xfrm>
        </p:grpSpPr>
        <p:sp>
          <p:nvSpPr>
            <p:cNvPr id="33799" name="Oval 18"/>
            <p:cNvSpPr/>
            <p:nvPr/>
          </p:nvSpPr>
          <p:spPr>
            <a:xfrm>
              <a:off x="1978" y="8220"/>
              <a:ext cx="900" cy="900"/>
            </a:xfrm>
            <a:prstGeom prst="ellipse">
              <a:avLst/>
            </a:prstGeom>
            <a:solidFill>
              <a:srgbClr val="981620"/>
            </a:solidFill>
            <a:ln w="12700">
              <a:noFill/>
            </a:ln>
          </p:spPr>
          <p:txBody>
            <a:bodyPr anchor="ctr"/>
            <a:lstStyle/>
            <a:p>
              <a:pPr lvl="0" indent="0" algn="ctr">
                <a:buFont typeface="Arial" panose="020B0604020202020204" pitchFamily="34" charset="0"/>
                <a:buNone/>
              </a:pPr>
              <a:endParaRPr lang="en-US" altLang="zh-CN" dirty="0">
                <a:solidFill>
                  <a:srgbClr val="FCCC9B"/>
                </a:solidFill>
                <a:latin typeface="仓耳玄三M W05" panose="02020400000000000000" charset="-122"/>
                <a:ea typeface="仓耳玄三M W05" panose="02020400000000000000" charset="-122"/>
                <a:sym typeface="FontAwesome" pitchFamily="2" charset="0"/>
              </a:endParaRPr>
            </a:p>
          </p:txBody>
        </p:sp>
        <p:sp>
          <p:nvSpPr>
            <p:cNvPr id="33816" name="Freeform 81"/>
            <p:cNvSpPr>
              <a:spLocks noEditPoints="1"/>
            </p:cNvSpPr>
            <p:nvPr/>
          </p:nvSpPr>
          <p:spPr>
            <a:xfrm>
              <a:off x="2140" y="8408"/>
              <a:ext cx="530" cy="522"/>
            </a:xfrm>
            <a:custGeom>
              <a:avLst/>
              <a:gdLst/>
              <a:ahLst/>
              <a:cxnLst>
                <a:cxn ang="0">
                  <a:pos x="458423701" y="892149392"/>
                </a:cxn>
                <a:cxn ang="0">
                  <a:pos x="157173110" y="655676649"/>
                </a:cxn>
                <a:cxn ang="0">
                  <a:pos x="157173110" y="397704477"/>
                </a:cxn>
                <a:cxn ang="0">
                  <a:pos x="890651884" y="397704477"/>
                </a:cxn>
                <a:cxn ang="0">
                  <a:pos x="890651884" y="655676649"/>
                </a:cxn>
                <a:cxn ang="0">
                  <a:pos x="589401293" y="892149392"/>
                </a:cxn>
                <a:cxn ang="0">
                  <a:pos x="589401293" y="730917659"/>
                </a:cxn>
                <a:cxn ang="0">
                  <a:pos x="681087737" y="612681287"/>
                </a:cxn>
                <a:cxn ang="0">
                  <a:pos x="523914627" y="483695201"/>
                </a:cxn>
                <a:cxn ang="0">
                  <a:pos x="366741517" y="612681287"/>
                </a:cxn>
                <a:cxn ang="0">
                  <a:pos x="458423701" y="730917659"/>
                </a:cxn>
                <a:cxn ang="0">
                  <a:pos x="458423701" y="892149392"/>
                </a:cxn>
                <a:cxn ang="0">
                  <a:pos x="340541738" y="279468105"/>
                </a:cxn>
                <a:cxn ang="0">
                  <a:pos x="523914627" y="128986086"/>
                </a:cxn>
                <a:cxn ang="0">
                  <a:pos x="694187626" y="279468105"/>
                </a:cxn>
                <a:cxn ang="0">
                  <a:pos x="340541738" y="279468105"/>
                </a:cxn>
                <a:cxn ang="0">
                  <a:pos x="523914627" y="0"/>
                </a:cxn>
                <a:cxn ang="0">
                  <a:pos x="196468517" y="279468105"/>
                </a:cxn>
                <a:cxn ang="0">
                  <a:pos x="78586555" y="279468105"/>
                </a:cxn>
                <a:cxn ang="0">
                  <a:pos x="26195518" y="290217819"/>
                </a:cxn>
                <a:cxn ang="0">
                  <a:pos x="0" y="333213181"/>
                </a:cxn>
                <a:cxn ang="0">
                  <a:pos x="0" y="655676649"/>
                </a:cxn>
                <a:cxn ang="0">
                  <a:pos x="458423701" y="1021135478"/>
                </a:cxn>
                <a:cxn ang="0">
                  <a:pos x="589401293" y="1021135478"/>
                </a:cxn>
                <a:cxn ang="0">
                  <a:pos x="1034729365" y="655676649"/>
                </a:cxn>
                <a:cxn ang="0">
                  <a:pos x="1034729365" y="333213181"/>
                </a:cxn>
                <a:cxn ang="0">
                  <a:pos x="1021629475" y="290217819"/>
                </a:cxn>
                <a:cxn ang="0">
                  <a:pos x="956142810" y="279468105"/>
                </a:cxn>
                <a:cxn ang="0">
                  <a:pos x="851360736" y="279468105"/>
                </a:cxn>
                <a:cxn ang="0">
                  <a:pos x="523914627" y="0"/>
                </a:cxn>
              </a:cxnLst>
              <a:rect l="0" t="0" r="0" b="0"/>
              <a:pathLst>
                <a:path w="79" h="95">
                  <a:moveTo>
                    <a:pt x="35" y="83"/>
                  </a:moveTo>
                  <a:cubicBezTo>
                    <a:pt x="22" y="83"/>
                    <a:pt x="12" y="73"/>
                    <a:pt x="12" y="61"/>
                  </a:cubicBezTo>
                  <a:cubicBezTo>
                    <a:pt x="12" y="37"/>
                    <a:pt x="12" y="37"/>
                    <a:pt x="12" y="37"/>
                  </a:cubicBezTo>
                  <a:cubicBezTo>
                    <a:pt x="68" y="37"/>
                    <a:pt x="68" y="37"/>
                    <a:pt x="68" y="37"/>
                  </a:cubicBezTo>
                  <a:cubicBezTo>
                    <a:pt x="68" y="61"/>
                    <a:pt x="68" y="61"/>
                    <a:pt x="68" y="61"/>
                  </a:cubicBezTo>
                  <a:cubicBezTo>
                    <a:pt x="68" y="73"/>
                    <a:pt x="57" y="83"/>
                    <a:pt x="45" y="83"/>
                  </a:cubicBezTo>
                  <a:cubicBezTo>
                    <a:pt x="45" y="68"/>
                    <a:pt x="45" y="68"/>
                    <a:pt x="45" y="68"/>
                  </a:cubicBezTo>
                  <a:cubicBezTo>
                    <a:pt x="49" y="67"/>
                    <a:pt x="52" y="62"/>
                    <a:pt x="52" y="57"/>
                  </a:cubicBezTo>
                  <a:cubicBezTo>
                    <a:pt x="52" y="51"/>
                    <a:pt x="46" y="45"/>
                    <a:pt x="40" y="45"/>
                  </a:cubicBezTo>
                  <a:cubicBezTo>
                    <a:pt x="33" y="45"/>
                    <a:pt x="28" y="51"/>
                    <a:pt x="28" y="57"/>
                  </a:cubicBezTo>
                  <a:cubicBezTo>
                    <a:pt x="28" y="62"/>
                    <a:pt x="31" y="67"/>
                    <a:pt x="35" y="68"/>
                  </a:cubicBezTo>
                  <a:cubicBezTo>
                    <a:pt x="35" y="83"/>
                    <a:pt x="35" y="83"/>
                    <a:pt x="35" y="83"/>
                  </a:cubicBezTo>
                  <a:moveTo>
                    <a:pt x="26" y="26"/>
                  </a:moveTo>
                  <a:cubicBezTo>
                    <a:pt x="26" y="18"/>
                    <a:pt x="33" y="12"/>
                    <a:pt x="40" y="12"/>
                  </a:cubicBezTo>
                  <a:cubicBezTo>
                    <a:pt x="47" y="12"/>
                    <a:pt x="53" y="18"/>
                    <a:pt x="53" y="26"/>
                  </a:cubicBezTo>
                  <a:cubicBezTo>
                    <a:pt x="26" y="26"/>
                    <a:pt x="26" y="26"/>
                    <a:pt x="26" y="26"/>
                  </a:cubicBezTo>
                  <a:moveTo>
                    <a:pt x="40" y="0"/>
                  </a:moveTo>
                  <a:cubicBezTo>
                    <a:pt x="26" y="0"/>
                    <a:pt x="15" y="11"/>
                    <a:pt x="15" y="26"/>
                  </a:cubicBezTo>
                  <a:cubicBezTo>
                    <a:pt x="6" y="26"/>
                    <a:pt x="6" y="26"/>
                    <a:pt x="6" y="26"/>
                  </a:cubicBezTo>
                  <a:cubicBezTo>
                    <a:pt x="4" y="26"/>
                    <a:pt x="3" y="26"/>
                    <a:pt x="2" y="27"/>
                  </a:cubicBezTo>
                  <a:cubicBezTo>
                    <a:pt x="1" y="28"/>
                    <a:pt x="0" y="30"/>
                    <a:pt x="0" y="31"/>
                  </a:cubicBezTo>
                  <a:cubicBezTo>
                    <a:pt x="0" y="61"/>
                    <a:pt x="0" y="61"/>
                    <a:pt x="0" y="61"/>
                  </a:cubicBezTo>
                  <a:cubicBezTo>
                    <a:pt x="0" y="80"/>
                    <a:pt x="16" y="95"/>
                    <a:pt x="35" y="95"/>
                  </a:cubicBezTo>
                  <a:cubicBezTo>
                    <a:pt x="45" y="95"/>
                    <a:pt x="45" y="95"/>
                    <a:pt x="45" y="95"/>
                  </a:cubicBezTo>
                  <a:cubicBezTo>
                    <a:pt x="64" y="95"/>
                    <a:pt x="79" y="80"/>
                    <a:pt x="79" y="61"/>
                  </a:cubicBezTo>
                  <a:cubicBezTo>
                    <a:pt x="79" y="31"/>
                    <a:pt x="79" y="31"/>
                    <a:pt x="79" y="31"/>
                  </a:cubicBezTo>
                  <a:cubicBezTo>
                    <a:pt x="79" y="30"/>
                    <a:pt x="79" y="28"/>
                    <a:pt x="78" y="27"/>
                  </a:cubicBezTo>
                  <a:cubicBezTo>
                    <a:pt x="77" y="26"/>
                    <a:pt x="75" y="26"/>
                    <a:pt x="73" y="26"/>
                  </a:cubicBezTo>
                  <a:cubicBezTo>
                    <a:pt x="65" y="26"/>
                    <a:pt x="65" y="26"/>
                    <a:pt x="65" y="26"/>
                  </a:cubicBezTo>
                  <a:cubicBezTo>
                    <a:pt x="65" y="11"/>
                    <a:pt x="54" y="0"/>
                    <a:pt x="40" y="0"/>
                  </a:cubicBezTo>
                </a:path>
              </a:pathLst>
            </a:custGeom>
            <a:solidFill>
              <a:schemeClr val="bg1"/>
            </a:solidFill>
            <a:ln w="9525">
              <a:noFill/>
            </a:ln>
          </p:spPr>
          <p:txBody>
            <a:bodyPr/>
            <a:lstStyle/>
            <a:p>
              <a:endParaRPr lang="zh-CN" altLang="en-US">
                <a:solidFill>
                  <a:srgbClr val="FCCC9B"/>
                </a:solidFill>
                <a:latin typeface="仓耳玄三M W05" panose="02020400000000000000" charset="-122"/>
                <a:ea typeface="仓耳玄三M W05" panose="02020400000000000000" charset="-122"/>
              </a:endParaRPr>
            </a:p>
          </p:txBody>
        </p:sp>
      </p:grpSp>
      <p:sp>
        <p:nvSpPr>
          <p:cNvPr id="5" name="矩形 4"/>
          <p:cNvSpPr/>
          <p:nvPr/>
        </p:nvSpPr>
        <p:spPr>
          <a:xfrm>
            <a:off x="6621145" y="1948180"/>
            <a:ext cx="4484370" cy="2514600"/>
          </a:xfrm>
          <a:prstGeom prst="rect">
            <a:avLst/>
          </a:prstGeom>
          <a:blipFill rotWithShape="1">
            <a:blip r:embed="rId4"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CCC9B"/>
              </a:solidFill>
              <a:latin typeface="仓耳玄三M W05" panose="02020400000000000000" charset="-122"/>
              <a:ea typeface="仓耳玄三M W05" panose="02020400000000000000" charset="-122"/>
            </a:endParaRPr>
          </a:p>
        </p:txBody>
      </p:sp>
      <p:sp>
        <p:nvSpPr>
          <p:cNvPr id="8" name="矩形 7"/>
          <p:cNvSpPr/>
          <p:nvPr/>
        </p:nvSpPr>
        <p:spPr>
          <a:xfrm>
            <a:off x="1818926" y="1887193"/>
            <a:ext cx="1610360" cy="306705"/>
          </a:xfrm>
          <a:prstGeom prst="rect">
            <a:avLst/>
          </a:prstGeom>
        </p:spPr>
        <p:txBody>
          <a:bodyPr wrap="none">
            <a:spAutoFit/>
          </a:bodyPr>
          <a:lstStyle/>
          <a:p>
            <a:pPr algn="l"/>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9" name="矩形 8"/>
          <p:cNvSpPr/>
          <p:nvPr/>
        </p:nvSpPr>
        <p:spPr>
          <a:xfrm>
            <a:off x="1824990" y="2117725"/>
            <a:ext cx="4379595" cy="598805"/>
          </a:xfrm>
          <a:prstGeom prst="rect">
            <a:avLst/>
          </a:prstGeom>
        </p:spPr>
        <p:txBody>
          <a:bodyPr wrap="square">
            <a:spAutoFit/>
          </a:body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sz="1000" dirty="0">
              <a:solidFill>
                <a:srgbClr val="FCCC9B"/>
              </a:solidFill>
              <a:latin typeface="仓耳玄三M W05" panose="02020400000000000000" charset="-122"/>
              <a:ea typeface="仓耳玄三M W05" panose="02020400000000000000" charset="-122"/>
              <a:sym typeface="+mn-ea"/>
            </a:endParaRPr>
          </a:p>
        </p:txBody>
      </p:sp>
      <p:sp>
        <p:nvSpPr>
          <p:cNvPr id="19" name="矩形 18"/>
          <p:cNvSpPr/>
          <p:nvPr/>
        </p:nvSpPr>
        <p:spPr>
          <a:xfrm>
            <a:off x="1818926" y="3114013"/>
            <a:ext cx="1610360" cy="306705"/>
          </a:xfrm>
          <a:prstGeom prst="rect">
            <a:avLst/>
          </a:prstGeom>
        </p:spPr>
        <p:txBody>
          <a:bodyPr wrap="none">
            <a:spAutoFit/>
          </a:bodyPr>
          <a:lstStyle/>
          <a:p>
            <a:pPr algn="l"/>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20" name="矩形 19"/>
          <p:cNvSpPr/>
          <p:nvPr/>
        </p:nvSpPr>
        <p:spPr>
          <a:xfrm>
            <a:off x="1824990" y="3344545"/>
            <a:ext cx="4379595" cy="598805"/>
          </a:xfrm>
          <a:prstGeom prst="rect">
            <a:avLst/>
          </a:prstGeom>
        </p:spPr>
        <p:txBody>
          <a:bodyPr wrap="square">
            <a:spAutoFit/>
          </a:body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sz="1000" dirty="0">
              <a:solidFill>
                <a:srgbClr val="FCCC9B"/>
              </a:solidFill>
              <a:latin typeface="仓耳玄三M W05" panose="02020400000000000000" charset="-122"/>
              <a:ea typeface="仓耳玄三M W05" panose="02020400000000000000" charset="-122"/>
              <a:sym typeface="+mn-ea"/>
            </a:endParaRPr>
          </a:p>
        </p:txBody>
      </p:sp>
      <p:sp>
        <p:nvSpPr>
          <p:cNvPr id="21" name="矩形 20"/>
          <p:cNvSpPr/>
          <p:nvPr/>
        </p:nvSpPr>
        <p:spPr>
          <a:xfrm>
            <a:off x="1818926" y="4201768"/>
            <a:ext cx="1610360" cy="306705"/>
          </a:xfrm>
          <a:prstGeom prst="rect">
            <a:avLst/>
          </a:prstGeom>
        </p:spPr>
        <p:txBody>
          <a:bodyPr wrap="none">
            <a:spAutoFit/>
          </a:bodyPr>
          <a:lstStyle/>
          <a:p>
            <a:pPr algn="l"/>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22" name="矩形 21"/>
          <p:cNvSpPr/>
          <p:nvPr/>
        </p:nvSpPr>
        <p:spPr>
          <a:xfrm>
            <a:off x="1824990" y="4432300"/>
            <a:ext cx="4379595" cy="598805"/>
          </a:xfrm>
          <a:prstGeom prst="rect">
            <a:avLst/>
          </a:prstGeom>
        </p:spPr>
        <p:txBody>
          <a:bodyPr wrap="square">
            <a:spAutoFit/>
          </a:bodyPr>
          <a:lstStyle/>
          <a:p>
            <a:pPr lvl="0"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sz="1200" dirty="0">
              <a:solidFill>
                <a:srgbClr val="FCCC9B"/>
              </a:solidFill>
              <a:latin typeface="仓耳玄三M W05" panose="02020400000000000000" charset="-122"/>
              <a:ea typeface="仓耳玄三M W05" panose="02020400000000000000" charset="-122"/>
              <a:sym typeface="+mn-ea"/>
            </a:endParaRPr>
          </a:p>
        </p:txBody>
      </p:sp>
      <p:sp>
        <p:nvSpPr>
          <p:cNvPr id="23" name="矩形 22"/>
          <p:cNvSpPr/>
          <p:nvPr/>
        </p:nvSpPr>
        <p:spPr>
          <a:xfrm>
            <a:off x="1818926" y="5273013"/>
            <a:ext cx="1610360" cy="306705"/>
          </a:xfrm>
          <a:prstGeom prst="rect">
            <a:avLst/>
          </a:prstGeom>
        </p:spPr>
        <p:txBody>
          <a:bodyPr wrap="none">
            <a:spAutoFit/>
          </a:bodyPr>
          <a:lstStyle/>
          <a:p>
            <a:pPr algn="l"/>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24" name="矩形 23"/>
          <p:cNvSpPr/>
          <p:nvPr/>
        </p:nvSpPr>
        <p:spPr>
          <a:xfrm>
            <a:off x="1824990" y="5503545"/>
            <a:ext cx="4379595" cy="598805"/>
          </a:xfrm>
          <a:prstGeom prst="rect">
            <a:avLst/>
          </a:prstGeom>
        </p:spPr>
        <p:txBody>
          <a:bodyPr wrap="square">
            <a:spAutoFit/>
          </a:bodyPr>
          <a:lstStyle/>
          <a:p>
            <a:pPr lvl="0"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sz="1200" dirty="0">
              <a:solidFill>
                <a:srgbClr val="FCCC9B"/>
              </a:solidFill>
              <a:latin typeface="仓耳玄三M W05" panose="02020400000000000000" charset="-122"/>
              <a:ea typeface="仓耳玄三M W05" panose="02020400000000000000" charset="-122"/>
              <a:sym typeface="+mn-ea"/>
            </a:endParaRPr>
          </a:p>
        </p:txBody>
      </p:sp>
      <p:sp>
        <p:nvSpPr>
          <p:cNvPr id="25" name="矩形 24"/>
          <p:cNvSpPr/>
          <p:nvPr/>
        </p:nvSpPr>
        <p:spPr>
          <a:xfrm>
            <a:off x="6621431" y="4940908"/>
            <a:ext cx="1808480" cy="337185"/>
          </a:xfrm>
          <a:prstGeom prst="rect">
            <a:avLst/>
          </a:prstGeom>
        </p:spPr>
        <p:txBody>
          <a:bodyPr wrap="none">
            <a:spAutoFit/>
          </a:bodyPr>
          <a:lstStyle/>
          <a:p>
            <a:pPr algn="l"/>
            <a:r>
              <a:rPr lang="zh-CN" altLang="en-US" sz="1600" b="1">
                <a:solidFill>
                  <a:srgbClr val="FCCC9B"/>
                </a:solidFill>
                <a:latin typeface="仓耳玄三M W05" panose="02020400000000000000" charset="-122"/>
                <a:ea typeface="仓耳玄三M W05" panose="02020400000000000000" charset="-122"/>
                <a:sym typeface="+mn-ea"/>
              </a:rPr>
              <a:t>单击此处输入标题</a:t>
            </a:r>
            <a:endParaRPr lang="zh-CN" altLang="en-US" sz="1600" b="1" dirty="0">
              <a:solidFill>
                <a:srgbClr val="FCCC9B"/>
              </a:solidFill>
              <a:latin typeface="仓耳玄三M W05" panose="02020400000000000000" charset="-122"/>
              <a:ea typeface="仓耳玄三M W05" panose="02020400000000000000" charset="-122"/>
              <a:sym typeface="+mn-ea"/>
            </a:endParaRPr>
          </a:p>
        </p:txBody>
      </p:sp>
      <p:sp>
        <p:nvSpPr>
          <p:cNvPr id="26" name="矩形 25"/>
          <p:cNvSpPr/>
          <p:nvPr/>
        </p:nvSpPr>
        <p:spPr>
          <a:xfrm>
            <a:off x="6621145" y="5278120"/>
            <a:ext cx="4483735" cy="598805"/>
          </a:xfrm>
          <a:prstGeom prst="rect">
            <a:avLst/>
          </a:prstGeom>
        </p:spPr>
        <p:txBody>
          <a:bodyPr wrap="square">
            <a:spAutoFit/>
          </a:bodyPr>
          <a:lstStyle/>
          <a:p>
            <a:pPr lvl="0"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sz="1000" dirty="0">
              <a:solidFill>
                <a:srgbClr val="FCCC9B"/>
              </a:solidFill>
              <a:latin typeface="仓耳玄三M W05" panose="02020400000000000000" charset="-122"/>
              <a:ea typeface="仓耳玄三M W05" panose="02020400000000000000" charset="-122"/>
              <a:sym typeface="+mn-ea"/>
            </a:endParaRPr>
          </a:p>
        </p:txBody>
      </p:sp>
    </p:spTree>
    <p:custDataLst>
      <p:tags r:id="rId5"/>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diamond(in)">
                                      <p:cBhvr>
                                        <p:cTn id="7" dur="500"/>
                                        <p:tgtEl>
                                          <p:spTgt spid="18"/>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Left)">
                                      <p:cBhvr>
                                        <p:cTn id="11" dur="500"/>
                                        <p:tgtEl>
                                          <p:spTgt spid="10"/>
                                        </p:tgtEl>
                                      </p:cBhvr>
                                    </p:animEffect>
                                  </p:childTnLst>
                                </p:cTn>
                              </p:par>
                            </p:childTnLst>
                          </p:cTn>
                        </p:par>
                        <p:par>
                          <p:cTn id="12" fill="hold">
                            <p:stCondLst>
                              <p:cond delay="1000"/>
                            </p:stCondLst>
                            <p:childTnLst>
                              <p:par>
                                <p:cTn id="13" presetID="8" presetClass="entr" presetSubtype="16" fill="hold" nodeType="afterEffect">
                                  <p:stCondLst>
                                    <p:cond delay="0"/>
                                  </p:stCondLst>
                                  <p:childTnLst>
                                    <p:set>
                                      <p:cBhvr>
                                        <p:cTn id="14" dur="500" fill="hold">
                                          <p:stCondLst>
                                            <p:cond delay="0"/>
                                          </p:stCondLst>
                                        </p:cTn>
                                        <p:tgtEl>
                                          <p:spTgt spid="15"/>
                                        </p:tgtEl>
                                        <p:attrNameLst>
                                          <p:attrName>style.visibility</p:attrName>
                                        </p:attrNameLst>
                                      </p:cBhvr>
                                      <p:to>
                                        <p:strVal val="visible"/>
                                      </p:to>
                                    </p:set>
                                    <p:animEffect transition="in" filter="diamond(in)">
                                      <p:cBhvr>
                                        <p:cTn id="15" dur="500"/>
                                        <p:tgtEl>
                                          <p:spTgt spid="1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2000"/>
                            </p:stCondLst>
                            <p:childTnLst>
                              <p:par>
                                <p:cTn id="21" presetID="35" presetClass="entr" presetSubtype="0"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anim calcmode="lin" valueType="num">
                                      <p:cBhvr>
                                        <p:cTn id="24" dur="500" fill="hold"/>
                                        <p:tgtEl>
                                          <p:spTgt spid="3"/>
                                        </p:tgtEl>
                                        <p:attrNameLst>
                                          <p:attrName>style.rotation</p:attrName>
                                        </p:attrNameLst>
                                      </p:cBhvr>
                                      <p:tavLst>
                                        <p:tav tm="0">
                                          <p:val>
                                            <p:fltVal val="720"/>
                                          </p:val>
                                        </p:tav>
                                        <p:tav tm="100000">
                                          <p:val>
                                            <p:fltVal val="0"/>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 calcmode="lin" valueType="num">
                                      <p:cBhvr>
                                        <p:cTn id="26" dur="500" fill="hold"/>
                                        <p:tgtEl>
                                          <p:spTgt spid="3"/>
                                        </p:tgtEl>
                                        <p:attrNameLst>
                                          <p:attrName>ppt_w</p:attrName>
                                        </p:attrNameLst>
                                      </p:cBhvr>
                                      <p:tavLst>
                                        <p:tav tm="0">
                                          <p:val>
                                            <p:fltVal val="0"/>
                                          </p:val>
                                        </p:tav>
                                        <p:tav tm="100000">
                                          <p:val>
                                            <p:strVal val="#ppt_w"/>
                                          </p:val>
                                        </p:tav>
                                      </p:tavLst>
                                    </p:anim>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500"/>
                                        <p:tgtEl>
                                          <p:spTgt spid="9"/>
                                        </p:tgtEl>
                                      </p:cBhvr>
                                    </p:animEffect>
                                  </p:childTnLst>
                                </p:cTn>
                              </p:par>
                            </p:childTnLst>
                          </p:cTn>
                        </p:par>
                        <p:par>
                          <p:cTn id="34" fill="hold">
                            <p:stCondLst>
                              <p:cond delay="3000"/>
                            </p:stCondLst>
                            <p:childTnLst>
                              <p:par>
                                <p:cTn id="35" presetID="35" presetClass="entr" presetSubtype="0" fill="hold" nodeType="after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anim calcmode="lin" valueType="num">
                                      <p:cBhvr>
                                        <p:cTn id="38" dur="500" fill="hold"/>
                                        <p:tgtEl>
                                          <p:spTgt spid="4"/>
                                        </p:tgtEl>
                                        <p:attrNameLst>
                                          <p:attrName>style.rotation</p:attrName>
                                        </p:attrNameLst>
                                      </p:cBhvr>
                                      <p:tavLst>
                                        <p:tav tm="0">
                                          <p:val>
                                            <p:fltVal val="720"/>
                                          </p:val>
                                        </p:tav>
                                        <p:tav tm="100000">
                                          <p:val>
                                            <p:fltVal val="0"/>
                                          </p:val>
                                        </p:tav>
                                      </p:tavLst>
                                    </p:anim>
                                    <p:anim calcmode="lin" valueType="num">
                                      <p:cBhvr>
                                        <p:cTn id="39" dur="500" fill="hold"/>
                                        <p:tgtEl>
                                          <p:spTgt spid="4"/>
                                        </p:tgtEl>
                                        <p:attrNameLst>
                                          <p:attrName>ppt_h</p:attrName>
                                        </p:attrNameLst>
                                      </p:cBhvr>
                                      <p:tavLst>
                                        <p:tav tm="0">
                                          <p:val>
                                            <p:fltVal val="0"/>
                                          </p:val>
                                        </p:tav>
                                        <p:tav tm="100000">
                                          <p:val>
                                            <p:strVal val="#ppt_h"/>
                                          </p:val>
                                        </p:tav>
                                      </p:tavLst>
                                    </p:anim>
                                    <p:anim calcmode="lin" valueType="num">
                                      <p:cBhvr>
                                        <p:cTn id="40" dur="500" fill="hold"/>
                                        <p:tgtEl>
                                          <p:spTgt spid="4"/>
                                        </p:tgtEl>
                                        <p:attrNameLst>
                                          <p:attrName>ppt_w</p:attrName>
                                        </p:attrNameLst>
                                      </p:cBhvr>
                                      <p:tavLst>
                                        <p:tav tm="0">
                                          <p:val>
                                            <p:fltVal val="0"/>
                                          </p:val>
                                        </p:tav>
                                        <p:tav tm="100000">
                                          <p:val>
                                            <p:strVal val="#ppt_w"/>
                                          </p:val>
                                        </p:tav>
                                      </p:tavLst>
                                    </p:anim>
                                  </p:childTnLst>
                                </p:cTn>
                              </p:par>
                            </p:childTnLst>
                          </p:cTn>
                        </p:par>
                        <p:par>
                          <p:cTn id="41" fill="hold">
                            <p:stCondLst>
                              <p:cond delay="3500"/>
                            </p:stCondLst>
                            <p:childTnLst>
                              <p:par>
                                <p:cTn id="42" presetID="22" presetClass="entr" presetSubtype="8" fill="hold" grpId="0"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left)">
                                      <p:cBhvr>
                                        <p:cTn id="44" dur="500"/>
                                        <p:tgtEl>
                                          <p:spTgt spid="19"/>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left)">
                                      <p:cBhvr>
                                        <p:cTn id="47" dur="500"/>
                                        <p:tgtEl>
                                          <p:spTgt spid="20"/>
                                        </p:tgtEl>
                                      </p:cBhvr>
                                    </p:animEffect>
                                  </p:childTnLst>
                                </p:cTn>
                              </p:par>
                            </p:childTnLst>
                          </p:cTn>
                        </p:par>
                        <p:par>
                          <p:cTn id="48" fill="hold">
                            <p:stCondLst>
                              <p:cond delay="4000"/>
                            </p:stCondLst>
                            <p:childTnLst>
                              <p:par>
                                <p:cTn id="49" presetID="35" presetClass="entr" presetSubtype="0" fill="hold" nodeType="after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fade">
                                      <p:cBhvr>
                                        <p:cTn id="51" dur="500"/>
                                        <p:tgtEl>
                                          <p:spTgt spid="2"/>
                                        </p:tgtEl>
                                      </p:cBhvr>
                                    </p:animEffect>
                                    <p:anim calcmode="lin" valueType="num">
                                      <p:cBhvr>
                                        <p:cTn id="52" dur="500" fill="hold"/>
                                        <p:tgtEl>
                                          <p:spTgt spid="2"/>
                                        </p:tgtEl>
                                        <p:attrNameLst>
                                          <p:attrName>style.rotation</p:attrName>
                                        </p:attrNameLst>
                                      </p:cBhvr>
                                      <p:tavLst>
                                        <p:tav tm="0">
                                          <p:val>
                                            <p:fltVal val="720"/>
                                          </p:val>
                                        </p:tav>
                                        <p:tav tm="100000">
                                          <p:val>
                                            <p:fltVal val="0"/>
                                          </p:val>
                                        </p:tav>
                                      </p:tavLst>
                                    </p:anim>
                                    <p:anim calcmode="lin" valueType="num">
                                      <p:cBhvr>
                                        <p:cTn id="53" dur="500" fill="hold"/>
                                        <p:tgtEl>
                                          <p:spTgt spid="2"/>
                                        </p:tgtEl>
                                        <p:attrNameLst>
                                          <p:attrName>ppt_h</p:attrName>
                                        </p:attrNameLst>
                                      </p:cBhvr>
                                      <p:tavLst>
                                        <p:tav tm="0">
                                          <p:val>
                                            <p:fltVal val="0"/>
                                          </p:val>
                                        </p:tav>
                                        <p:tav tm="100000">
                                          <p:val>
                                            <p:strVal val="#ppt_h"/>
                                          </p:val>
                                        </p:tav>
                                      </p:tavLst>
                                    </p:anim>
                                    <p:anim calcmode="lin" valueType="num">
                                      <p:cBhvr>
                                        <p:cTn id="54" dur="500" fill="hold"/>
                                        <p:tgtEl>
                                          <p:spTgt spid="2"/>
                                        </p:tgtEl>
                                        <p:attrNameLst>
                                          <p:attrName>ppt_w</p:attrName>
                                        </p:attrNameLst>
                                      </p:cBhvr>
                                      <p:tavLst>
                                        <p:tav tm="0">
                                          <p:val>
                                            <p:fltVal val="0"/>
                                          </p:val>
                                        </p:tav>
                                        <p:tav tm="100000">
                                          <p:val>
                                            <p:strVal val="#ppt_w"/>
                                          </p:val>
                                        </p:tav>
                                      </p:tavLst>
                                    </p:anim>
                                  </p:childTnLst>
                                </p:cTn>
                              </p:par>
                            </p:childTnLst>
                          </p:cTn>
                        </p:par>
                        <p:par>
                          <p:cTn id="55" fill="hold">
                            <p:stCondLst>
                              <p:cond delay="4500"/>
                            </p:stCondLst>
                            <p:childTnLst>
                              <p:par>
                                <p:cTn id="56" presetID="22" presetClass="entr" presetSubtype="8" fill="hold" grpId="0" nodeType="after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500"/>
                                        <p:tgtEl>
                                          <p:spTgt spid="21"/>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wipe(left)">
                                      <p:cBhvr>
                                        <p:cTn id="61" dur="500"/>
                                        <p:tgtEl>
                                          <p:spTgt spid="22"/>
                                        </p:tgtEl>
                                      </p:cBhvr>
                                    </p:animEffect>
                                  </p:childTnLst>
                                </p:cTn>
                              </p:par>
                            </p:childTnLst>
                          </p:cTn>
                        </p:par>
                        <p:par>
                          <p:cTn id="62" fill="hold">
                            <p:stCondLst>
                              <p:cond delay="5000"/>
                            </p:stCondLst>
                            <p:childTnLst>
                              <p:par>
                                <p:cTn id="63" presetID="35" presetClass="entr" presetSubtype="0" fill="hold" nodeType="after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fade">
                                      <p:cBhvr>
                                        <p:cTn id="65" dur="500"/>
                                        <p:tgtEl>
                                          <p:spTgt spid="7"/>
                                        </p:tgtEl>
                                      </p:cBhvr>
                                    </p:animEffect>
                                    <p:anim calcmode="lin" valueType="num">
                                      <p:cBhvr>
                                        <p:cTn id="66" dur="500" fill="hold"/>
                                        <p:tgtEl>
                                          <p:spTgt spid="7"/>
                                        </p:tgtEl>
                                        <p:attrNameLst>
                                          <p:attrName>style.rotation</p:attrName>
                                        </p:attrNameLst>
                                      </p:cBhvr>
                                      <p:tavLst>
                                        <p:tav tm="0">
                                          <p:val>
                                            <p:fltVal val="720"/>
                                          </p:val>
                                        </p:tav>
                                        <p:tav tm="100000">
                                          <p:val>
                                            <p:fltVal val="0"/>
                                          </p:val>
                                        </p:tav>
                                      </p:tavLst>
                                    </p:anim>
                                    <p:anim calcmode="lin" valueType="num">
                                      <p:cBhvr>
                                        <p:cTn id="67" dur="500" fill="hold"/>
                                        <p:tgtEl>
                                          <p:spTgt spid="7"/>
                                        </p:tgtEl>
                                        <p:attrNameLst>
                                          <p:attrName>ppt_h</p:attrName>
                                        </p:attrNameLst>
                                      </p:cBhvr>
                                      <p:tavLst>
                                        <p:tav tm="0">
                                          <p:val>
                                            <p:fltVal val="0"/>
                                          </p:val>
                                        </p:tav>
                                        <p:tav tm="100000">
                                          <p:val>
                                            <p:strVal val="#ppt_h"/>
                                          </p:val>
                                        </p:tav>
                                      </p:tavLst>
                                    </p:anim>
                                    <p:anim calcmode="lin" valueType="num">
                                      <p:cBhvr>
                                        <p:cTn id="68" dur="500" fill="hold"/>
                                        <p:tgtEl>
                                          <p:spTgt spid="7"/>
                                        </p:tgtEl>
                                        <p:attrNameLst>
                                          <p:attrName>ppt_w</p:attrName>
                                        </p:attrNameLst>
                                      </p:cBhvr>
                                      <p:tavLst>
                                        <p:tav tm="0">
                                          <p:val>
                                            <p:fltVal val="0"/>
                                          </p:val>
                                        </p:tav>
                                        <p:tav tm="100000">
                                          <p:val>
                                            <p:strVal val="#ppt_w"/>
                                          </p:val>
                                        </p:tav>
                                      </p:tavLst>
                                    </p:anim>
                                  </p:childTnLst>
                                </p:cTn>
                              </p:par>
                            </p:childTnLst>
                          </p:cTn>
                        </p:par>
                        <p:par>
                          <p:cTn id="69" fill="hold">
                            <p:stCondLst>
                              <p:cond delay="5500"/>
                            </p:stCondLst>
                            <p:childTnLst>
                              <p:par>
                                <p:cTn id="70" presetID="22" presetClass="entr" presetSubtype="8" fill="hold" grpId="0" nodeType="after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left)">
                                      <p:cBhvr>
                                        <p:cTn id="72" dur="500"/>
                                        <p:tgtEl>
                                          <p:spTgt spid="23"/>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wipe(left)">
                                      <p:cBhvr>
                                        <p:cTn id="75" dur="500"/>
                                        <p:tgtEl>
                                          <p:spTgt spid="24"/>
                                        </p:tgtEl>
                                      </p:cBhvr>
                                    </p:animEffect>
                                  </p:childTnLst>
                                </p:cTn>
                              </p:par>
                            </p:childTnLst>
                          </p:cTn>
                        </p:par>
                        <p:par>
                          <p:cTn id="76" fill="hold">
                            <p:stCondLst>
                              <p:cond delay="6000"/>
                            </p:stCondLst>
                            <p:childTnLst>
                              <p:par>
                                <p:cTn id="77" presetID="29" presetClass="entr" presetSubtype="0" fill="hold" grpId="1" nodeType="afterEffect">
                                  <p:stCondLst>
                                    <p:cond delay="0"/>
                                  </p:stCondLst>
                                  <p:childTnLst>
                                    <p:set>
                                      <p:cBhvr>
                                        <p:cTn id="78" dur="1" fill="hold">
                                          <p:stCondLst>
                                            <p:cond delay="0"/>
                                          </p:stCondLst>
                                        </p:cTn>
                                        <p:tgtEl>
                                          <p:spTgt spid="5"/>
                                        </p:tgtEl>
                                        <p:attrNameLst>
                                          <p:attrName>style.visibility</p:attrName>
                                        </p:attrNameLst>
                                      </p:cBhvr>
                                      <p:to>
                                        <p:strVal val="visible"/>
                                      </p:to>
                                    </p:set>
                                    <p:anim calcmode="lin" valueType="num">
                                      <p:cBhvr>
                                        <p:cTn id="79" dur="500" fill="hold"/>
                                        <p:tgtEl>
                                          <p:spTgt spid="5"/>
                                        </p:tgtEl>
                                        <p:attrNameLst>
                                          <p:attrName>ppt_x</p:attrName>
                                        </p:attrNameLst>
                                      </p:cBhvr>
                                      <p:tavLst>
                                        <p:tav tm="0">
                                          <p:val>
                                            <p:strVal val="#ppt_x-.2"/>
                                          </p:val>
                                        </p:tav>
                                        <p:tav tm="100000">
                                          <p:val>
                                            <p:strVal val="#ppt_x"/>
                                          </p:val>
                                        </p:tav>
                                      </p:tavLst>
                                    </p:anim>
                                    <p:anim calcmode="lin" valueType="num">
                                      <p:cBhvr>
                                        <p:cTn id="80" dur="500" fill="hold"/>
                                        <p:tgtEl>
                                          <p:spTgt spid="5"/>
                                        </p:tgtEl>
                                        <p:attrNameLst>
                                          <p:attrName>ppt_y</p:attrName>
                                        </p:attrNameLst>
                                      </p:cBhvr>
                                      <p:tavLst>
                                        <p:tav tm="0">
                                          <p:val>
                                            <p:strVal val="#ppt_y"/>
                                          </p:val>
                                        </p:tav>
                                        <p:tav tm="100000">
                                          <p:val>
                                            <p:strVal val="#ppt_y"/>
                                          </p:val>
                                        </p:tav>
                                      </p:tavLst>
                                    </p:anim>
                                    <p:animEffect transition="in" filter="wipe(right)" prLst="gradientSize: 0.1">
                                      <p:cBhvr>
                                        <p:cTn id="81" dur="500"/>
                                        <p:tgtEl>
                                          <p:spTgt spid="5"/>
                                        </p:tgtEl>
                                      </p:cBhvr>
                                    </p:animEffect>
                                  </p:childTnLst>
                                </p:cTn>
                              </p:par>
                            </p:childTnLst>
                          </p:cTn>
                        </p:par>
                        <p:par>
                          <p:cTn id="82" fill="hold">
                            <p:stCondLst>
                              <p:cond delay="6500"/>
                            </p:stCondLst>
                            <p:childTnLst>
                              <p:par>
                                <p:cTn id="83" presetID="12" presetClass="entr" presetSubtype="4" fill="hold" grpId="0" nodeType="afterEffect">
                                  <p:stCondLst>
                                    <p:cond delay="0"/>
                                  </p:stCondLst>
                                  <p:childTnLst>
                                    <p:set>
                                      <p:cBhvr>
                                        <p:cTn id="84" dur="1" fill="hold">
                                          <p:stCondLst>
                                            <p:cond delay="0"/>
                                          </p:stCondLst>
                                        </p:cTn>
                                        <p:tgtEl>
                                          <p:spTgt spid="25"/>
                                        </p:tgtEl>
                                        <p:attrNameLst>
                                          <p:attrName>style.visibility</p:attrName>
                                        </p:attrNameLst>
                                      </p:cBhvr>
                                      <p:to>
                                        <p:strVal val="visible"/>
                                      </p:to>
                                    </p:set>
                                    <p:anim calcmode="lin" valueType="num">
                                      <p:cBhvr additive="base">
                                        <p:cTn id="85" dur="500"/>
                                        <p:tgtEl>
                                          <p:spTgt spid="25"/>
                                        </p:tgtEl>
                                        <p:attrNameLst>
                                          <p:attrName>ppt_y</p:attrName>
                                        </p:attrNameLst>
                                      </p:cBhvr>
                                      <p:tavLst>
                                        <p:tav tm="0">
                                          <p:val>
                                            <p:strVal val="#ppt_y+#ppt_h*1.125000"/>
                                          </p:val>
                                        </p:tav>
                                        <p:tav tm="100000">
                                          <p:val>
                                            <p:strVal val="#ppt_y"/>
                                          </p:val>
                                        </p:tav>
                                      </p:tavLst>
                                    </p:anim>
                                    <p:animEffect transition="in" filter="wipe(up)">
                                      <p:cBhvr>
                                        <p:cTn id="86" dur="500"/>
                                        <p:tgtEl>
                                          <p:spTgt spid="25"/>
                                        </p:tgtEl>
                                      </p:cBhvr>
                                    </p:animEffect>
                                  </p:childTnLst>
                                </p:cTn>
                              </p:par>
                              <p:par>
                                <p:cTn id="87" presetID="12" presetClass="entr" presetSubtype="4"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anim calcmode="lin" valueType="num">
                                      <p:cBhvr additive="base">
                                        <p:cTn id="89" dur="500"/>
                                        <p:tgtEl>
                                          <p:spTgt spid="26"/>
                                        </p:tgtEl>
                                        <p:attrNameLst>
                                          <p:attrName>ppt_y</p:attrName>
                                        </p:attrNameLst>
                                      </p:cBhvr>
                                      <p:tavLst>
                                        <p:tav tm="0">
                                          <p:val>
                                            <p:strVal val="#ppt_y+#ppt_h*1.125000"/>
                                          </p:val>
                                        </p:tav>
                                        <p:tav tm="100000">
                                          <p:val>
                                            <p:strVal val="#ppt_y"/>
                                          </p:val>
                                        </p:tav>
                                      </p:tavLst>
                                    </p:anim>
                                    <p:animEffect transition="in" filter="wipe(up)">
                                      <p:cBhvr>
                                        <p:cTn id="9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5" grpId="0" animBg="1"/>
      <p:bldP spid="5" grpId="1" bldLvl="0" animBg="1"/>
      <p:bldP spid="8" grpId="0"/>
      <p:bldP spid="9" grpId="0"/>
      <p:bldP spid="19" grpId="0"/>
      <p:bldP spid="20" grpId="0"/>
      <p:bldP spid="21" grpId="0"/>
      <p:bldP spid="22" grpId="0"/>
      <p:bldP spid="23" grpId="0"/>
      <p:bldP spid="24" grpId="0"/>
      <p:bldP spid="25" grpId="0"/>
      <p:bldP spid="2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628650" y="603885"/>
            <a:ext cx="550545" cy="563245"/>
            <a:chOff x="10213" y="2013"/>
            <a:chExt cx="867" cy="887"/>
          </a:xfrm>
        </p:grpSpPr>
        <p:pic>
          <p:nvPicPr>
            <p:cNvPr id="13" name="图片 12" descr="印章"/>
            <p:cNvPicPr>
              <a:picLocks noChangeAspect="1"/>
            </p:cNvPicPr>
            <p:nvPr/>
          </p:nvPicPr>
          <p:blipFill>
            <a:blip r:embed="rId1"/>
            <a:stretch>
              <a:fillRect/>
            </a:stretch>
          </p:blipFill>
          <p:spPr>
            <a:xfrm>
              <a:off x="10213" y="2013"/>
              <a:ext cx="867" cy="887"/>
            </a:xfrm>
            <a:prstGeom prst="rect">
              <a:avLst/>
            </a:prstGeom>
          </p:spPr>
        </p:pic>
        <p:sp>
          <p:nvSpPr>
            <p:cNvPr id="14" name="文本框 13"/>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03</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11" name="矩形 10"/>
          <p:cNvSpPr/>
          <p:nvPr/>
        </p:nvSpPr>
        <p:spPr>
          <a:xfrm>
            <a:off x="1377315" y="643890"/>
            <a:ext cx="2396490" cy="497205"/>
          </a:xfrm>
          <a:prstGeom prst="rect">
            <a:avLst/>
          </a:prstGeom>
          <a:noFill/>
        </p:spPr>
        <p:txBody>
          <a:bodyPr wrap="square" rtlCol="0">
            <a:spAutoFit/>
          </a:bodyPr>
          <a:lstStyle/>
          <a:p>
            <a:pPr algn="dist">
              <a:lnSpc>
                <a:spcPct val="120000"/>
              </a:lnSpc>
            </a:pPr>
            <a:r>
              <a:rPr lang="zh-CN" altLang="en-US" sz="2200" b="1" dirty="0">
                <a:solidFill>
                  <a:srgbClr val="FCCC9B"/>
                </a:solidFill>
                <a:latin typeface="仓耳玄三M W05" panose="02020400000000000000" charset="-122"/>
                <a:ea typeface="仓耳玄三M W05" panose="02020400000000000000" charset="-122"/>
                <a:sym typeface="+mn-ea"/>
              </a:rPr>
              <a:t>经验与总结</a:t>
            </a:r>
            <a:endParaRPr lang="zh-CN" altLang="en-US" sz="2200" b="1" dirty="0">
              <a:solidFill>
                <a:srgbClr val="FCCC9B"/>
              </a:solidFill>
              <a:latin typeface="仓耳玄三M W05" panose="02020400000000000000" charset="-122"/>
              <a:ea typeface="仓耳玄三M W05" panose="02020400000000000000" charset="-122"/>
              <a:sym typeface="+mn-ea"/>
            </a:endParaRPr>
          </a:p>
        </p:txBody>
      </p:sp>
      <p:grpSp>
        <p:nvGrpSpPr>
          <p:cNvPr id="18" name="组合 17"/>
          <p:cNvGrpSpPr/>
          <p:nvPr/>
        </p:nvGrpSpPr>
        <p:grpSpPr>
          <a:xfrm>
            <a:off x="-187960" y="-41910"/>
            <a:ext cx="12568555" cy="6938010"/>
            <a:chOff x="-296" y="-66"/>
            <a:chExt cx="19793" cy="10926"/>
          </a:xfrm>
        </p:grpSpPr>
        <p:pic>
          <p:nvPicPr>
            <p:cNvPr id="6" name="图片 5" descr="云波纹"/>
            <p:cNvPicPr>
              <a:picLocks noChangeAspect="1"/>
            </p:cNvPicPr>
            <p:nvPr/>
          </p:nvPicPr>
          <p:blipFill>
            <a:blip r:embed="rId2"/>
            <a:srcRect l="34620" b="87816"/>
            <a:stretch>
              <a:fillRect/>
            </a:stretch>
          </p:blipFill>
          <p:spPr>
            <a:xfrm>
              <a:off x="-295" y="10292"/>
              <a:ext cx="19792" cy="568"/>
            </a:xfrm>
            <a:prstGeom prst="rect">
              <a:avLst/>
            </a:prstGeom>
          </p:spPr>
        </p:pic>
        <p:pic>
          <p:nvPicPr>
            <p:cNvPr id="12" name="图片 11" descr="云波纹"/>
            <p:cNvPicPr>
              <a:picLocks noChangeAspect="1"/>
            </p:cNvPicPr>
            <p:nvPr/>
          </p:nvPicPr>
          <p:blipFill>
            <a:blip r:embed="rId2"/>
            <a:srcRect l="34620" b="87816"/>
            <a:stretch>
              <a:fillRect/>
            </a:stretch>
          </p:blipFill>
          <p:spPr>
            <a:xfrm>
              <a:off x="-296" y="-66"/>
              <a:ext cx="19792" cy="568"/>
            </a:xfrm>
            <a:prstGeom prst="rect">
              <a:avLst/>
            </a:prstGeom>
          </p:spPr>
        </p:pic>
        <p:pic>
          <p:nvPicPr>
            <p:cNvPr id="16" name="图片 15" descr="云波纹"/>
            <p:cNvPicPr>
              <a:picLocks noChangeAspect="1"/>
            </p:cNvPicPr>
            <p:nvPr/>
          </p:nvPicPr>
          <p:blipFill>
            <a:blip r:embed="rId2"/>
            <a:srcRect l="64657" b="87215"/>
            <a:stretch>
              <a:fillRect/>
            </a:stretch>
          </p:blipFill>
          <p:spPr>
            <a:xfrm rot="16200000">
              <a:off x="-5128" y="5143"/>
              <a:ext cx="10699" cy="596"/>
            </a:xfrm>
            <a:prstGeom prst="rect">
              <a:avLst/>
            </a:prstGeom>
          </p:spPr>
        </p:pic>
        <p:pic>
          <p:nvPicPr>
            <p:cNvPr id="17" name="图片 16" descr="云波纹"/>
            <p:cNvPicPr>
              <a:picLocks noChangeAspect="1"/>
            </p:cNvPicPr>
            <p:nvPr/>
          </p:nvPicPr>
          <p:blipFill>
            <a:blip r:embed="rId2"/>
            <a:srcRect l="64657" b="87215"/>
            <a:stretch>
              <a:fillRect/>
            </a:stretch>
          </p:blipFill>
          <p:spPr>
            <a:xfrm rot="16200000">
              <a:off x="13595" y="5102"/>
              <a:ext cx="10699" cy="596"/>
            </a:xfrm>
            <a:prstGeom prst="rect">
              <a:avLst/>
            </a:prstGeom>
          </p:spPr>
        </p:pic>
      </p:grpSp>
      <p:pic>
        <p:nvPicPr>
          <p:cNvPr id="10" name="图片 9" descr="梅花3"/>
          <p:cNvPicPr>
            <a:picLocks noChangeAspect="1"/>
          </p:cNvPicPr>
          <p:nvPr/>
        </p:nvPicPr>
        <p:blipFill>
          <a:blip r:embed="rId3"/>
          <a:stretch>
            <a:fillRect/>
          </a:stretch>
        </p:blipFill>
        <p:spPr>
          <a:xfrm flipH="1">
            <a:off x="9716135" y="-12700"/>
            <a:ext cx="2488565" cy="1809750"/>
          </a:xfrm>
          <a:prstGeom prst="rect">
            <a:avLst/>
          </a:prstGeom>
        </p:spPr>
      </p:pic>
      <p:sp>
        <p:nvSpPr>
          <p:cNvPr id="280" name="Shape 280"/>
          <p:cNvSpPr/>
          <p:nvPr/>
        </p:nvSpPr>
        <p:spPr>
          <a:xfrm>
            <a:off x="1417320" y="2101850"/>
            <a:ext cx="364490" cy="364490"/>
          </a:xfrm>
          <a:custGeom>
            <a:avLst/>
            <a:gdLst/>
            <a:ahLst/>
            <a:cxnLst/>
            <a:rect l="0" t="0" r="0" b="0"/>
            <a:pathLst>
              <a:path w="120000" h="120000" extrusionOk="0">
                <a:moveTo>
                  <a:pt x="60000" y="114544"/>
                </a:moveTo>
                <a:cubicBezTo>
                  <a:pt x="29872" y="114544"/>
                  <a:pt x="5455" y="90127"/>
                  <a:pt x="5455" y="60000"/>
                </a:cubicBezTo>
                <a:cubicBezTo>
                  <a:pt x="5455" y="29877"/>
                  <a:pt x="29872" y="5455"/>
                  <a:pt x="60000" y="5455"/>
                </a:cubicBezTo>
                <a:cubicBezTo>
                  <a:pt x="90127" y="5455"/>
                  <a:pt x="114544" y="29877"/>
                  <a:pt x="114544" y="60000"/>
                </a:cubicBezTo>
                <a:cubicBezTo>
                  <a:pt x="114544" y="90127"/>
                  <a:pt x="90127" y="114544"/>
                  <a:pt x="60000" y="114544"/>
                </a:cubicBezTo>
                <a:moveTo>
                  <a:pt x="60000" y="0"/>
                </a:moveTo>
                <a:cubicBezTo>
                  <a:pt x="26866" y="0"/>
                  <a:pt x="0" y="26861"/>
                  <a:pt x="0" y="60000"/>
                </a:cubicBezTo>
                <a:cubicBezTo>
                  <a:pt x="0" y="93138"/>
                  <a:pt x="26866" y="120000"/>
                  <a:pt x="60000" y="120000"/>
                </a:cubicBezTo>
                <a:cubicBezTo>
                  <a:pt x="93133" y="120000"/>
                  <a:pt x="120000" y="93138"/>
                  <a:pt x="120000" y="60000"/>
                </a:cubicBezTo>
                <a:cubicBezTo>
                  <a:pt x="120000" y="26861"/>
                  <a:pt x="93133" y="0"/>
                  <a:pt x="60000" y="0"/>
                </a:cubicBezTo>
                <a:moveTo>
                  <a:pt x="53744" y="28072"/>
                </a:moveTo>
                <a:cubicBezTo>
                  <a:pt x="53250" y="27577"/>
                  <a:pt x="52572" y="27272"/>
                  <a:pt x="51816" y="27272"/>
                </a:cubicBezTo>
                <a:cubicBezTo>
                  <a:pt x="50311" y="27272"/>
                  <a:pt x="49088" y="28494"/>
                  <a:pt x="49088" y="30000"/>
                </a:cubicBezTo>
                <a:cubicBezTo>
                  <a:pt x="49088" y="30755"/>
                  <a:pt x="49394" y="31433"/>
                  <a:pt x="49888" y="31927"/>
                </a:cubicBezTo>
                <a:lnTo>
                  <a:pt x="75411" y="60000"/>
                </a:lnTo>
                <a:lnTo>
                  <a:pt x="49888" y="88072"/>
                </a:lnTo>
                <a:cubicBezTo>
                  <a:pt x="49394" y="88566"/>
                  <a:pt x="49088" y="89250"/>
                  <a:pt x="49088" y="90000"/>
                </a:cubicBezTo>
                <a:cubicBezTo>
                  <a:pt x="49088" y="91505"/>
                  <a:pt x="50311" y="92727"/>
                  <a:pt x="51816" y="92727"/>
                </a:cubicBezTo>
                <a:cubicBezTo>
                  <a:pt x="52572" y="92727"/>
                  <a:pt x="53250" y="92422"/>
                  <a:pt x="53744" y="91927"/>
                </a:cubicBezTo>
                <a:lnTo>
                  <a:pt x="81016" y="61927"/>
                </a:lnTo>
                <a:cubicBezTo>
                  <a:pt x="81511" y="61433"/>
                  <a:pt x="81816" y="60755"/>
                  <a:pt x="81816" y="60000"/>
                </a:cubicBezTo>
                <a:cubicBezTo>
                  <a:pt x="81816" y="59250"/>
                  <a:pt x="81511" y="58566"/>
                  <a:pt x="81016" y="58072"/>
                </a:cubicBezTo>
                <a:cubicBezTo>
                  <a:pt x="81016" y="58072"/>
                  <a:pt x="53744" y="28072"/>
                  <a:pt x="53744" y="28072"/>
                </a:cubicBezTo>
                <a:close/>
              </a:path>
            </a:pathLst>
          </a:custGeom>
          <a:solidFill>
            <a:srgbClr val="FCCC9B"/>
          </a:solidFill>
          <a:ln>
            <a:noFill/>
          </a:ln>
        </p:spPr>
        <p:txBody>
          <a:bodyPr lIns="38075" tIns="38075" rIns="38075" bIns="38075" anchor="ctr" anchorCtr="0">
            <a:noAutofit/>
          </a:bodyPr>
          <a:lstStyle/>
          <a:p>
            <a:pPr marL="0" marR="0" lvl="0" indent="0" algn="l" rtl="0">
              <a:spcBef>
                <a:spcPts val="0"/>
              </a:spcBef>
              <a:buNone/>
            </a:pPr>
            <a:endParaRPr sz="3000">
              <a:solidFill>
                <a:srgbClr val="FCCC9B"/>
              </a:solidFill>
              <a:latin typeface="仓耳玄三M W05" panose="02020400000000000000" charset="-122"/>
              <a:ea typeface="仓耳玄三M W05" panose="02020400000000000000" charset="-122"/>
              <a:cs typeface="Lato" panose="020F0502020204030203"/>
              <a:sym typeface="Lato" panose="020F0502020204030203"/>
            </a:endParaRPr>
          </a:p>
        </p:txBody>
      </p:sp>
      <p:sp>
        <p:nvSpPr>
          <p:cNvPr id="284" name="Shape 284"/>
          <p:cNvSpPr/>
          <p:nvPr/>
        </p:nvSpPr>
        <p:spPr>
          <a:xfrm>
            <a:off x="1417320" y="3522980"/>
            <a:ext cx="364490" cy="367030"/>
          </a:xfrm>
          <a:custGeom>
            <a:avLst/>
            <a:gdLst/>
            <a:ahLst/>
            <a:cxnLst/>
            <a:rect l="0" t="0" r="0" b="0"/>
            <a:pathLst>
              <a:path w="120000" h="120000" extrusionOk="0">
                <a:moveTo>
                  <a:pt x="60000" y="114544"/>
                </a:moveTo>
                <a:cubicBezTo>
                  <a:pt x="29872" y="114544"/>
                  <a:pt x="5455" y="90127"/>
                  <a:pt x="5455" y="60000"/>
                </a:cubicBezTo>
                <a:cubicBezTo>
                  <a:pt x="5455" y="29877"/>
                  <a:pt x="29872" y="5455"/>
                  <a:pt x="60000" y="5455"/>
                </a:cubicBezTo>
                <a:cubicBezTo>
                  <a:pt x="90127" y="5455"/>
                  <a:pt x="114544" y="29877"/>
                  <a:pt x="114544" y="60000"/>
                </a:cubicBezTo>
                <a:cubicBezTo>
                  <a:pt x="114544" y="90127"/>
                  <a:pt x="90127" y="114544"/>
                  <a:pt x="60000" y="114544"/>
                </a:cubicBezTo>
                <a:moveTo>
                  <a:pt x="60000" y="0"/>
                </a:moveTo>
                <a:cubicBezTo>
                  <a:pt x="26866" y="0"/>
                  <a:pt x="0" y="26861"/>
                  <a:pt x="0" y="60000"/>
                </a:cubicBezTo>
                <a:cubicBezTo>
                  <a:pt x="0" y="93138"/>
                  <a:pt x="26866" y="120000"/>
                  <a:pt x="60000" y="120000"/>
                </a:cubicBezTo>
                <a:cubicBezTo>
                  <a:pt x="93133" y="120000"/>
                  <a:pt x="120000" y="93138"/>
                  <a:pt x="120000" y="60000"/>
                </a:cubicBezTo>
                <a:cubicBezTo>
                  <a:pt x="120000" y="26861"/>
                  <a:pt x="93133" y="0"/>
                  <a:pt x="60000" y="0"/>
                </a:cubicBezTo>
                <a:moveTo>
                  <a:pt x="53744" y="28072"/>
                </a:moveTo>
                <a:cubicBezTo>
                  <a:pt x="53250" y="27577"/>
                  <a:pt x="52572" y="27272"/>
                  <a:pt x="51816" y="27272"/>
                </a:cubicBezTo>
                <a:cubicBezTo>
                  <a:pt x="50311" y="27272"/>
                  <a:pt x="49088" y="28494"/>
                  <a:pt x="49088" y="30000"/>
                </a:cubicBezTo>
                <a:cubicBezTo>
                  <a:pt x="49088" y="30755"/>
                  <a:pt x="49394" y="31433"/>
                  <a:pt x="49888" y="31927"/>
                </a:cubicBezTo>
                <a:lnTo>
                  <a:pt x="75411" y="60000"/>
                </a:lnTo>
                <a:lnTo>
                  <a:pt x="49888" y="88072"/>
                </a:lnTo>
                <a:cubicBezTo>
                  <a:pt x="49394" y="88566"/>
                  <a:pt x="49088" y="89250"/>
                  <a:pt x="49088" y="90000"/>
                </a:cubicBezTo>
                <a:cubicBezTo>
                  <a:pt x="49088" y="91505"/>
                  <a:pt x="50311" y="92727"/>
                  <a:pt x="51816" y="92727"/>
                </a:cubicBezTo>
                <a:cubicBezTo>
                  <a:pt x="52572" y="92727"/>
                  <a:pt x="53250" y="92422"/>
                  <a:pt x="53744" y="91927"/>
                </a:cubicBezTo>
                <a:lnTo>
                  <a:pt x="81016" y="61927"/>
                </a:lnTo>
                <a:cubicBezTo>
                  <a:pt x="81511" y="61433"/>
                  <a:pt x="81816" y="60755"/>
                  <a:pt x="81816" y="60000"/>
                </a:cubicBezTo>
                <a:cubicBezTo>
                  <a:pt x="81816" y="59250"/>
                  <a:pt x="81511" y="58566"/>
                  <a:pt x="81016" y="58072"/>
                </a:cubicBezTo>
                <a:cubicBezTo>
                  <a:pt x="81016" y="58072"/>
                  <a:pt x="53744" y="28072"/>
                  <a:pt x="53744" y="28072"/>
                </a:cubicBezTo>
                <a:close/>
              </a:path>
            </a:pathLst>
          </a:custGeom>
          <a:solidFill>
            <a:srgbClr val="FCCC9B"/>
          </a:solidFill>
          <a:ln>
            <a:noFill/>
          </a:ln>
        </p:spPr>
        <p:txBody>
          <a:bodyPr lIns="38075" tIns="38075" rIns="38075" bIns="38075" anchor="ctr" anchorCtr="0">
            <a:noAutofit/>
          </a:bodyPr>
          <a:lstStyle/>
          <a:p>
            <a:pPr marL="0" marR="0" lvl="0" indent="0" algn="l" rtl="0">
              <a:spcBef>
                <a:spcPts val="0"/>
              </a:spcBef>
              <a:buNone/>
            </a:pPr>
            <a:endParaRPr sz="3000">
              <a:solidFill>
                <a:srgbClr val="FCCC9B"/>
              </a:solidFill>
              <a:latin typeface="仓耳玄三M W05" panose="02020400000000000000" charset="-122"/>
              <a:ea typeface="仓耳玄三M W05" panose="02020400000000000000" charset="-122"/>
              <a:cs typeface="Lato" panose="020F0502020204030203"/>
              <a:sym typeface="Lato" panose="020F0502020204030203"/>
            </a:endParaRPr>
          </a:p>
        </p:txBody>
      </p:sp>
      <p:sp>
        <p:nvSpPr>
          <p:cNvPr id="288" name="Shape 288"/>
          <p:cNvSpPr/>
          <p:nvPr/>
        </p:nvSpPr>
        <p:spPr>
          <a:xfrm>
            <a:off x="1417320" y="4942205"/>
            <a:ext cx="364490" cy="367030"/>
          </a:xfrm>
          <a:custGeom>
            <a:avLst/>
            <a:gdLst/>
            <a:ahLst/>
            <a:cxnLst/>
            <a:rect l="0" t="0" r="0" b="0"/>
            <a:pathLst>
              <a:path w="120000" h="120000" extrusionOk="0">
                <a:moveTo>
                  <a:pt x="60000" y="114544"/>
                </a:moveTo>
                <a:cubicBezTo>
                  <a:pt x="29872" y="114544"/>
                  <a:pt x="5455" y="90127"/>
                  <a:pt x="5455" y="60000"/>
                </a:cubicBezTo>
                <a:cubicBezTo>
                  <a:pt x="5455" y="29877"/>
                  <a:pt x="29872" y="5455"/>
                  <a:pt x="60000" y="5455"/>
                </a:cubicBezTo>
                <a:cubicBezTo>
                  <a:pt x="90127" y="5455"/>
                  <a:pt x="114544" y="29877"/>
                  <a:pt x="114544" y="60000"/>
                </a:cubicBezTo>
                <a:cubicBezTo>
                  <a:pt x="114544" y="90127"/>
                  <a:pt x="90127" y="114544"/>
                  <a:pt x="60000" y="114544"/>
                </a:cubicBezTo>
                <a:moveTo>
                  <a:pt x="60000" y="0"/>
                </a:moveTo>
                <a:cubicBezTo>
                  <a:pt x="26866" y="0"/>
                  <a:pt x="0" y="26861"/>
                  <a:pt x="0" y="60000"/>
                </a:cubicBezTo>
                <a:cubicBezTo>
                  <a:pt x="0" y="93138"/>
                  <a:pt x="26866" y="120000"/>
                  <a:pt x="60000" y="120000"/>
                </a:cubicBezTo>
                <a:cubicBezTo>
                  <a:pt x="93133" y="120000"/>
                  <a:pt x="120000" y="93138"/>
                  <a:pt x="120000" y="60000"/>
                </a:cubicBezTo>
                <a:cubicBezTo>
                  <a:pt x="120000" y="26861"/>
                  <a:pt x="93133" y="0"/>
                  <a:pt x="60000" y="0"/>
                </a:cubicBezTo>
                <a:moveTo>
                  <a:pt x="53744" y="28072"/>
                </a:moveTo>
                <a:cubicBezTo>
                  <a:pt x="53250" y="27577"/>
                  <a:pt x="52572" y="27272"/>
                  <a:pt x="51816" y="27272"/>
                </a:cubicBezTo>
                <a:cubicBezTo>
                  <a:pt x="50311" y="27272"/>
                  <a:pt x="49088" y="28494"/>
                  <a:pt x="49088" y="30000"/>
                </a:cubicBezTo>
                <a:cubicBezTo>
                  <a:pt x="49088" y="30755"/>
                  <a:pt x="49394" y="31433"/>
                  <a:pt x="49888" y="31927"/>
                </a:cubicBezTo>
                <a:lnTo>
                  <a:pt x="75411" y="60000"/>
                </a:lnTo>
                <a:lnTo>
                  <a:pt x="49888" y="88072"/>
                </a:lnTo>
                <a:cubicBezTo>
                  <a:pt x="49394" y="88566"/>
                  <a:pt x="49088" y="89250"/>
                  <a:pt x="49088" y="90000"/>
                </a:cubicBezTo>
                <a:cubicBezTo>
                  <a:pt x="49088" y="91505"/>
                  <a:pt x="50311" y="92727"/>
                  <a:pt x="51816" y="92727"/>
                </a:cubicBezTo>
                <a:cubicBezTo>
                  <a:pt x="52572" y="92727"/>
                  <a:pt x="53250" y="92422"/>
                  <a:pt x="53744" y="91927"/>
                </a:cubicBezTo>
                <a:lnTo>
                  <a:pt x="81016" y="61927"/>
                </a:lnTo>
                <a:cubicBezTo>
                  <a:pt x="81511" y="61433"/>
                  <a:pt x="81816" y="60755"/>
                  <a:pt x="81816" y="60000"/>
                </a:cubicBezTo>
                <a:cubicBezTo>
                  <a:pt x="81816" y="59250"/>
                  <a:pt x="81511" y="58566"/>
                  <a:pt x="81016" y="58072"/>
                </a:cubicBezTo>
                <a:cubicBezTo>
                  <a:pt x="81016" y="58072"/>
                  <a:pt x="53744" y="28072"/>
                  <a:pt x="53744" y="28072"/>
                </a:cubicBezTo>
                <a:close/>
              </a:path>
            </a:pathLst>
          </a:custGeom>
          <a:solidFill>
            <a:srgbClr val="FCCC9B"/>
          </a:solidFill>
          <a:ln>
            <a:noFill/>
          </a:ln>
        </p:spPr>
        <p:txBody>
          <a:bodyPr lIns="38075" tIns="38075" rIns="38075" bIns="38075" anchor="ctr" anchorCtr="0">
            <a:noAutofit/>
          </a:bodyPr>
          <a:lstStyle/>
          <a:p>
            <a:pPr marL="0" marR="0" lvl="0" indent="0" algn="l" rtl="0">
              <a:spcBef>
                <a:spcPts val="0"/>
              </a:spcBef>
              <a:buNone/>
            </a:pPr>
            <a:endParaRPr sz="3000">
              <a:solidFill>
                <a:srgbClr val="FCCC9B"/>
              </a:solidFill>
              <a:latin typeface="仓耳玄三M W05" panose="02020400000000000000" charset="-122"/>
              <a:ea typeface="仓耳玄三M W05" panose="02020400000000000000" charset="-122"/>
              <a:cs typeface="Lato" panose="020F0502020204030203"/>
              <a:sym typeface="Lato" panose="020F0502020204030203"/>
            </a:endParaRPr>
          </a:p>
        </p:txBody>
      </p:sp>
      <p:sp>
        <p:nvSpPr>
          <p:cNvPr id="108" name="矩形 107"/>
          <p:cNvSpPr/>
          <p:nvPr/>
        </p:nvSpPr>
        <p:spPr>
          <a:xfrm>
            <a:off x="1942751" y="2040863"/>
            <a:ext cx="1610360" cy="306705"/>
          </a:xfrm>
          <a:prstGeom prst="rect">
            <a:avLst/>
          </a:prstGeom>
        </p:spPr>
        <p:txBody>
          <a:bodyPr wrap="none">
            <a:spAutoFit/>
          </a:bodyPr>
          <a:lstStyle/>
          <a:p>
            <a:pPr algn="l"/>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109" name="矩形 108"/>
          <p:cNvSpPr/>
          <p:nvPr/>
        </p:nvSpPr>
        <p:spPr>
          <a:xfrm>
            <a:off x="1942465" y="2378075"/>
            <a:ext cx="9119235" cy="598805"/>
          </a:xfrm>
          <a:prstGeom prst="rect">
            <a:avLst/>
          </a:prstGeom>
        </p:spPr>
        <p:txBody>
          <a:bodyPr wrap="square">
            <a:spAutoFit/>
          </a:bodyPr>
          <a:lstStyle/>
          <a:p>
            <a:pPr lvl="0"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woman.I love you more than I've ever loved any woman. And I've waited longer for you than I've waited for any woman.</a:t>
            </a:r>
            <a:endParaRPr sz="1200" dirty="0">
              <a:solidFill>
                <a:srgbClr val="FCCC9B"/>
              </a:solidFill>
              <a:latin typeface="仓耳玄三M W05" panose="02020400000000000000" charset="-122"/>
              <a:ea typeface="仓耳玄三M W05" panose="02020400000000000000" charset="-122"/>
              <a:sym typeface="+mn-ea"/>
            </a:endParaRPr>
          </a:p>
        </p:txBody>
      </p:sp>
      <p:sp>
        <p:nvSpPr>
          <p:cNvPr id="110" name="矩形 109"/>
          <p:cNvSpPr/>
          <p:nvPr/>
        </p:nvSpPr>
        <p:spPr>
          <a:xfrm>
            <a:off x="1942751" y="3461993"/>
            <a:ext cx="1610360" cy="306705"/>
          </a:xfrm>
          <a:prstGeom prst="rect">
            <a:avLst/>
          </a:prstGeom>
        </p:spPr>
        <p:txBody>
          <a:bodyPr wrap="none">
            <a:spAutoFit/>
          </a:bodyPr>
          <a:lstStyle/>
          <a:p>
            <a:pPr algn="l"/>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111" name="矩形 110"/>
          <p:cNvSpPr/>
          <p:nvPr/>
        </p:nvSpPr>
        <p:spPr>
          <a:xfrm>
            <a:off x="1942465" y="3799205"/>
            <a:ext cx="9119235" cy="598805"/>
          </a:xfrm>
          <a:prstGeom prst="rect">
            <a:avLst/>
          </a:prstGeom>
        </p:spPr>
        <p:txBody>
          <a:bodyPr wrap="square">
            <a:spAutoFit/>
          </a:bodyPr>
          <a:lstStyle/>
          <a:p>
            <a:pPr lvl="0"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woman.I love you more than I've ever loved any woman. And I've waited longer for you than I've waited for any woman.</a:t>
            </a:r>
            <a:endParaRPr sz="1200" dirty="0">
              <a:solidFill>
                <a:srgbClr val="FCCC9B"/>
              </a:solidFill>
              <a:latin typeface="仓耳玄三M W05" panose="02020400000000000000" charset="-122"/>
              <a:ea typeface="仓耳玄三M W05" panose="02020400000000000000" charset="-122"/>
              <a:sym typeface="+mn-ea"/>
            </a:endParaRPr>
          </a:p>
        </p:txBody>
      </p:sp>
      <p:sp>
        <p:nvSpPr>
          <p:cNvPr id="112" name="矩形 111"/>
          <p:cNvSpPr/>
          <p:nvPr/>
        </p:nvSpPr>
        <p:spPr>
          <a:xfrm>
            <a:off x="1942751" y="4881218"/>
            <a:ext cx="1610360" cy="306705"/>
          </a:xfrm>
          <a:prstGeom prst="rect">
            <a:avLst/>
          </a:prstGeom>
        </p:spPr>
        <p:txBody>
          <a:bodyPr wrap="none">
            <a:spAutoFit/>
          </a:bodyPr>
          <a:lstStyle/>
          <a:p>
            <a:pPr algn="l"/>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113" name="矩形 112"/>
          <p:cNvSpPr/>
          <p:nvPr/>
        </p:nvSpPr>
        <p:spPr>
          <a:xfrm>
            <a:off x="1942465" y="5218430"/>
            <a:ext cx="9119235" cy="598805"/>
          </a:xfrm>
          <a:prstGeom prst="rect">
            <a:avLst/>
          </a:prstGeom>
        </p:spPr>
        <p:txBody>
          <a:bodyPr wrap="square">
            <a:spAutoFit/>
          </a:bodyPr>
          <a:lstStyle/>
          <a:p>
            <a:pPr lvl="0"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woman.I love you more than I've ever loved any woman. And I've waited longer for you than I've waited for any woman.</a:t>
            </a:r>
            <a:endParaRPr sz="1200" dirty="0">
              <a:solidFill>
                <a:srgbClr val="FCCC9B"/>
              </a:solidFill>
              <a:latin typeface="仓耳玄三M W05" panose="02020400000000000000" charset="-122"/>
              <a:ea typeface="仓耳玄三M W05" panose="02020400000000000000" charset="-122"/>
              <a:sym typeface="+mn-ea"/>
            </a:endParaRPr>
          </a:p>
        </p:txBody>
      </p:sp>
    </p:spTree>
    <p:custDataLst>
      <p:tags r:id="rId4"/>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diamond(in)">
                                      <p:cBhvr>
                                        <p:cTn id="7" dur="500"/>
                                        <p:tgtEl>
                                          <p:spTgt spid="18"/>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Left)">
                                      <p:cBhvr>
                                        <p:cTn id="11" dur="500"/>
                                        <p:tgtEl>
                                          <p:spTgt spid="10"/>
                                        </p:tgtEl>
                                      </p:cBhvr>
                                    </p:animEffect>
                                  </p:childTnLst>
                                </p:cTn>
                              </p:par>
                            </p:childTnLst>
                          </p:cTn>
                        </p:par>
                        <p:par>
                          <p:cTn id="12" fill="hold">
                            <p:stCondLst>
                              <p:cond delay="1000"/>
                            </p:stCondLst>
                            <p:childTnLst>
                              <p:par>
                                <p:cTn id="13" presetID="8" presetClass="entr" presetSubtype="16" fill="hold" nodeType="afterEffect">
                                  <p:stCondLst>
                                    <p:cond delay="0"/>
                                  </p:stCondLst>
                                  <p:childTnLst>
                                    <p:set>
                                      <p:cBhvr>
                                        <p:cTn id="14" dur="500" fill="hold">
                                          <p:stCondLst>
                                            <p:cond delay="0"/>
                                          </p:stCondLst>
                                        </p:cTn>
                                        <p:tgtEl>
                                          <p:spTgt spid="15"/>
                                        </p:tgtEl>
                                        <p:attrNameLst>
                                          <p:attrName>style.visibility</p:attrName>
                                        </p:attrNameLst>
                                      </p:cBhvr>
                                      <p:to>
                                        <p:strVal val="visible"/>
                                      </p:to>
                                    </p:set>
                                    <p:animEffect transition="in" filter="diamond(in)">
                                      <p:cBhvr>
                                        <p:cTn id="15" dur="500"/>
                                        <p:tgtEl>
                                          <p:spTgt spid="1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2000"/>
                            </p:stCondLst>
                            <p:childTnLst>
                              <p:par>
                                <p:cTn id="21" presetID="53" presetClass="entr" presetSubtype="16" fill="hold" grpId="0" nodeType="afterEffect">
                                  <p:stCondLst>
                                    <p:cond delay="0"/>
                                  </p:stCondLst>
                                  <p:childTnLst>
                                    <p:set>
                                      <p:cBhvr>
                                        <p:cTn id="22" dur="1" fill="hold">
                                          <p:stCondLst>
                                            <p:cond delay="0"/>
                                          </p:stCondLst>
                                        </p:cTn>
                                        <p:tgtEl>
                                          <p:spTgt spid="280"/>
                                        </p:tgtEl>
                                        <p:attrNameLst>
                                          <p:attrName>style.visibility</p:attrName>
                                        </p:attrNameLst>
                                      </p:cBhvr>
                                      <p:to>
                                        <p:strVal val="visible"/>
                                      </p:to>
                                    </p:set>
                                    <p:anim calcmode="lin" valueType="num">
                                      <p:cBhvr>
                                        <p:cTn id="23" dur="500" fill="hold"/>
                                        <p:tgtEl>
                                          <p:spTgt spid="280"/>
                                        </p:tgtEl>
                                        <p:attrNameLst>
                                          <p:attrName>ppt_w</p:attrName>
                                        </p:attrNameLst>
                                      </p:cBhvr>
                                      <p:tavLst>
                                        <p:tav tm="0">
                                          <p:val>
                                            <p:fltVal val="0"/>
                                          </p:val>
                                        </p:tav>
                                        <p:tav tm="100000">
                                          <p:val>
                                            <p:strVal val="#ppt_w"/>
                                          </p:val>
                                        </p:tav>
                                      </p:tavLst>
                                    </p:anim>
                                    <p:anim calcmode="lin" valueType="num">
                                      <p:cBhvr>
                                        <p:cTn id="24" dur="500" fill="hold"/>
                                        <p:tgtEl>
                                          <p:spTgt spid="280"/>
                                        </p:tgtEl>
                                        <p:attrNameLst>
                                          <p:attrName>ppt_h</p:attrName>
                                        </p:attrNameLst>
                                      </p:cBhvr>
                                      <p:tavLst>
                                        <p:tav tm="0">
                                          <p:val>
                                            <p:fltVal val="0"/>
                                          </p:val>
                                        </p:tav>
                                        <p:tav tm="100000">
                                          <p:val>
                                            <p:strVal val="#ppt_h"/>
                                          </p:val>
                                        </p:tav>
                                      </p:tavLst>
                                    </p:anim>
                                    <p:animEffect transition="in" filter="fade">
                                      <p:cBhvr>
                                        <p:cTn id="25" dur="500"/>
                                        <p:tgtEl>
                                          <p:spTgt spid="280"/>
                                        </p:tgtEl>
                                      </p:cBhvr>
                                    </p:animEffect>
                                  </p:childTnLst>
                                </p:cTn>
                              </p:par>
                            </p:childTnLst>
                          </p:cTn>
                        </p:par>
                        <p:par>
                          <p:cTn id="26" fill="hold">
                            <p:stCondLst>
                              <p:cond delay="2500"/>
                            </p:stCondLst>
                            <p:childTnLst>
                              <p:par>
                                <p:cTn id="27" presetID="22" presetClass="entr" presetSubtype="8" fill="hold" grpId="0" nodeType="afterEffect">
                                  <p:stCondLst>
                                    <p:cond delay="0"/>
                                  </p:stCondLst>
                                  <p:childTnLst>
                                    <p:set>
                                      <p:cBhvr>
                                        <p:cTn id="28" dur="1" fill="hold">
                                          <p:stCondLst>
                                            <p:cond delay="0"/>
                                          </p:stCondLst>
                                        </p:cTn>
                                        <p:tgtEl>
                                          <p:spTgt spid="108"/>
                                        </p:tgtEl>
                                        <p:attrNameLst>
                                          <p:attrName>style.visibility</p:attrName>
                                        </p:attrNameLst>
                                      </p:cBhvr>
                                      <p:to>
                                        <p:strVal val="visible"/>
                                      </p:to>
                                    </p:set>
                                    <p:animEffect transition="in" filter="wipe(left)">
                                      <p:cBhvr>
                                        <p:cTn id="29" dur="500"/>
                                        <p:tgtEl>
                                          <p:spTgt spid="108"/>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09"/>
                                        </p:tgtEl>
                                        <p:attrNameLst>
                                          <p:attrName>style.visibility</p:attrName>
                                        </p:attrNameLst>
                                      </p:cBhvr>
                                      <p:to>
                                        <p:strVal val="visible"/>
                                      </p:to>
                                    </p:set>
                                    <p:animEffect transition="in" filter="wipe(left)">
                                      <p:cBhvr>
                                        <p:cTn id="32" dur="500"/>
                                        <p:tgtEl>
                                          <p:spTgt spid="109"/>
                                        </p:tgtEl>
                                      </p:cBhvr>
                                    </p:animEffect>
                                  </p:childTnLst>
                                </p:cTn>
                              </p:par>
                            </p:childTnLst>
                          </p:cTn>
                        </p:par>
                        <p:par>
                          <p:cTn id="33" fill="hold">
                            <p:stCondLst>
                              <p:cond delay="3000"/>
                            </p:stCondLst>
                            <p:childTnLst>
                              <p:par>
                                <p:cTn id="34" presetID="53" presetClass="entr" presetSubtype="16" fill="hold" grpId="0" nodeType="afterEffect">
                                  <p:stCondLst>
                                    <p:cond delay="0"/>
                                  </p:stCondLst>
                                  <p:childTnLst>
                                    <p:set>
                                      <p:cBhvr>
                                        <p:cTn id="35" dur="1" fill="hold">
                                          <p:stCondLst>
                                            <p:cond delay="0"/>
                                          </p:stCondLst>
                                        </p:cTn>
                                        <p:tgtEl>
                                          <p:spTgt spid="284"/>
                                        </p:tgtEl>
                                        <p:attrNameLst>
                                          <p:attrName>style.visibility</p:attrName>
                                        </p:attrNameLst>
                                      </p:cBhvr>
                                      <p:to>
                                        <p:strVal val="visible"/>
                                      </p:to>
                                    </p:set>
                                    <p:anim calcmode="lin" valueType="num">
                                      <p:cBhvr>
                                        <p:cTn id="36" dur="500" fill="hold"/>
                                        <p:tgtEl>
                                          <p:spTgt spid="284"/>
                                        </p:tgtEl>
                                        <p:attrNameLst>
                                          <p:attrName>ppt_w</p:attrName>
                                        </p:attrNameLst>
                                      </p:cBhvr>
                                      <p:tavLst>
                                        <p:tav tm="0">
                                          <p:val>
                                            <p:fltVal val="0"/>
                                          </p:val>
                                        </p:tav>
                                        <p:tav tm="100000">
                                          <p:val>
                                            <p:strVal val="#ppt_w"/>
                                          </p:val>
                                        </p:tav>
                                      </p:tavLst>
                                    </p:anim>
                                    <p:anim calcmode="lin" valueType="num">
                                      <p:cBhvr>
                                        <p:cTn id="37" dur="500" fill="hold"/>
                                        <p:tgtEl>
                                          <p:spTgt spid="284"/>
                                        </p:tgtEl>
                                        <p:attrNameLst>
                                          <p:attrName>ppt_h</p:attrName>
                                        </p:attrNameLst>
                                      </p:cBhvr>
                                      <p:tavLst>
                                        <p:tav tm="0">
                                          <p:val>
                                            <p:fltVal val="0"/>
                                          </p:val>
                                        </p:tav>
                                        <p:tav tm="100000">
                                          <p:val>
                                            <p:strVal val="#ppt_h"/>
                                          </p:val>
                                        </p:tav>
                                      </p:tavLst>
                                    </p:anim>
                                    <p:animEffect transition="in" filter="fade">
                                      <p:cBhvr>
                                        <p:cTn id="38" dur="500"/>
                                        <p:tgtEl>
                                          <p:spTgt spid="284"/>
                                        </p:tgtEl>
                                      </p:cBhvr>
                                    </p:animEffect>
                                  </p:childTnLst>
                                </p:cTn>
                              </p:par>
                            </p:childTnLst>
                          </p:cTn>
                        </p:par>
                        <p:par>
                          <p:cTn id="39" fill="hold">
                            <p:stCondLst>
                              <p:cond delay="3500"/>
                            </p:stCondLst>
                            <p:childTnLst>
                              <p:par>
                                <p:cTn id="40" presetID="22" presetClass="entr" presetSubtype="8" fill="hold" grpId="0" nodeType="afterEffect">
                                  <p:stCondLst>
                                    <p:cond delay="0"/>
                                  </p:stCondLst>
                                  <p:childTnLst>
                                    <p:set>
                                      <p:cBhvr>
                                        <p:cTn id="41" dur="1" fill="hold">
                                          <p:stCondLst>
                                            <p:cond delay="0"/>
                                          </p:stCondLst>
                                        </p:cTn>
                                        <p:tgtEl>
                                          <p:spTgt spid="110"/>
                                        </p:tgtEl>
                                        <p:attrNameLst>
                                          <p:attrName>style.visibility</p:attrName>
                                        </p:attrNameLst>
                                      </p:cBhvr>
                                      <p:to>
                                        <p:strVal val="visible"/>
                                      </p:to>
                                    </p:set>
                                    <p:animEffect transition="in" filter="wipe(left)">
                                      <p:cBhvr>
                                        <p:cTn id="42" dur="500"/>
                                        <p:tgtEl>
                                          <p:spTgt spid="110"/>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11"/>
                                        </p:tgtEl>
                                        <p:attrNameLst>
                                          <p:attrName>style.visibility</p:attrName>
                                        </p:attrNameLst>
                                      </p:cBhvr>
                                      <p:to>
                                        <p:strVal val="visible"/>
                                      </p:to>
                                    </p:set>
                                    <p:animEffect transition="in" filter="wipe(left)">
                                      <p:cBhvr>
                                        <p:cTn id="45" dur="500"/>
                                        <p:tgtEl>
                                          <p:spTgt spid="111"/>
                                        </p:tgtEl>
                                      </p:cBhvr>
                                    </p:animEffect>
                                  </p:childTnLst>
                                </p:cTn>
                              </p:par>
                            </p:childTnLst>
                          </p:cTn>
                        </p:par>
                        <p:par>
                          <p:cTn id="46" fill="hold">
                            <p:stCondLst>
                              <p:cond delay="4000"/>
                            </p:stCondLst>
                            <p:childTnLst>
                              <p:par>
                                <p:cTn id="47" presetID="53" presetClass="entr" presetSubtype="16" fill="hold" grpId="0" nodeType="afterEffect">
                                  <p:stCondLst>
                                    <p:cond delay="0"/>
                                  </p:stCondLst>
                                  <p:childTnLst>
                                    <p:set>
                                      <p:cBhvr>
                                        <p:cTn id="48" dur="1" fill="hold">
                                          <p:stCondLst>
                                            <p:cond delay="0"/>
                                          </p:stCondLst>
                                        </p:cTn>
                                        <p:tgtEl>
                                          <p:spTgt spid="288"/>
                                        </p:tgtEl>
                                        <p:attrNameLst>
                                          <p:attrName>style.visibility</p:attrName>
                                        </p:attrNameLst>
                                      </p:cBhvr>
                                      <p:to>
                                        <p:strVal val="visible"/>
                                      </p:to>
                                    </p:set>
                                    <p:anim calcmode="lin" valueType="num">
                                      <p:cBhvr>
                                        <p:cTn id="49" dur="500" fill="hold"/>
                                        <p:tgtEl>
                                          <p:spTgt spid="288"/>
                                        </p:tgtEl>
                                        <p:attrNameLst>
                                          <p:attrName>ppt_w</p:attrName>
                                        </p:attrNameLst>
                                      </p:cBhvr>
                                      <p:tavLst>
                                        <p:tav tm="0">
                                          <p:val>
                                            <p:fltVal val="0"/>
                                          </p:val>
                                        </p:tav>
                                        <p:tav tm="100000">
                                          <p:val>
                                            <p:strVal val="#ppt_w"/>
                                          </p:val>
                                        </p:tav>
                                      </p:tavLst>
                                    </p:anim>
                                    <p:anim calcmode="lin" valueType="num">
                                      <p:cBhvr>
                                        <p:cTn id="50" dur="500" fill="hold"/>
                                        <p:tgtEl>
                                          <p:spTgt spid="288"/>
                                        </p:tgtEl>
                                        <p:attrNameLst>
                                          <p:attrName>ppt_h</p:attrName>
                                        </p:attrNameLst>
                                      </p:cBhvr>
                                      <p:tavLst>
                                        <p:tav tm="0">
                                          <p:val>
                                            <p:fltVal val="0"/>
                                          </p:val>
                                        </p:tav>
                                        <p:tav tm="100000">
                                          <p:val>
                                            <p:strVal val="#ppt_h"/>
                                          </p:val>
                                        </p:tav>
                                      </p:tavLst>
                                    </p:anim>
                                    <p:animEffect transition="in" filter="fade">
                                      <p:cBhvr>
                                        <p:cTn id="51" dur="500"/>
                                        <p:tgtEl>
                                          <p:spTgt spid="288"/>
                                        </p:tgtEl>
                                      </p:cBhvr>
                                    </p:animEffect>
                                  </p:childTnLst>
                                </p:cTn>
                              </p:par>
                            </p:childTnLst>
                          </p:cTn>
                        </p:par>
                        <p:par>
                          <p:cTn id="52" fill="hold">
                            <p:stCondLst>
                              <p:cond delay="4500"/>
                            </p:stCondLst>
                            <p:childTnLst>
                              <p:par>
                                <p:cTn id="53" presetID="22" presetClass="entr" presetSubtype="8" fill="hold" grpId="0" nodeType="afterEffect">
                                  <p:stCondLst>
                                    <p:cond delay="0"/>
                                  </p:stCondLst>
                                  <p:childTnLst>
                                    <p:set>
                                      <p:cBhvr>
                                        <p:cTn id="54" dur="1" fill="hold">
                                          <p:stCondLst>
                                            <p:cond delay="0"/>
                                          </p:stCondLst>
                                        </p:cTn>
                                        <p:tgtEl>
                                          <p:spTgt spid="112"/>
                                        </p:tgtEl>
                                        <p:attrNameLst>
                                          <p:attrName>style.visibility</p:attrName>
                                        </p:attrNameLst>
                                      </p:cBhvr>
                                      <p:to>
                                        <p:strVal val="visible"/>
                                      </p:to>
                                    </p:set>
                                    <p:animEffect transition="in" filter="wipe(left)">
                                      <p:cBhvr>
                                        <p:cTn id="55" dur="500"/>
                                        <p:tgtEl>
                                          <p:spTgt spid="112"/>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13"/>
                                        </p:tgtEl>
                                        <p:attrNameLst>
                                          <p:attrName>style.visibility</p:attrName>
                                        </p:attrNameLst>
                                      </p:cBhvr>
                                      <p:to>
                                        <p:strVal val="visible"/>
                                      </p:to>
                                    </p:set>
                                    <p:animEffect transition="in" filter="wipe(left)">
                                      <p:cBhvr>
                                        <p:cTn id="58"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80" grpId="0" bldLvl="0" animBg="1"/>
      <p:bldP spid="284" grpId="0" bldLvl="0" animBg="1"/>
      <p:bldP spid="288" grpId="0" bldLvl="0" animBg="1"/>
      <p:bldP spid="108" grpId="0"/>
      <p:bldP spid="109" grpId="0"/>
      <p:bldP spid="110" grpId="0"/>
      <p:bldP spid="111" grpId="0"/>
      <p:bldP spid="112" grpId="0"/>
      <p:bldP spid="1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云波纹"/>
          <p:cNvPicPr>
            <a:picLocks noChangeAspect="1"/>
          </p:cNvPicPr>
          <p:nvPr/>
        </p:nvPicPr>
        <p:blipFill>
          <a:blip r:embed="rId1"/>
          <a:srcRect l="34620"/>
          <a:stretch>
            <a:fillRect/>
          </a:stretch>
        </p:blipFill>
        <p:spPr>
          <a:xfrm>
            <a:off x="-64770" y="689610"/>
            <a:ext cx="12323445" cy="2902585"/>
          </a:xfrm>
          <a:prstGeom prst="rect">
            <a:avLst/>
          </a:prstGeom>
        </p:spPr>
      </p:pic>
      <p:sp>
        <p:nvSpPr>
          <p:cNvPr id="8" name="矩形 7"/>
          <p:cNvSpPr/>
          <p:nvPr/>
        </p:nvSpPr>
        <p:spPr>
          <a:xfrm>
            <a:off x="-66040" y="1170940"/>
            <a:ext cx="12324715" cy="1940560"/>
          </a:xfrm>
          <a:prstGeom prst="rect">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多边形"/>
          <p:cNvPicPr>
            <a:picLocks noChangeAspect="1"/>
          </p:cNvPicPr>
          <p:nvPr/>
        </p:nvPicPr>
        <p:blipFill>
          <a:blip r:embed="rId2"/>
          <a:stretch>
            <a:fillRect/>
          </a:stretch>
        </p:blipFill>
        <p:spPr>
          <a:xfrm>
            <a:off x="4498975" y="542290"/>
            <a:ext cx="3196590" cy="3196590"/>
          </a:xfrm>
          <a:prstGeom prst="rect">
            <a:avLst/>
          </a:prstGeom>
        </p:spPr>
      </p:pic>
      <p:sp>
        <p:nvSpPr>
          <p:cNvPr id="25" name="文本框 24"/>
          <p:cNvSpPr txBox="1"/>
          <p:nvPr/>
        </p:nvSpPr>
        <p:spPr>
          <a:xfrm>
            <a:off x="5117465" y="1587500"/>
            <a:ext cx="1958340" cy="1106805"/>
          </a:xfrm>
          <a:prstGeom prst="rect">
            <a:avLst/>
          </a:prstGeom>
          <a:noFill/>
        </p:spPr>
        <p:txBody>
          <a:bodyPr wrap="square" rtlCol="0">
            <a:spAutoFit/>
          </a:bodyPr>
          <a:lstStyle/>
          <a:p>
            <a:pPr algn="ctr"/>
            <a:r>
              <a:rPr lang="zh-CN" altLang="en-US" sz="6600">
                <a:solidFill>
                  <a:srgbClr val="FCCC9B"/>
                </a:solidFill>
                <a:latin typeface="仓耳玄三M W05" panose="02020400000000000000" charset="-122"/>
                <a:ea typeface="仓耳玄三M W05" panose="02020400000000000000" charset="-122"/>
              </a:rPr>
              <a:t>肆</a:t>
            </a:r>
            <a:endParaRPr lang="zh-CN" altLang="en-US" sz="6600">
              <a:solidFill>
                <a:srgbClr val="FCCC9B"/>
              </a:solidFill>
              <a:latin typeface="仓耳玄三M W05" panose="02020400000000000000" charset="-122"/>
              <a:ea typeface="仓耳玄三M W05" panose="02020400000000000000" charset="-122"/>
            </a:endParaRPr>
          </a:p>
        </p:txBody>
      </p:sp>
      <p:sp>
        <p:nvSpPr>
          <p:cNvPr id="15" name="TextBox 11"/>
          <p:cNvSpPr txBox="1"/>
          <p:nvPr/>
        </p:nvSpPr>
        <p:spPr>
          <a:xfrm>
            <a:off x="2030095" y="5186045"/>
            <a:ext cx="8133715" cy="706755"/>
          </a:xfrm>
          <a:prstGeom prst="rect">
            <a:avLst/>
          </a:prstGeom>
          <a:noFill/>
        </p:spPr>
        <p:txBody>
          <a:bodyPr wrap="square" rtlCol="0">
            <a:spAutoFit/>
          </a:bodyPr>
          <a:lstStyle/>
          <a:p>
            <a:pPr algn="ctr">
              <a:lnSpc>
                <a:spcPct val="200000"/>
              </a:lnSpc>
            </a:pPr>
            <a:r>
              <a:rPr lang="zh-CN" altLang="en-US" sz="1000">
                <a:solidFill>
                  <a:srgbClr val="FCCC9B"/>
                </a:solidFill>
                <a:latin typeface="Lora" panose="02000503000000020004" pitchFamily="2" charset="0"/>
                <a:ea typeface="华文细黑"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endParaRPr lang="zh-CN" altLang="en-US" sz="1000" dirty="0">
              <a:solidFill>
                <a:srgbClr val="FCCC9B"/>
              </a:solidFill>
              <a:latin typeface="Lora" panose="02000503000000020004" pitchFamily="2" charset="0"/>
              <a:ea typeface="华文细黑" panose="02010600040101010101" charset="-122"/>
              <a:sym typeface="+mn-ea"/>
            </a:endParaRPr>
          </a:p>
        </p:txBody>
      </p:sp>
      <p:sp>
        <p:nvSpPr>
          <p:cNvPr id="18" name="矩形 17"/>
          <p:cNvSpPr/>
          <p:nvPr/>
        </p:nvSpPr>
        <p:spPr>
          <a:xfrm>
            <a:off x="4212590" y="4314825"/>
            <a:ext cx="3764280" cy="681990"/>
          </a:xfrm>
          <a:prstGeom prst="rect">
            <a:avLst/>
          </a:prstGeom>
          <a:noFill/>
        </p:spPr>
        <p:txBody>
          <a:bodyPr wrap="square" rtlCol="0">
            <a:spAutoFit/>
          </a:bodyPr>
          <a:lstStyle/>
          <a:p>
            <a:pPr algn="dist">
              <a:lnSpc>
                <a:spcPct val="120000"/>
              </a:lnSpc>
            </a:pPr>
            <a:r>
              <a:rPr lang="zh-CN" altLang="en-US" sz="3200" b="1" dirty="0">
                <a:solidFill>
                  <a:srgbClr val="FCCC9B"/>
                </a:solidFill>
                <a:latin typeface="仓耳玄三M W05" panose="02020400000000000000" charset="-122"/>
                <a:ea typeface="仓耳玄三M W05" panose="02020400000000000000" charset="-122"/>
                <a:sym typeface="+mn-ea"/>
              </a:rPr>
              <a:t>明年工作计划</a:t>
            </a:r>
            <a:endParaRPr lang="zh-CN" altLang="en-US" sz="3200" b="1" dirty="0">
              <a:solidFill>
                <a:srgbClr val="FCCC9B"/>
              </a:solidFill>
              <a:latin typeface="仓耳玄三M W05" panose="02020400000000000000" charset="-122"/>
              <a:ea typeface="仓耳玄三M W05" panose="02020400000000000000" charset="-122"/>
              <a:sym typeface="+mn-ea"/>
            </a:endParaRPr>
          </a:p>
        </p:txBody>
      </p:sp>
    </p:spTree>
    <p:custDataLst>
      <p:tags r:id="rId3"/>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3" presetClass="entr" presetSubtype="5"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vertical)">
                                      <p:cBhvr>
                                        <p:cTn id="11" dur="500"/>
                                        <p:tgtEl>
                                          <p:spTgt spid="8"/>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 presetClass="entr" presetSubtype="8" fill="hold" grpId="0" nodeType="after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additive="base">
                                        <p:cTn id="20" dur="500" fill="hold"/>
                                        <p:tgtEl>
                                          <p:spTgt spid="25"/>
                                        </p:tgtEl>
                                        <p:attrNameLst>
                                          <p:attrName>ppt_x</p:attrName>
                                        </p:attrNameLst>
                                      </p:cBhvr>
                                      <p:tavLst>
                                        <p:tav tm="0">
                                          <p:val>
                                            <p:strVal val="0-#ppt_w/2"/>
                                          </p:val>
                                        </p:tav>
                                        <p:tav tm="100000">
                                          <p:val>
                                            <p:strVal val="#ppt_x"/>
                                          </p:val>
                                        </p:tav>
                                      </p:tavLst>
                                    </p:anim>
                                    <p:anim calcmode="lin" valueType="num">
                                      <p:cBhvr additive="base">
                                        <p:cTn id="21" dur="500" fill="hold"/>
                                        <p:tgtEl>
                                          <p:spTgt spid="25"/>
                                        </p:tgtEl>
                                        <p:attrNameLst>
                                          <p:attrName>ppt_y</p:attrName>
                                        </p:attrNameLst>
                                      </p:cBhvr>
                                      <p:tavLst>
                                        <p:tav tm="0">
                                          <p:val>
                                            <p:strVal val="#ppt_y"/>
                                          </p:val>
                                        </p:tav>
                                        <p:tav tm="100000">
                                          <p:val>
                                            <p:strVal val="#ppt_y"/>
                                          </p:val>
                                        </p:tav>
                                      </p:tavLst>
                                    </p:anim>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left)">
                                      <p:cBhvr>
                                        <p:cTn id="25" dur="500"/>
                                        <p:tgtEl>
                                          <p:spTgt spid="18"/>
                                        </p:tgtEl>
                                      </p:cBhvr>
                                    </p:animEffect>
                                  </p:childTnLst>
                                </p:cTn>
                              </p:par>
                            </p:childTnLst>
                          </p:cTn>
                        </p:par>
                        <p:par>
                          <p:cTn id="26" fill="hold">
                            <p:stCondLst>
                              <p:cond delay="2500"/>
                            </p:stCondLst>
                            <p:childTnLst>
                              <p:par>
                                <p:cTn id="27" presetID="14" presetClass="entr" presetSubtype="5"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randombar(vertical)">
                                      <p:cBhvr>
                                        <p:cTn id="2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25" grpId="0"/>
      <p:bldP spid="15" grpId="0"/>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628650" y="603885"/>
            <a:ext cx="550545" cy="563245"/>
            <a:chOff x="10213" y="2013"/>
            <a:chExt cx="867" cy="887"/>
          </a:xfrm>
        </p:grpSpPr>
        <p:pic>
          <p:nvPicPr>
            <p:cNvPr id="13" name="图片 12" descr="印章"/>
            <p:cNvPicPr>
              <a:picLocks noChangeAspect="1"/>
            </p:cNvPicPr>
            <p:nvPr/>
          </p:nvPicPr>
          <p:blipFill>
            <a:blip r:embed="rId1"/>
            <a:stretch>
              <a:fillRect/>
            </a:stretch>
          </p:blipFill>
          <p:spPr>
            <a:xfrm>
              <a:off x="10213" y="2013"/>
              <a:ext cx="867" cy="887"/>
            </a:xfrm>
            <a:prstGeom prst="rect">
              <a:avLst/>
            </a:prstGeom>
          </p:spPr>
        </p:pic>
        <p:sp>
          <p:nvSpPr>
            <p:cNvPr id="14" name="文本框 13"/>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04</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11" name="矩形 10"/>
          <p:cNvSpPr/>
          <p:nvPr/>
        </p:nvSpPr>
        <p:spPr>
          <a:xfrm>
            <a:off x="1377315" y="643890"/>
            <a:ext cx="2396490" cy="497205"/>
          </a:xfrm>
          <a:prstGeom prst="rect">
            <a:avLst/>
          </a:prstGeom>
          <a:noFill/>
        </p:spPr>
        <p:txBody>
          <a:bodyPr wrap="square" rtlCol="0">
            <a:spAutoFit/>
          </a:bodyPr>
          <a:lstStyle/>
          <a:p>
            <a:pPr algn="dist">
              <a:lnSpc>
                <a:spcPct val="120000"/>
              </a:lnSpc>
            </a:pPr>
            <a:r>
              <a:rPr lang="zh-CN" altLang="en-US" sz="2200" b="1" dirty="0">
                <a:solidFill>
                  <a:srgbClr val="FCCC9B"/>
                </a:solidFill>
                <a:latin typeface="仓耳玄三M W05" panose="02020400000000000000" charset="-122"/>
                <a:ea typeface="仓耳玄三M W05" panose="02020400000000000000" charset="-122"/>
                <a:sym typeface="+mn-ea"/>
              </a:rPr>
              <a:t>明年工作计划</a:t>
            </a:r>
            <a:endParaRPr lang="zh-CN" altLang="en-US" sz="2200" b="1" dirty="0">
              <a:solidFill>
                <a:srgbClr val="FCCC9B"/>
              </a:solidFill>
              <a:latin typeface="仓耳玄三M W05" panose="02020400000000000000" charset="-122"/>
              <a:ea typeface="仓耳玄三M W05" panose="02020400000000000000" charset="-122"/>
              <a:sym typeface="+mn-ea"/>
            </a:endParaRPr>
          </a:p>
        </p:txBody>
      </p:sp>
      <p:grpSp>
        <p:nvGrpSpPr>
          <p:cNvPr id="18" name="组合 17"/>
          <p:cNvGrpSpPr/>
          <p:nvPr/>
        </p:nvGrpSpPr>
        <p:grpSpPr>
          <a:xfrm>
            <a:off x="-187960" y="-41910"/>
            <a:ext cx="12568555" cy="6938010"/>
            <a:chOff x="-296" y="-66"/>
            <a:chExt cx="19793" cy="10926"/>
          </a:xfrm>
        </p:grpSpPr>
        <p:pic>
          <p:nvPicPr>
            <p:cNvPr id="6" name="图片 5" descr="云波纹"/>
            <p:cNvPicPr>
              <a:picLocks noChangeAspect="1"/>
            </p:cNvPicPr>
            <p:nvPr/>
          </p:nvPicPr>
          <p:blipFill>
            <a:blip r:embed="rId2"/>
            <a:srcRect l="34620" b="87816"/>
            <a:stretch>
              <a:fillRect/>
            </a:stretch>
          </p:blipFill>
          <p:spPr>
            <a:xfrm>
              <a:off x="-295" y="10292"/>
              <a:ext cx="19792" cy="568"/>
            </a:xfrm>
            <a:prstGeom prst="rect">
              <a:avLst/>
            </a:prstGeom>
          </p:spPr>
        </p:pic>
        <p:pic>
          <p:nvPicPr>
            <p:cNvPr id="12" name="图片 11" descr="云波纹"/>
            <p:cNvPicPr>
              <a:picLocks noChangeAspect="1"/>
            </p:cNvPicPr>
            <p:nvPr/>
          </p:nvPicPr>
          <p:blipFill>
            <a:blip r:embed="rId2"/>
            <a:srcRect l="34620" b="87816"/>
            <a:stretch>
              <a:fillRect/>
            </a:stretch>
          </p:blipFill>
          <p:spPr>
            <a:xfrm>
              <a:off x="-296" y="-66"/>
              <a:ext cx="19792" cy="568"/>
            </a:xfrm>
            <a:prstGeom prst="rect">
              <a:avLst/>
            </a:prstGeom>
          </p:spPr>
        </p:pic>
        <p:pic>
          <p:nvPicPr>
            <p:cNvPr id="16" name="图片 15" descr="云波纹"/>
            <p:cNvPicPr>
              <a:picLocks noChangeAspect="1"/>
            </p:cNvPicPr>
            <p:nvPr/>
          </p:nvPicPr>
          <p:blipFill>
            <a:blip r:embed="rId2"/>
            <a:srcRect l="64657" b="87215"/>
            <a:stretch>
              <a:fillRect/>
            </a:stretch>
          </p:blipFill>
          <p:spPr>
            <a:xfrm rot="16200000">
              <a:off x="-5128" y="5143"/>
              <a:ext cx="10699" cy="596"/>
            </a:xfrm>
            <a:prstGeom prst="rect">
              <a:avLst/>
            </a:prstGeom>
          </p:spPr>
        </p:pic>
        <p:pic>
          <p:nvPicPr>
            <p:cNvPr id="17" name="图片 16" descr="云波纹"/>
            <p:cNvPicPr>
              <a:picLocks noChangeAspect="1"/>
            </p:cNvPicPr>
            <p:nvPr/>
          </p:nvPicPr>
          <p:blipFill>
            <a:blip r:embed="rId2"/>
            <a:srcRect l="64657" b="87215"/>
            <a:stretch>
              <a:fillRect/>
            </a:stretch>
          </p:blipFill>
          <p:spPr>
            <a:xfrm rot="16200000">
              <a:off x="13595" y="5102"/>
              <a:ext cx="10699" cy="596"/>
            </a:xfrm>
            <a:prstGeom prst="rect">
              <a:avLst/>
            </a:prstGeom>
          </p:spPr>
        </p:pic>
      </p:grpSp>
      <p:pic>
        <p:nvPicPr>
          <p:cNvPr id="10" name="图片 9" descr="梅花3"/>
          <p:cNvPicPr>
            <a:picLocks noChangeAspect="1"/>
          </p:cNvPicPr>
          <p:nvPr/>
        </p:nvPicPr>
        <p:blipFill>
          <a:blip r:embed="rId3"/>
          <a:stretch>
            <a:fillRect/>
          </a:stretch>
        </p:blipFill>
        <p:spPr>
          <a:xfrm flipH="1">
            <a:off x="9716135" y="-12700"/>
            <a:ext cx="2488565" cy="1809750"/>
          </a:xfrm>
          <a:prstGeom prst="rect">
            <a:avLst/>
          </a:prstGeom>
        </p:spPr>
      </p:pic>
      <p:sp>
        <p:nvSpPr>
          <p:cNvPr id="32769" name="Rectangle 25"/>
          <p:cNvSpPr/>
          <p:nvPr/>
        </p:nvSpPr>
        <p:spPr>
          <a:xfrm>
            <a:off x="1027748" y="1947863"/>
            <a:ext cx="3200400" cy="1828800"/>
          </a:xfrm>
          <a:prstGeom prst="rect">
            <a:avLst/>
          </a:prstGeom>
          <a:blipFill rotWithShape="1">
            <a:blip r:embed="rId4" cstate="print"/>
            <a:stretch>
              <a:fillRect/>
            </a:stretch>
          </a:blipFill>
          <a:ln w="12700">
            <a:noFill/>
          </a:ln>
        </p:spPr>
        <p:txBody>
          <a:bodyPr anchor="ctr"/>
          <a:lstStyle/>
          <a:p>
            <a:pPr lvl="0" indent="0" algn="ctr">
              <a:buFont typeface="Arial" panose="020B0604020202020204" pitchFamily="34" charset="0"/>
              <a:buNone/>
            </a:pPr>
            <a:endParaRPr lang="en-US" altLang="zh-CN" dirty="0">
              <a:solidFill>
                <a:srgbClr val="FCCC9B"/>
              </a:solidFill>
              <a:latin typeface="仓耳玄三M W05" panose="02020400000000000000" charset="-122"/>
              <a:ea typeface="仓耳玄三M W05" panose="02020400000000000000" charset="-122"/>
              <a:sym typeface="Calibri" panose="020F0502020204030204" charset="0"/>
            </a:endParaRPr>
          </a:p>
        </p:txBody>
      </p:sp>
      <p:sp>
        <p:nvSpPr>
          <p:cNvPr id="32770" name="Rectangle 26"/>
          <p:cNvSpPr/>
          <p:nvPr/>
        </p:nvSpPr>
        <p:spPr>
          <a:xfrm>
            <a:off x="4285298" y="1947863"/>
            <a:ext cx="3200400" cy="1828800"/>
          </a:xfrm>
          <a:prstGeom prst="rect">
            <a:avLst/>
          </a:prstGeom>
          <a:blipFill rotWithShape="1">
            <a:blip r:embed="rId5" cstate="print"/>
            <a:stretch>
              <a:fillRect/>
            </a:stretch>
          </a:blipFill>
          <a:ln w="12700">
            <a:noFill/>
          </a:ln>
        </p:spPr>
        <p:txBody>
          <a:bodyPr anchor="ctr"/>
          <a:lstStyle/>
          <a:p>
            <a:pPr lvl="0" indent="0" algn="ctr">
              <a:buFont typeface="Arial" panose="020B0604020202020204" pitchFamily="34" charset="0"/>
              <a:buNone/>
            </a:pPr>
            <a:endParaRPr lang="en-US" altLang="zh-CN" dirty="0">
              <a:solidFill>
                <a:srgbClr val="FCCC9B"/>
              </a:solidFill>
              <a:latin typeface="仓耳玄三M W05" panose="02020400000000000000" charset="-122"/>
              <a:ea typeface="仓耳玄三M W05" panose="02020400000000000000" charset="-122"/>
              <a:sym typeface="Calibri" panose="020F0502020204030204" charset="0"/>
            </a:endParaRPr>
          </a:p>
        </p:txBody>
      </p:sp>
      <p:sp>
        <p:nvSpPr>
          <p:cNvPr id="32771" name="Rectangle 27"/>
          <p:cNvSpPr/>
          <p:nvPr/>
        </p:nvSpPr>
        <p:spPr>
          <a:xfrm>
            <a:off x="1027748" y="3835400"/>
            <a:ext cx="3200400" cy="1828800"/>
          </a:xfrm>
          <a:prstGeom prst="rect">
            <a:avLst/>
          </a:prstGeom>
          <a:blipFill rotWithShape="1">
            <a:blip r:embed="rId6" cstate="print"/>
            <a:stretch>
              <a:fillRect/>
            </a:stretch>
          </a:blipFill>
          <a:ln w="12700">
            <a:noFill/>
          </a:ln>
        </p:spPr>
        <p:txBody>
          <a:bodyPr anchor="ctr"/>
          <a:lstStyle/>
          <a:p>
            <a:pPr lvl="0" indent="0" algn="ctr">
              <a:buFont typeface="Arial" panose="020B0604020202020204" pitchFamily="34" charset="0"/>
              <a:buNone/>
            </a:pPr>
            <a:endParaRPr lang="en-US" altLang="zh-CN" dirty="0">
              <a:solidFill>
                <a:srgbClr val="FCCC9B"/>
              </a:solidFill>
              <a:latin typeface="仓耳玄三M W05" panose="02020400000000000000" charset="-122"/>
              <a:ea typeface="仓耳玄三M W05" panose="02020400000000000000" charset="-122"/>
              <a:sym typeface="Calibri" panose="020F0502020204030204" charset="0"/>
            </a:endParaRPr>
          </a:p>
        </p:txBody>
      </p:sp>
      <p:sp>
        <p:nvSpPr>
          <p:cNvPr id="32772" name="Rectangle 28"/>
          <p:cNvSpPr/>
          <p:nvPr/>
        </p:nvSpPr>
        <p:spPr>
          <a:xfrm>
            <a:off x="4285298" y="3835400"/>
            <a:ext cx="3200400" cy="1828800"/>
          </a:xfrm>
          <a:prstGeom prst="rect">
            <a:avLst/>
          </a:prstGeom>
          <a:blipFill rotWithShape="1">
            <a:blip r:embed="rId7" cstate="print"/>
            <a:stretch>
              <a:fillRect/>
            </a:stretch>
          </a:blipFill>
          <a:ln w="12700">
            <a:noFill/>
          </a:ln>
        </p:spPr>
        <p:txBody>
          <a:bodyPr anchor="ctr"/>
          <a:lstStyle/>
          <a:p>
            <a:pPr lvl="0" indent="0" algn="ctr">
              <a:buFont typeface="Arial" panose="020B0604020202020204" pitchFamily="34" charset="0"/>
              <a:buNone/>
            </a:pPr>
            <a:endParaRPr lang="en-US" altLang="zh-CN" dirty="0">
              <a:solidFill>
                <a:srgbClr val="FCCC9B"/>
              </a:solidFill>
              <a:latin typeface="仓耳玄三M W05" panose="02020400000000000000" charset="-122"/>
              <a:ea typeface="仓耳玄三M W05" panose="02020400000000000000" charset="-122"/>
              <a:sym typeface="Calibri" panose="020F0502020204030204" charset="0"/>
            </a:endParaRPr>
          </a:p>
        </p:txBody>
      </p:sp>
      <p:sp>
        <p:nvSpPr>
          <p:cNvPr id="32785" name="Freeform 25"/>
          <p:cNvSpPr>
            <a:spLocks noEditPoints="1"/>
          </p:cNvSpPr>
          <p:nvPr/>
        </p:nvSpPr>
        <p:spPr>
          <a:xfrm>
            <a:off x="7725410" y="1947863"/>
            <a:ext cx="352425" cy="369887"/>
          </a:xfrm>
          <a:custGeom>
            <a:avLst/>
            <a:gdLst/>
            <a:ahLst/>
            <a:cxnLst>
              <a:cxn ang="0">
                <a:pos x="539414062" y="43537877"/>
              </a:cxn>
              <a:cxn ang="0">
                <a:pos x="539414062" y="413593872"/>
              </a:cxn>
              <a:cxn ang="0">
                <a:pos x="605198646" y="457131749"/>
              </a:cxn>
              <a:cxn ang="0">
                <a:pos x="1052519385" y="457131749"/>
              </a:cxn>
              <a:cxn ang="0">
                <a:pos x="539414062" y="43537877"/>
              </a:cxn>
              <a:cxn ang="0">
                <a:pos x="473633723" y="903379916"/>
              </a:cxn>
              <a:cxn ang="0">
                <a:pos x="473633723" y="653046877"/>
              </a:cxn>
              <a:cxn ang="0">
                <a:pos x="539414062" y="587741834"/>
              </a:cxn>
              <a:cxn ang="0">
                <a:pos x="618353015" y="653046877"/>
              </a:cxn>
              <a:cxn ang="0">
                <a:pos x="618353015" y="903379916"/>
              </a:cxn>
              <a:cxn ang="0">
                <a:pos x="723604954" y="827191291"/>
              </a:cxn>
              <a:cxn ang="0">
                <a:pos x="776230923" y="805424126"/>
              </a:cxn>
              <a:cxn ang="0">
                <a:pos x="828856893" y="827191291"/>
              </a:cxn>
              <a:cxn ang="0">
                <a:pos x="828856893" y="914263499"/>
              </a:cxn>
              <a:cxn ang="0">
                <a:pos x="618353015" y="1077524331"/>
              </a:cxn>
              <a:cxn ang="0">
                <a:pos x="605198646" y="1088407914"/>
              </a:cxn>
              <a:cxn ang="0">
                <a:pos x="578885662" y="1099295044"/>
              </a:cxn>
              <a:cxn ang="0">
                <a:pos x="552572677" y="1099295044"/>
              </a:cxn>
              <a:cxn ang="0">
                <a:pos x="539414062" y="1099295044"/>
              </a:cxn>
              <a:cxn ang="0">
                <a:pos x="539414062" y="1099295044"/>
              </a:cxn>
              <a:cxn ang="0">
                <a:pos x="513101077" y="1099295044"/>
              </a:cxn>
              <a:cxn ang="0">
                <a:pos x="486788092" y="1088407914"/>
              </a:cxn>
              <a:cxn ang="0">
                <a:pos x="473633723" y="1077524331"/>
              </a:cxn>
              <a:cxn ang="0">
                <a:pos x="263129846" y="914263499"/>
              </a:cxn>
              <a:cxn ang="0">
                <a:pos x="263129846" y="827191291"/>
              </a:cxn>
              <a:cxn ang="0">
                <a:pos x="315755815" y="805424126"/>
              </a:cxn>
              <a:cxn ang="0">
                <a:pos x="368381784" y="827191291"/>
              </a:cxn>
              <a:cxn ang="0">
                <a:pos x="473633723" y="903379916"/>
              </a:cxn>
              <a:cxn ang="0">
                <a:pos x="473633723" y="0"/>
              </a:cxn>
              <a:cxn ang="0">
                <a:pos x="184190892" y="0"/>
              </a:cxn>
              <a:cxn ang="0">
                <a:pos x="0" y="152377249"/>
              </a:cxn>
              <a:cxn ang="0">
                <a:pos x="0" y="979568541"/>
              </a:cxn>
              <a:cxn ang="0">
                <a:pos x="184190892" y="1131945791"/>
              </a:cxn>
              <a:cxn ang="0">
                <a:pos x="907795846" y="1131945791"/>
              </a:cxn>
              <a:cxn ang="0">
                <a:pos x="1091986739" y="979568541"/>
              </a:cxn>
              <a:cxn ang="0">
                <a:pos x="1091986739" y="522436792"/>
              </a:cxn>
              <a:cxn ang="0">
                <a:pos x="1065673754" y="522436792"/>
              </a:cxn>
              <a:cxn ang="0">
                <a:pos x="605198646" y="522436792"/>
              </a:cxn>
              <a:cxn ang="0">
                <a:pos x="473633723" y="413593872"/>
              </a:cxn>
              <a:cxn ang="0">
                <a:pos x="473633723" y="21767165"/>
              </a:cxn>
              <a:cxn ang="0">
                <a:pos x="473633723" y="0"/>
              </a:cxn>
            </a:cxnLst>
            <a:rect l="0" t="0" r="0" b="0"/>
            <a:pathLst>
              <a:path w="83" h="104">
                <a:moveTo>
                  <a:pt x="41" y="4"/>
                </a:moveTo>
                <a:cubicBezTo>
                  <a:pt x="41" y="38"/>
                  <a:pt x="41" y="38"/>
                  <a:pt x="41" y="38"/>
                </a:cubicBezTo>
                <a:cubicBezTo>
                  <a:pt x="41" y="40"/>
                  <a:pt x="43" y="42"/>
                  <a:pt x="46" y="42"/>
                </a:cubicBezTo>
                <a:cubicBezTo>
                  <a:pt x="80" y="42"/>
                  <a:pt x="80" y="42"/>
                  <a:pt x="80" y="42"/>
                </a:cubicBezTo>
                <a:cubicBezTo>
                  <a:pt x="41" y="4"/>
                  <a:pt x="41" y="4"/>
                  <a:pt x="41" y="4"/>
                </a:cubicBezTo>
                <a:moveTo>
                  <a:pt x="36" y="83"/>
                </a:moveTo>
                <a:cubicBezTo>
                  <a:pt x="36" y="60"/>
                  <a:pt x="36" y="60"/>
                  <a:pt x="36" y="60"/>
                </a:cubicBezTo>
                <a:cubicBezTo>
                  <a:pt x="36" y="56"/>
                  <a:pt x="38" y="54"/>
                  <a:pt x="41" y="54"/>
                </a:cubicBezTo>
                <a:cubicBezTo>
                  <a:pt x="45" y="54"/>
                  <a:pt x="47" y="56"/>
                  <a:pt x="47" y="60"/>
                </a:cubicBezTo>
                <a:cubicBezTo>
                  <a:pt x="47" y="83"/>
                  <a:pt x="47" y="83"/>
                  <a:pt x="47" y="83"/>
                </a:cubicBezTo>
                <a:cubicBezTo>
                  <a:pt x="55" y="76"/>
                  <a:pt x="55" y="76"/>
                  <a:pt x="55" y="76"/>
                </a:cubicBezTo>
                <a:cubicBezTo>
                  <a:pt x="56" y="74"/>
                  <a:pt x="58" y="74"/>
                  <a:pt x="59" y="74"/>
                </a:cubicBezTo>
                <a:cubicBezTo>
                  <a:pt x="61" y="74"/>
                  <a:pt x="62" y="75"/>
                  <a:pt x="63" y="76"/>
                </a:cubicBezTo>
                <a:cubicBezTo>
                  <a:pt x="65" y="78"/>
                  <a:pt x="65" y="82"/>
                  <a:pt x="63" y="84"/>
                </a:cubicBezTo>
                <a:cubicBezTo>
                  <a:pt x="47" y="99"/>
                  <a:pt x="47" y="99"/>
                  <a:pt x="47" y="99"/>
                </a:cubicBezTo>
                <a:cubicBezTo>
                  <a:pt x="47" y="99"/>
                  <a:pt x="47" y="99"/>
                  <a:pt x="46" y="100"/>
                </a:cubicBezTo>
                <a:cubicBezTo>
                  <a:pt x="46" y="100"/>
                  <a:pt x="45" y="100"/>
                  <a:pt x="44" y="101"/>
                </a:cubicBezTo>
                <a:cubicBezTo>
                  <a:pt x="43" y="101"/>
                  <a:pt x="42" y="101"/>
                  <a:pt x="42" y="101"/>
                </a:cubicBezTo>
                <a:cubicBezTo>
                  <a:pt x="41" y="101"/>
                  <a:pt x="41" y="101"/>
                  <a:pt x="41" y="101"/>
                </a:cubicBezTo>
                <a:cubicBezTo>
                  <a:pt x="41" y="101"/>
                  <a:pt x="41" y="101"/>
                  <a:pt x="41" y="101"/>
                </a:cubicBezTo>
                <a:cubicBezTo>
                  <a:pt x="41" y="101"/>
                  <a:pt x="40" y="101"/>
                  <a:pt x="39" y="101"/>
                </a:cubicBezTo>
                <a:cubicBezTo>
                  <a:pt x="38" y="101"/>
                  <a:pt x="38" y="100"/>
                  <a:pt x="37" y="100"/>
                </a:cubicBezTo>
                <a:cubicBezTo>
                  <a:pt x="37" y="100"/>
                  <a:pt x="36" y="99"/>
                  <a:pt x="36" y="99"/>
                </a:cubicBezTo>
                <a:cubicBezTo>
                  <a:pt x="20" y="84"/>
                  <a:pt x="20" y="84"/>
                  <a:pt x="20" y="84"/>
                </a:cubicBezTo>
                <a:cubicBezTo>
                  <a:pt x="18" y="82"/>
                  <a:pt x="17" y="78"/>
                  <a:pt x="20" y="76"/>
                </a:cubicBezTo>
                <a:cubicBezTo>
                  <a:pt x="21" y="75"/>
                  <a:pt x="22" y="74"/>
                  <a:pt x="24" y="74"/>
                </a:cubicBezTo>
                <a:cubicBezTo>
                  <a:pt x="25" y="74"/>
                  <a:pt x="27" y="74"/>
                  <a:pt x="28" y="76"/>
                </a:cubicBezTo>
                <a:cubicBezTo>
                  <a:pt x="36" y="83"/>
                  <a:pt x="36" y="83"/>
                  <a:pt x="36" y="83"/>
                </a:cubicBezTo>
                <a:moveTo>
                  <a:pt x="36" y="0"/>
                </a:moveTo>
                <a:cubicBezTo>
                  <a:pt x="14" y="0"/>
                  <a:pt x="14" y="0"/>
                  <a:pt x="14" y="0"/>
                </a:cubicBezTo>
                <a:cubicBezTo>
                  <a:pt x="7" y="0"/>
                  <a:pt x="0" y="7"/>
                  <a:pt x="0" y="14"/>
                </a:cubicBezTo>
                <a:cubicBezTo>
                  <a:pt x="0" y="90"/>
                  <a:pt x="0" y="90"/>
                  <a:pt x="0" y="90"/>
                </a:cubicBezTo>
                <a:cubicBezTo>
                  <a:pt x="0" y="97"/>
                  <a:pt x="7" y="104"/>
                  <a:pt x="14" y="104"/>
                </a:cubicBezTo>
                <a:cubicBezTo>
                  <a:pt x="69" y="104"/>
                  <a:pt x="69" y="104"/>
                  <a:pt x="69" y="104"/>
                </a:cubicBezTo>
                <a:cubicBezTo>
                  <a:pt x="76" y="104"/>
                  <a:pt x="83" y="97"/>
                  <a:pt x="83" y="90"/>
                </a:cubicBezTo>
                <a:cubicBezTo>
                  <a:pt x="83" y="48"/>
                  <a:pt x="83" y="48"/>
                  <a:pt x="83" y="48"/>
                </a:cubicBezTo>
                <a:cubicBezTo>
                  <a:pt x="82" y="48"/>
                  <a:pt x="82" y="48"/>
                  <a:pt x="81" y="48"/>
                </a:cubicBezTo>
                <a:cubicBezTo>
                  <a:pt x="46" y="48"/>
                  <a:pt x="46" y="48"/>
                  <a:pt x="46" y="48"/>
                </a:cubicBezTo>
                <a:cubicBezTo>
                  <a:pt x="40" y="48"/>
                  <a:pt x="36" y="44"/>
                  <a:pt x="36" y="38"/>
                </a:cubicBezTo>
                <a:cubicBezTo>
                  <a:pt x="36" y="2"/>
                  <a:pt x="36" y="2"/>
                  <a:pt x="36" y="2"/>
                </a:cubicBezTo>
                <a:cubicBezTo>
                  <a:pt x="36" y="2"/>
                  <a:pt x="36" y="1"/>
                  <a:pt x="36" y="0"/>
                </a:cubicBezTo>
              </a:path>
            </a:pathLst>
          </a:custGeom>
          <a:solidFill>
            <a:srgbClr val="981620"/>
          </a:solidFill>
          <a:ln w="9525">
            <a:noFill/>
          </a:ln>
        </p:spPr>
        <p:txBody>
          <a:bodyPr/>
          <a:lstStyle/>
          <a:p>
            <a:endParaRPr lang="zh-CN" altLang="en-US">
              <a:solidFill>
                <a:srgbClr val="FCCC9B"/>
              </a:solidFill>
              <a:latin typeface="仓耳玄三M W05" panose="02020400000000000000" charset="-122"/>
              <a:ea typeface="仓耳玄三M W05" panose="02020400000000000000" charset="-122"/>
            </a:endParaRPr>
          </a:p>
        </p:txBody>
      </p:sp>
      <p:sp>
        <p:nvSpPr>
          <p:cNvPr id="32786" name="Freeform 47"/>
          <p:cNvSpPr>
            <a:spLocks noEditPoints="1"/>
          </p:cNvSpPr>
          <p:nvPr/>
        </p:nvSpPr>
        <p:spPr>
          <a:xfrm>
            <a:off x="7725410" y="3828415"/>
            <a:ext cx="373063" cy="371475"/>
          </a:xfrm>
          <a:custGeom>
            <a:avLst/>
            <a:gdLst/>
            <a:ahLst/>
            <a:cxnLst>
              <a:cxn ang="0">
                <a:pos x="195013046" y="1146671093"/>
              </a:cxn>
              <a:cxn ang="0">
                <a:pos x="341271839" y="1082966570"/>
              </a:cxn>
              <a:cxn ang="0">
                <a:pos x="950682157" y="998029500"/>
              </a:cxn>
              <a:cxn ang="0">
                <a:pos x="926307013" y="1146671093"/>
              </a:cxn>
              <a:cxn ang="0">
                <a:pos x="950682157" y="998029500"/>
              </a:cxn>
              <a:cxn ang="0">
                <a:pos x="524095331" y="615805802"/>
              </a:cxn>
              <a:cxn ang="0">
                <a:pos x="548470475" y="360987710"/>
              </a:cxn>
              <a:cxn ang="0">
                <a:pos x="572849584" y="339755162"/>
              </a:cxn>
              <a:cxn ang="0">
                <a:pos x="597224728" y="573337266"/>
              </a:cxn>
              <a:cxn ang="0">
                <a:pos x="999436410" y="594569814"/>
              </a:cxn>
              <a:cxn ang="0">
                <a:pos x="999436410" y="637038350"/>
              </a:cxn>
              <a:cxn ang="0">
                <a:pos x="572849584" y="668892331"/>
              </a:cxn>
              <a:cxn ang="0">
                <a:pos x="146258793" y="530865291"/>
              </a:cxn>
              <a:cxn ang="0">
                <a:pos x="414401236" y="233582104"/>
              </a:cxn>
              <a:cxn ang="0">
                <a:pos x="450965934" y="244200097"/>
              </a:cxn>
              <a:cxn ang="0">
                <a:pos x="182823491" y="509632743"/>
              </a:cxn>
              <a:cxn ang="0">
                <a:pos x="572849584" y="138023600"/>
              </a:cxn>
              <a:cxn ang="0">
                <a:pos x="572849584" y="1082966570"/>
              </a:cxn>
              <a:cxn ang="0">
                <a:pos x="572849584" y="138023600"/>
              </a:cxn>
              <a:cxn ang="0">
                <a:pos x="73129396" y="169877581"/>
              </a:cxn>
              <a:cxn ang="0">
                <a:pos x="134069238" y="53086529"/>
              </a:cxn>
              <a:cxn ang="0">
                <a:pos x="170633937" y="53086529"/>
              </a:cxn>
              <a:cxn ang="0">
                <a:pos x="109694095" y="159259587"/>
              </a:cxn>
              <a:cxn ang="0">
                <a:pos x="231577744" y="0"/>
              </a:cxn>
              <a:cxn ang="0">
                <a:pos x="60939842" y="265432645"/>
              </a:cxn>
              <a:cxn ang="0">
                <a:pos x="231577744" y="0"/>
              </a:cxn>
              <a:cxn ang="0">
                <a:pos x="816612918" y="95555064"/>
              </a:cxn>
              <a:cxn ang="0">
                <a:pos x="926307013" y="31850541"/>
              </a:cxn>
              <a:cxn ang="0">
                <a:pos x="950682157" y="53086529"/>
              </a:cxn>
              <a:cxn ang="0">
                <a:pos x="840988062" y="95555064"/>
              </a:cxn>
              <a:cxn ang="0">
                <a:pos x="828802472" y="95555064"/>
              </a:cxn>
              <a:cxn ang="0">
                <a:pos x="755673076" y="84937070"/>
              </a:cxn>
              <a:cxn ang="0">
                <a:pos x="1023811553" y="31850541"/>
              </a:cxn>
            </a:cxnLst>
            <a:rect l="0" t="0" r="0" b="0"/>
            <a:pathLst>
              <a:path w="94" h="108">
                <a:moveTo>
                  <a:pt x="16" y="94"/>
                </a:moveTo>
                <a:cubicBezTo>
                  <a:pt x="13" y="100"/>
                  <a:pt x="13" y="106"/>
                  <a:pt x="16" y="108"/>
                </a:cubicBezTo>
                <a:cubicBezTo>
                  <a:pt x="17" y="108"/>
                  <a:pt x="18" y="108"/>
                  <a:pt x="19" y="108"/>
                </a:cubicBezTo>
                <a:cubicBezTo>
                  <a:pt x="22" y="108"/>
                  <a:pt x="26" y="106"/>
                  <a:pt x="28" y="102"/>
                </a:cubicBezTo>
                <a:cubicBezTo>
                  <a:pt x="16" y="94"/>
                  <a:pt x="16" y="94"/>
                  <a:pt x="16" y="94"/>
                </a:cubicBezTo>
                <a:moveTo>
                  <a:pt x="78" y="94"/>
                </a:moveTo>
                <a:cubicBezTo>
                  <a:pt x="66" y="102"/>
                  <a:pt x="66" y="102"/>
                  <a:pt x="66" y="102"/>
                </a:cubicBezTo>
                <a:cubicBezTo>
                  <a:pt x="69" y="106"/>
                  <a:pt x="73" y="108"/>
                  <a:pt x="76" y="108"/>
                </a:cubicBezTo>
                <a:cubicBezTo>
                  <a:pt x="77" y="108"/>
                  <a:pt x="78" y="108"/>
                  <a:pt x="78" y="108"/>
                </a:cubicBezTo>
                <a:cubicBezTo>
                  <a:pt x="82" y="106"/>
                  <a:pt x="82" y="100"/>
                  <a:pt x="78" y="94"/>
                </a:cubicBezTo>
                <a:moveTo>
                  <a:pt x="47" y="63"/>
                </a:moveTo>
                <a:cubicBezTo>
                  <a:pt x="45" y="63"/>
                  <a:pt x="43" y="61"/>
                  <a:pt x="43" y="58"/>
                </a:cubicBezTo>
                <a:cubicBezTo>
                  <a:pt x="43" y="57"/>
                  <a:pt x="44" y="55"/>
                  <a:pt x="45" y="54"/>
                </a:cubicBezTo>
                <a:cubicBezTo>
                  <a:pt x="45" y="34"/>
                  <a:pt x="45" y="34"/>
                  <a:pt x="45" y="34"/>
                </a:cubicBezTo>
                <a:cubicBezTo>
                  <a:pt x="45" y="33"/>
                  <a:pt x="46" y="32"/>
                  <a:pt x="47" y="32"/>
                </a:cubicBezTo>
                <a:cubicBezTo>
                  <a:pt x="47" y="32"/>
                  <a:pt x="47" y="32"/>
                  <a:pt x="47" y="32"/>
                </a:cubicBezTo>
                <a:cubicBezTo>
                  <a:pt x="48" y="32"/>
                  <a:pt x="49" y="33"/>
                  <a:pt x="49" y="34"/>
                </a:cubicBezTo>
                <a:cubicBezTo>
                  <a:pt x="49" y="54"/>
                  <a:pt x="49" y="54"/>
                  <a:pt x="49" y="54"/>
                </a:cubicBezTo>
                <a:cubicBezTo>
                  <a:pt x="50" y="54"/>
                  <a:pt x="51" y="55"/>
                  <a:pt x="51" y="56"/>
                </a:cubicBezTo>
                <a:cubicBezTo>
                  <a:pt x="82" y="56"/>
                  <a:pt x="82" y="56"/>
                  <a:pt x="82" y="56"/>
                </a:cubicBezTo>
                <a:cubicBezTo>
                  <a:pt x="83" y="56"/>
                  <a:pt x="84" y="57"/>
                  <a:pt x="84" y="58"/>
                </a:cubicBezTo>
                <a:cubicBezTo>
                  <a:pt x="84" y="59"/>
                  <a:pt x="83" y="60"/>
                  <a:pt x="82" y="60"/>
                </a:cubicBezTo>
                <a:cubicBezTo>
                  <a:pt x="51" y="60"/>
                  <a:pt x="51" y="60"/>
                  <a:pt x="51" y="60"/>
                </a:cubicBezTo>
                <a:cubicBezTo>
                  <a:pt x="50" y="62"/>
                  <a:pt x="49" y="63"/>
                  <a:pt x="47" y="63"/>
                </a:cubicBezTo>
                <a:moveTo>
                  <a:pt x="13" y="50"/>
                </a:moveTo>
                <a:cubicBezTo>
                  <a:pt x="12" y="50"/>
                  <a:pt x="12" y="50"/>
                  <a:pt x="12" y="50"/>
                </a:cubicBezTo>
                <a:cubicBezTo>
                  <a:pt x="11" y="49"/>
                  <a:pt x="10" y="48"/>
                  <a:pt x="11" y="47"/>
                </a:cubicBezTo>
                <a:cubicBezTo>
                  <a:pt x="15" y="36"/>
                  <a:pt x="23" y="26"/>
                  <a:pt x="34" y="22"/>
                </a:cubicBezTo>
                <a:cubicBezTo>
                  <a:pt x="35" y="22"/>
                  <a:pt x="35" y="22"/>
                  <a:pt x="35" y="22"/>
                </a:cubicBezTo>
                <a:cubicBezTo>
                  <a:pt x="36" y="22"/>
                  <a:pt x="37" y="22"/>
                  <a:pt x="37" y="23"/>
                </a:cubicBezTo>
                <a:cubicBezTo>
                  <a:pt x="38" y="24"/>
                  <a:pt x="37" y="25"/>
                  <a:pt x="36" y="26"/>
                </a:cubicBezTo>
                <a:cubicBezTo>
                  <a:pt x="26" y="30"/>
                  <a:pt x="18" y="38"/>
                  <a:pt x="15" y="48"/>
                </a:cubicBezTo>
                <a:cubicBezTo>
                  <a:pt x="14" y="49"/>
                  <a:pt x="14" y="50"/>
                  <a:pt x="13" y="50"/>
                </a:cubicBezTo>
                <a:moveTo>
                  <a:pt x="47" y="13"/>
                </a:moveTo>
                <a:cubicBezTo>
                  <a:pt x="23" y="13"/>
                  <a:pt x="3" y="33"/>
                  <a:pt x="3" y="58"/>
                </a:cubicBezTo>
                <a:cubicBezTo>
                  <a:pt x="3" y="82"/>
                  <a:pt x="23" y="102"/>
                  <a:pt x="47" y="102"/>
                </a:cubicBezTo>
                <a:cubicBezTo>
                  <a:pt x="72" y="102"/>
                  <a:pt x="92" y="82"/>
                  <a:pt x="92" y="58"/>
                </a:cubicBezTo>
                <a:cubicBezTo>
                  <a:pt x="92" y="33"/>
                  <a:pt x="72" y="13"/>
                  <a:pt x="47" y="13"/>
                </a:cubicBezTo>
                <a:moveTo>
                  <a:pt x="7" y="16"/>
                </a:moveTo>
                <a:cubicBezTo>
                  <a:pt x="6" y="16"/>
                  <a:pt x="6" y="16"/>
                  <a:pt x="6" y="16"/>
                </a:cubicBezTo>
                <a:cubicBezTo>
                  <a:pt x="5" y="16"/>
                  <a:pt x="5" y="15"/>
                  <a:pt x="5" y="14"/>
                </a:cubicBezTo>
                <a:cubicBezTo>
                  <a:pt x="6" y="10"/>
                  <a:pt x="8" y="7"/>
                  <a:pt x="11" y="5"/>
                </a:cubicBezTo>
                <a:cubicBezTo>
                  <a:pt x="12" y="4"/>
                  <a:pt x="12" y="4"/>
                  <a:pt x="12" y="4"/>
                </a:cubicBezTo>
                <a:cubicBezTo>
                  <a:pt x="13" y="4"/>
                  <a:pt x="14" y="5"/>
                  <a:pt x="14" y="5"/>
                </a:cubicBezTo>
                <a:cubicBezTo>
                  <a:pt x="15" y="6"/>
                  <a:pt x="14" y="8"/>
                  <a:pt x="13" y="8"/>
                </a:cubicBezTo>
                <a:cubicBezTo>
                  <a:pt x="11" y="10"/>
                  <a:pt x="9" y="12"/>
                  <a:pt x="9" y="15"/>
                </a:cubicBezTo>
                <a:cubicBezTo>
                  <a:pt x="9" y="16"/>
                  <a:pt x="8" y="16"/>
                  <a:pt x="7" y="16"/>
                </a:cubicBezTo>
                <a:moveTo>
                  <a:pt x="19" y="0"/>
                </a:moveTo>
                <a:cubicBezTo>
                  <a:pt x="16" y="0"/>
                  <a:pt x="13" y="1"/>
                  <a:pt x="10" y="3"/>
                </a:cubicBezTo>
                <a:cubicBezTo>
                  <a:pt x="3" y="8"/>
                  <a:pt x="0" y="18"/>
                  <a:pt x="5" y="25"/>
                </a:cubicBezTo>
                <a:cubicBezTo>
                  <a:pt x="33" y="8"/>
                  <a:pt x="33" y="8"/>
                  <a:pt x="33" y="8"/>
                </a:cubicBezTo>
                <a:cubicBezTo>
                  <a:pt x="30" y="3"/>
                  <a:pt x="24" y="0"/>
                  <a:pt x="19" y="0"/>
                </a:cubicBezTo>
                <a:moveTo>
                  <a:pt x="68" y="9"/>
                </a:moveTo>
                <a:cubicBezTo>
                  <a:pt x="68" y="9"/>
                  <a:pt x="67" y="9"/>
                  <a:pt x="67" y="9"/>
                </a:cubicBezTo>
                <a:cubicBezTo>
                  <a:pt x="66" y="8"/>
                  <a:pt x="66" y="6"/>
                  <a:pt x="67" y="6"/>
                </a:cubicBezTo>
                <a:cubicBezTo>
                  <a:pt x="69" y="4"/>
                  <a:pt x="72" y="3"/>
                  <a:pt x="76" y="3"/>
                </a:cubicBezTo>
                <a:cubicBezTo>
                  <a:pt x="76" y="3"/>
                  <a:pt x="76" y="3"/>
                  <a:pt x="76" y="3"/>
                </a:cubicBezTo>
                <a:cubicBezTo>
                  <a:pt x="77" y="3"/>
                  <a:pt x="78" y="4"/>
                  <a:pt x="78" y="5"/>
                </a:cubicBezTo>
                <a:cubicBezTo>
                  <a:pt x="78" y="6"/>
                  <a:pt x="77" y="7"/>
                  <a:pt x="76" y="7"/>
                </a:cubicBezTo>
                <a:cubicBezTo>
                  <a:pt x="73" y="7"/>
                  <a:pt x="71" y="8"/>
                  <a:pt x="69" y="9"/>
                </a:cubicBezTo>
                <a:cubicBezTo>
                  <a:pt x="69" y="9"/>
                  <a:pt x="69" y="9"/>
                  <a:pt x="69" y="9"/>
                </a:cubicBezTo>
                <a:cubicBezTo>
                  <a:pt x="69" y="9"/>
                  <a:pt x="69" y="9"/>
                  <a:pt x="68" y="9"/>
                </a:cubicBezTo>
                <a:moveTo>
                  <a:pt x="76" y="0"/>
                </a:moveTo>
                <a:cubicBezTo>
                  <a:pt x="70" y="0"/>
                  <a:pt x="65" y="3"/>
                  <a:pt x="62" y="8"/>
                </a:cubicBezTo>
                <a:cubicBezTo>
                  <a:pt x="90" y="25"/>
                  <a:pt x="90" y="25"/>
                  <a:pt x="90" y="25"/>
                </a:cubicBezTo>
                <a:cubicBezTo>
                  <a:pt x="94" y="18"/>
                  <a:pt x="92" y="8"/>
                  <a:pt x="84" y="3"/>
                </a:cubicBezTo>
                <a:cubicBezTo>
                  <a:pt x="82" y="1"/>
                  <a:pt x="79" y="0"/>
                  <a:pt x="76" y="0"/>
                </a:cubicBezTo>
              </a:path>
            </a:pathLst>
          </a:custGeom>
          <a:solidFill>
            <a:srgbClr val="981620"/>
          </a:solidFill>
          <a:ln w="9525">
            <a:noFill/>
          </a:ln>
        </p:spPr>
        <p:txBody>
          <a:bodyPr/>
          <a:lstStyle/>
          <a:p>
            <a:endParaRPr lang="zh-CN" altLang="en-US">
              <a:solidFill>
                <a:srgbClr val="FCCC9B"/>
              </a:solidFill>
              <a:latin typeface="仓耳玄三M W05" panose="02020400000000000000" charset="-122"/>
              <a:ea typeface="仓耳玄三M W05" panose="02020400000000000000" charset="-122"/>
            </a:endParaRPr>
          </a:p>
        </p:txBody>
      </p:sp>
      <p:grpSp>
        <p:nvGrpSpPr>
          <p:cNvPr id="4" name="组合 3"/>
          <p:cNvGrpSpPr/>
          <p:nvPr/>
        </p:nvGrpSpPr>
        <p:grpSpPr>
          <a:xfrm>
            <a:off x="4282440" y="3205480"/>
            <a:ext cx="571500" cy="571500"/>
            <a:chOff x="7168" y="4628"/>
            <a:chExt cx="900" cy="900"/>
          </a:xfrm>
        </p:grpSpPr>
        <p:sp>
          <p:nvSpPr>
            <p:cNvPr id="32774" name="Rectangle 30"/>
            <p:cNvSpPr/>
            <p:nvPr/>
          </p:nvSpPr>
          <p:spPr>
            <a:xfrm>
              <a:off x="7168" y="4628"/>
              <a:ext cx="900" cy="900"/>
            </a:xfrm>
            <a:prstGeom prst="rect">
              <a:avLst/>
            </a:prstGeom>
            <a:solidFill>
              <a:srgbClr val="981620"/>
            </a:solidFill>
            <a:ln w="12700">
              <a:noFill/>
            </a:ln>
          </p:spPr>
          <p:txBody>
            <a:bodyPr anchor="ctr"/>
            <a:lstStyle/>
            <a:p>
              <a:pPr lvl="0" indent="0" algn="ctr">
                <a:buFont typeface="Arial" panose="020B0604020202020204" pitchFamily="34" charset="0"/>
                <a:buNone/>
              </a:pPr>
              <a:endParaRPr lang="en-US" altLang="zh-CN" dirty="0">
                <a:solidFill>
                  <a:srgbClr val="FCCC9B"/>
                </a:solidFill>
                <a:latin typeface="仓耳玄三M W05" panose="02020400000000000000" charset="-122"/>
                <a:ea typeface="仓耳玄三M W05" panose="02020400000000000000" charset="-122"/>
                <a:sym typeface="FontAwesome" pitchFamily="2" charset="0"/>
              </a:endParaRPr>
            </a:p>
          </p:txBody>
        </p:sp>
        <p:sp>
          <p:nvSpPr>
            <p:cNvPr id="32787" name="Freeform 54"/>
            <p:cNvSpPr>
              <a:spLocks noEditPoints="1"/>
            </p:cNvSpPr>
            <p:nvPr/>
          </p:nvSpPr>
          <p:spPr>
            <a:xfrm>
              <a:off x="7464" y="4925"/>
              <a:ext cx="307" cy="305"/>
            </a:xfrm>
            <a:custGeom>
              <a:avLst/>
              <a:gdLst/>
              <a:ahLst/>
              <a:cxnLst>
                <a:cxn ang="0">
                  <a:pos x="306256359" y="526669821"/>
                </a:cxn>
                <a:cxn ang="0">
                  <a:pos x="213666905" y="505317280"/>
                </a:cxn>
                <a:cxn ang="0">
                  <a:pos x="455824117" y="128108313"/>
                </a:cxn>
                <a:cxn ang="0">
                  <a:pos x="527046419" y="298921708"/>
                </a:cxn>
                <a:cxn ang="0">
                  <a:pos x="306256359" y="526669821"/>
                </a:cxn>
                <a:cxn ang="0">
                  <a:pos x="149567758" y="462614509"/>
                </a:cxn>
                <a:cxn ang="0">
                  <a:pos x="78345456" y="298921708"/>
                </a:cxn>
                <a:cxn ang="0">
                  <a:pos x="306256359" y="71171285"/>
                </a:cxn>
                <a:cxn ang="0">
                  <a:pos x="391724970" y="92523826"/>
                </a:cxn>
                <a:cxn ang="0">
                  <a:pos x="149567758" y="462614509"/>
                </a:cxn>
                <a:cxn ang="0">
                  <a:pos x="306256359" y="0"/>
                </a:cxn>
                <a:cxn ang="0">
                  <a:pos x="0" y="298921708"/>
                </a:cxn>
                <a:cxn ang="0">
                  <a:pos x="306256359" y="597841106"/>
                </a:cxn>
                <a:cxn ang="0">
                  <a:pos x="605391876" y="298921708"/>
                </a:cxn>
                <a:cxn ang="0">
                  <a:pos x="306256359" y="0"/>
                </a:cxn>
              </a:cxnLst>
              <a:rect l="0" t="0" r="0" b="0"/>
              <a:pathLst>
                <a:path w="85" h="84">
                  <a:moveTo>
                    <a:pt x="43" y="74"/>
                  </a:moveTo>
                  <a:cubicBezTo>
                    <a:pt x="38" y="74"/>
                    <a:pt x="34" y="73"/>
                    <a:pt x="30" y="71"/>
                  </a:cubicBezTo>
                  <a:cubicBezTo>
                    <a:pt x="64" y="18"/>
                    <a:pt x="64" y="18"/>
                    <a:pt x="64" y="18"/>
                  </a:cubicBezTo>
                  <a:cubicBezTo>
                    <a:pt x="70" y="24"/>
                    <a:pt x="74" y="32"/>
                    <a:pt x="74" y="42"/>
                  </a:cubicBezTo>
                  <a:cubicBezTo>
                    <a:pt x="74" y="60"/>
                    <a:pt x="60" y="74"/>
                    <a:pt x="43" y="74"/>
                  </a:cubicBezTo>
                  <a:moveTo>
                    <a:pt x="21" y="65"/>
                  </a:moveTo>
                  <a:cubicBezTo>
                    <a:pt x="15" y="59"/>
                    <a:pt x="11" y="51"/>
                    <a:pt x="11" y="42"/>
                  </a:cubicBezTo>
                  <a:cubicBezTo>
                    <a:pt x="11" y="24"/>
                    <a:pt x="25" y="10"/>
                    <a:pt x="43" y="10"/>
                  </a:cubicBezTo>
                  <a:cubicBezTo>
                    <a:pt x="47" y="10"/>
                    <a:pt x="51" y="11"/>
                    <a:pt x="55" y="13"/>
                  </a:cubicBezTo>
                  <a:cubicBezTo>
                    <a:pt x="21" y="65"/>
                    <a:pt x="21" y="65"/>
                    <a:pt x="21" y="65"/>
                  </a:cubicBezTo>
                  <a:moveTo>
                    <a:pt x="43" y="0"/>
                  </a:moveTo>
                  <a:cubicBezTo>
                    <a:pt x="19" y="0"/>
                    <a:pt x="0" y="19"/>
                    <a:pt x="0" y="42"/>
                  </a:cubicBezTo>
                  <a:cubicBezTo>
                    <a:pt x="0" y="65"/>
                    <a:pt x="19" y="84"/>
                    <a:pt x="43" y="84"/>
                  </a:cubicBezTo>
                  <a:cubicBezTo>
                    <a:pt x="66" y="84"/>
                    <a:pt x="85" y="65"/>
                    <a:pt x="85" y="42"/>
                  </a:cubicBezTo>
                  <a:cubicBezTo>
                    <a:pt x="85" y="19"/>
                    <a:pt x="66" y="0"/>
                    <a:pt x="43" y="0"/>
                  </a:cubicBezTo>
                </a:path>
              </a:pathLst>
            </a:custGeom>
            <a:solidFill>
              <a:schemeClr val="bg1"/>
            </a:solidFill>
            <a:ln w="9525">
              <a:noFill/>
            </a:ln>
          </p:spPr>
          <p:txBody>
            <a:bodyPr/>
            <a:lstStyle/>
            <a:p>
              <a:endParaRPr lang="zh-CN" altLang="en-US">
                <a:solidFill>
                  <a:srgbClr val="FCCC9B"/>
                </a:solidFill>
                <a:latin typeface="仓耳玄三M W05" panose="02020400000000000000" charset="-122"/>
                <a:ea typeface="仓耳玄三M W05" panose="02020400000000000000" charset="-122"/>
              </a:endParaRPr>
            </a:p>
          </p:txBody>
        </p:sp>
      </p:grpSp>
      <p:grpSp>
        <p:nvGrpSpPr>
          <p:cNvPr id="7" name="组合 6"/>
          <p:cNvGrpSpPr/>
          <p:nvPr/>
        </p:nvGrpSpPr>
        <p:grpSpPr>
          <a:xfrm>
            <a:off x="4282440" y="3835400"/>
            <a:ext cx="571500" cy="571500"/>
            <a:chOff x="7168" y="5620"/>
            <a:chExt cx="900" cy="900"/>
          </a:xfrm>
        </p:grpSpPr>
        <p:sp>
          <p:nvSpPr>
            <p:cNvPr id="32775" name="Rectangle 31"/>
            <p:cNvSpPr/>
            <p:nvPr/>
          </p:nvSpPr>
          <p:spPr>
            <a:xfrm>
              <a:off x="7168" y="5620"/>
              <a:ext cx="900" cy="900"/>
            </a:xfrm>
            <a:prstGeom prst="rect">
              <a:avLst/>
            </a:prstGeom>
            <a:solidFill>
              <a:srgbClr val="981620"/>
            </a:solidFill>
            <a:ln w="12700">
              <a:noFill/>
            </a:ln>
          </p:spPr>
          <p:txBody>
            <a:bodyPr anchor="ctr"/>
            <a:lstStyle/>
            <a:p>
              <a:pPr lvl="0" indent="0" algn="ctr">
                <a:buFont typeface="Arial" panose="020B0604020202020204" pitchFamily="34" charset="0"/>
                <a:buNone/>
              </a:pPr>
              <a:endParaRPr lang="en-US" altLang="zh-CN" dirty="0">
                <a:solidFill>
                  <a:srgbClr val="FCCC9B"/>
                </a:solidFill>
                <a:latin typeface="仓耳玄三M W05" panose="02020400000000000000" charset="-122"/>
                <a:ea typeface="仓耳玄三M W05" panose="02020400000000000000" charset="-122"/>
                <a:sym typeface="FontAwesome" pitchFamily="2" charset="0"/>
              </a:endParaRPr>
            </a:p>
          </p:txBody>
        </p:sp>
        <p:sp>
          <p:nvSpPr>
            <p:cNvPr id="56" name="Freeform 48"/>
            <p:cNvSpPr>
              <a:spLocks noEditPoints="1"/>
            </p:cNvSpPr>
            <p:nvPr/>
          </p:nvSpPr>
          <p:spPr bwMode="auto">
            <a:xfrm>
              <a:off x="7444" y="5883"/>
              <a:ext cx="349" cy="375"/>
            </a:xfrm>
            <a:custGeom>
              <a:avLst/>
              <a:gdLst>
                <a:gd name="T0" fmla="*/ 159941 w 96"/>
                <a:gd name="T1" fmla="*/ 200364 h 103"/>
                <a:gd name="T2" fmla="*/ 144562 w 96"/>
                <a:gd name="T3" fmla="*/ 184951 h 103"/>
                <a:gd name="T4" fmla="*/ 150713 w 96"/>
                <a:gd name="T5" fmla="*/ 175704 h 103"/>
                <a:gd name="T6" fmla="*/ 150713 w 96"/>
                <a:gd name="T7" fmla="*/ 114053 h 103"/>
                <a:gd name="T8" fmla="*/ 156865 w 96"/>
                <a:gd name="T9" fmla="*/ 104806 h 103"/>
                <a:gd name="T10" fmla="*/ 156865 w 96"/>
                <a:gd name="T11" fmla="*/ 104806 h 103"/>
                <a:gd name="T12" fmla="*/ 163016 w 96"/>
                <a:gd name="T13" fmla="*/ 114053 h 103"/>
                <a:gd name="T14" fmla="*/ 163016 w 96"/>
                <a:gd name="T15" fmla="*/ 172621 h 103"/>
                <a:gd name="T16" fmla="*/ 172244 w 96"/>
                <a:gd name="T17" fmla="*/ 178786 h 103"/>
                <a:gd name="T18" fmla="*/ 264517 w 96"/>
                <a:gd name="T19" fmla="*/ 178786 h 103"/>
                <a:gd name="T20" fmla="*/ 270669 w 96"/>
                <a:gd name="T21" fmla="*/ 184951 h 103"/>
                <a:gd name="T22" fmla="*/ 264517 w 96"/>
                <a:gd name="T23" fmla="*/ 194199 h 103"/>
                <a:gd name="T24" fmla="*/ 172244 w 96"/>
                <a:gd name="T25" fmla="*/ 194199 h 103"/>
                <a:gd name="T26" fmla="*/ 159941 w 96"/>
                <a:gd name="T27" fmla="*/ 200364 h 103"/>
                <a:gd name="T28" fmla="*/ 55364 w 96"/>
                <a:gd name="T29" fmla="*/ 160291 h 103"/>
                <a:gd name="T30" fmla="*/ 52288 w 96"/>
                <a:gd name="T31" fmla="*/ 160291 h 103"/>
                <a:gd name="T32" fmla="*/ 49213 w 96"/>
                <a:gd name="T33" fmla="*/ 151044 h 103"/>
                <a:gd name="T34" fmla="*/ 123031 w 96"/>
                <a:gd name="T35" fmla="*/ 73981 h 103"/>
                <a:gd name="T36" fmla="*/ 123031 w 96"/>
                <a:gd name="T37" fmla="*/ 73981 h 103"/>
                <a:gd name="T38" fmla="*/ 129183 w 96"/>
                <a:gd name="T39" fmla="*/ 77063 h 103"/>
                <a:gd name="T40" fmla="*/ 126107 w 96"/>
                <a:gd name="T41" fmla="*/ 86311 h 103"/>
                <a:gd name="T42" fmla="*/ 61516 w 96"/>
                <a:gd name="T43" fmla="*/ 154126 h 103"/>
                <a:gd name="T44" fmla="*/ 61516 w 96"/>
                <a:gd name="T45" fmla="*/ 154126 h 103"/>
                <a:gd name="T46" fmla="*/ 55364 w 96"/>
                <a:gd name="T47" fmla="*/ 160291 h 103"/>
                <a:gd name="T48" fmla="*/ 193774 w 96"/>
                <a:gd name="T49" fmla="*/ 0 h 103"/>
                <a:gd name="T50" fmla="*/ 123031 w 96"/>
                <a:gd name="T51" fmla="*/ 0 h 103"/>
                <a:gd name="T52" fmla="*/ 107652 w 96"/>
                <a:gd name="T53" fmla="*/ 15413 h 103"/>
                <a:gd name="T54" fmla="*/ 123031 w 96"/>
                <a:gd name="T55" fmla="*/ 30825 h 103"/>
                <a:gd name="T56" fmla="*/ 144562 w 96"/>
                <a:gd name="T57" fmla="*/ 30825 h 103"/>
                <a:gd name="T58" fmla="*/ 144562 w 96"/>
                <a:gd name="T59" fmla="*/ 30825 h 103"/>
                <a:gd name="T60" fmla="*/ 144562 w 96"/>
                <a:gd name="T61" fmla="*/ 43155 h 103"/>
                <a:gd name="T62" fmla="*/ 61516 w 96"/>
                <a:gd name="T63" fmla="*/ 83228 h 103"/>
                <a:gd name="T64" fmla="*/ 61516 w 96"/>
                <a:gd name="T65" fmla="*/ 83228 h 103"/>
                <a:gd name="T66" fmla="*/ 46137 w 96"/>
                <a:gd name="T67" fmla="*/ 67816 h 103"/>
                <a:gd name="T68" fmla="*/ 52288 w 96"/>
                <a:gd name="T69" fmla="*/ 61650 h 103"/>
                <a:gd name="T70" fmla="*/ 49213 w 96"/>
                <a:gd name="T71" fmla="*/ 46238 h 103"/>
                <a:gd name="T72" fmla="*/ 36909 w 96"/>
                <a:gd name="T73" fmla="*/ 43155 h 103"/>
                <a:gd name="T74" fmla="*/ 33834 w 96"/>
                <a:gd name="T75" fmla="*/ 46238 h 103"/>
                <a:gd name="T76" fmla="*/ 3076 w 96"/>
                <a:gd name="T77" fmla="*/ 73981 h 103"/>
                <a:gd name="T78" fmla="*/ 6152 w 96"/>
                <a:gd name="T79" fmla="*/ 89393 h 103"/>
                <a:gd name="T80" fmla="*/ 18455 w 96"/>
                <a:gd name="T81" fmla="*/ 95558 h 103"/>
                <a:gd name="T82" fmla="*/ 21530 w 96"/>
                <a:gd name="T83" fmla="*/ 92476 h 103"/>
                <a:gd name="T84" fmla="*/ 27682 w 96"/>
                <a:gd name="T85" fmla="*/ 86311 h 103"/>
                <a:gd name="T86" fmla="*/ 43061 w 96"/>
                <a:gd name="T87" fmla="*/ 101723 h 103"/>
                <a:gd name="T88" fmla="*/ 46137 w 96"/>
                <a:gd name="T89" fmla="*/ 104806 h 103"/>
                <a:gd name="T90" fmla="*/ 21530 w 96"/>
                <a:gd name="T91" fmla="*/ 181869 h 103"/>
                <a:gd name="T92" fmla="*/ 159941 w 96"/>
                <a:gd name="T93" fmla="*/ 317500 h 103"/>
                <a:gd name="T94" fmla="*/ 295275 w 96"/>
                <a:gd name="T95" fmla="*/ 181869 h 103"/>
                <a:gd name="T96" fmla="*/ 172244 w 96"/>
                <a:gd name="T97" fmla="*/ 43155 h 103"/>
                <a:gd name="T98" fmla="*/ 172244 w 96"/>
                <a:gd name="T99" fmla="*/ 30825 h 103"/>
                <a:gd name="T100" fmla="*/ 172244 w 96"/>
                <a:gd name="T101" fmla="*/ 30825 h 103"/>
                <a:gd name="T102" fmla="*/ 193774 w 96"/>
                <a:gd name="T103" fmla="*/ 30825 h 103"/>
                <a:gd name="T104" fmla="*/ 209153 w 96"/>
                <a:gd name="T105" fmla="*/ 15413 h 103"/>
                <a:gd name="T106" fmla="*/ 193774 w 96"/>
                <a:gd name="T107" fmla="*/ 0 h 10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6" h="103">
                  <a:moveTo>
                    <a:pt x="52" y="65"/>
                  </a:moveTo>
                  <a:cubicBezTo>
                    <a:pt x="49" y="65"/>
                    <a:pt x="47" y="63"/>
                    <a:pt x="47" y="60"/>
                  </a:cubicBezTo>
                  <a:cubicBezTo>
                    <a:pt x="47" y="59"/>
                    <a:pt x="48" y="57"/>
                    <a:pt x="49" y="57"/>
                  </a:cubicBezTo>
                  <a:cubicBezTo>
                    <a:pt x="49" y="37"/>
                    <a:pt x="49" y="37"/>
                    <a:pt x="49" y="37"/>
                  </a:cubicBezTo>
                  <a:cubicBezTo>
                    <a:pt x="49" y="35"/>
                    <a:pt x="50" y="34"/>
                    <a:pt x="51" y="34"/>
                  </a:cubicBezTo>
                  <a:cubicBezTo>
                    <a:pt x="51" y="34"/>
                    <a:pt x="51" y="34"/>
                    <a:pt x="51" y="34"/>
                  </a:cubicBezTo>
                  <a:cubicBezTo>
                    <a:pt x="52" y="34"/>
                    <a:pt x="53" y="35"/>
                    <a:pt x="53" y="37"/>
                  </a:cubicBezTo>
                  <a:cubicBezTo>
                    <a:pt x="53" y="56"/>
                    <a:pt x="53" y="56"/>
                    <a:pt x="53" y="56"/>
                  </a:cubicBezTo>
                  <a:cubicBezTo>
                    <a:pt x="54" y="57"/>
                    <a:pt x="55" y="57"/>
                    <a:pt x="56" y="58"/>
                  </a:cubicBezTo>
                  <a:cubicBezTo>
                    <a:pt x="86" y="58"/>
                    <a:pt x="86" y="58"/>
                    <a:pt x="86" y="58"/>
                  </a:cubicBezTo>
                  <a:cubicBezTo>
                    <a:pt x="87" y="58"/>
                    <a:pt x="88" y="59"/>
                    <a:pt x="88" y="60"/>
                  </a:cubicBezTo>
                  <a:cubicBezTo>
                    <a:pt x="88" y="62"/>
                    <a:pt x="87" y="63"/>
                    <a:pt x="86" y="63"/>
                  </a:cubicBezTo>
                  <a:cubicBezTo>
                    <a:pt x="56" y="63"/>
                    <a:pt x="56" y="63"/>
                    <a:pt x="56" y="63"/>
                  </a:cubicBezTo>
                  <a:cubicBezTo>
                    <a:pt x="55" y="64"/>
                    <a:pt x="53" y="65"/>
                    <a:pt x="52" y="65"/>
                  </a:cubicBezTo>
                  <a:moveTo>
                    <a:pt x="18" y="52"/>
                  </a:moveTo>
                  <a:cubicBezTo>
                    <a:pt x="17" y="52"/>
                    <a:pt x="17" y="52"/>
                    <a:pt x="17" y="52"/>
                  </a:cubicBezTo>
                  <a:cubicBezTo>
                    <a:pt x="16" y="51"/>
                    <a:pt x="15" y="50"/>
                    <a:pt x="16" y="49"/>
                  </a:cubicBezTo>
                  <a:cubicBezTo>
                    <a:pt x="20" y="38"/>
                    <a:pt x="28" y="28"/>
                    <a:pt x="40" y="24"/>
                  </a:cubicBezTo>
                  <a:cubicBezTo>
                    <a:pt x="40" y="24"/>
                    <a:pt x="40" y="24"/>
                    <a:pt x="40" y="24"/>
                  </a:cubicBezTo>
                  <a:cubicBezTo>
                    <a:pt x="41" y="24"/>
                    <a:pt x="42" y="25"/>
                    <a:pt x="42" y="25"/>
                  </a:cubicBezTo>
                  <a:cubicBezTo>
                    <a:pt x="43" y="26"/>
                    <a:pt x="42" y="28"/>
                    <a:pt x="41" y="28"/>
                  </a:cubicBezTo>
                  <a:cubicBezTo>
                    <a:pt x="31" y="32"/>
                    <a:pt x="23" y="40"/>
                    <a:pt x="20" y="50"/>
                  </a:cubicBezTo>
                  <a:cubicBezTo>
                    <a:pt x="20" y="50"/>
                    <a:pt x="20" y="50"/>
                    <a:pt x="20" y="50"/>
                  </a:cubicBezTo>
                  <a:cubicBezTo>
                    <a:pt x="19" y="51"/>
                    <a:pt x="19" y="52"/>
                    <a:pt x="18" y="52"/>
                  </a:cubicBezTo>
                  <a:moveTo>
                    <a:pt x="63" y="0"/>
                  </a:moveTo>
                  <a:cubicBezTo>
                    <a:pt x="40" y="0"/>
                    <a:pt x="40" y="0"/>
                    <a:pt x="40" y="0"/>
                  </a:cubicBezTo>
                  <a:cubicBezTo>
                    <a:pt x="38" y="0"/>
                    <a:pt x="35" y="2"/>
                    <a:pt x="35" y="5"/>
                  </a:cubicBezTo>
                  <a:cubicBezTo>
                    <a:pt x="35" y="7"/>
                    <a:pt x="38" y="10"/>
                    <a:pt x="40" y="10"/>
                  </a:cubicBezTo>
                  <a:cubicBezTo>
                    <a:pt x="47" y="10"/>
                    <a:pt x="47" y="10"/>
                    <a:pt x="47" y="10"/>
                  </a:cubicBezTo>
                  <a:cubicBezTo>
                    <a:pt x="47" y="10"/>
                    <a:pt x="47" y="10"/>
                    <a:pt x="47" y="10"/>
                  </a:cubicBezTo>
                  <a:cubicBezTo>
                    <a:pt x="47" y="14"/>
                    <a:pt x="47" y="14"/>
                    <a:pt x="47" y="14"/>
                  </a:cubicBezTo>
                  <a:cubicBezTo>
                    <a:pt x="37" y="15"/>
                    <a:pt x="27" y="20"/>
                    <a:pt x="20" y="27"/>
                  </a:cubicBezTo>
                  <a:cubicBezTo>
                    <a:pt x="20" y="27"/>
                    <a:pt x="20" y="27"/>
                    <a:pt x="20" y="27"/>
                  </a:cubicBezTo>
                  <a:cubicBezTo>
                    <a:pt x="15" y="22"/>
                    <a:pt x="15" y="22"/>
                    <a:pt x="15" y="22"/>
                  </a:cubicBezTo>
                  <a:cubicBezTo>
                    <a:pt x="17" y="20"/>
                    <a:pt x="17" y="20"/>
                    <a:pt x="17" y="20"/>
                  </a:cubicBezTo>
                  <a:cubicBezTo>
                    <a:pt x="18" y="19"/>
                    <a:pt x="17" y="17"/>
                    <a:pt x="16" y="15"/>
                  </a:cubicBezTo>
                  <a:cubicBezTo>
                    <a:pt x="15" y="14"/>
                    <a:pt x="14" y="14"/>
                    <a:pt x="12" y="14"/>
                  </a:cubicBezTo>
                  <a:cubicBezTo>
                    <a:pt x="12" y="14"/>
                    <a:pt x="11" y="14"/>
                    <a:pt x="11" y="15"/>
                  </a:cubicBezTo>
                  <a:cubicBezTo>
                    <a:pt x="1" y="24"/>
                    <a:pt x="1" y="24"/>
                    <a:pt x="1" y="24"/>
                  </a:cubicBezTo>
                  <a:cubicBezTo>
                    <a:pt x="0" y="25"/>
                    <a:pt x="1" y="27"/>
                    <a:pt x="2" y="29"/>
                  </a:cubicBezTo>
                  <a:cubicBezTo>
                    <a:pt x="3" y="30"/>
                    <a:pt x="4" y="31"/>
                    <a:pt x="6" y="31"/>
                  </a:cubicBezTo>
                  <a:cubicBezTo>
                    <a:pt x="6" y="31"/>
                    <a:pt x="7" y="30"/>
                    <a:pt x="7" y="30"/>
                  </a:cubicBezTo>
                  <a:cubicBezTo>
                    <a:pt x="9" y="28"/>
                    <a:pt x="9" y="28"/>
                    <a:pt x="9" y="28"/>
                  </a:cubicBezTo>
                  <a:cubicBezTo>
                    <a:pt x="14" y="33"/>
                    <a:pt x="14" y="33"/>
                    <a:pt x="14" y="33"/>
                  </a:cubicBezTo>
                  <a:cubicBezTo>
                    <a:pt x="14" y="34"/>
                    <a:pt x="14" y="34"/>
                    <a:pt x="15" y="34"/>
                  </a:cubicBezTo>
                  <a:cubicBezTo>
                    <a:pt x="10" y="41"/>
                    <a:pt x="7" y="49"/>
                    <a:pt x="7" y="59"/>
                  </a:cubicBezTo>
                  <a:cubicBezTo>
                    <a:pt x="7" y="83"/>
                    <a:pt x="27" y="103"/>
                    <a:pt x="52" y="103"/>
                  </a:cubicBezTo>
                  <a:cubicBezTo>
                    <a:pt x="76" y="103"/>
                    <a:pt x="96" y="83"/>
                    <a:pt x="96" y="59"/>
                  </a:cubicBezTo>
                  <a:cubicBezTo>
                    <a:pt x="96" y="36"/>
                    <a:pt x="79" y="17"/>
                    <a:pt x="56" y="14"/>
                  </a:cubicBezTo>
                  <a:cubicBezTo>
                    <a:pt x="56" y="10"/>
                    <a:pt x="56" y="10"/>
                    <a:pt x="56" y="10"/>
                  </a:cubicBezTo>
                  <a:cubicBezTo>
                    <a:pt x="56" y="10"/>
                    <a:pt x="56" y="10"/>
                    <a:pt x="56" y="10"/>
                  </a:cubicBezTo>
                  <a:cubicBezTo>
                    <a:pt x="63" y="10"/>
                    <a:pt x="63" y="10"/>
                    <a:pt x="63" y="10"/>
                  </a:cubicBezTo>
                  <a:cubicBezTo>
                    <a:pt x="66" y="10"/>
                    <a:pt x="68" y="7"/>
                    <a:pt x="68" y="5"/>
                  </a:cubicBezTo>
                  <a:cubicBezTo>
                    <a:pt x="68" y="2"/>
                    <a:pt x="66" y="0"/>
                    <a:pt x="63" y="0"/>
                  </a:cubicBezTo>
                </a:path>
              </a:pathLst>
            </a:custGeom>
            <a:solidFill>
              <a:schemeClr val="bg1"/>
            </a:solidFill>
            <a:ln>
              <a:noFill/>
            </a:ln>
          </p:spPr>
          <p:txBody>
            <a:bodyPr lIns="68580" tIns="34290" rIns="68580" bIns="34290"/>
            <a:lstStyle/>
            <a:p>
              <a:pPr eaLnBrk="0" fontAlgn="base" hangingPunct="0">
                <a:spcBef>
                  <a:spcPct val="0"/>
                </a:spcBef>
                <a:spcAft>
                  <a:spcPct val="0"/>
                </a:spcAft>
                <a:defRPr/>
              </a:pPr>
              <a:endParaRPr lang="zh-CN" altLang="en-US" sz="1400" strike="noStrike" kern="0" noProof="1">
                <a:solidFill>
                  <a:srgbClr val="FCCC9B"/>
                </a:solidFill>
                <a:latin typeface="仓耳玄三M W05" panose="02020400000000000000" charset="-122"/>
                <a:ea typeface="仓耳玄三M W05" panose="02020400000000000000" charset="-122"/>
              </a:endParaRPr>
            </a:p>
          </p:txBody>
        </p:sp>
      </p:grpSp>
      <p:grpSp>
        <p:nvGrpSpPr>
          <p:cNvPr id="2" name="组合 1"/>
          <p:cNvGrpSpPr/>
          <p:nvPr/>
        </p:nvGrpSpPr>
        <p:grpSpPr>
          <a:xfrm>
            <a:off x="3656648" y="3835400"/>
            <a:ext cx="571500" cy="571500"/>
            <a:chOff x="6183" y="5620"/>
            <a:chExt cx="900" cy="900"/>
          </a:xfrm>
        </p:grpSpPr>
        <p:sp>
          <p:nvSpPr>
            <p:cNvPr id="32776" name="Rectangle 32"/>
            <p:cNvSpPr/>
            <p:nvPr/>
          </p:nvSpPr>
          <p:spPr>
            <a:xfrm>
              <a:off x="6183" y="5620"/>
              <a:ext cx="900" cy="900"/>
            </a:xfrm>
            <a:prstGeom prst="rect">
              <a:avLst/>
            </a:prstGeom>
            <a:solidFill>
              <a:srgbClr val="981620"/>
            </a:solidFill>
            <a:ln w="12700">
              <a:noFill/>
            </a:ln>
          </p:spPr>
          <p:txBody>
            <a:bodyPr anchor="ctr"/>
            <a:lstStyle/>
            <a:p>
              <a:pPr lvl="0" indent="0" algn="ctr">
                <a:buFont typeface="Arial" panose="020B0604020202020204" pitchFamily="34" charset="0"/>
                <a:buNone/>
              </a:pPr>
              <a:endParaRPr lang="en-US" altLang="zh-CN" dirty="0">
                <a:solidFill>
                  <a:srgbClr val="FCCC9B"/>
                </a:solidFill>
                <a:latin typeface="仓耳玄三M W05" panose="02020400000000000000" charset="-122"/>
                <a:ea typeface="仓耳玄三M W05" panose="02020400000000000000" charset="-122"/>
                <a:sym typeface="FontAwesome" pitchFamily="2" charset="0"/>
              </a:endParaRPr>
            </a:p>
          </p:txBody>
        </p:sp>
        <p:sp>
          <p:nvSpPr>
            <p:cNvPr id="102" name="Freeform 43"/>
            <p:cNvSpPr/>
            <p:nvPr/>
          </p:nvSpPr>
          <p:spPr bwMode="auto">
            <a:xfrm>
              <a:off x="6543" y="5946"/>
              <a:ext cx="249" cy="248"/>
            </a:xfrm>
            <a:custGeom>
              <a:avLst/>
              <a:gdLst>
                <a:gd name="T0" fmla="*/ 186657 w 69"/>
                <a:gd name="T1" fmla="*/ 0 h 68"/>
                <a:gd name="T2" fmla="*/ 168298 w 69"/>
                <a:gd name="T3" fmla="*/ 9245 h 68"/>
                <a:gd name="T4" fmla="*/ 107098 w 69"/>
                <a:gd name="T5" fmla="*/ 70877 h 68"/>
                <a:gd name="T6" fmla="*/ 42839 w 69"/>
                <a:gd name="T7" fmla="*/ 9245 h 68"/>
                <a:gd name="T8" fmla="*/ 27540 w 69"/>
                <a:gd name="T9" fmla="*/ 0 h 68"/>
                <a:gd name="T10" fmla="*/ 9180 w 69"/>
                <a:gd name="T11" fmla="*/ 9245 h 68"/>
                <a:gd name="T12" fmla="*/ 9180 w 69"/>
                <a:gd name="T13" fmla="*/ 43143 h 68"/>
                <a:gd name="T14" fmla="*/ 73439 w 69"/>
                <a:gd name="T15" fmla="*/ 104775 h 68"/>
                <a:gd name="T16" fmla="*/ 9180 w 69"/>
                <a:gd name="T17" fmla="*/ 169489 h 68"/>
                <a:gd name="T18" fmla="*/ 9180 w 69"/>
                <a:gd name="T19" fmla="*/ 203387 h 68"/>
                <a:gd name="T20" fmla="*/ 27540 w 69"/>
                <a:gd name="T21" fmla="*/ 209550 h 68"/>
                <a:gd name="T22" fmla="*/ 42839 w 69"/>
                <a:gd name="T23" fmla="*/ 203387 h 68"/>
                <a:gd name="T24" fmla="*/ 107098 w 69"/>
                <a:gd name="T25" fmla="*/ 138673 h 68"/>
                <a:gd name="T26" fmla="*/ 168298 w 69"/>
                <a:gd name="T27" fmla="*/ 203387 h 68"/>
                <a:gd name="T28" fmla="*/ 186657 w 69"/>
                <a:gd name="T29" fmla="*/ 209550 h 68"/>
                <a:gd name="T30" fmla="*/ 201957 w 69"/>
                <a:gd name="T31" fmla="*/ 203387 h 68"/>
                <a:gd name="T32" fmla="*/ 201957 w 69"/>
                <a:gd name="T33" fmla="*/ 169489 h 68"/>
                <a:gd name="T34" fmla="*/ 140758 w 69"/>
                <a:gd name="T35" fmla="*/ 104775 h 68"/>
                <a:gd name="T36" fmla="*/ 201957 w 69"/>
                <a:gd name="T37" fmla="*/ 43143 h 68"/>
                <a:gd name="T38" fmla="*/ 201957 w 69"/>
                <a:gd name="T39" fmla="*/ 9245 h 68"/>
                <a:gd name="T40" fmla="*/ 186657 w 69"/>
                <a:gd name="T41" fmla="*/ 0 h 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9" h="68">
                  <a:moveTo>
                    <a:pt x="61" y="0"/>
                  </a:moveTo>
                  <a:cubicBezTo>
                    <a:pt x="59" y="0"/>
                    <a:pt x="57" y="1"/>
                    <a:pt x="55" y="3"/>
                  </a:cubicBezTo>
                  <a:cubicBezTo>
                    <a:pt x="35" y="23"/>
                    <a:pt x="35" y="23"/>
                    <a:pt x="35" y="23"/>
                  </a:cubicBezTo>
                  <a:cubicBezTo>
                    <a:pt x="14" y="3"/>
                    <a:pt x="14" y="3"/>
                    <a:pt x="14" y="3"/>
                  </a:cubicBezTo>
                  <a:cubicBezTo>
                    <a:pt x="13" y="1"/>
                    <a:pt x="11" y="0"/>
                    <a:pt x="9" y="0"/>
                  </a:cubicBezTo>
                  <a:cubicBezTo>
                    <a:pt x="7" y="0"/>
                    <a:pt x="5" y="1"/>
                    <a:pt x="3" y="3"/>
                  </a:cubicBezTo>
                  <a:cubicBezTo>
                    <a:pt x="0" y="6"/>
                    <a:pt x="0" y="11"/>
                    <a:pt x="3" y="14"/>
                  </a:cubicBezTo>
                  <a:cubicBezTo>
                    <a:pt x="24" y="34"/>
                    <a:pt x="24" y="34"/>
                    <a:pt x="24" y="34"/>
                  </a:cubicBezTo>
                  <a:cubicBezTo>
                    <a:pt x="3" y="55"/>
                    <a:pt x="3" y="55"/>
                    <a:pt x="3" y="55"/>
                  </a:cubicBezTo>
                  <a:cubicBezTo>
                    <a:pt x="0" y="58"/>
                    <a:pt x="0" y="63"/>
                    <a:pt x="3" y="66"/>
                  </a:cubicBezTo>
                  <a:cubicBezTo>
                    <a:pt x="5" y="67"/>
                    <a:pt x="7" y="68"/>
                    <a:pt x="9" y="68"/>
                  </a:cubicBezTo>
                  <a:cubicBezTo>
                    <a:pt x="11" y="68"/>
                    <a:pt x="13" y="67"/>
                    <a:pt x="14" y="66"/>
                  </a:cubicBezTo>
                  <a:cubicBezTo>
                    <a:pt x="35" y="45"/>
                    <a:pt x="35" y="45"/>
                    <a:pt x="35" y="45"/>
                  </a:cubicBezTo>
                  <a:cubicBezTo>
                    <a:pt x="55" y="66"/>
                    <a:pt x="55" y="66"/>
                    <a:pt x="55" y="66"/>
                  </a:cubicBezTo>
                  <a:cubicBezTo>
                    <a:pt x="57" y="67"/>
                    <a:pt x="59" y="68"/>
                    <a:pt x="61" y="68"/>
                  </a:cubicBezTo>
                  <a:cubicBezTo>
                    <a:pt x="63" y="68"/>
                    <a:pt x="65" y="67"/>
                    <a:pt x="66" y="66"/>
                  </a:cubicBezTo>
                  <a:cubicBezTo>
                    <a:pt x="69" y="63"/>
                    <a:pt x="69" y="58"/>
                    <a:pt x="66" y="55"/>
                  </a:cubicBezTo>
                  <a:cubicBezTo>
                    <a:pt x="46" y="34"/>
                    <a:pt x="46" y="34"/>
                    <a:pt x="46" y="34"/>
                  </a:cubicBezTo>
                  <a:cubicBezTo>
                    <a:pt x="66" y="14"/>
                    <a:pt x="66" y="14"/>
                    <a:pt x="66" y="14"/>
                  </a:cubicBezTo>
                  <a:cubicBezTo>
                    <a:pt x="69" y="11"/>
                    <a:pt x="69" y="6"/>
                    <a:pt x="66" y="3"/>
                  </a:cubicBezTo>
                  <a:cubicBezTo>
                    <a:pt x="65" y="1"/>
                    <a:pt x="63" y="0"/>
                    <a:pt x="61" y="0"/>
                  </a:cubicBezTo>
                </a:path>
              </a:pathLst>
            </a:custGeom>
            <a:solidFill>
              <a:schemeClr val="bg1"/>
            </a:solidFill>
            <a:ln>
              <a:noFill/>
            </a:ln>
          </p:spPr>
          <p:txBody>
            <a:bodyPr lIns="68580" tIns="34290" rIns="68580" bIns="34290"/>
            <a:lstStyle/>
            <a:p>
              <a:pPr eaLnBrk="0" fontAlgn="base" hangingPunct="0">
                <a:spcBef>
                  <a:spcPct val="0"/>
                </a:spcBef>
                <a:spcAft>
                  <a:spcPct val="0"/>
                </a:spcAft>
                <a:defRPr/>
              </a:pPr>
              <a:endParaRPr lang="zh-CN" altLang="en-US" sz="1400" strike="noStrike" kern="0" noProof="1">
                <a:solidFill>
                  <a:srgbClr val="FCCC9B"/>
                </a:solidFill>
                <a:latin typeface="仓耳玄三M W05" panose="02020400000000000000" charset="-122"/>
                <a:ea typeface="仓耳玄三M W05" panose="02020400000000000000" charset="-122"/>
              </a:endParaRPr>
            </a:p>
          </p:txBody>
        </p:sp>
      </p:grpSp>
      <p:grpSp>
        <p:nvGrpSpPr>
          <p:cNvPr id="3" name="组合 2"/>
          <p:cNvGrpSpPr/>
          <p:nvPr/>
        </p:nvGrpSpPr>
        <p:grpSpPr>
          <a:xfrm>
            <a:off x="3656965" y="3206750"/>
            <a:ext cx="571500" cy="571500"/>
            <a:chOff x="6183" y="4630"/>
            <a:chExt cx="900" cy="900"/>
          </a:xfrm>
        </p:grpSpPr>
        <p:sp>
          <p:nvSpPr>
            <p:cNvPr id="32773" name="Rectangle 29"/>
            <p:cNvSpPr/>
            <p:nvPr/>
          </p:nvSpPr>
          <p:spPr>
            <a:xfrm>
              <a:off x="6183" y="4630"/>
              <a:ext cx="900" cy="900"/>
            </a:xfrm>
            <a:prstGeom prst="rect">
              <a:avLst/>
            </a:prstGeom>
            <a:solidFill>
              <a:srgbClr val="981620"/>
            </a:solidFill>
            <a:ln w="12700">
              <a:noFill/>
            </a:ln>
          </p:spPr>
          <p:txBody>
            <a:bodyPr anchor="ctr"/>
            <a:lstStyle/>
            <a:p>
              <a:pPr lvl="0" indent="0" algn="ctr">
                <a:buFont typeface="Arial" panose="020B0604020202020204" pitchFamily="34" charset="0"/>
                <a:buNone/>
              </a:pPr>
              <a:endParaRPr lang="en-US" altLang="zh-CN" dirty="0">
                <a:solidFill>
                  <a:srgbClr val="FCCC9B"/>
                </a:solidFill>
                <a:latin typeface="仓耳玄三M W05" panose="02020400000000000000" charset="-122"/>
                <a:ea typeface="仓耳玄三M W05" panose="02020400000000000000" charset="-122"/>
                <a:sym typeface="FontAwesome" pitchFamily="2" charset="0"/>
              </a:endParaRPr>
            </a:p>
          </p:txBody>
        </p:sp>
        <p:sp>
          <p:nvSpPr>
            <p:cNvPr id="32789" name="Freeform 45"/>
            <p:cNvSpPr/>
            <p:nvPr/>
          </p:nvSpPr>
          <p:spPr>
            <a:xfrm>
              <a:off x="6508" y="4895"/>
              <a:ext cx="318" cy="370"/>
            </a:xfrm>
            <a:custGeom>
              <a:avLst/>
              <a:gdLst/>
              <a:ahLst/>
              <a:cxnLst>
                <a:cxn ang="0">
                  <a:pos x="278155452" y="0"/>
                </a:cxn>
                <a:cxn ang="0">
                  <a:pos x="242494141" y="14100834"/>
                </a:cxn>
                <a:cxn ang="0">
                  <a:pos x="149775657" y="112808976"/>
                </a:cxn>
                <a:cxn ang="0">
                  <a:pos x="142642932" y="126909810"/>
                </a:cxn>
                <a:cxn ang="0">
                  <a:pos x="135510207" y="133960228"/>
                </a:cxn>
                <a:cxn ang="0">
                  <a:pos x="135510207" y="155111480"/>
                </a:cxn>
                <a:cxn ang="0">
                  <a:pos x="135510207" y="176262731"/>
                </a:cxn>
                <a:cxn ang="0">
                  <a:pos x="149775657" y="190365866"/>
                </a:cxn>
                <a:cxn ang="0">
                  <a:pos x="149775657" y="197416283"/>
                </a:cxn>
                <a:cxn ang="0">
                  <a:pos x="249626866" y="296122125"/>
                </a:cxn>
                <a:cxn ang="0">
                  <a:pos x="278155452" y="310225259"/>
                </a:cxn>
                <a:cxn ang="0">
                  <a:pos x="313814451" y="296122125"/>
                </a:cxn>
                <a:cxn ang="0">
                  <a:pos x="313814451" y="232668369"/>
                </a:cxn>
                <a:cxn ang="0">
                  <a:pos x="278155452" y="197416283"/>
                </a:cxn>
                <a:cxn ang="0">
                  <a:pos x="306684039" y="190365866"/>
                </a:cxn>
                <a:cxn ang="0">
                  <a:pos x="520647281" y="338426928"/>
                </a:cxn>
                <a:cxn ang="0">
                  <a:pos x="534912731" y="408931101"/>
                </a:cxn>
                <a:cxn ang="0">
                  <a:pos x="385137074" y="620448219"/>
                </a:cxn>
                <a:cxn ang="0">
                  <a:pos x="306684039" y="634549054"/>
                </a:cxn>
                <a:cxn ang="0">
                  <a:pos x="99851209" y="486487991"/>
                </a:cxn>
                <a:cxn ang="0">
                  <a:pos x="85585759" y="415981519"/>
                </a:cxn>
                <a:cxn ang="0">
                  <a:pos x="92718484" y="359578180"/>
                </a:cxn>
                <a:cxn ang="0">
                  <a:pos x="64189897" y="303174842"/>
                </a:cxn>
                <a:cxn ang="0">
                  <a:pos x="49924448" y="303174842"/>
                </a:cxn>
                <a:cxn ang="0">
                  <a:pos x="7132724" y="338426928"/>
                </a:cxn>
                <a:cxn ang="0">
                  <a:pos x="0" y="415981519"/>
                </a:cxn>
                <a:cxn ang="0">
                  <a:pos x="21395861" y="514689660"/>
                </a:cxn>
                <a:cxn ang="0">
                  <a:pos x="306684039" y="719156361"/>
                </a:cxn>
                <a:cxn ang="0">
                  <a:pos x="306684039" y="719156361"/>
                </a:cxn>
                <a:cxn ang="0">
                  <a:pos x="306684039" y="719156361"/>
                </a:cxn>
                <a:cxn ang="0">
                  <a:pos x="413665660" y="698005109"/>
                </a:cxn>
                <a:cxn ang="0">
                  <a:pos x="620498490" y="408931101"/>
                </a:cxn>
                <a:cxn ang="0">
                  <a:pos x="599102629" y="310225259"/>
                </a:cxn>
                <a:cxn ang="0">
                  <a:pos x="313814451" y="105758558"/>
                </a:cxn>
                <a:cxn ang="0">
                  <a:pos x="306684039" y="105758558"/>
                </a:cxn>
                <a:cxn ang="0">
                  <a:pos x="278155452" y="105758558"/>
                </a:cxn>
                <a:cxn ang="0">
                  <a:pos x="306684039" y="70506472"/>
                </a:cxn>
                <a:cxn ang="0">
                  <a:pos x="306684039" y="7050417"/>
                </a:cxn>
                <a:cxn ang="0">
                  <a:pos x="278155452" y="0"/>
                </a:cxn>
              </a:cxnLst>
              <a:rect l="0" t="0" r="0" b="0"/>
              <a:pathLst>
                <a:path w="87" h="102">
                  <a:moveTo>
                    <a:pt x="39" y="0"/>
                  </a:moveTo>
                  <a:cubicBezTo>
                    <a:pt x="37" y="0"/>
                    <a:pt x="35" y="0"/>
                    <a:pt x="34" y="2"/>
                  </a:cubicBezTo>
                  <a:cubicBezTo>
                    <a:pt x="21" y="16"/>
                    <a:pt x="21" y="16"/>
                    <a:pt x="21" y="16"/>
                  </a:cubicBezTo>
                  <a:cubicBezTo>
                    <a:pt x="21" y="17"/>
                    <a:pt x="20" y="17"/>
                    <a:pt x="20" y="18"/>
                  </a:cubicBezTo>
                  <a:cubicBezTo>
                    <a:pt x="20" y="18"/>
                    <a:pt x="19" y="19"/>
                    <a:pt x="19" y="19"/>
                  </a:cubicBezTo>
                  <a:cubicBezTo>
                    <a:pt x="19" y="20"/>
                    <a:pt x="19" y="21"/>
                    <a:pt x="19" y="22"/>
                  </a:cubicBezTo>
                  <a:cubicBezTo>
                    <a:pt x="19" y="23"/>
                    <a:pt x="19" y="24"/>
                    <a:pt x="19" y="25"/>
                  </a:cubicBezTo>
                  <a:cubicBezTo>
                    <a:pt x="20" y="26"/>
                    <a:pt x="20" y="26"/>
                    <a:pt x="21" y="27"/>
                  </a:cubicBezTo>
                  <a:cubicBezTo>
                    <a:pt x="21" y="27"/>
                    <a:pt x="21" y="28"/>
                    <a:pt x="21" y="28"/>
                  </a:cubicBezTo>
                  <a:cubicBezTo>
                    <a:pt x="35" y="42"/>
                    <a:pt x="35" y="42"/>
                    <a:pt x="35" y="42"/>
                  </a:cubicBezTo>
                  <a:cubicBezTo>
                    <a:pt x="36" y="43"/>
                    <a:pt x="38" y="44"/>
                    <a:pt x="39" y="44"/>
                  </a:cubicBezTo>
                  <a:cubicBezTo>
                    <a:pt x="41" y="44"/>
                    <a:pt x="42" y="43"/>
                    <a:pt x="44" y="42"/>
                  </a:cubicBezTo>
                  <a:cubicBezTo>
                    <a:pt x="46" y="39"/>
                    <a:pt x="46" y="35"/>
                    <a:pt x="44" y="33"/>
                  </a:cubicBezTo>
                  <a:cubicBezTo>
                    <a:pt x="39" y="28"/>
                    <a:pt x="39" y="28"/>
                    <a:pt x="39" y="28"/>
                  </a:cubicBezTo>
                  <a:cubicBezTo>
                    <a:pt x="40" y="27"/>
                    <a:pt x="42" y="27"/>
                    <a:pt x="43" y="27"/>
                  </a:cubicBezTo>
                  <a:cubicBezTo>
                    <a:pt x="56" y="27"/>
                    <a:pt x="68" y="35"/>
                    <a:pt x="73" y="48"/>
                  </a:cubicBezTo>
                  <a:cubicBezTo>
                    <a:pt x="74" y="51"/>
                    <a:pt x="75" y="55"/>
                    <a:pt x="75" y="58"/>
                  </a:cubicBezTo>
                  <a:cubicBezTo>
                    <a:pt x="75" y="71"/>
                    <a:pt x="67" y="83"/>
                    <a:pt x="54" y="88"/>
                  </a:cubicBezTo>
                  <a:cubicBezTo>
                    <a:pt x="51" y="89"/>
                    <a:pt x="47" y="90"/>
                    <a:pt x="43" y="90"/>
                  </a:cubicBezTo>
                  <a:cubicBezTo>
                    <a:pt x="31" y="90"/>
                    <a:pt x="19" y="82"/>
                    <a:pt x="14" y="69"/>
                  </a:cubicBezTo>
                  <a:cubicBezTo>
                    <a:pt x="13" y="66"/>
                    <a:pt x="12" y="62"/>
                    <a:pt x="12" y="59"/>
                  </a:cubicBezTo>
                  <a:cubicBezTo>
                    <a:pt x="12" y="56"/>
                    <a:pt x="13" y="53"/>
                    <a:pt x="13" y="51"/>
                  </a:cubicBezTo>
                  <a:cubicBezTo>
                    <a:pt x="14" y="48"/>
                    <a:pt x="12" y="44"/>
                    <a:pt x="9" y="43"/>
                  </a:cubicBezTo>
                  <a:cubicBezTo>
                    <a:pt x="8" y="43"/>
                    <a:pt x="8" y="43"/>
                    <a:pt x="7" y="43"/>
                  </a:cubicBezTo>
                  <a:cubicBezTo>
                    <a:pt x="4" y="43"/>
                    <a:pt x="2" y="45"/>
                    <a:pt x="1" y="48"/>
                  </a:cubicBezTo>
                  <a:cubicBezTo>
                    <a:pt x="0" y="51"/>
                    <a:pt x="0" y="55"/>
                    <a:pt x="0" y="59"/>
                  </a:cubicBezTo>
                  <a:cubicBezTo>
                    <a:pt x="0" y="63"/>
                    <a:pt x="1" y="69"/>
                    <a:pt x="3" y="73"/>
                  </a:cubicBezTo>
                  <a:cubicBezTo>
                    <a:pt x="9" y="91"/>
                    <a:pt x="26" y="102"/>
                    <a:pt x="43" y="102"/>
                  </a:cubicBezTo>
                  <a:cubicBezTo>
                    <a:pt x="43" y="102"/>
                    <a:pt x="43" y="102"/>
                    <a:pt x="43" y="102"/>
                  </a:cubicBezTo>
                  <a:cubicBezTo>
                    <a:pt x="43" y="102"/>
                    <a:pt x="43" y="102"/>
                    <a:pt x="43" y="102"/>
                  </a:cubicBezTo>
                  <a:cubicBezTo>
                    <a:pt x="48" y="102"/>
                    <a:pt x="53" y="101"/>
                    <a:pt x="58" y="99"/>
                  </a:cubicBezTo>
                  <a:cubicBezTo>
                    <a:pt x="76" y="93"/>
                    <a:pt x="87" y="76"/>
                    <a:pt x="87" y="58"/>
                  </a:cubicBezTo>
                  <a:cubicBezTo>
                    <a:pt x="87" y="54"/>
                    <a:pt x="86" y="49"/>
                    <a:pt x="84" y="44"/>
                  </a:cubicBezTo>
                  <a:cubicBezTo>
                    <a:pt x="78" y="26"/>
                    <a:pt x="61" y="15"/>
                    <a:pt x="44" y="15"/>
                  </a:cubicBezTo>
                  <a:cubicBezTo>
                    <a:pt x="43" y="15"/>
                    <a:pt x="43" y="15"/>
                    <a:pt x="43" y="15"/>
                  </a:cubicBezTo>
                  <a:cubicBezTo>
                    <a:pt x="42" y="15"/>
                    <a:pt x="40" y="15"/>
                    <a:pt x="39" y="15"/>
                  </a:cubicBezTo>
                  <a:cubicBezTo>
                    <a:pt x="43" y="10"/>
                    <a:pt x="43" y="10"/>
                    <a:pt x="43" y="10"/>
                  </a:cubicBezTo>
                  <a:cubicBezTo>
                    <a:pt x="46" y="7"/>
                    <a:pt x="45" y="3"/>
                    <a:pt x="43" y="1"/>
                  </a:cubicBezTo>
                  <a:cubicBezTo>
                    <a:pt x="42" y="0"/>
                    <a:pt x="40" y="0"/>
                    <a:pt x="39" y="0"/>
                  </a:cubicBezTo>
                </a:path>
              </a:pathLst>
            </a:custGeom>
            <a:solidFill>
              <a:schemeClr val="bg1"/>
            </a:solidFill>
            <a:ln w="9525">
              <a:noFill/>
            </a:ln>
          </p:spPr>
          <p:txBody>
            <a:bodyPr/>
            <a:lstStyle/>
            <a:p>
              <a:endParaRPr lang="zh-CN" altLang="en-US">
                <a:solidFill>
                  <a:srgbClr val="FCCC9B"/>
                </a:solidFill>
                <a:latin typeface="仓耳玄三M W05" panose="02020400000000000000" charset="-122"/>
                <a:ea typeface="仓耳玄三M W05" panose="02020400000000000000" charset="-122"/>
              </a:endParaRPr>
            </a:p>
          </p:txBody>
        </p:sp>
      </p:grpSp>
      <p:sp>
        <p:nvSpPr>
          <p:cNvPr id="36" name="矩形 35"/>
          <p:cNvSpPr/>
          <p:nvPr/>
        </p:nvSpPr>
        <p:spPr>
          <a:xfrm>
            <a:off x="8248301" y="1980538"/>
            <a:ext cx="1610360" cy="306705"/>
          </a:xfrm>
          <a:prstGeom prst="rect">
            <a:avLst/>
          </a:prstGeom>
        </p:spPr>
        <p:txBody>
          <a:bodyPr wrap="none">
            <a:spAutoFit/>
          </a:bodyPr>
          <a:lstStyle/>
          <a:p>
            <a:pPr algn="l"/>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37" name="矩形 36"/>
          <p:cNvSpPr/>
          <p:nvPr/>
        </p:nvSpPr>
        <p:spPr>
          <a:xfrm>
            <a:off x="7725410" y="2359025"/>
            <a:ext cx="3376295" cy="954405"/>
          </a:xfrm>
          <a:prstGeom prst="rect">
            <a:avLst/>
          </a:prstGeom>
        </p:spPr>
        <p:txBody>
          <a:bodyPr wrap="square">
            <a:spAutoFit/>
          </a:bodyPr>
          <a:lstStyle/>
          <a:p>
            <a:pPr lvl="0"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r>
              <a:rPr sz="12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a:t>
            </a:r>
            <a:endParaRPr sz="1200" dirty="0">
              <a:solidFill>
                <a:srgbClr val="FCCC9B"/>
              </a:solidFill>
              <a:latin typeface="仓耳玄三M W05" panose="02020400000000000000" charset="-122"/>
              <a:ea typeface="仓耳玄三M W05" panose="02020400000000000000" charset="-122"/>
              <a:sym typeface="+mn-ea"/>
            </a:endParaRPr>
          </a:p>
        </p:txBody>
      </p:sp>
      <p:sp>
        <p:nvSpPr>
          <p:cNvPr id="8" name="矩形 7"/>
          <p:cNvSpPr/>
          <p:nvPr/>
        </p:nvSpPr>
        <p:spPr>
          <a:xfrm>
            <a:off x="8248301" y="3903318"/>
            <a:ext cx="1610360" cy="306705"/>
          </a:xfrm>
          <a:prstGeom prst="rect">
            <a:avLst/>
          </a:prstGeom>
        </p:spPr>
        <p:txBody>
          <a:bodyPr wrap="none">
            <a:spAutoFit/>
          </a:bodyPr>
          <a:lstStyle/>
          <a:p>
            <a:pPr algn="l"/>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9" name="矩形 8"/>
          <p:cNvSpPr/>
          <p:nvPr/>
        </p:nvSpPr>
        <p:spPr>
          <a:xfrm>
            <a:off x="7725410" y="4281805"/>
            <a:ext cx="3376295" cy="954405"/>
          </a:xfrm>
          <a:prstGeom prst="rect">
            <a:avLst/>
          </a:prstGeom>
        </p:spPr>
        <p:txBody>
          <a:bodyPr wrap="square">
            <a:spAutoFit/>
          </a:bodyPr>
          <a:lstStyle/>
          <a:p>
            <a:pPr lvl="0"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r>
              <a:rPr sz="12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a:t>
            </a:r>
            <a:endParaRPr sz="1200" dirty="0">
              <a:solidFill>
                <a:srgbClr val="FCCC9B"/>
              </a:solidFill>
              <a:latin typeface="仓耳玄三M W05" panose="02020400000000000000" charset="-122"/>
              <a:ea typeface="仓耳玄三M W05" panose="02020400000000000000" charset="-122"/>
              <a:sym typeface="+mn-ea"/>
            </a:endParaRPr>
          </a:p>
        </p:txBody>
      </p:sp>
    </p:spTree>
    <p:custDataLst>
      <p:tags r:id="rId8"/>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diamond(in)">
                                      <p:cBhvr>
                                        <p:cTn id="7" dur="500"/>
                                        <p:tgtEl>
                                          <p:spTgt spid="18"/>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Left)">
                                      <p:cBhvr>
                                        <p:cTn id="11" dur="500"/>
                                        <p:tgtEl>
                                          <p:spTgt spid="10"/>
                                        </p:tgtEl>
                                      </p:cBhvr>
                                    </p:animEffect>
                                  </p:childTnLst>
                                </p:cTn>
                              </p:par>
                            </p:childTnLst>
                          </p:cTn>
                        </p:par>
                        <p:par>
                          <p:cTn id="12" fill="hold">
                            <p:stCondLst>
                              <p:cond delay="1000"/>
                            </p:stCondLst>
                            <p:childTnLst>
                              <p:par>
                                <p:cTn id="13" presetID="8" presetClass="entr" presetSubtype="16" fill="hold" nodeType="afterEffect">
                                  <p:stCondLst>
                                    <p:cond delay="0"/>
                                  </p:stCondLst>
                                  <p:childTnLst>
                                    <p:set>
                                      <p:cBhvr>
                                        <p:cTn id="14" dur="500" fill="hold">
                                          <p:stCondLst>
                                            <p:cond delay="0"/>
                                          </p:stCondLst>
                                        </p:cTn>
                                        <p:tgtEl>
                                          <p:spTgt spid="15"/>
                                        </p:tgtEl>
                                        <p:attrNameLst>
                                          <p:attrName>style.visibility</p:attrName>
                                        </p:attrNameLst>
                                      </p:cBhvr>
                                      <p:to>
                                        <p:strVal val="visible"/>
                                      </p:to>
                                    </p:set>
                                    <p:animEffect transition="in" filter="diamond(in)">
                                      <p:cBhvr>
                                        <p:cTn id="15" dur="500"/>
                                        <p:tgtEl>
                                          <p:spTgt spid="1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2000"/>
                            </p:stCondLst>
                            <p:childTnLst>
                              <p:par>
                                <p:cTn id="21" presetID="29" presetClass="entr" presetSubtype="0" fill="hold" grpId="0" nodeType="afterEffect">
                                  <p:stCondLst>
                                    <p:cond delay="0"/>
                                  </p:stCondLst>
                                  <p:childTnLst>
                                    <p:set>
                                      <p:cBhvr>
                                        <p:cTn id="22" dur="1" fill="hold">
                                          <p:stCondLst>
                                            <p:cond delay="0"/>
                                          </p:stCondLst>
                                        </p:cTn>
                                        <p:tgtEl>
                                          <p:spTgt spid="32769"/>
                                        </p:tgtEl>
                                        <p:attrNameLst>
                                          <p:attrName>style.visibility</p:attrName>
                                        </p:attrNameLst>
                                      </p:cBhvr>
                                      <p:to>
                                        <p:strVal val="visible"/>
                                      </p:to>
                                    </p:set>
                                    <p:anim calcmode="lin" valueType="num">
                                      <p:cBhvr>
                                        <p:cTn id="23" dur="500" fill="hold"/>
                                        <p:tgtEl>
                                          <p:spTgt spid="32769"/>
                                        </p:tgtEl>
                                        <p:attrNameLst>
                                          <p:attrName>ppt_x</p:attrName>
                                        </p:attrNameLst>
                                      </p:cBhvr>
                                      <p:tavLst>
                                        <p:tav tm="0">
                                          <p:val>
                                            <p:strVal val="#ppt_x-.2"/>
                                          </p:val>
                                        </p:tav>
                                        <p:tav tm="100000">
                                          <p:val>
                                            <p:strVal val="#ppt_x"/>
                                          </p:val>
                                        </p:tav>
                                      </p:tavLst>
                                    </p:anim>
                                    <p:anim calcmode="lin" valueType="num">
                                      <p:cBhvr>
                                        <p:cTn id="24" dur="500" fill="hold"/>
                                        <p:tgtEl>
                                          <p:spTgt spid="32769"/>
                                        </p:tgtEl>
                                        <p:attrNameLst>
                                          <p:attrName>ppt_y</p:attrName>
                                        </p:attrNameLst>
                                      </p:cBhvr>
                                      <p:tavLst>
                                        <p:tav tm="0">
                                          <p:val>
                                            <p:strVal val="#ppt_y"/>
                                          </p:val>
                                        </p:tav>
                                        <p:tav tm="100000">
                                          <p:val>
                                            <p:strVal val="#ppt_y"/>
                                          </p:val>
                                        </p:tav>
                                      </p:tavLst>
                                    </p:anim>
                                    <p:animEffect transition="in" filter="wipe(right)" prLst="gradientSize: 0.1">
                                      <p:cBhvr>
                                        <p:cTn id="25" dur="500"/>
                                        <p:tgtEl>
                                          <p:spTgt spid="32769"/>
                                        </p:tgtEl>
                                      </p:cBhvr>
                                    </p:animEffect>
                                  </p:childTnLst>
                                </p:cTn>
                              </p:par>
                            </p:childTnLst>
                          </p:cTn>
                        </p:par>
                        <p:par>
                          <p:cTn id="26" fill="hold">
                            <p:stCondLst>
                              <p:cond delay="2500"/>
                            </p:stCondLst>
                            <p:childTnLst>
                              <p:par>
                                <p:cTn id="27" presetID="22" presetClass="entr" presetSubtype="8" fill="hold" grpId="0" nodeType="afterEffect">
                                  <p:stCondLst>
                                    <p:cond delay="0"/>
                                  </p:stCondLst>
                                  <p:childTnLst>
                                    <p:set>
                                      <p:cBhvr>
                                        <p:cTn id="28" dur="1" fill="hold">
                                          <p:stCondLst>
                                            <p:cond delay="0"/>
                                          </p:stCondLst>
                                        </p:cTn>
                                        <p:tgtEl>
                                          <p:spTgt spid="32770"/>
                                        </p:tgtEl>
                                        <p:attrNameLst>
                                          <p:attrName>style.visibility</p:attrName>
                                        </p:attrNameLst>
                                      </p:cBhvr>
                                      <p:to>
                                        <p:strVal val="visible"/>
                                      </p:to>
                                    </p:set>
                                    <p:animEffect transition="in" filter="wipe(left)">
                                      <p:cBhvr>
                                        <p:cTn id="29" dur="500"/>
                                        <p:tgtEl>
                                          <p:spTgt spid="32770"/>
                                        </p:tgtEl>
                                      </p:cBhvr>
                                    </p:animEffect>
                                  </p:childTnLst>
                                </p:cTn>
                              </p:par>
                            </p:childTnLst>
                          </p:cTn>
                        </p:par>
                        <p:par>
                          <p:cTn id="30" fill="hold">
                            <p:stCondLst>
                              <p:cond delay="3000"/>
                            </p:stCondLst>
                            <p:childTnLst>
                              <p:par>
                                <p:cTn id="31" presetID="12" presetClass="entr" presetSubtype="4" fill="hold" grpId="0" nodeType="afterEffect">
                                  <p:stCondLst>
                                    <p:cond delay="0"/>
                                  </p:stCondLst>
                                  <p:childTnLst>
                                    <p:set>
                                      <p:cBhvr>
                                        <p:cTn id="32" dur="1" fill="hold">
                                          <p:stCondLst>
                                            <p:cond delay="0"/>
                                          </p:stCondLst>
                                        </p:cTn>
                                        <p:tgtEl>
                                          <p:spTgt spid="32772"/>
                                        </p:tgtEl>
                                        <p:attrNameLst>
                                          <p:attrName>style.visibility</p:attrName>
                                        </p:attrNameLst>
                                      </p:cBhvr>
                                      <p:to>
                                        <p:strVal val="visible"/>
                                      </p:to>
                                    </p:set>
                                    <p:anim calcmode="lin" valueType="num">
                                      <p:cBhvr additive="base">
                                        <p:cTn id="33" dur="500"/>
                                        <p:tgtEl>
                                          <p:spTgt spid="32772"/>
                                        </p:tgtEl>
                                        <p:attrNameLst>
                                          <p:attrName>ppt_y</p:attrName>
                                        </p:attrNameLst>
                                      </p:cBhvr>
                                      <p:tavLst>
                                        <p:tav tm="0">
                                          <p:val>
                                            <p:strVal val="#ppt_y+#ppt_h*1.125000"/>
                                          </p:val>
                                        </p:tav>
                                        <p:tav tm="100000">
                                          <p:val>
                                            <p:strVal val="#ppt_y"/>
                                          </p:val>
                                        </p:tav>
                                      </p:tavLst>
                                    </p:anim>
                                    <p:animEffect transition="in" filter="wipe(up)">
                                      <p:cBhvr>
                                        <p:cTn id="34" dur="500"/>
                                        <p:tgtEl>
                                          <p:spTgt spid="32772"/>
                                        </p:tgtEl>
                                      </p:cBhvr>
                                    </p:animEffect>
                                  </p:childTnLst>
                                </p:cTn>
                              </p:par>
                            </p:childTnLst>
                          </p:cTn>
                        </p:par>
                        <p:par>
                          <p:cTn id="35" fill="hold">
                            <p:stCondLst>
                              <p:cond delay="3500"/>
                            </p:stCondLst>
                            <p:childTnLst>
                              <p:par>
                                <p:cTn id="36" presetID="17" presetClass="entr" presetSubtype="10" fill="hold" grpId="0" nodeType="afterEffect">
                                  <p:stCondLst>
                                    <p:cond delay="0"/>
                                  </p:stCondLst>
                                  <p:childTnLst>
                                    <p:set>
                                      <p:cBhvr>
                                        <p:cTn id="37" dur="1" fill="hold">
                                          <p:stCondLst>
                                            <p:cond delay="0"/>
                                          </p:stCondLst>
                                        </p:cTn>
                                        <p:tgtEl>
                                          <p:spTgt spid="32771"/>
                                        </p:tgtEl>
                                        <p:attrNameLst>
                                          <p:attrName>style.visibility</p:attrName>
                                        </p:attrNameLst>
                                      </p:cBhvr>
                                      <p:to>
                                        <p:strVal val="visible"/>
                                      </p:to>
                                    </p:set>
                                    <p:anim calcmode="lin" valueType="num">
                                      <p:cBhvr>
                                        <p:cTn id="38" dur="500" fill="hold"/>
                                        <p:tgtEl>
                                          <p:spTgt spid="32771"/>
                                        </p:tgtEl>
                                        <p:attrNameLst>
                                          <p:attrName>ppt_w</p:attrName>
                                        </p:attrNameLst>
                                      </p:cBhvr>
                                      <p:tavLst>
                                        <p:tav tm="0">
                                          <p:val>
                                            <p:fltVal val="0"/>
                                          </p:val>
                                        </p:tav>
                                        <p:tav tm="100000">
                                          <p:val>
                                            <p:strVal val="#ppt_w"/>
                                          </p:val>
                                        </p:tav>
                                      </p:tavLst>
                                    </p:anim>
                                    <p:anim calcmode="lin" valueType="num">
                                      <p:cBhvr>
                                        <p:cTn id="39" dur="500" fill="hold"/>
                                        <p:tgtEl>
                                          <p:spTgt spid="32771"/>
                                        </p:tgtEl>
                                        <p:attrNameLst>
                                          <p:attrName>ppt_h</p:attrName>
                                        </p:attrNameLst>
                                      </p:cBhvr>
                                      <p:tavLst>
                                        <p:tav tm="0">
                                          <p:val>
                                            <p:strVal val="#ppt_h"/>
                                          </p:val>
                                        </p:tav>
                                        <p:tav tm="100000">
                                          <p:val>
                                            <p:strVal val="#ppt_h"/>
                                          </p:val>
                                        </p:tav>
                                      </p:tavLst>
                                    </p:anim>
                                  </p:childTnLst>
                                </p:cTn>
                              </p:par>
                            </p:childTnLst>
                          </p:cTn>
                        </p:par>
                        <p:par>
                          <p:cTn id="40" fill="hold">
                            <p:stCondLst>
                              <p:cond delay="4000"/>
                            </p:stCondLst>
                            <p:childTnLst>
                              <p:par>
                                <p:cTn id="41" presetID="53" presetClass="entr" presetSubtype="16" fill="hold" nodeType="after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p:cTn id="43" dur="500" fill="hold"/>
                                        <p:tgtEl>
                                          <p:spTgt spid="3"/>
                                        </p:tgtEl>
                                        <p:attrNameLst>
                                          <p:attrName>ppt_w</p:attrName>
                                        </p:attrNameLst>
                                      </p:cBhvr>
                                      <p:tavLst>
                                        <p:tav tm="0">
                                          <p:val>
                                            <p:fltVal val="0"/>
                                          </p:val>
                                        </p:tav>
                                        <p:tav tm="100000">
                                          <p:val>
                                            <p:strVal val="#ppt_w"/>
                                          </p:val>
                                        </p:tav>
                                      </p:tavLst>
                                    </p:anim>
                                    <p:anim calcmode="lin" valueType="num">
                                      <p:cBhvr>
                                        <p:cTn id="44" dur="500" fill="hold"/>
                                        <p:tgtEl>
                                          <p:spTgt spid="3"/>
                                        </p:tgtEl>
                                        <p:attrNameLst>
                                          <p:attrName>ppt_h</p:attrName>
                                        </p:attrNameLst>
                                      </p:cBhvr>
                                      <p:tavLst>
                                        <p:tav tm="0">
                                          <p:val>
                                            <p:fltVal val="0"/>
                                          </p:val>
                                        </p:tav>
                                        <p:tav tm="100000">
                                          <p:val>
                                            <p:strVal val="#ppt_h"/>
                                          </p:val>
                                        </p:tav>
                                      </p:tavLst>
                                    </p:anim>
                                    <p:animEffect transition="in" filter="fade">
                                      <p:cBhvr>
                                        <p:cTn id="45" dur="500"/>
                                        <p:tgtEl>
                                          <p:spTgt spid="3"/>
                                        </p:tgtEl>
                                      </p:cBhvr>
                                    </p:animEffect>
                                  </p:childTnLst>
                                </p:cTn>
                              </p:par>
                              <p:par>
                                <p:cTn id="46" presetID="53" presetClass="entr" presetSubtype="16" fill="hold" nodeType="withEffect">
                                  <p:stCondLst>
                                    <p:cond delay="0"/>
                                  </p:stCondLst>
                                  <p:childTnLst>
                                    <p:set>
                                      <p:cBhvr>
                                        <p:cTn id="47" dur="1" fill="hold">
                                          <p:stCondLst>
                                            <p:cond delay="0"/>
                                          </p:stCondLst>
                                        </p:cTn>
                                        <p:tgtEl>
                                          <p:spTgt spid="2"/>
                                        </p:tgtEl>
                                        <p:attrNameLst>
                                          <p:attrName>style.visibility</p:attrName>
                                        </p:attrNameLst>
                                      </p:cBhvr>
                                      <p:to>
                                        <p:strVal val="visible"/>
                                      </p:to>
                                    </p:set>
                                    <p:anim calcmode="lin" valueType="num">
                                      <p:cBhvr>
                                        <p:cTn id="48" dur="500" fill="hold"/>
                                        <p:tgtEl>
                                          <p:spTgt spid="2"/>
                                        </p:tgtEl>
                                        <p:attrNameLst>
                                          <p:attrName>ppt_w</p:attrName>
                                        </p:attrNameLst>
                                      </p:cBhvr>
                                      <p:tavLst>
                                        <p:tav tm="0">
                                          <p:val>
                                            <p:fltVal val="0"/>
                                          </p:val>
                                        </p:tav>
                                        <p:tav tm="100000">
                                          <p:val>
                                            <p:strVal val="#ppt_w"/>
                                          </p:val>
                                        </p:tav>
                                      </p:tavLst>
                                    </p:anim>
                                    <p:anim calcmode="lin" valueType="num">
                                      <p:cBhvr>
                                        <p:cTn id="49" dur="500" fill="hold"/>
                                        <p:tgtEl>
                                          <p:spTgt spid="2"/>
                                        </p:tgtEl>
                                        <p:attrNameLst>
                                          <p:attrName>ppt_h</p:attrName>
                                        </p:attrNameLst>
                                      </p:cBhvr>
                                      <p:tavLst>
                                        <p:tav tm="0">
                                          <p:val>
                                            <p:fltVal val="0"/>
                                          </p:val>
                                        </p:tav>
                                        <p:tav tm="100000">
                                          <p:val>
                                            <p:strVal val="#ppt_h"/>
                                          </p:val>
                                        </p:tav>
                                      </p:tavLst>
                                    </p:anim>
                                    <p:animEffect transition="in" filter="fade">
                                      <p:cBhvr>
                                        <p:cTn id="50" dur="500"/>
                                        <p:tgtEl>
                                          <p:spTgt spid="2"/>
                                        </p:tgtEl>
                                      </p:cBhvr>
                                    </p:animEffect>
                                  </p:childTnLst>
                                </p:cTn>
                              </p:par>
                              <p:par>
                                <p:cTn id="51" presetID="53" presetClass="entr" presetSubtype="16" fill="hold" nodeType="withEffect">
                                  <p:stCondLst>
                                    <p:cond delay="0"/>
                                  </p:stCondLst>
                                  <p:childTnLst>
                                    <p:set>
                                      <p:cBhvr>
                                        <p:cTn id="52" dur="1" fill="hold">
                                          <p:stCondLst>
                                            <p:cond delay="0"/>
                                          </p:stCondLst>
                                        </p:cTn>
                                        <p:tgtEl>
                                          <p:spTgt spid="7"/>
                                        </p:tgtEl>
                                        <p:attrNameLst>
                                          <p:attrName>style.visibility</p:attrName>
                                        </p:attrNameLst>
                                      </p:cBhvr>
                                      <p:to>
                                        <p:strVal val="visible"/>
                                      </p:to>
                                    </p:set>
                                    <p:anim calcmode="lin" valueType="num">
                                      <p:cBhvr>
                                        <p:cTn id="53" dur="500" fill="hold"/>
                                        <p:tgtEl>
                                          <p:spTgt spid="7"/>
                                        </p:tgtEl>
                                        <p:attrNameLst>
                                          <p:attrName>ppt_w</p:attrName>
                                        </p:attrNameLst>
                                      </p:cBhvr>
                                      <p:tavLst>
                                        <p:tav tm="0">
                                          <p:val>
                                            <p:fltVal val="0"/>
                                          </p:val>
                                        </p:tav>
                                        <p:tav tm="100000">
                                          <p:val>
                                            <p:strVal val="#ppt_w"/>
                                          </p:val>
                                        </p:tav>
                                      </p:tavLst>
                                    </p:anim>
                                    <p:anim calcmode="lin" valueType="num">
                                      <p:cBhvr>
                                        <p:cTn id="54" dur="500" fill="hold"/>
                                        <p:tgtEl>
                                          <p:spTgt spid="7"/>
                                        </p:tgtEl>
                                        <p:attrNameLst>
                                          <p:attrName>ppt_h</p:attrName>
                                        </p:attrNameLst>
                                      </p:cBhvr>
                                      <p:tavLst>
                                        <p:tav tm="0">
                                          <p:val>
                                            <p:fltVal val="0"/>
                                          </p:val>
                                        </p:tav>
                                        <p:tav tm="100000">
                                          <p:val>
                                            <p:strVal val="#ppt_h"/>
                                          </p:val>
                                        </p:tav>
                                      </p:tavLst>
                                    </p:anim>
                                    <p:animEffect transition="in" filter="fade">
                                      <p:cBhvr>
                                        <p:cTn id="55" dur="500"/>
                                        <p:tgtEl>
                                          <p:spTgt spid="7"/>
                                        </p:tgtEl>
                                      </p:cBhvr>
                                    </p:animEffect>
                                  </p:childTnLst>
                                </p:cTn>
                              </p:par>
                              <p:par>
                                <p:cTn id="56" presetID="53" presetClass="entr" presetSubtype="16" fill="hold" nodeType="withEffect">
                                  <p:stCondLst>
                                    <p:cond delay="0"/>
                                  </p:stCondLst>
                                  <p:childTnLst>
                                    <p:set>
                                      <p:cBhvr>
                                        <p:cTn id="57" dur="1" fill="hold">
                                          <p:stCondLst>
                                            <p:cond delay="0"/>
                                          </p:stCondLst>
                                        </p:cTn>
                                        <p:tgtEl>
                                          <p:spTgt spid="4"/>
                                        </p:tgtEl>
                                        <p:attrNameLst>
                                          <p:attrName>style.visibility</p:attrName>
                                        </p:attrNameLst>
                                      </p:cBhvr>
                                      <p:to>
                                        <p:strVal val="visible"/>
                                      </p:to>
                                    </p:set>
                                    <p:anim calcmode="lin" valueType="num">
                                      <p:cBhvr>
                                        <p:cTn id="58" dur="500" fill="hold"/>
                                        <p:tgtEl>
                                          <p:spTgt spid="4"/>
                                        </p:tgtEl>
                                        <p:attrNameLst>
                                          <p:attrName>ppt_w</p:attrName>
                                        </p:attrNameLst>
                                      </p:cBhvr>
                                      <p:tavLst>
                                        <p:tav tm="0">
                                          <p:val>
                                            <p:fltVal val="0"/>
                                          </p:val>
                                        </p:tav>
                                        <p:tav tm="100000">
                                          <p:val>
                                            <p:strVal val="#ppt_w"/>
                                          </p:val>
                                        </p:tav>
                                      </p:tavLst>
                                    </p:anim>
                                    <p:anim calcmode="lin" valueType="num">
                                      <p:cBhvr>
                                        <p:cTn id="59" dur="500" fill="hold"/>
                                        <p:tgtEl>
                                          <p:spTgt spid="4"/>
                                        </p:tgtEl>
                                        <p:attrNameLst>
                                          <p:attrName>ppt_h</p:attrName>
                                        </p:attrNameLst>
                                      </p:cBhvr>
                                      <p:tavLst>
                                        <p:tav tm="0">
                                          <p:val>
                                            <p:fltVal val="0"/>
                                          </p:val>
                                        </p:tav>
                                        <p:tav tm="100000">
                                          <p:val>
                                            <p:strVal val="#ppt_h"/>
                                          </p:val>
                                        </p:tav>
                                      </p:tavLst>
                                    </p:anim>
                                    <p:animEffect transition="in" filter="fade">
                                      <p:cBhvr>
                                        <p:cTn id="60" dur="500"/>
                                        <p:tgtEl>
                                          <p:spTgt spid="4"/>
                                        </p:tgtEl>
                                      </p:cBhvr>
                                    </p:animEffect>
                                  </p:childTnLst>
                                </p:cTn>
                              </p:par>
                            </p:childTnLst>
                          </p:cTn>
                        </p:par>
                        <p:par>
                          <p:cTn id="61" fill="hold">
                            <p:stCondLst>
                              <p:cond delay="4500"/>
                            </p:stCondLst>
                            <p:childTnLst>
                              <p:par>
                                <p:cTn id="62" presetID="53" presetClass="entr" presetSubtype="16" fill="hold" grpId="0" nodeType="afterEffect">
                                  <p:stCondLst>
                                    <p:cond delay="0"/>
                                  </p:stCondLst>
                                  <p:childTnLst>
                                    <p:set>
                                      <p:cBhvr>
                                        <p:cTn id="63" dur="1" fill="hold">
                                          <p:stCondLst>
                                            <p:cond delay="0"/>
                                          </p:stCondLst>
                                        </p:cTn>
                                        <p:tgtEl>
                                          <p:spTgt spid="32785"/>
                                        </p:tgtEl>
                                        <p:attrNameLst>
                                          <p:attrName>style.visibility</p:attrName>
                                        </p:attrNameLst>
                                      </p:cBhvr>
                                      <p:to>
                                        <p:strVal val="visible"/>
                                      </p:to>
                                    </p:set>
                                    <p:anim calcmode="lin" valueType="num">
                                      <p:cBhvr>
                                        <p:cTn id="64" dur="500" fill="hold"/>
                                        <p:tgtEl>
                                          <p:spTgt spid="32785"/>
                                        </p:tgtEl>
                                        <p:attrNameLst>
                                          <p:attrName>ppt_w</p:attrName>
                                        </p:attrNameLst>
                                      </p:cBhvr>
                                      <p:tavLst>
                                        <p:tav tm="0">
                                          <p:val>
                                            <p:fltVal val="0"/>
                                          </p:val>
                                        </p:tav>
                                        <p:tav tm="100000">
                                          <p:val>
                                            <p:strVal val="#ppt_w"/>
                                          </p:val>
                                        </p:tav>
                                      </p:tavLst>
                                    </p:anim>
                                    <p:anim calcmode="lin" valueType="num">
                                      <p:cBhvr>
                                        <p:cTn id="65" dur="500" fill="hold"/>
                                        <p:tgtEl>
                                          <p:spTgt spid="32785"/>
                                        </p:tgtEl>
                                        <p:attrNameLst>
                                          <p:attrName>ppt_h</p:attrName>
                                        </p:attrNameLst>
                                      </p:cBhvr>
                                      <p:tavLst>
                                        <p:tav tm="0">
                                          <p:val>
                                            <p:fltVal val="0"/>
                                          </p:val>
                                        </p:tav>
                                        <p:tav tm="100000">
                                          <p:val>
                                            <p:strVal val="#ppt_h"/>
                                          </p:val>
                                        </p:tav>
                                      </p:tavLst>
                                    </p:anim>
                                    <p:animEffect transition="in" filter="fade">
                                      <p:cBhvr>
                                        <p:cTn id="66" dur="500"/>
                                        <p:tgtEl>
                                          <p:spTgt spid="32785"/>
                                        </p:tgtEl>
                                      </p:cBhvr>
                                    </p:animEffect>
                                  </p:childTnLst>
                                </p:cTn>
                              </p:par>
                            </p:childTnLst>
                          </p:cTn>
                        </p:par>
                        <p:par>
                          <p:cTn id="67" fill="hold">
                            <p:stCondLst>
                              <p:cond delay="5000"/>
                            </p:stCondLst>
                            <p:childTnLst>
                              <p:par>
                                <p:cTn id="68" presetID="12" presetClass="entr" presetSubtype="4" fill="hold" grpId="1" nodeType="afterEffect">
                                  <p:stCondLst>
                                    <p:cond delay="0"/>
                                  </p:stCondLst>
                                  <p:childTnLst>
                                    <p:set>
                                      <p:cBhvr>
                                        <p:cTn id="69" dur="1" fill="hold">
                                          <p:stCondLst>
                                            <p:cond delay="0"/>
                                          </p:stCondLst>
                                        </p:cTn>
                                        <p:tgtEl>
                                          <p:spTgt spid="36"/>
                                        </p:tgtEl>
                                        <p:attrNameLst>
                                          <p:attrName>style.visibility</p:attrName>
                                        </p:attrNameLst>
                                      </p:cBhvr>
                                      <p:to>
                                        <p:strVal val="visible"/>
                                      </p:to>
                                    </p:set>
                                    <p:anim calcmode="lin" valueType="num">
                                      <p:cBhvr additive="base">
                                        <p:cTn id="70" dur="500"/>
                                        <p:tgtEl>
                                          <p:spTgt spid="36"/>
                                        </p:tgtEl>
                                        <p:attrNameLst>
                                          <p:attrName>ppt_y</p:attrName>
                                        </p:attrNameLst>
                                      </p:cBhvr>
                                      <p:tavLst>
                                        <p:tav tm="0">
                                          <p:val>
                                            <p:strVal val="#ppt_y+#ppt_h*1.125000"/>
                                          </p:val>
                                        </p:tav>
                                        <p:tav tm="100000">
                                          <p:val>
                                            <p:strVal val="#ppt_y"/>
                                          </p:val>
                                        </p:tav>
                                      </p:tavLst>
                                    </p:anim>
                                    <p:animEffect transition="in" filter="wipe(up)">
                                      <p:cBhvr>
                                        <p:cTn id="71" dur="500"/>
                                        <p:tgtEl>
                                          <p:spTgt spid="36"/>
                                        </p:tgtEl>
                                      </p:cBhvr>
                                    </p:animEffect>
                                  </p:childTnLst>
                                </p:cTn>
                              </p:par>
                              <p:par>
                                <p:cTn id="72" presetID="22" presetClass="entr" presetSubtype="8" fill="hold" grpId="1" nodeType="with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wipe(left)">
                                      <p:cBhvr>
                                        <p:cTn id="74" dur="500"/>
                                        <p:tgtEl>
                                          <p:spTgt spid="37"/>
                                        </p:tgtEl>
                                      </p:cBhvr>
                                    </p:animEffect>
                                  </p:childTnLst>
                                </p:cTn>
                              </p:par>
                            </p:childTnLst>
                          </p:cTn>
                        </p:par>
                        <p:par>
                          <p:cTn id="75" fill="hold">
                            <p:stCondLst>
                              <p:cond delay="5500"/>
                            </p:stCondLst>
                            <p:childTnLst>
                              <p:par>
                                <p:cTn id="76" presetID="53" presetClass="entr" presetSubtype="16" fill="hold" grpId="0" nodeType="afterEffect">
                                  <p:stCondLst>
                                    <p:cond delay="0"/>
                                  </p:stCondLst>
                                  <p:childTnLst>
                                    <p:set>
                                      <p:cBhvr>
                                        <p:cTn id="77" dur="1" fill="hold">
                                          <p:stCondLst>
                                            <p:cond delay="0"/>
                                          </p:stCondLst>
                                        </p:cTn>
                                        <p:tgtEl>
                                          <p:spTgt spid="32786"/>
                                        </p:tgtEl>
                                        <p:attrNameLst>
                                          <p:attrName>style.visibility</p:attrName>
                                        </p:attrNameLst>
                                      </p:cBhvr>
                                      <p:to>
                                        <p:strVal val="visible"/>
                                      </p:to>
                                    </p:set>
                                    <p:anim calcmode="lin" valueType="num">
                                      <p:cBhvr>
                                        <p:cTn id="78" dur="500" fill="hold"/>
                                        <p:tgtEl>
                                          <p:spTgt spid="32786"/>
                                        </p:tgtEl>
                                        <p:attrNameLst>
                                          <p:attrName>ppt_w</p:attrName>
                                        </p:attrNameLst>
                                      </p:cBhvr>
                                      <p:tavLst>
                                        <p:tav tm="0">
                                          <p:val>
                                            <p:fltVal val="0"/>
                                          </p:val>
                                        </p:tav>
                                        <p:tav tm="100000">
                                          <p:val>
                                            <p:strVal val="#ppt_w"/>
                                          </p:val>
                                        </p:tav>
                                      </p:tavLst>
                                    </p:anim>
                                    <p:anim calcmode="lin" valueType="num">
                                      <p:cBhvr>
                                        <p:cTn id="79" dur="500" fill="hold"/>
                                        <p:tgtEl>
                                          <p:spTgt spid="32786"/>
                                        </p:tgtEl>
                                        <p:attrNameLst>
                                          <p:attrName>ppt_h</p:attrName>
                                        </p:attrNameLst>
                                      </p:cBhvr>
                                      <p:tavLst>
                                        <p:tav tm="0">
                                          <p:val>
                                            <p:fltVal val="0"/>
                                          </p:val>
                                        </p:tav>
                                        <p:tav tm="100000">
                                          <p:val>
                                            <p:strVal val="#ppt_h"/>
                                          </p:val>
                                        </p:tav>
                                      </p:tavLst>
                                    </p:anim>
                                    <p:animEffect transition="in" filter="fade">
                                      <p:cBhvr>
                                        <p:cTn id="80" dur="500"/>
                                        <p:tgtEl>
                                          <p:spTgt spid="32786"/>
                                        </p:tgtEl>
                                      </p:cBhvr>
                                    </p:animEffect>
                                  </p:childTnLst>
                                </p:cTn>
                              </p:par>
                            </p:childTnLst>
                          </p:cTn>
                        </p:par>
                        <p:par>
                          <p:cTn id="81" fill="hold">
                            <p:stCondLst>
                              <p:cond delay="6000"/>
                            </p:stCondLst>
                            <p:childTnLst>
                              <p:par>
                                <p:cTn id="82" presetID="12" presetClass="entr" presetSubtype="4" fill="hold" grpId="1" nodeType="afterEffect">
                                  <p:stCondLst>
                                    <p:cond delay="0"/>
                                  </p:stCondLst>
                                  <p:childTnLst>
                                    <p:set>
                                      <p:cBhvr>
                                        <p:cTn id="83" dur="1" fill="hold">
                                          <p:stCondLst>
                                            <p:cond delay="0"/>
                                          </p:stCondLst>
                                        </p:cTn>
                                        <p:tgtEl>
                                          <p:spTgt spid="8"/>
                                        </p:tgtEl>
                                        <p:attrNameLst>
                                          <p:attrName>style.visibility</p:attrName>
                                        </p:attrNameLst>
                                      </p:cBhvr>
                                      <p:to>
                                        <p:strVal val="visible"/>
                                      </p:to>
                                    </p:set>
                                    <p:anim calcmode="lin" valueType="num">
                                      <p:cBhvr additive="base">
                                        <p:cTn id="84" dur="500"/>
                                        <p:tgtEl>
                                          <p:spTgt spid="8"/>
                                        </p:tgtEl>
                                        <p:attrNameLst>
                                          <p:attrName>ppt_y</p:attrName>
                                        </p:attrNameLst>
                                      </p:cBhvr>
                                      <p:tavLst>
                                        <p:tav tm="0">
                                          <p:val>
                                            <p:strVal val="#ppt_y+#ppt_h*1.125000"/>
                                          </p:val>
                                        </p:tav>
                                        <p:tav tm="100000">
                                          <p:val>
                                            <p:strVal val="#ppt_y"/>
                                          </p:val>
                                        </p:tav>
                                      </p:tavLst>
                                    </p:anim>
                                    <p:animEffect transition="in" filter="wipe(up)">
                                      <p:cBhvr>
                                        <p:cTn id="85" dur="500"/>
                                        <p:tgtEl>
                                          <p:spTgt spid="8"/>
                                        </p:tgtEl>
                                      </p:cBhvr>
                                    </p:animEffect>
                                  </p:childTnLst>
                                </p:cTn>
                              </p:par>
                              <p:par>
                                <p:cTn id="86" presetID="22" presetClass="entr" presetSubtype="8" fill="hold" grpId="1" nodeType="withEffect">
                                  <p:stCondLst>
                                    <p:cond delay="0"/>
                                  </p:stCondLst>
                                  <p:childTnLst>
                                    <p:set>
                                      <p:cBhvr>
                                        <p:cTn id="87" dur="1" fill="hold">
                                          <p:stCondLst>
                                            <p:cond delay="0"/>
                                          </p:stCondLst>
                                        </p:cTn>
                                        <p:tgtEl>
                                          <p:spTgt spid="9"/>
                                        </p:tgtEl>
                                        <p:attrNameLst>
                                          <p:attrName>style.visibility</p:attrName>
                                        </p:attrNameLst>
                                      </p:cBhvr>
                                      <p:to>
                                        <p:strVal val="visible"/>
                                      </p:to>
                                    </p:set>
                                    <p:animEffect transition="in" filter="wipe(left)">
                                      <p:cBhvr>
                                        <p:cTn id="8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2769" grpId="0" bldLvl="0" animBg="1"/>
      <p:bldP spid="32770" grpId="0" bldLvl="0" animBg="1"/>
      <p:bldP spid="32771" grpId="0" bldLvl="0" animBg="1"/>
      <p:bldP spid="32772" grpId="0" bldLvl="0" animBg="1"/>
      <p:bldP spid="32785" grpId="0" bldLvl="0" animBg="1"/>
      <p:bldP spid="32786" grpId="0" bldLvl="0" animBg="1"/>
      <p:bldP spid="36" grpId="1"/>
      <p:bldP spid="37" grpId="1"/>
      <p:bldP spid="8" grpId="1"/>
      <p:bldP spid="9"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628650" y="603885"/>
            <a:ext cx="550545" cy="563245"/>
            <a:chOff x="10213" y="2013"/>
            <a:chExt cx="867" cy="887"/>
          </a:xfrm>
        </p:grpSpPr>
        <p:pic>
          <p:nvPicPr>
            <p:cNvPr id="13" name="图片 12" descr="印章"/>
            <p:cNvPicPr>
              <a:picLocks noChangeAspect="1"/>
            </p:cNvPicPr>
            <p:nvPr/>
          </p:nvPicPr>
          <p:blipFill>
            <a:blip r:embed="rId1"/>
            <a:stretch>
              <a:fillRect/>
            </a:stretch>
          </p:blipFill>
          <p:spPr>
            <a:xfrm>
              <a:off x="10213" y="2013"/>
              <a:ext cx="867" cy="887"/>
            </a:xfrm>
            <a:prstGeom prst="rect">
              <a:avLst/>
            </a:prstGeom>
          </p:spPr>
        </p:pic>
        <p:sp>
          <p:nvSpPr>
            <p:cNvPr id="14" name="文本框 13"/>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04</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11" name="矩形 10"/>
          <p:cNvSpPr/>
          <p:nvPr/>
        </p:nvSpPr>
        <p:spPr>
          <a:xfrm>
            <a:off x="1377315" y="643890"/>
            <a:ext cx="2396490" cy="497205"/>
          </a:xfrm>
          <a:prstGeom prst="rect">
            <a:avLst/>
          </a:prstGeom>
          <a:noFill/>
        </p:spPr>
        <p:txBody>
          <a:bodyPr wrap="square" rtlCol="0">
            <a:spAutoFit/>
          </a:bodyPr>
          <a:lstStyle/>
          <a:p>
            <a:pPr algn="dist">
              <a:lnSpc>
                <a:spcPct val="120000"/>
              </a:lnSpc>
            </a:pPr>
            <a:r>
              <a:rPr lang="zh-CN" altLang="en-US" sz="2200" b="1" dirty="0">
                <a:solidFill>
                  <a:srgbClr val="FCCC9B"/>
                </a:solidFill>
                <a:latin typeface="仓耳玄三M W05" panose="02020400000000000000" charset="-122"/>
                <a:ea typeface="仓耳玄三M W05" panose="02020400000000000000" charset="-122"/>
                <a:sym typeface="+mn-ea"/>
              </a:rPr>
              <a:t>明年工作计划</a:t>
            </a:r>
            <a:endParaRPr lang="zh-CN" altLang="en-US" sz="2200" b="1" dirty="0">
              <a:solidFill>
                <a:srgbClr val="FCCC9B"/>
              </a:solidFill>
              <a:latin typeface="仓耳玄三M W05" panose="02020400000000000000" charset="-122"/>
              <a:ea typeface="仓耳玄三M W05" panose="02020400000000000000" charset="-122"/>
              <a:sym typeface="+mn-ea"/>
            </a:endParaRPr>
          </a:p>
        </p:txBody>
      </p:sp>
      <p:grpSp>
        <p:nvGrpSpPr>
          <p:cNvPr id="18" name="组合 17"/>
          <p:cNvGrpSpPr/>
          <p:nvPr/>
        </p:nvGrpSpPr>
        <p:grpSpPr>
          <a:xfrm>
            <a:off x="-187960" y="-41910"/>
            <a:ext cx="12568555" cy="6938010"/>
            <a:chOff x="-296" y="-66"/>
            <a:chExt cx="19793" cy="10926"/>
          </a:xfrm>
        </p:grpSpPr>
        <p:pic>
          <p:nvPicPr>
            <p:cNvPr id="6" name="图片 5" descr="云波纹"/>
            <p:cNvPicPr>
              <a:picLocks noChangeAspect="1"/>
            </p:cNvPicPr>
            <p:nvPr/>
          </p:nvPicPr>
          <p:blipFill>
            <a:blip r:embed="rId2"/>
            <a:srcRect l="34620" b="87816"/>
            <a:stretch>
              <a:fillRect/>
            </a:stretch>
          </p:blipFill>
          <p:spPr>
            <a:xfrm>
              <a:off x="-295" y="10292"/>
              <a:ext cx="19792" cy="568"/>
            </a:xfrm>
            <a:prstGeom prst="rect">
              <a:avLst/>
            </a:prstGeom>
          </p:spPr>
        </p:pic>
        <p:pic>
          <p:nvPicPr>
            <p:cNvPr id="12" name="图片 11" descr="云波纹"/>
            <p:cNvPicPr>
              <a:picLocks noChangeAspect="1"/>
            </p:cNvPicPr>
            <p:nvPr/>
          </p:nvPicPr>
          <p:blipFill>
            <a:blip r:embed="rId2"/>
            <a:srcRect l="34620" b="87816"/>
            <a:stretch>
              <a:fillRect/>
            </a:stretch>
          </p:blipFill>
          <p:spPr>
            <a:xfrm>
              <a:off x="-296" y="-66"/>
              <a:ext cx="19792" cy="568"/>
            </a:xfrm>
            <a:prstGeom prst="rect">
              <a:avLst/>
            </a:prstGeom>
          </p:spPr>
        </p:pic>
        <p:pic>
          <p:nvPicPr>
            <p:cNvPr id="16" name="图片 15" descr="云波纹"/>
            <p:cNvPicPr>
              <a:picLocks noChangeAspect="1"/>
            </p:cNvPicPr>
            <p:nvPr/>
          </p:nvPicPr>
          <p:blipFill>
            <a:blip r:embed="rId2"/>
            <a:srcRect l="64657" b="87215"/>
            <a:stretch>
              <a:fillRect/>
            </a:stretch>
          </p:blipFill>
          <p:spPr>
            <a:xfrm rot="16200000">
              <a:off x="-5128" y="5143"/>
              <a:ext cx="10699" cy="596"/>
            </a:xfrm>
            <a:prstGeom prst="rect">
              <a:avLst/>
            </a:prstGeom>
          </p:spPr>
        </p:pic>
        <p:pic>
          <p:nvPicPr>
            <p:cNvPr id="17" name="图片 16" descr="云波纹"/>
            <p:cNvPicPr>
              <a:picLocks noChangeAspect="1"/>
            </p:cNvPicPr>
            <p:nvPr/>
          </p:nvPicPr>
          <p:blipFill>
            <a:blip r:embed="rId2"/>
            <a:srcRect l="64657" b="87215"/>
            <a:stretch>
              <a:fillRect/>
            </a:stretch>
          </p:blipFill>
          <p:spPr>
            <a:xfrm rot="16200000">
              <a:off x="13595" y="5102"/>
              <a:ext cx="10699" cy="596"/>
            </a:xfrm>
            <a:prstGeom prst="rect">
              <a:avLst/>
            </a:prstGeom>
          </p:spPr>
        </p:pic>
      </p:grpSp>
      <p:pic>
        <p:nvPicPr>
          <p:cNvPr id="10" name="图片 9" descr="梅花3"/>
          <p:cNvPicPr>
            <a:picLocks noChangeAspect="1"/>
          </p:cNvPicPr>
          <p:nvPr/>
        </p:nvPicPr>
        <p:blipFill>
          <a:blip r:embed="rId3"/>
          <a:stretch>
            <a:fillRect/>
          </a:stretch>
        </p:blipFill>
        <p:spPr>
          <a:xfrm flipH="1">
            <a:off x="9716135" y="-12700"/>
            <a:ext cx="2488565" cy="1809750"/>
          </a:xfrm>
          <a:prstGeom prst="rect">
            <a:avLst/>
          </a:prstGeom>
        </p:spPr>
      </p:pic>
      <p:sp>
        <p:nvSpPr>
          <p:cNvPr id="66" name="Rectangle 9"/>
          <p:cNvSpPr>
            <a:spLocks noChangeArrowheads="1"/>
          </p:cNvSpPr>
          <p:nvPr/>
        </p:nvSpPr>
        <p:spPr bwMode="auto">
          <a:xfrm>
            <a:off x="329565" y="1723390"/>
            <a:ext cx="11511915" cy="1986280"/>
          </a:xfrm>
          <a:prstGeom prst="rect">
            <a:avLst/>
          </a:prstGeom>
          <a:solidFill>
            <a:srgbClr val="981620"/>
          </a:solidFill>
          <a:ln w="6350">
            <a:noFill/>
          </a:ln>
        </p:spPr>
        <p:txBody>
          <a:bodyPr/>
          <a:lstStyle/>
          <a:p>
            <a:endParaRPr lang="zh-CN" altLang="en-US"/>
          </a:p>
        </p:txBody>
      </p:sp>
      <p:sp>
        <p:nvSpPr>
          <p:cNvPr id="2" name="TextBox 23"/>
          <p:cNvSpPr txBox="1"/>
          <p:nvPr/>
        </p:nvSpPr>
        <p:spPr>
          <a:xfrm>
            <a:off x="5911215" y="2506345"/>
            <a:ext cx="5574030" cy="852805"/>
          </a:xfrm>
          <a:prstGeom prst="rect">
            <a:avLst/>
          </a:prstGeom>
          <a:noFill/>
        </p:spPr>
        <p:txBody>
          <a:bodyPr wrap="square" rtlCol="0">
            <a:spAutoFit/>
          </a:bodyPr>
          <a:lstStyle/>
          <a:p>
            <a:pPr algn="l">
              <a:lnSpc>
                <a:spcPct val="165000"/>
              </a:lnSpc>
            </a:pPr>
            <a:r>
              <a:rPr sz="1000">
                <a:solidFill>
                  <a:schemeClr val="bg1"/>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woman.I love you more than I've ever loved any woman. And I've waited longer for you than I've waited for any woman.</a:t>
            </a:r>
            <a:endParaRPr lang="zh-CN" altLang="en-US" sz="1000" dirty="0">
              <a:solidFill>
                <a:schemeClr val="bg1"/>
              </a:solidFill>
              <a:latin typeface="仓耳玄三M W05" panose="02020400000000000000" charset="-122"/>
              <a:ea typeface="仓耳玄三M W05" panose="02020400000000000000" charset="-122"/>
              <a:cs typeface="仓耳玄三M W05" panose="02020400000000000000" charset="-122"/>
              <a:sym typeface="+mn-ea"/>
            </a:endParaRPr>
          </a:p>
        </p:txBody>
      </p:sp>
      <p:sp>
        <p:nvSpPr>
          <p:cNvPr id="3" name="TextBox 24"/>
          <p:cNvSpPr txBox="1"/>
          <p:nvPr/>
        </p:nvSpPr>
        <p:spPr>
          <a:xfrm>
            <a:off x="5911344" y="2123726"/>
            <a:ext cx="1808480" cy="337185"/>
          </a:xfrm>
          <a:prstGeom prst="rect">
            <a:avLst/>
          </a:prstGeom>
          <a:noFill/>
        </p:spPr>
        <p:txBody>
          <a:bodyPr wrap="none" rtlCol="0">
            <a:spAutoFit/>
          </a:bodyPr>
          <a:lstStyle/>
          <a:p>
            <a:pPr algn="l"/>
            <a:r>
              <a:rPr lang="zh-CN" altLang="en-US" sz="1600" b="1">
                <a:solidFill>
                  <a:schemeClr val="bg1"/>
                </a:solidFill>
                <a:latin typeface="仓耳玄三M W05" panose="02020400000000000000" charset="-122"/>
                <a:ea typeface="仓耳玄三M W05" panose="02020400000000000000" charset="-122"/>
                <a:sym typeface="+mn-ea"/>
              </a:rPr>
              <a:t>单击此处输入标题</a:t>
            </a:r>
            <a:endParaRPr lang="zh-CN" altLang="en-US" sz="1600" b="1" dirty="0">
              <a:solidFill>
                <a:schemeClr val="bg1"/>
              </a:solidFill>
              <a:latin typeface="仓耳玄三M W05" panose="02020400000000000000" charset="-122"/>
              <a:ea typeface="仓耳玄三M W05" panose="02020400000000000000" charset="-122"/>
              <a:sym typeface="+mn-ea"/>
            </a:endParaRPr>
          </a:p>
        </p:txBody>
      </p:sp>
      <p:grpSp>
        <p:nvGrpSpPr>
          <p:cNvPr id="22" name="组合 21"/>
          <p:cNvGrpSpPr/>
          <p:nvPr/>
        </p:nvGrpSpPr>
        <p:grpSpPr>
          <a:xfrm>
            <a:off x="1051560" y="2535555"/>
            <a:ext cx="4404360" cy="3173730"/>
            <a:chOff x="1656" y="3993"/>
            <a:chExt cx="6936" cy="4998"/>
          </a:xfrm>
          <a:blipFill rotWithShape="1">
            <a:blip r:embed="rId4" cstate="print"/>
            <a:stretch>
              <a:fillRect/>
            </a:stretch>
          </a:blipFill>
        </p:grpSpPr>
        <p:sp>
          <p:nvSpPr>
            <p:cNvPr id="4" name="矩形 3"/>
            <p:cNvSpPr/>
            <p:nvPr/>
          </p:nvSpPr>
          <p:spPr>
            <a:xfrm>
              <a:off x="1656" y="3993"/>
              <a:ext cx="3408" cy="4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5184" y="3993"/>
              <a:ext cx="3408" cy="4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4" name="Group 75"/>
          <p:cNvGrpSpPr/>
          <p:nvPr/>
        </p:nvGrpSpPr>
        <p:grpSpPr>
          <a:xfrm>
            <a:off x="5892165" y="4200525"/>
            <a:ext cx="414655" cy="405130"/>
            <a:chOff x="4080141" y="798258"/>
            <a:chExt cx="328062" cy="319755"/>
          </a:xfrm>
          <a:solidFill>
            <a:srgbClr val="981620"/>
          </a:solidFill>
        </p:grpSpPr>
        <p:sp>
          <p:nvSpPr>
            <p:cNvPr id="55" name="Freeform 76"/>
            <p:cNvSpPr/>
            <p:nvPr/>
          </p:nvSpPr>
          <p:spPr bwMode="auto">
            <a:xfrm>
              <a:off x="4080141" y="823174"/>
              <a:ext cx="294839" cy="294839"/>
            </a:xfrm>
            <a:custGeom>
              <a:avLst/>
              <a:gdLst/>
              <a:ahLst/>
              <a:cxnLst>
                <a:cxn ang="0">
                  <a:pos x="141" y="141"/>
                </a:cxn>
                <a:cxn ang="0">
                  <a:pos x="284" y="141"/>
                </a:cxn>
                <a:cxn ang="0">
                  <a:pos x="284" y="141"/>
                </a:cxn>
                <a:cxn ang="0">
                  <a:pos x="283" y="156"/>
                </a:cxn>
                <a:cxn ang="0">
                  <a:pos x="281" y="170"/>
                </a:cxn>
                <a:cxn ang="0">
                  <a:pos x="277" y="185"/>
                </a:cxn>
                <a:cxn ang="0">
                  <a:pos x="274" y="197"/>
                </a:cxn>
                <a:cxn ang="0">
                  <a:pos x="266" y="210"/>
                </a:cxn>
                <a:cxn ang="0">
                  <a:pos x="259" y="221"/>
                </a:cxn>
                <a:cxn ang="0">
                  <a:pos x="252" y="232"/>
                </a:cxn>
                <a:cxn ang="0">
                  <a:pos x="243" y="243"/>
                </a:cxn>
                <a:cxn ang="0">
                  <a:pos x="232" y="252"/>
                </a:cxn>
                <a:cxn ang="0">
                  <a:pos x="221" y="259"/>
                </a:cxn>
                <a:cxn ang="0">
                  <a:pos x="210" y="266"/>
                </a:cxn>
                <a:cxn ang="0">
                  <a:pos x="197" y="273"/>
                </a:cxn>
                <a:cxn ang="0">
                  <a:pos x="185" y="277"/>
                </a:cxn>
                <a:cxn ang="0">
                  <a:pos x="170" y="281"/>
                </a:cxn>
                <a:cxn ang="0">
                  <a:pos x="156" y="283"/>
                </a:cxn>
                <a:cxn ang="0">
                  <a:pos x="141" y="284"/>
                </a:cxn>
                <a:cxn ang="0">
                  <a:pos x="141" y="284"/>
                </a:cxn>
                <a:cxn ang="0">
                  <a:pos x="127" y="283"/>
                </a:cxn>
                <a:cxn ang="0">
                  <a:pos x="112" y="281"/>
                </a:cxn>
                <a:cxn ang="0">
                  <a:pos x="100" y="277"/>
                </a:cxn>
                <a:cxn ang="0">
                  <a:pos x="87" y="273"/>
                </a:cxn>
                <a:cxn ang="0">
                  <a:pos x="74" y="266"/>
                </a:cxn>
                <a:cxn ang="0">
                  <a:pos x="62" y="259"/>
                </a:cxn>
                <a:cxn ang="0">
                  <a:pos x="51" y="252"/>
                </a:cxn>
                <a:cxn ang="0">
                  <a:pos x="42" y="243"/>
                </a:cxn>
                <a:cxn ang="0">
                  <a:pos x="33" y="232"/>
                </a:cxn>
                <a:cxn ang="0">
                  <a:pos x="23" y="221"/>
                </a:cxn>
                <a:cxn ang="0">
                  <a:pos x="16" y="210"/>
                </a:cxn>
                <a:cxn ang="0">
                  <a:pos x="11" y="197"/>
                </a:cxn>
                <a:cxn ang="0">
                  <a:pos x="5" y="185"/>
                </a:cxn>
                <a:cxn ang="0">
                  <a:pos x="2" y="170"/>
                </a:cxn>
                <a:cxn ang="0">
                  <a:pos x="0" y="156"/>
                </a:cxn>
                <a:cxn ang="0">
                  <a:pos x="0" y="141"/>
                </a:cxn>
                <a:cxn ang="0">
                  <a:pos x="0" y="141"/>
                </a:cxn>
                <a:cxn ang="0">
                  <a:pos x="0" y="127"/>
                </a:cxn>
                <a:cxn ang="0">
                  <a:pos x="2" y="114"/>
                </a:cxn>
                <a:cxn ang="0">
                  <a:pos x="5" y="99"/>
                </a:cxn>
                <a:cxn ang="0">
                  <a:pos x="11" y="87"/>
                </a:cxn>
                <a:cxn ang="0">
                  <a:pos x="16" y="74"/>
                </a:cxn>
                <a:cxn ang="0">
                  <a:pos x="23" y="63"/>
                </a:cxn>
                <a:cxn ang="0">
                  <a:pos x="33" y="52"/>
                </a:cxn>
                <a:cxn ang="0">
                  <a:pos x="42" y="41"/>
                </a:cxn>
                <a:cxn ang="0">
                  <a:pos x="51" y="32"/>
                </a:cxn>
                <a:cxn ang="0">
                  <a:pos x="62" y="23"/>
                </a:cxn>
                <a:cxn ang="0">
                  <a:pos x="74" y="16"/>
                </a:cxn>
                <a:cxn ang="0">
                  <a:pos x="87" y="11"/>
                </a:cxn>
                <a:cxn ang="0">
                  <a:pos x="100" y="7"/>
                </a:cxn>
                <a:cxn ang="0">
                  <a:pos x="112" y="3"/>
                </a:cxn>
                <a:cxn ang="0">
                  <a:pos x="127" y="0"/>
                </a:cxn>
                <a:cxn ang="0">
                  <a:pos x="141" y="0"/>
                </a:cxn>
                <a:cxn ang="0">
                  <a:pos x="141" y="141"/>
                </a:cxn>
              </a:cxnLst>
              <a:rect l="0" t="0" r="r" b="b"/>
              <a:pathLst>
                <a:path w="284" h="284">
                  <a:moveTo>
                    <a:pt x="141" y="141"/>
                  </a:moveTo>
                  <a:lnTo>
                    <a:pt x="284" y="141"/>
                  </a:lnTo>
                  <a:lnTo>
                    <a:pt x="284" y="141"/>
                  </a:lnTo>
                  <a:lnTo>
                    <a:pt x="283" y="156"/>
                  </a:lnTo>
                  <a:lnTo>
                    <a:pt x="281" y="170"/>
                  </a:lnTo>
                  <a:lnTo>
                    <a:pt x="277" y="185"/>
                  </a:lnTo>
                  <a:lnTo>
                    <a:pt x="274" y="197"/>
                  </a:lnTo>
                  <a:lnTo>
                    <a:pt x="266" y="210"/>
                  </a:lnTo>
                  <a:lnTo>
                    <a:pt x="259" y="221"/>
                  </a:lnTo>
                  <a:lnTo>
                    <a:pt x="252" y="232"/>
                  </a:lnTo>
                  <a:lnTo>
                    <a:pt x="243" y="243"/>
                  </a:lnTo>
                  <a:lnTo>
                    <a:pt x="232" y="252"/>
                  </a:lnTo>
                  <a:lnTo>
                    <a:pt x="221" y="259"/>
                  </a:lnTo>
                  <a:lnTo>
                    <a:pt x="210" y="266"/>
                  </a:lnTo>
                  <a:lnTo>
                    <a:pt x="197" y="273"/>
                  </a:lnTo>
                  <a:lnTo>
                    <a:pt x="185" y="277"/>
                  </a:lnTo>
                  <a:lnTo>
                    <a:pt x="170" y="281"/>
                  </a:lnTo>
                  <a:lnTo>
                    <a:pt x="156" y="283"/>
                  </a:lnTo>
                  <a:lnTo>
                    <a:pt x="141" y="284"/>
                  </a:lnTo>
                  <a:lnTo>
                    <a:pt x="141" y="284"/>
                  </a:lnTo>
                  <a:lnTo>
                    <a:pt x="127" y="283"/>
                  </a:lnTo>
                  <a:lnTo>
                    <a:pt x="112" y="281"/>
                  </a:lnTo>
                  <a:lnTo>
                    <a:pt x="100" y="277"/>
                  </a:lnTo>
                  <a:lnTo>
                    <a:pt x="87" y="273"/>
                  </a:lnTo>
                  <a:lnTo>
                    <a:pt x="74" y="266"/>
                  </a:lnTo>
                  <a:lnTo>
                    <a:pt x="62" y="259"/>
                  </a:lnTo>
                  <a:lnTo>
                    <a:pt x="51" y="252"/>
                  </a:lnTo>
                  <a:lnTo>
                    <a:pt x="42" y="243"/>
                  </a:lnTo>
                  <a:lnTo>
                    <a:pt x="33" y="232"/>
                  </a:lnTo>
                  <a:lnTo>
                    <a:pt x="23" y="221"/>
                  </a:lnTo>
                  <a:lnTo>
                    <a:pt x="16" y="210"/>
                  </a:lnTo>
                  <a:lnTo>
                    <a:pt x="11" y="197"/>
                  </a:lnTo>
                  <a:lnTo>
                    <a:pt x="5" y="185"/>
                  </a:lnTo>
                  <a:lnTo>
                    <a:pt x="2" y="170"/>
                  </a:lnTo>
                  <a:lnTo>
                    <a:pt x="0" y="156"/>
                  </a:lnTo>
                  <a:lnTo>
                    <a:pt x="0" y="141"/>
                  </a:lnTo>
                  <a:lnTo>
                    <a:pt x="0" y="141"/>
                  </a:lnTo>
                  <a:lnTo>
                    <a:pt x="0" y="127"/>
                  </a:lnTo>
                  <a:lnTo>
                    <a:pt x="2" y="114"/>
                  </a:lnTo>
                  <a:lnTo>
                    <a:pt x="5" y="99"/>
                  </a:lnTo>
                  <a:lnTo>
                    <a:pt x="11" y="87"/>
                  </a:lnTo>
                  <a:lnTo>
                    <a:pt x="16" y="74"/>
                  </a:lnTo>
                  <a:lnTo>
                    <a:pt x="23" y="63"/>
                  </a:lnTo>
                  <a:lnTo>
                    <a:pt x="33" y="52"/>
                  </a:lnTo>
                  <a:lnTo>
                    <a:pt x="42" y="41"/>
                  </a:lnTo>
                  <a:lnTo>
                    <a:pt x="51" y="32"/>
                  </a:lnTo>
                  <a:lnTo>
                    <a:pt x="62" y="23"/>
                  </a:lnTo>
                  <a:lnTo>
                    <a:pt x="74" y="16"/>
                  </a:lnTo>
                  <a:lnTo>
                    <a:pt x="87" y="11"/>
                  </a:lnTo>
                  <a:lnTo>
                    <a:pt x="100" y="7"/>
                  </a:lnTo>
                  <a:lnTo>
                    <a:pt x="112" y="3"/>
                  </a:lnTo>
                  <a:lnTo>
                    <a:pt x="127" y="0"/>
                  </a:lnTo>
                  <a:lnTo>
                    <a:pt x="141" y="0"/>
                  </a:lnTo>
                  <a:lnTo>
                    <a:pt x="141" y="141"/>
                  </a:lnTo>
                  <a:close/>
                </a:path>
              </a:pathLst>
            </a:custGeom>
            <a:grpFill/>
            <a:ln w="9525">
              <a:noFill/>
              <a:round/>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56" name="Freeform 77"/>
            <p:cNvSpPr/>
            <p:nvPr/>
          </p:nvSpPr>
          <p:spPr bwMode="auto">
            <a:xfrm>
              <a:off x="4260783" y="798258"/>
              <a:ext cx="147420" cy="147420"/>
            </a:xfrm>
            <a:custGeom>
              <a:avLst/>
              <a:gdLst/>
              <a:ahLst/>
              <a:cxnLst>
                <a:cxn ang="0">
                  <a:pos x="0" y="142"/>
                </a:cxn>
                <a:cxn ang="0">
                  <a:pos x="141" y="142"/>
                </a:cxn>
                <a:cxn ang="0">
                  <a:pos x="141" y="142"/>
                </a:cxn>
                <a:cxn ang="0">
                  <a:pos x="141" y="127"/>
                </a:cxn>
                <a:cxn ang="0">
                  <a:pos x="139" y="113"/>
                </a:cxn>
                <a:cxn ang="0">
                  <a:pos x="136" y="100"/>
                </a:cxn>
                <a:cxn ang="0">
                  <a:pos x="130" y="87"/>
                </a:cxn>
                <a:cxn ang="0">
                  <a:pos x="125" y="74"/>
                </a:cxn>
                <a:cxn ang="0">
                  <a:pos x="118" y="62"/>
                </a:cxn>
                <a:cxn ang="0">
                  <a:pos x="109" y="51"/>
                </a:cxn>
                <a:cxn ang="0">
                  <a:pos x="100" y="42"/>
                </a:cxn>
                <a:cxn ang="0">
                  <a:pos x="91" y="33"/>
                </a:cxn>
                <a:cxn ang="0">
                  <a:pos x="80" y="24"/>
                </a:cxn>
                <a:cxn ang="0">
                  <a:pos x="67" y="16"/>
                </a:cxn>
                <a:cxn ang="0">
                  <a:pos x="54" y="11"/>
                </a:cxn>
                <a:cxn ang="0">
                  <a:pos x="42" y="6"/>
                </a:cxn>
                <a:cxn ang="0">
                  <a:pos x="29" y="2"/>
                </a:cxn>
                <a:cxn ang="0">
                  <a:pos x="14" y="0"/>
                </a:cxn>
                <a:cxn ang="0">
                  <a:pos x="0" y="0"/>
                </a:cxn>
                <a:cxn ang="0">
                  <a:pos x="0" y="142"/>
                </a:cxn>
              </a:cxnLst>
              <a:rect l="0" t="0" r="r" b="b"/>
              <a:pathLst>
                <a:path w="141" h="142">
                  <a:moveTo>
                    <a:pt x="0" y="142"/>
                  </a:moveTo>
                  <a:lnTo>
                    <a:pt x="141" y="142"/>
                  </a:lnTo>
                  <a:lnTo>
                    <a:pt x="141" y="142"/>
                  </a:lnTo>
                  <a:lnTo>
                    <a:pt x="141" y="127"/>
                  </a:lnTo>
                  <a:lnTo>
                    <a:pt x="139" y="113"/>
                  </a:lnTo>
                  <a:lnTo>
                    <a:pt x="136" y="100"/>
                  </a:lnTo>
                  <a:lnTo>
                    <a:pt x="130" y="87"/>
                  </a:lnTo>
                  <a:lnTo>
                    <a:pt x="125" y="74"/>
                  </a:lnTo>
                  <a:lnTo>
                    <a:pt x="118" y="62"/>
                  </a:lnTo>
                  <a:lnTo>
                    <a:pt x="109" y="51"/>
                  </a:lnTo>
                  <a:lnTo>
                    <a:pt x="100" y="42"/>
                  </a:lnTo>
                  <a:lnTo>
                    <a:pt x="91" y="33"/>
                  </a:lnTo>
                  <a:lnTo>
                    <a:pt x="80" y="24"/>
                  </a:lnTo>
                  <a:lnTo>
                    <a:pt x="67" y="16"/>
                  </a:lnTo>
                  <a:lnTo>
                    <a:pt x="54" y="11"/>
                  </a:lnTo>
                  <a:lnTo>
                    <a:pt x="42" y="6"/>
                  </a:lnTo>
                  <a:lnTo>
                    <a:pt x="29" y="2"/>
                  </a:lnTo>
                  <a:lnTo>
                    <a:pt x="14" y="0"/>
                  </a:lnTo>
                  <a:lnTo>
                    <a:pt x="0" y="0"/>
                  </a:lnTo>
                  <a:lnTo>
                    <a:pt x="0" y="142"/>
                  </a:lnTo>
                  <a:close/>
                </a:path>
              </a:pathLst>
            </a:custGeom>
            <a:grpFill/>
            <a:ln w="9525">
              <a:noFill/>
              <a:round/>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grpSp>
      <p:sp>
        <p:nvSpPr>
          <p:cNvPr id="20" name="Freeform 32"/>
          <p:cNvSpPr>
            <a:spLocks noEditPoints="1"/>
          </p:cNvSpPr>
          <p:nvPr/>
        </p:nvSpPr>
        <p:spPr bwMode="auto">
          <a:xfrm>
            <a:off x="5892165" y="5080000"/>
            <a:ext cx="433705" cy="355600"/>
          </a:xfrm>
          <a:custGeom>
            <a:avLst/>
            <a:gdLst/>
            <a:ahLst/>
            <a:cxnLst>
              <a:cxn ang="0">
                <a:pos x="254" y="0"/>
              </a:cxn>
              <a:cxn ang="0">
                <a:pos x="239" y="2"/>
              </a:cxn>
              <a:cxn ang="0">
                <a:pos x="210" y="15"/>
              </a:cxn>
              <a:cxn ang="0">
                <a:pos x="74" y="149"/>
              </a:cxn>
              <a:cxn ang="0">
                <a:pos x="69" y="154"/>
              </a:cxn>
              <a:cxn ang="0">
                <a:pos x="65" y="165"/>
              </a:cxn>
              <a:cxn ang="0">
                <a:pos x="65" y="178"/>
              </a:cxn>
              <a:cxn ang="0">
                <a:pos x="69" y="189"/>
              </a:cxn>
              <a:cxn ang="0">
                <a:pos x="167" y="288"/>
              </a:cxn>
              <a:cxn ang="0">
                <a:pos x="172" y="292"/>
              </a:cxn>
              <a:cxn ang="0">
                <a:pos x="183" y="297"/>
              </a:cxn>
              <a:cxn ang="0">
                <a:pos x="196" y="297"/>
              </a:cxn>
              <a:cxn ang="0">
                <a:pos x="208" y="292"/>
              </a:cxn>
              <a:cxn ang="0">
                <a:pos x="339" y="162"/>
              </a:cxn>
              <a:cxn ang="0">
                <a:pos x="348" y="151"/>
              </a:cxn>
              <a:cxn ang="0">
                <a:pos x="359" y="122"/>
              </a:cxn>
              <a:cxn ang="0">
                <a:pos x="361" y="33"/>
              </a:cxn>
              <a:cxn ang="0">
                <a:pos x="361" y="26"/>
              </a:cxn>
              <a:cxn ang="0">
                <a:pos x="355" y="15"/>
              </a:cxn>
              <a:cxn ang="0">
                <a:pos x="346" y="6"/>
              </a:cxn>
              <a:cxn ang="0">
                <a:pos x="335" y="2"/>
              </a:cxn>
              <a:cxn ang="0">
                <a:pos x="330" y="0"/>
              </a:cxn>
              <a:cxn ang="0">
                <a:pos x="286" y="107"/>
              </a:cxn>
              <a:cxn ang="0">
                <a:pos x="274" y="105"/>
              </a:cxn>
              <a:cxn ang="0">
                <a:pos x="263" y="98"/>
              </a:cxn>
              <a:cxn ang="0">
                <a:pos x="257" y="87"/>
              </a:cxn>
              <a:cxn ang="0">
                <a:pos x="254" y="74"/>
              </a:cxn>
              <a:cxn ang="0">
                <a:pos x="256" y="69"/>
              </a:cxn>
              <a:cxn ang="0">
                <a:pos x="259" y="58"/>
              </a:cxn>
              <a:cxn ang="0">
                <a:pos x="268" y="49"/>
              </a:cxn>
              <a:cxn ang="0">
                <a:pos x="279" y="44"/>
              </a:cxn>
              <a:cxn ang="0">
                <a:pos x="286" y="44"/>
              </a:cxn>
              <a:cxn ang="0">
                <a:pos x="299" y="45"/>
              </a:cxn>
              <a:cxn ang="0">
                <a:pos x="308" y="53"/>
              </a:cxn>
              <a:cxn ang="0">
                <a:pos x="315" y="64"/>
              </a:cxn>
              <a:cxn ang="0">
                <a:pos x="319" y="74"/>
              </a:cxn>
              <a:cxn ang="0">
                <a:pos x="317" y="82"/>
              </a:cxn>
              <a:cxn ang="0">
                <a:pos x="314" y="93"/>
              </a:cxn>
              <a:cxn ang="0">
                <a:pos x="304" y="102"/>
              </a:cxn>
              <a:cxn ang="0">
                <a:pos x="292" y="107"/>
              </a:cxn>
              <a:cxn ang="0">
                <a:pos x="286" y="107"/>
              </a:cxn>
              <a:cxn ang="0">
                <a:pos x="141" y="294"/>
              </a:cxn>
              <a:cxn ang="0">
                <a:pos x="130" y="297"/>
              </a:cxn>
              <a:cxn ang="0">
                <a:pos x="112" y="294"/>
              </a:cxn>
              <a:cxn ang="0">
                <a:pos x="9" y="194"/>
              </a:cxn>
              <a:cxn ang="0">
                <a:pos x="5" y="189"/>
              </a:cxn>
              <a:cxn ang="0">
                <a:pos x="0" y="178"/>
              </a:cxn>
              <a:cxn ang="0">
                <a:pos x="0" y="165"/>
              </a:cxn>
              <a:cxn ang="0">
                <a:pos x="5" y="154"/>
              </a:cxn>
              <a:cxn ang="0">
                <a:pos x="136" y="24"/>
              </a:cxn>
              <a:cxn ang="0">
                <a:pos x="147" y="15"/>
              </a:cxn>
              <a:cxn ang="0">
                <a:pos x="176" y="2"/>
              </a:cxn>
              <a:cxn ang="0">
                <a:pos x="27" y="163"/>
              </a:cxn>
              <a:cxn ang="0">
                <a:pos x="23" y="167"/>
              </a:cxn>
              <a:cxn ang="0">
                <a:pos x="23" y="176"/>
              </a:cxn>
              <a:cxn ang="0">
                <a:pos x="27" y="180"/>
              </a:cxn>
            </a:cxnLst>
            <a:rect l="0" t="0" r="r" b="b"/>
            <a:pathLst>
              <a:path w="361" h="297">
                <a:moveTo>
                  <a:pt x="330" y="0"/>
                </a:moveTo>
                <a:lnTo>
                  <a:pt x="254" y="0"/>
                </a:lnTo>
                <a:lnTo>
                  <a:pt x="254" y="0"/>
                </a:lnTo>
                <a:lnTo>
                  <a:pt x="239" y="2"/>
                </a:lnTo>
                <a:lnTo>
                  <a:pt x="225" y="7"/>
                </a:lnTo>
                <a:lnTo>
                  <a:pt x="210" y="15"/>
                </a:lnTo>
                <a:lnTo>
                  <a:pt x="199" y="24"/>
                </a:lnTo>
                <a:lnTo>
                  <a:pt x="74" y="149"/>
                </a:lnTo>
                <a:lnTo>
                  <a:pt x="74" y="149"/>
                </a:lnTo>
                <a:lnTo>
                  <a:pt x="69" y="154"/>
                </a:lnTo>
                <a:lnTo>
                  <a:pt x="67" y="160"/>
                </a:lnTo>
                <a:lnTo>
                  <a:pt x="65" y="165"/>
                </a:lnTo>
                <a:lnTo>
                  <a:pt x="63" y="172"/>
                </a:lnTo>
                <a:lnTo>
                  <a:pt x="65" y="178"/>
                </a:lnTo>
                <a:lnTo>
                  <a:pt x="67" y="183"/>
                </a:lnTo>
                <a:lnTo>
                  <a:pt x="69" y="189"/>
                </a:lnTo>
                <a:lnTo>
                  <a:pt x="74" y="194"/>
                </a:lnTo>
                <a:lnTo>
                  <a:pt x="167" y="288"/>
                </a:lnTo>
                <a:lnTo>
                  <a:pt x="167" y="288"/>
                </a:lnTo>
                <a:lnTo>
                  <a:pt x="172" y="292"/>
                </a:lnTo>
                <a:lnTo>
                  <a:pt x="178" y="296"/>
                </a:lnTo>
                <a:lnTo>
                  <a:pt x="183" y="297"/>
                </a:lnTo>
                <a:lnTo>
                  <a:pt x="190" y="297"/>
                </a:lnTo>
                <a:lnTo>
                  <a:pt x="196" y="297"/>
                </a:lnTo>
                <a:lnTo>
                  <a:pt x="201" y="296"/>
                </a:lnTo>
                <a:lnTo>
                  <a:pt x="208" y="292"/>
                </a:lnTo>
                <a:lnTo>
                  <a:pt x="212" y="288"/>
                </a:lnTo>
                <a:lnTo>
                  <a:pt x="339" y="162"/>
                </a:lnTo>
                <a:lnTo>
                  <a:pt x="339" y="162"/>
                </a:lnTo>
                <a:lnTo>
                  <a:pt x="348" y="151"/>
                </a:lnTo>
                <a:lnTo>
                  <a:pt x="355" y="136"/>
                </a:lnTo>
                <a:lnTo>
                  <a:pt x="359" y="122"/>
                </a:lnTo>
                <a:lnTo>
                  <a:pt x="361" y="107"/>
                </a:lnTo>
                <a:lnTo>
                  <a:pt x="361" y="33"/>
                </a:lnTo>
                <a:lnTo>
                  <a:pt x="361" y="33"/>
                </a:lnTo>
                <a:lnTo>
                  <a:pt x="361" y="26"/>
                </a:lnTo>
                <a:lnTo>
                  <a:pt x="359" y="20"/>
                </a:lnTo>
                <a:lnTo>
                  <a:pt x="355" y="15"/>
                </a:lnTo>
                <a:lnTo>
                  <a:pt x="352" y="9"/>
                </a:lnTo>
                <a:lnTo>
                  <a:pt x="346" y="6"/>
                </a:lnTo>
                <a:lnTo>
                  <a:pt x="341" y="4"/>
                </a:lnTo>
                <a:lnTo>
                  <a:pt x="335" y="2"/>
                </a:lnTo>
                <a:lnTo>
                  <a:pt x="330" y="0"/>
                </a:lnTo>
                <a:lnTo>
                  <a:pt x="330" y="0"/>
                </a:lnTo>
                <a:close/>
                <a:moveTo>
                  <a:pt x="286" y="107"/>
                </a:moveTo>
                <a:lnTo>
                  <a:pt x="286" y="107"/>
                </a:lnTo>
                <a:lnTo>
                  <a:pt x="279" y="107"/>
                </a:lnTo>
                <a:lnTo>
                  <a:pt x="274" y="105"/>
                </a:lnTo>
                <a:lnTo>
                  <a:pt x="268" y="102"/>
                </a:lnTo>
                <a:lnTo>
                  <a:pt x="263" y="98"/>
                </a:lnTo>
                <a:lnTo>
                  <a:pt x="259" y="93"/>
                </a:lnTo>
                <a:lnTo>
                  <a:pt x="257" y="87"/>
                </a:lnTo>
                <a:lnTo>
                  <a:pt x="256" y="82"/>
                </a:lnTo>
                <a:lnTo>
                  <a:pt x="254" y="74"/>
                </a:lnTo>
                <a:lnTo>
                  <a:pt x="254" y="74"/>
                </a:lnTo>
                <a:lnTo>
                  <a:pt x="256" y="69"/>
                </a:lnTo>
                <a:lnTo>
                  <a:pt x="257" y="64"/>
                </a:lnTo>
                <a:lnTo>
                  <a:pt x="259" y="58"/>
                </a:lnTo>
                <a:lnTo>
                  <a:pt x="263" y="53"/>
                </a:lnTo>
                <a:lnTo>
                  <a:pt x="268" y="49"/>
                </a:lnTo>
                <a:lnTo>
                  <a:pt x="274" y="45"/>
                </a:lnTo>
                <a:lnTo>
                  <a:pt x="279" y="44"/>
                </a:lnTo>
                <a:lnTo>
                  <a:pt x="286" y="44"/>
                </a:lnTo>
                <a:lnTo>
                  <a:pt x="286" y="44"/>
                </a:lnTo>
                <a:lnTo>
                  <a:pt x="292" y="44"/>
                </a:lnTo>
                <a:lnTo>
                  <a:pt x="299" y="45"/>
                </a:lnTo>
                <a:lnTo>
                  <a:pt x="304" y="49"/>
                </a:lnTo>
                <a:lnTo>
                  <a:pt x="308" y="53"/>
                </a:lnTo>
                <a:lnTo>
                  <a:pt x="314" y="58"/>
                </a:lnTo>
                <a:lnTo>
                  <a:pt x="315" y="64"/>
                </a:lnTo>
                <a:lnTo>
                  <a:pt x="317" y="69"/>
                </a:lnTo>
                <a:lnTo>
                  <a:pt x="319" y="74"/>
                </a:lnTo>
                <a:lnTo>
                  <a:pt x="319" y="74"/>
                </a:lnTo>
                <a:lnTo>
                  <a:pt x="317" y="82"/>
                </a:lnTo>
                <a:lnTo>
                  <a:pt x="315" y="87"/>
                </a:lnTo>
                <a:lnTo>
                  <a:pt x="314" y="93"/>
                </a:lnTo>
                <a:lnTo>
                  <a:pt x="308" y="98"/>
                </a:lnTo>
                <a:lnTo>
                  <a:pt x="304" y="102"/>
                </a:lnTo>
                <a:lnTo>
                  <a:pt x="299" y="105"/>
                </a:lnTo>
                <a:lnTo>
                  <a:pt x="292" y="107"/>
                </a:lnTo>
                <a:lnTo>
                  <a:pt x="286" y="107"/>
                </a:lnTo>
                <a:lnTo>
                  <a:pt x="286" y="107"/>
                </a:lnTo>
                <a:close/>
                <a:moveTo>
                  <a:pt x="27" y="180"/>
                </a:moveTo>
                <a:lnTo>
                  <a:pt x="141" y="294"/>
                </a:lnTo>
                <a:lnTo>
                  <a:pt x="141" y="294"/>
                </a:lnTo>
                <a:lnTo>
                  <a:pt x="130" y="297"/>
                </a:lnTo>
                <a:lnTo>
                  <a:pt x="121" y="297"/>
                </a:lnTo>
                <a:lnTo>
                  <a:pt x="112" y="294"/>
                </a:lnTo>
                <a:lnTo>
                  <a:pt x="103" y="288"/>
                </a:lnTo>
                <a:lnTo>
                  <a:pt x="9" y="194"/>
                </a:lnTo>
                <a:lnTo>
                  <a:pt x="9" y="194"/>
                </a:lnTo>
                <a:lnTo>
                  <a:pt x="5" y="189"/>
                </a:lnTo>
                <a:lnTo>
                  <a:pt x="2" y="183"/>
                </a:lnTo>
                <a:lnTo>
                  <a:pt x="0" y="178"/>
                </a:lnTo>
                <a:lnTo>
                  <a:pt x="0" y="172"/>
                </a:lnTo>
                <a:lnTo>
                  <a:pt x="0" y="165"/>
                </a:lnTo>
                <a:lnTo>
                  <a:pt x="2" y="160"/>
                </a:lnTo>
                <a:lnTo>
                  <a:pt x="5" y="154"/>
                </a:lnTo>
                <a:lnTo>
                  <a:pt x="9" y="149"/>
                </a:lnTo>
                <a:lnTo>
                  <a:pt x="136" y="24"/>
                </a:lnTo>
                <a:lnTo>
                  <a:pt x="136" y="24"/>
                </a:lnTo>
                <a:lnTo>
                  <a:pt x="147" y="15"/>
                </a:lnTo>
                <a:lnTo>
                  <a:pt x="161" y="7"/>
                </a:lnTo>
                <a:lnTo>
                  <a:pt x="176" y="2"/>
                </a:lnTo>
                <a:lnTo>
                  <a:pt x="190" y="0"/>
                </a:lnTo>
                <a:lnTo>
                  <a:pt x="27" y="163"/>
                </a:lnTo>
                <a:lnTo>
                  <a:pt x="27" y="163"/>
                </a:lnTo>
                <a:lnTo>
                  <a:pt x="23" y="167"/>
                </a:lnTo>
                <a:lnTo>
                  <a:pt x="23" y="172"/>
                </a:lnTo>
                <a:lnTo>
                  <a:pt x="23" y="176"/>
                </a:lnTo>
                <a:lnTo>
                  <a:pt x="27" y="180"/>
                </a:lnTo>
                <a:lnTo>
                  <a:pt x="27" y="180"/>
                </a:lnTo>
                <a:close/>
              </a:path>
            </a:pathLst>
          </a:custGeom>
          <a:solidFill>
            <a:srgbClr val="981620"/>
          </a:solidFill>
          <a:ln w="9525">
            <a:noFill/>
            <a:round/>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grpSp>
        <p:nvGrpSpPr>
          <p:cNvPr id="61" name="Group 81"/>
          <p:cNvGrpSpPr/>
          <p:nvPr/>
        </p:nvGrpSpPr>
        <p:grpSpPr>
          <a:xfrm>
            <a:off x="8762365" y="4194810"/>
            <a:ext cx="406400" cy="370205"/>
            <a:chOff x="4821392" y="2301522"/>
            <a:chExt cx="321831" cy="292764"/>
          </a:xfrm>
          <a:solidFill>
            <a:srgbClr val="981620"/>
          </a:solidFill>
        </p:grpSpPr>
        <p:sp>
          <p:nvSpPr>
            <p:cNvPr id="62" name="Freeform 91"/>
            <p:cNvSpPr/>
            <p:nvPr/>
          </p:nvSpPr>
          <p:spPr bwMode="auto">
            <a:xfrm>
              <a:off x="4856689" y="2301522"/>
              <a:ext cx="147420" cy="126657"/>
            </a:xfrm>
            <a:custGeom>
              <a:avLst/>
              <a:gdLst/>
              <a:ahLst/>
              <a:cxnLst>
                <a:cxn ang="0">
                  <a:pos x="141" y="14"/>
                </a:cxn>
                <a:cxn ang="0">
                  <a:pos x="141" y="14"/>
                </a:cxn>
                <a:cxn ang="0">
                  <a:pos x="137" y="43"/>
                </a:cxn>
                <a:cxn ang="0">
                  <a:pos x="130" y="70"/>
                </a:cxn>
                <a:cxn ang="0">
                  <a:pos x="123" y="96"/>
                </a:cxn>
                <a:cxn ang="0">
                  <a:pos x="116" y="121"/>
                </a:cxn>
                <a:cxn ang="0">
                  <a:pos x="116" y="121"/>
                </a:cxn>
                <a:cxn ang="0">
                  <a:pos x="88" y="112"/>
                </a:cxn>
                <a:cxn ang="0">
                  <a:pos x="74" y="110"/>
                </a:cxn>
                <a:cxn ang="0">
                  <a:pos x="59" y="108"/>
                </a:cxn>
                <a:cxn ang="0">
                  <a:pos x="45" y="107"/>
                </a:cxn>
                <a:cxn ang="0">
                  <a:pos x="30" y="108"/>
                </a:cxn>
                <a:cxn ang="0">
                  <a:pos x="14" y="110"/>
                </a:cxn>
                <a:cxn ang="0">
                  <a:pos x="0" y="114"/>
                </a:cxn>
                <a:cxn ang="0">
                  <a:pos x="0" y="114"/>
                </a:cxn>
                <a:cxn ang="0">
                  <a:pos x="14" y="65"/>
                </a:cxn>
                <a:cxn ang="0">
                  <a:pos x="27" y="14"/>
                </a:cxn>
                <a:cxn ang="0">
                  <a:pos x="27" y="14"/>
                </a:cxn>
                <a:cxn ang="0">
                  <a:pos x="39" y="7"/>
                </a:cxn>
                <a:cxn ang="0">
                  <a:pos x="52" y="3"/>
                </a:cxn>
                <a:cxn ang="0">
                  <a:pos x="67" y="0"/>
                </a:cxn>
                <a:cxn ang="0">
                  <a:pos x="83" y="0"/>
                </a:cxn>
                <a:cxn ang="0">
                  <a:pos x="99" y="1"/>
                </a:cxn>
                <a:cxn ang="0">
                  <a:pos x="114" y="5"/>
                </a:cxn>
                <a:cxn ang="0">
                  <a:pos x="128" y="9"/>
                </a:cxn>
                <a:cxn ang="0">
                  <a:pos x="141" y="14"/>
                </a:cxn>
                <a:cxn ang="0">
                  <a:pos x="141" y="14"/>
                </a:cxn>
              </a:cxnLst>
              <a:rect l="0" t="0" r="r" b="b"/>
              <a:pathLst>
                <a:path w="141" h="121">
                  <a:moveTo>
                    <a:pt x="141" y="14"/>
                  </a:moveTo>
                  <a:lnTo>
                    <a:pt x="141" y="14"/>
                  </a:lnTo>
                  <a:lnTo>
                    <a:pt x="137" y="43"/>
                  </a:lnTo>
                  <a:lnTo>
                    <a:pt x="130" y="70"/>
                  </a:lnTo>
                  <a:lnTo>
                    <a:pt x="123" y="96"/>
                  </a:lnTo>
                  <a:lnTo>
                    <a:pt x="116" y="121"/>
                  </a:lnTo>
                  <a:lnTo>
                    <a:pt x="116" y="121"/>
                  </a:lnTo>
                  <a:lnTo>
                    <a:pt x="88" y="112"/>
                  </a:lnTo>
                  <a:lnTo>
                    <a:pt x="74" y="110"/>
                  </a:lnTo>
                  <a:lnTo>
                    <a:pt x="59" y="108"/>
                  </a:lnTo>
                  <a:lnTo>
                    <a:pt x="45" y="107"/>
                  </a:lnTo>
                  <a:lnTo>
                    <a:pt x="30" y="108"/>
                  </a:lnTo>
                  <a:lnTo>
                    <a:pt x="14" y="110"/>
                  </a:lnTo>
                  <a:lnTo>
                    <a:pt x="0" y="114"/>
                  </a:lnTo>
                  <a:lnTo>
                    <a:pt x="0" y="114"/>
                  </a:lnTo>
                  <a:lnTo>
                    <a:pt x="14" y="65"/>
                  </a:lnTo>
                  <a:lnTo>
                    <a:pt x="27" y="14"/>
                  </a:lnTo>
                  <a:lnTo>
                    <a:pt x="27" y="14"/>
                  </a:lnTo>
                  <a:lnTo>
                    <a:pt x="39" y="7"/>
                  </a:lnTo>
                  <a:lnTo>
                    <a:pt x="52" y="3"/>
                  </a:lnTo>
                  <a:lnTo>
                    <a:pt x="67" y="0"/>
                  </a:lnTo>
                  <a:lnTo>
                    <a:pt x="83" y="0"/>
                  </a:lnTo>
                  <a:lnTo>
                    <a:pt x="99" y="1"/>
                  </a:lnTo>
                  <a:lnTo>
                    <a:pt x="114" y="5"/>
                  </a:lnTo>
                  <a:lnTo>
                    <a:pt x="128" y="9"/>
                  </a:lnTo>
                  <a:lnTo>
                    <a:pt x="141" y="14"/>
                  </a:lnTo>
                  <a:lnTo>
                    <a:pt x="141" y="14"/>
                  </a:lnTo>
                  <a:close/>
                </a:path>
              </a:pathLst>
            </a:custGeom>
            <a:grpFill/>
            <a:ln w="9525">
              <a:noFill/>
              <a:round/>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63" name="Freeform 92"/>
            <p:cNvSpPr/>
            <p:nvPr/>
          </p:nvSpPr>
          <p:spPr bwMode="auto">
            <a:xfrm>
              <a:off x="4993727" y="2338896"/>
              <a:ext cx="149496" cy="124580"/>
            </a:xfrm>
            <a:custGeom>
              <a:avLst/>
              <a:gdLst/>
              <a:ahLst/>
              <a:cxnLst>
                <a:cxn ang="0">
                  <a:pos x="31" y="0"/>
                </a:cxn>
                <a:cxn ang="0">
                  <a:pos x="31" y="0"/>
                </a:cxn>
                <a:cxn ang="0">
                  <a:pos x="42" y="6"/>
                </a:cxn>
                <a:cxn ang="0">
                  <a:pos x="56" y="9"/>
                </a:cxn>
                <a:cxn ang="0">
                  <a:pos x="69" y="13"/>
                </a:cxn>
                <a:cxn ang="0">
                  <a:pos x="85" y="15"/>
                </a:cxn>
                <a:cxn ang="0">
                  <a:pos x="100" y="15"/>
                </a:cxn>
                <a:cxn ang="0">
                  <a:pos x="116" y="13"/>
                </a:cxn>
                <a:cxn ang="0">
                  <a:pos x="131" y="11"/>
                </a:cxn>
                <a:cxn ang="0">
                  <a:pos x="145" y="7"/>
                </a:cxn>
                <a:cxn ang="0">
                  <a:pos x="145" y="7"/>
                </a:cxn>
                <a:cxn ang="0">
                  <a:pos x="138" y="33"/>
                </a:cxn>
                <a:cxn ang="0">
                  <a:pos x="131" y="60"/>
                </a:cxn>
                <a:cxn ang="0">
                  <a:pos x="123" y="85"/>
                </a:cxn>
                <a:cxn ang="0">
                  <a:pos x="114" y="111"/>
                </a:cxn>
                <a:cxn ang="0">
                  <a:pos x="114" y="111"/>
                </a:cxn>
                <a:cxn ang="0">
                  <a:pos x="102" y="116"/>
                </a:cxn>
                <a:cxn ang="0">
                  <a:pos x="87" y="120"/>
                </a:cxn>
                <a:cxn ang="0">
                  <a:pos x="71" y="122"/>
                </a:cxn>
                <a:cxn ang="0">
                  <a:pos x="54" y="122"/>
                </a:cxn>
                <a:cxn ang="0">
                  <a:pos x="38" y="120"/>
                </a:cxn>
                <a:cxn ang="0">
                  <a:pos x="24" y="116"/>
                </a:cxn>
                <a:cxn ang="0">
                  <a:pos x="11" y="111"/>
                </a:cxn>
                <a:cxn ang="0">
                  <a:pos x="0" y="103"/>
                </a:cxn>
                <a:cxn ang="0">
                  <a:pos x="0" y="103"/>
                </a:cxn>
                <a:cxn ang="0">
                  <a:pos x="15" y="51"/>
                </a:cxn>
                <a:cxn ang="0">
                  <a:pos x="31" y="0"/>
                </a:cxn>
                <a:cxn ang="0">
                  <a:pos x="31" y="0"/>
                </a:cxn>
              </a:cxnLst>
              <a:rect l="0" t="0" r="r" b="b"/>
              <a:pathLst>
                <a:path w="145" h="122">
                  <a:moveTo>
                    <a:pt x="31" y="0"/>
                  </a:moveTo>
                  <a:lnTo>
                    <a:pt x="31" y="0"/>
                  </a:lnTo>
                  <a:lnTo>
                    <a:pt x="42" y="6"/>
                  </a:lnTo>
                  <a:lnTo>
                    <a:pt x="56" y="9"/>
                  </a:lnTo>
                  <a:lnTo>
                    <a:pt x="69" y="13"/>
                  </a:lnTo>
                  <a:lnTo>
                    <a:pt x="85" y="15"/>
                  </a:lnTo>
                  <a:lnTo>
                    <a:pt x="100" y="15"/>
                  </a:lnTo>
                  <a:lnTo>
                    <a:pt x="116" y="13"/>
                  </a:lnTo>
                  <a:lnTo>
                    <a:pt x="131" y="11"/>
                  </a:lnTo>
                  <a:lnTo>
                    <a:pt x="145" y="7"/>
                  </a:lnTo>
                  <a:lnTo>
                    <a:pt x="145" y="7"/>
                  </a:lnTo>
                  <a:lnTo>
                    <a:pt x="138" y="33"/>
                  </a:lnTo>
                  <a:lnTo>
                    <a:pt x="131" y="60"/>
                  </a:lnTo>
                  <a:lnTo>
                    <a:pt x="123" y="85"/>
                  </a:lnTo>
                  <a:lnTo>
                    <a:pt x="114" y="111"/>
                  </a:lnTo>
                  <a:lnTo>
                    <a:pt x="114" y="111"/>
                  </a:lnTo>
                  <a:lnTo>
                    <a:pt x="102" y="116"/>
                  </a:lnTo>
                  <a:lnTo>
                    <a:pt x="87" y="120"/>
                  </a:lnTo>
                  <a:lnTo>
                    <a:pt x="71" y="122"/>
                  </a:lnTo>
                  <a:lnTo>
                    <a:pt x="54" y="122"/>
                  </a:lnTo>
                  <a:lnTo>
                    <a:pt x="38" y="120"/>
                  </a:lnTo>
                  <a:lnTo>
                    <a:pt x="24" y="116"/>
                  </a:lnTo>
                  <a:lnTo>
                    <a:pt x="11" y="111"/>
                  </a:lnTo>
                  <a:lnTo>
                    <a:pt x="0" y="103"/>
                  </a:lnTo>
                  <a:lnTo>
                    <a:pt x="0" y="103"/>
                  </a:lnTo>
                  <a:lnTo>
                    <a:pt x="15" y="51"/>
                  </a:lnTo>
                  <a:lnTo>
                    <a:pt x="31" y="0"/>
                  </a:lnTo>
                  <a:lnTo>
                    <a:pt x="31" y="0"/>
                  </a:lnTo>
                  <a:close/>
                </a:path>
              </a:pathLst>
            </a:custGeom>
            <a:grpFill/>
            <a:ln w="9525">
              <a:noFill/>
              <a:round/>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64" name="Freeform 93"/>
            <p:cNvSpPr/>
            <p:nvPr/>
          </p:nvSpPr>
          <p:spPr bwMode="auto">
            <a:xfrm>
              <a:off x="4821392" y="2432330"/>
              <a:ext cx="147420" cy="128733"/>
            </a:xfrm>
            <a:custGeom>
              <a:avLst/>
              <a:gdLst/>
              <a:ahLst/>
              <a:cxnLst>
                <a:cxn ang="0">
                  <a:pos x="141" y="16"/>
                </a:cxn>
                <a:cxn ang="0">
                  <a:pos x="141" y="16"/>
                </a:cxn>
                <a:cxn ang="0">
                  <a:pos x="136" y="43"/>
                </a:cxn>
                <a:cxn ang="0">
                  <a:pos x="129" y="69"/>
                </a:cxn>
                <a:cxn ang="0">
                  <a:pos x="122" y="94"/>
                </a:cxn>
                <a:cxn ang="0">
                  <a:pos x="116" y="123"/>
                </a:cxn>
                <a:cxn ang="0">
                  <a:pos x="116" y="123"/>
                </a:cxn>
                <a:cxn ang="0">
                  <a:pos x="89" y="112"/>
                </a:cxn>
                <a:cxn ang="0">
                  <a:pos x="74" y="109"/>
                </a:cxn>
                <a:cxn ang="0">
                  <a:pos x="60" y="107"/>
                </a:cxn>
                <a:cxn ang="0">
                  <a:pos x="45" y="105"/>
                </a:cxn>
                <a:cxn ang="0">
                  <a:pos x="29" y="107"/>
                </a:cxn>
                <a:cxn ang="0">
                  <a:pos x="15" y="109"/>
                </a:cxn>
                <a:cxn ang="0">
                  <a:pos x="0" y="116"/>
                </a:cxn>
                <a:cxn ang="0">
                  <a:pos x="0" y="116"/>
                </a:cxn>
                <a:cxn ang="0">
                  <a:pos x="6" y="87"/>
                </a:cxn>
                <a:cxn ang="0">
                  <a:pos x="13" y="61"/>
                </a:cxn>
                <a:cxn ang="0">
                  <a:pos x="27" y="12"/>
                </a:cxn>
                <a:cxn ang="0">
                  <a:pos x="27" y="12"/>
                </a:cxn>
                <a:cxn ang="0">
                  <a:pos x="40" y="5"/>
                </a:cxn>
                <a:cxn ang="0">
                  <a:pos x="54" y="2"/>
                </a:cxn>
                <a:cxn ang="0">
                  <a:pos x="69" y="0"/>
                </a:cxn>
                <a:cxn ang="0">
                  <a:pos x="85" y="0"/>
                </a:cxn>
                <a:cxn ang="0">
                  <a:pos x="102" y="2"/>
                </a:cxn>
                <a:cxn ang="0">
                  <a:pos x="118" y="5"/>
                </a:cxn>
                <a:cxn ang="0">
                  <a:pos x="131" y="11"/>
                </a:cxn>
                <a:cxn ang="0">
                  <a:pos x="141" y="16"/>
                </a:cxn>
                <a:cxn ang="0">
                  <a:pos x="141" y="16"/>
                </a:cxn>
              </a:cxnLst>
              <a:rect l="0" t="0" r="r" b="b"/>
              <a:pathLst>
                <a:path w="141" h="123">
                  <a:moveTo>
                    <a:pt x="141" y="16"/>
                  </a:moveTo>
                  <a:lnTo>
                    <a:pt x="141" y="16"/>
                  </a:lnTo>
                  <a:lnTo>
                    <a:pt x="136" y="43"/>
                  </a:lnTo>
                  <a:lnTo>
                    <a:pt x="129" y="69"/>
                  </a:lnTo>
                  <a:lnTo>
                    <a:pt x="122" y="94"/>
                  </a:lnTo>
                  <a:lnTo>
                    <a:pt x="116" y="123"/>
                  </a:lnTo>
                  <a:lnTo>
                    <a:pt x="116" y="123"/>
                  </a:lnTo>
                  <a:lnTo>
                    <a:pt x="89" y="112"/>
                  </a:lnTo>
                  <a:lnTo>
                    <a:pt x="74" y="109"/>
                  </a:lnTo>
                  <a:lnTo>
                    <a:pt x="60" y="107"/>
                  </a:lnTo>
                  <a:lnTo>
                    <a:pt x="45" y="105"/>
                  </a:lnTo>
                  <a:lnTo>
                    <a:pt x="29" y="107"/>
                  </a:lnTo>
                  <a:lnTo>
                    <a:pt x="15" y="109"/>
                  </a:lnTo>
                  <a:lnTo>
                    <a:pt x="0" y="116"/>
                  </a:lnTo>
                  <a:lnTo>
                    <a:pt x="0" y="116"/>
                  </a:lnTo>
                  <a:lnTo>
                    <a:pt x="6" y="87"/>
                  </a:lnTo>
                  <a:lnTo>
                    <a:pt x="13" y="61"/>
                  </a:lnTo>
                  <a:lnTo>
                    <a:pt x="27" y="12"/>
                  </a:lnTo>
                  <a:lnTo>
                    <a:pt x="27" y="12"/>
                  </a:lnTo>
                  <a:lnTo>
                    <a:pt x="40" y="5"/>
                  </a:lnTo>
                  <a:lnTo>
                    <a:pt x="54" y="2"/>
                  </a:lnTo>
                  <a:lnTo>
                    <a:pt x="69" y="0"/>
                  </a:lnTo>
                  <a:lnTo>
                    <a:pt x="85" y="0"/>
                  </a:lnTo>
                  <a:lnTo>
                    <a:pt x="102" y="2"/>
                  </a:lnTo>
                  <a:lnTo>
                    <a:pt x="118" y="5"/>
                  </a:lnTo>
                  <a:lnTo>
                    <a:pt x="131" y="11"/>
                  </a:lnTo>
                  <a:lnTo>
                    <a:pt x="141" y="16"/>
                  </a:lnTo>
                  <a:lnTo>
                    <a:pt x="141" y="16"/>
                  </a:lnTo>
                  <a:close/>
                </a:path>
              </a:pathLst>
            </a:custGeom>
            <a:grpFill/>
            <a:ln w="9525">
              <a:noFill/>
              <a:round/>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65" name="Freeform 94"/>
            <p:cNvSpPr/>
            <p:nvPr/>
          </p:nvSpPr>
          <p:spPr bwMode="auto">
            <a:xfrm>
              <a:off x="4956353" y="2463476"/>
              <a:ext cx="151573" cy="130810"/>
            </a:xfrm>
            <a:custGeom>
              <a:avLst/>
              <a:gdLst/>
              <a:ahLst/>
              <a:cxnLst>
                <a:cxn ang="0">
                  <a:pos x="30" y="0"/>
                </a:cxn>
                <a:cxn ang="0">
                  <a:pos x="30" y="0"/>
                </a:cxn>
                <a:cxn ang="0">
                  <a:pos x="41" y="7"/>
                </a:cxn>
                <a:cxn ang="0">
                  <a:pos x="56" y="12"/>
                </a:cxn>
                <a:cxn ang="0">
                  <a:pos x="70" y="16"/>
                </a:cxn>
                <a:cxn ang="0">
                  <a:pos x="85" y="16"/>
                </a:cxn>
                <a:cxn ang="0">
                  <a:pos x="99" y="16"/>
                </a:cxn>
                <a:cxn ang="0">
                  <a:pos x="116" y="16"/>
                </a:cxn>
                <a:cxn ang="0">
                  <a:pos x="130" y="12"/>
                </a:cxn>
                <a:cxn ang="0">
                  <a:pos x="145" y="7"/>
                </a:cxn>
                <a:cxn ang="0">
                  <a:pos x="145" y="7"/>
                </a:cxn>
                <a:cxn ang="0">
                  <a:pos x="130" y="59"/>
                </a:cxn>
                <a:cxn ang="0">
                  <a:pos x="114" y="110"/>
                </a:cxn>
                <a:cxn ang="0">
                  <a:pos x="114" y="110"/>
                </a:cxn>
                <a:cxn ang="0">
                  <a:pos x="101" y="117"/>
                </a:cxn>
                <a:cxn ang="0">
                  <a:pos x="88" y="121"/>
                </a:cxn>
                <a:cxn ang="0">
                  <a:pos x="72" y="125"/>
                </a:cxn>
                <a:cxn ang="0">
                  <a:pos x="56" y="125"/>
                </a:cxn>
                <a:cxn ang="0">
                  <a:pos x="39" y="123"/>
                </a:cxn>
                <a:cxn ang="0">
                  <a:pos x="25" y="119"/>
                </a:cxn>
                <a:cxn ang="0">
                  <a:pos x="10" y="114"/>
                </a:cxn>
                <a:cxn ang="0">
                  <a:pos x="0" y="107"/>
                </a:cxn>
                <a:cxn ang="0">
                  <a:pos x="0" y="107"/>
                </a:cxn>
                <a:cxn ang="0">
                  <a:pos x="5" y="79"/>
                </a:cxn>
                <a:cxn ang="0">
                  <a:pos x="12" y="52"/>
                </a:cxn>
                <a:cxn ang="0">
                  <a:pos x="21" y="25"/>
                </a:cxn>
                <a:cxn ang="0">
                  <a:pos x="30" y="0"/>
                </a:cxn>
                <a:cxn ang="0">
                  <a:pos x="30" y="0"/>
                </a:cxn>
              </a:cxnLst>
              <a:rect l="0" t="0" r="r" b="b"/>
              <a:pathLst>
                <a:path w="145" h="125">
                  <a:moveTo>
                    <a:pt x="30" y="0"/>
                  </a:moveTo>
                  <a:lnTo>
                    <a:pt x="30" y="0"/>
                  </a:lnTo>
                  <a:lnTo>
                    <a:pt x="41" y="7"/>
                  </a:lnTo>
                  <a:lnTo>
                    <a:pt x="56" y="12"/>
                  </a:lnTo>
                  <a:lnTo>
                    <a:pt x="70" y="16"/>
                  </a:lnTo>
                  <a:lnTo>
                    <a:pt x="85" y="16"/>
                  </a:lnTo>
                  <a:lnTo>
                    <a:pt x="99" y="16"/>
                  </a:lnTo>
                  <a:lnTo>
                    <a:pt x="116" y="16"/>
                  </a:lnTo>
                  <a:lnTo>
                    <a:pt x="130" y="12"/>
                  </a:lnTo>
                  <a:lnTo>
                    <a:pt x="145" y="7"/>
                  </a:lnTo>
                  <a:lnTo>
                    <a:pt x="145" y="7"/>
                  </a:lnTo>
                  <a:lnTo>
                    <a:pt x="130" y="59"/>
                  </a:lnTo>
                  <a:lnTo>
                    <a:pt x="114" y="110"/>
                  </a:lnTo>
                  <a:lnTo>
                    <a:pt x="114" y="110"/>
                  </a:lnTo>
                  <a:lnTo>
                    <a:pt x="101" y="117"/>
                  </a:lnTo>
                  <a:lnTo>
                    <a:pt x="88" y="121"/>
                  </a:lnTo>
                  <a:lnTo>
                    <a:pt x="72" y="125"/>
                  </a:lnTo>
                  <a:lnTo>
                    <a:pt x="56" y="125"/>
                  </a:lnTo>
                  <a:lnTo>
                    <a:pt x="39" y="123"/>
                  </a:lnTo>
                  <a:lnTo>
                    <a:pt x="25" y="119"/>
                  </a:lnTo>
                  <a:lnTo>
                    <a:pt x="10" y="114"/>
                  </a:lnTo>
                  <a:lnTo>
                    <a:pt x="0" y="107"/>
                  </a:lnTo>
                  <a:lnTo>
                    <a:pt x="0" y="107"/>
                  </a:lnTo>
                  <a:lnTo>
                    <a:pt x="5" y="79"/>
                  </a:lnTo>
                  <a:lnTo>
                    <a:pt x="12" y="52"/>
                  </a:lnTo>
                  <a:lnTo>
                    <a:pt x="21" y="25"/>
                  </a:lnTo>
                  <a:lnTo>
                    <a:pt x="30" y="0"/>
                  </a:lnTo>
                  <a:lnTo>
                    <a:pt x="30" y="0"/>
                  </a:lnTo>
                  <a:close/>
                </a:path>
              </a:pathLst>
            </a:custGeom>
            <a:grpFill/>
            <a:ln w="9525">
              <a:noFill/>
              <a:round/>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grpSp>
      <p:grpSp>
        <p:nvGrpSpPr>
          <p:cNvPr id="81" name="Group 85"/>
          <p:cNvGrpSpPr/>
          <p:nvPr/>
        </p:nvGrpSpPr>
        <p:grpSpPr>
          <a:xfrm>
            <a:off x="8762365" y="5008880"/>
            <a:ext cx="365125" cy="486410"/>
            <a:chOff x="5575100" y="3734191"/>
            <a:chExt cx="315602" cy="419419"/>
          </a:xfrm>
          <a:solidFill>
            <a:srgbClr val="981620"/>
          </a:solidFill>
        </p:grpSpPr>
        <p:sp>
          <p:nvSpPr>
            <p:cNvPr id="7" name="Freeform 108"/>
            <p:cNvSpPr>
              <a:spLocks noEditPoints="1"/>
            </p:cNvSpPr>
            <p:nvPr/>
          </p:nvSpPr>
          <p:spPr bwMode="auto">
            <a:xfrm>
              <a:off x="5575100" y="3734191"/>
              <a:ext cx="315602" cy="419419"/>
            </a:xfrm>
            <a:custGeom>
              <a:avLst/>
              <a:gdLst/>
              <a:ahLst/>
              <a:cxnLst>
                <a:cxn ang="0">
                  <a:pos x="136" y="2"/>
                </a:cxn>
                <a:cxn ang="0">
                  <a:pos x="92" y="13"/>
                </a:cxn>
                <a:cxn ang="0">
                  <a:pos x="56" y="35"/>
                </a:cxn>
                <a:cxn ang="0">
                  <a:pos x="25" y="67"/>
                </a:cxn>
                <a:cxn ang="0">
                  <a:pos x="7" y="107"/>
                </a:cxn>
                <a:cxn ang="0">
                  <a:pos x="0" y="153"/>
                </a:cxn>
                <a:cxn ang="0">
                  <a:pos x="5" y="187"/>
                </a:cxn>
                <a:cxn ang="0">
                  <a:pos x="25" y="236"/>
                </a:cxn>
                <a:cxn ang="0">
                  <a:pos x="63" y="274"/>
                </a:cxn>
                <a:cxn ang="0">
                  <a:pos x="69" y="278"/>
                </a:cxn>
                <a:cxn ang="0">
                  <a:pos x="76" y="301"/>
                </a:cxn>
                <a:cxn ang="0">
                  <a:pos x="76" y="354"/>
                </a:cxn>
                <a:cxn ang="0">
                  <a:pos x="83" y="372"/>
                </a:cxn>
                <a:cxn ang="0">
                  <a:pos x="140" y="401"/>
                </a:cxn>
                <a:cxn ang="0">
                  <a:pos x="150" y="405"/>
                </a:cxn>
                <a:cxn ang="0">
                  <a:pos x="214" y="376"/>
                </a:cxn>
                <a:cxn ang="0">
                  <a:pos x="225" y="367"/>
                </a:cxn>
                <a:cxn ang="0">
                  <a:pos x="228" y="303"/>
                </a:cxn>
                <a:cxn ang="0">
                  <a:pos x="230" y="289"/>
                </a:cxn>
                <a:cxn ang="0">
                  <a:pos x="243" y="270"/>
                </a:cxn>
                <a:cxn ang="0">
                  <a:pos x="261" y="256"/>
                </a:cxn>
                <a:cxn ang="0">
                  <a:pos x="288" y="216"/>
                </a:cxn>
                <a:cxn ang="0">
                  <a:pos x="301" y="169"/>
                </a:cxn>
                <a:cxn ang="0">
                  <a:pos x="301" y="136"/>
                </a:cxn>
                <a:cxn ang="0">
                  <a:pos x="290" y="93"/>
                </a:cxn>
                <a:cxn ang="0">
                  <a:pos x="268" y="57"/>
                </a:cxn>
                <a:cxn ang="0">
                  <a:pos x="236" y="28"/>
                </a:cxn>
                <a:cxn ang="0">
                  <a:pos x="196" y="8"/>
                </a:cxn>
                <a:cxn ang="0">
                  <a:pos x="150" y="0"/>
                </a:cxn>
                <a:cxn ang="0">
                  <a:pos x="100" y="354"/>
                </a:cxn>
                <a:cxn ang="0">
                  <a:pos x="203" y="303"/>
                </a:cxn>
                <a:cxn ang="0">
                  <a:pos x="100" y="303"/>
                </a:cxn>
                <a:cxn ang="0">
                  <a:pos x="203" y="303"/>
                </a:cxn>
                <a:cxn ang="0">
                  <a:pos x="230" y="249"/>
                </a:cxn>
                <a:cxn ang="0">
                  <a:pos x="210" y="270"/>
                </a:cxn>
                <a:cxn ang="0">
                  <a:pos x="96" y="278"/>
                </a:cxn>
                <a:cxn ang="0">
                  <a:pos x="85" y="260"/>
                </a:cxn>
                <a:cxn ang="0">
                  <a:pos x="67" y="245"/>
                </a:cxn>
                <a:cxn ang="0">
                  <a:pos x="40" y="211"/>
                </a:cxn>
                <a:cxn ang="0">
                  <a:pos x="27" y="167"/>
                </a:cxn>
                <a:cxn ang="0">
                  <a:pos x="25" y="140"/>
                </a:cxn>
                <a:cxn ang="0">
                  <a:pos x="36" y="104"/>
                </a:cxn>
                <a:cxn ang="0">
                  <a:pos x="54" y="71"/>
                </a:cxn>
                <a:cxn ang="0">
                  <a:pos x="82" y="47"/>
                </a:cxn>
                <a:cxn ang="0">
                  <a:pos x="114" y="31"/>
                </a:cxn>
                <a:cxn ang="0">
                  <a:pos x="150" y="26"/>
                </a:cxn>
                <a:cxn ang="0">
                  <a:pos x="176" y="29"/>
                </a:cxn>
                <a:cxn ang="0">
                  <a:pos x="212" y="42"/>
                </a:cxn>
                <a:cxn ang="0">
                  <a:pos x="239" y="64"/>
                </a:cxn>
                <a:cxn ang="0">
                  <a:pos x="261" y="93"/>
                </a:cxn>
                <a:cxn ang="0">
                  <a:pos x="274" y="127"/>
                </a:cxn>
                <a:cxn ang="0">
                  <a:pos x="277" y="153"/>
                </a:cxn>
                <a:cxn ang="0">
                  <a:pos x="270" y="192"/>
                </a:cxn>
                <a:cxn ang="0">
                  <a:pos x="250" y="229"/>
                </a:cxn>
                <a:cxn ang="0">
                  <a:pos x="232" y="249"/>
                </a:cxn>
              </a:cxnLst>
              <a:rect l="0" t="0" r="r" b="b"/>
              <a:pathLst>
                <a:path w="303" h="405">
                  <a:moveTo>
                    <a:pt x="150" y="0"/>
                  </a:moveTo>
                  <a:lnTo>
                    <a:pt x="150" y="0"/>
                  </a:lnTo>
                  <a:lnTo>
                    <a:pt x="136" y="2"/>
                  </a:lnTo>
                  <a:lnTo>
                    <a:pt x="121" y="4"/>
                  </a:lnTo>
                  <a:lnTo>
                    <a:pt x="107" y="8"/>
                  </a:lnTo>
                  <a:lnTo>
                    <a:pt x="92" y="13"/>
                  </a:lnTo>
                  <a:lnTo>
                    <a:pt x="80" y="18"/>
                  </a:lnTo>
                  <a:lnTo>
                    <a:pt x="67" y="28"/>
                  </a:lnTo>
                  <a:lnTo>
                    <a:pt x="56" y="35"/>
                  </a:lnTo>
                  <a:lnTo>
                    <a:pt x="45" y="46"/>
                  </a:lnTo>
                  <a:lnTo>
                    <a:pt x="34" y="57"/>
                  </a:lnTo>
                  <a:lnTo>
                    <a:pt x="25" y="67"/>
                  </a:lnTo>
                  <a:lnTo>
                    <a:pt x="18" y="80"/>
                  </a:lnTo>
                  <a:lnTo>
                    <a:pt x="13" y="93"/>
                  </a:lnTo>
                  <a:lnTo>
                    <a:pt x="7" y="107"/>
                  </a:lnTo>
                  <a:lnTo>
                    <a:pt x="4" y="122"/>
                  </a:lnTo>
                  <a:lnTo>
                    <a:pt x="2" y="136"/>
                  </a:lnTo>
                  <a:lnTo>
                    <a:pt x="0" y="153"/>
                  </a:lnTo>
                  <a:lnTo>
                    <a:pt x="0" y="153"/>
                  </a:lnTo>
                  <a:lnTo>
                    <a:pt x="2" y="171"/>
                  </a:lnTo>
                  <a:lnTo>
                    <a:pt x="5" y="187"/>
                  </a:lnTo>
                  <a:lnTo>
                    <a:pt x="9" y="205"/>
                  </a:lnTo>
                  <a:lnTo>
                    <a:pt x="16" y="221"/>
                  </a:lnTo>
                  <a:lnTo>
                    <a:pt x="25" y="236"/>
                  </a:lnTo>
                  <a:lnTo>
                    <a:pt x="36" y="251"/>
                  </a:lnTo>
                  <a:lnTo>
                    <a:pt x="49" y="263"/>
                  </a:lnTo>
                  <a:lnTo>
                    <a:pt x="63" y="274"/>
                  </a:lnTo>
                  <a:lnTo>
                    <a:pt x="65" y="276"/>
                  </a:lnTo>
                  <a:lnTo>
                    <a:pt x="65" y="276"/>
                  </a:lnTo>
                  <a:lnTo>
                    <a:pt x="69" y="278"/>
                  </a:lnTo>
                  <a:lnTo>
                    <a:pt x="71" y="281"/>
                  </a:lnTo>
                  <a:lnTo>
                    <a:pt x="74" y="290"/>
                  </a:lnTo>
                  <a:lnTo>
                    <a:pt x="76" y="301"/>
                  </a:lnTo>
                  <a:lnTo>
                    <a:pt x="76" y="303"/>
                  </a:lnTo>
                  <a:lnTo>
                    <a:pt x="76" y="354"/>
                  </a:lnTo>
                  <a:lnTo>
                    <a:pt x="76" y="354"/>
                  </a:lnTo>
                  <a:lnTo>
                    <a:pt x="76" y="359"/>
                  </a:lnTo>
                  <a:lnTo>
                    <a:pt x="80" y="367"/>
                  </a:lnTo>
                  <a:lnTo>
                    <a:pt x="83" y="372"/>
                  </a:lnTo>
                  <a:lnTo>
                    <a:pt x="89" y="376"/>
                  </a:lnTo>
                  <a:lnTo>
                    <a:pt x="140" y="401"/>
                  </a:lnTo>
                  <a:lnTo>
                    <a:pt x="140" y="401"/>
                  </a:lnTo>
                  <a:lnTo>
                    <a:pt x="145" y="403"/>
                  </a:lnTo>
                  <a:lnTo>
                    <a:pt x="150" y="405"/>
                  </a:lnTo>
                  <a:lnTo>
                    <a:pt x="150" y="405"/>
                  </a:lnTo>
                  <a:lnTo>
                    <a:pt x="158" y="403"/>
                  </a:lnTo>
                  <a:lnTo>
                    <a:pt x="163" y="401"/>
                  </a:lnTo>
                  <a:lnTo>
                    <a:pt x="214" y="376"/>
                  </a:lnTo>
                  <a:lnTo>
                    <a:pt x="214" y="376"/>
                  </a:lnTo>
                  <a:lnTo>
                    <a:pt x="219" y="372"/>
                  </a:lnTo>
                  <a:lnTo>
                    <a:pt x="225" y="367"/>
                  </a:lnTo>
                  <a:lnTo>
                    <a:pt x="227" y="359"/>
                  </a:lnTo>
                  <a:lnTo>
                    <a:pt x="228" y="354"/>
                  </a:lnTo>
                  <a:lnTo>
                    <a:pt x="228" y="303"/>
                  </a:lnTo>
                  <a:lnTo>
                    <a:pt x="228" y="303"/>
                  </a:lnTo>
                  <a:lnTo>
                    <a:pt x="228" y="296"/>
                  </a:lnTo>
                  <a:lnTo>
                    <a:pt x="230" y="289"/>
                  </a:lnTo>
                  <a:lnTo>
                    <a:pt x="236" y="278"/>
                  </a:lnTo>
                  <a:lnTo>
                    <a:pt x="241" y="272"/>
                  </a:lnTo>
                  <a:lnTo>
                    <a:pt x="243" y="270"/>
                  </a:lnTo>
                  <a:lnTo>
                    <a:pt x="248" y="267"/>
                  </a:lnTo>
                  <a:lnTo>
                    <a:pt x="248" y="267"/>
                  </a:lnTo>
                  <a:lnTo>
                    <a:pt x="261" y="256"/>
                  </a:lnTo>
                  <a:lnTo>
                    <a:pt x="272" y="243"/>
                  </a:lnTo>
                  <a:lnTo>
                    <a:pt x="281" y="231"/>
                  </a:lnTo>
                  <a:lnTo>
                    <a:pt x="288" y="216"/>
                  </a:lnTo>
                  <a:lnTo>
                    <a:pt x="294" y="200"/>
                  </a:lnTo>
                  <a:lnTo>
                    <a:pt x="299" y="185"/>
                  </a:lnTo>
                  <a:lnTo>
                    <a:pt x="301" y="169"/>
                  </a:lnTo>
                  <a:lnTo>
                    <a:pt x="303" y="153"/>
                  </a:lnTo>
                  <a:lnTo>
                    <a:pt x="303" y="153"/>
                  </a:lnTo>
                  <a:lnTo>
                    <a:pt x="301" y="136"/>
                  </a:lnTo>
                  <a:lnTo>
                    <a:pt x="299" y="122"/>
                  </a:lnTo>
                  <a:lnTo>
                    <a:pt x="295" y="107"/>
                  </a:lnTo>
                  <a:lnTo>
                    <a:pt x="290" y="93"/>
                  </a:lnTo>
                  <a:lnTo>
                    <a:pt x="285" y="80"/>
                  </a:lnTo>
                  <a:lnTo>
                    <a:pt x="275" y="67"/>
                  </a:lnTo>
                  <a:lnTo>
                    <a:pt x="268" y="57"/>
                  </a:lnTo>
                  <a:lnTo>
                    <a:pt x="257" y="46"/>
                  </a:lnTo>
                  <a:lnTo>
                    <a:pt x="246" y="35"/>
                  </a:lnTo>
                  <a:lnTo>
                    <a:pt x="236" y="28"/>
                  </a:lnTo>
                  <a:lnTo>
                    <a:pt x="223" y="18"/>
                  </a:lnTo>
                  <a:lnTo>
                    <a:pt x="210" y="13"/>
                  </a:lnTo>
                  <a:lnTo>
                    <a:pt x="196" y="8"/>
                  </a:lnTo>
                  <a:lnTo>
                    <a:pt x="181" y="4"/>
                  </a:lnTo>
                  <a:lnTo>
                    <a:pt x="167" y="2"/>
                  </a:lnTo>
                  <a:lnTo>
                    <a:pt x="150" y="0"/>
                  </a:lnTo>
                  <a:lnTo>
                    <a:pt x="150" y="0"/>
                  </a:lnTo>
                  <a:close/>
                  <a:moveTo>
                    <a:pt x="150" y="379"/>
                  </a:moveTo>
                  <a:lnTo>
                    <a:pt x="100" y="354"/>
                  </a:lnTo>
                  <a:lnTo>
                    <a:pt x="203" y="354"/>
                  </a:lnTo>
                  <a:lnTo>
                    <a:pt x="150" y="379"/>
                  </a:lnTo>
                  <a:close/>
                  <a:moveTo>
                    <a:pt x="203" y="303"/>
                  </a:moveTo>
                  <a:lnTo>
                    <a:pt x="203" y="328"/>
                  </a:lnTo>
                  <a:lnTo>
                    <a:pt x="100" y="328"/>
                  </a:lnTo>
                  <a:lnTo>
                    <a:pt x="100" y="303"/>
                  </a:lnTo>
                  <a:lnTo>
                    <a:pt x="100" y="303"/>
                  </a:lnTo>
                  <a:lnTo>
                    <a:pt x="203" y="303"/>
                  </a:lnTo>
                  <a:lnTo>
                    <a:pt x="203" y="303"/>
                  </a:lnTo>
                  <a:close/>
                  <a:moveTo>
                    <a:pt x="232" y="249"/>
                  </a:moveTo>
                  <a:lnTo>
                    <a:pt x="232" y="249"/>
                  </a:lnTo>
                  <a:lnTo>
                    <a:pt x="230" y="249"/>
                  </a:lnTo>
                  <a:lnTo>
                    <a:pt x="223" y="254"/>
                  </a:lnTo>
                  <a:lnTo>
                    <a:pt x="214" y="263"/>
                  </a:lnTo>
                  <a:lnTo>
                    <a:pt x="210" y="270"/>
                  </a:lnTo>
                  <a:lnTo>
                    <a:pt x="207" y="278"/>
                  </a:lnTo>
                  <a:lnTo>
                    <a:pt x="96" y="278"/>
                  </a:lnTo>
                  <a:lnTo>
                    <a:pt x="96" y="278"/>
                  </a:lnTo>
                  <a:lnTo>
                    <a:pt x="94" y="270"/>
                  </a:lnTo>
                  <a:lnTo>
                    <a:pt x="91" y="265"/>
                  </a:lnTo>
                  <a:lnTo>
                    <a:pt x="85" y="260"/>
                  </a:lnTo>
                  <a:lnTo>
                    <a:pt x="78" y="254"/>
                  </a:lnTo>
                  <a:lnTo>
                    <a:pt x="78" y="254"/>
                  </a:lnTo>
                  <a:lnTo>
                    <a:pt x="67" y="245"/>
                  </a:lnTo>
                  <a:lnTo>
                    <a:pt x="56" y="234"/>
                  </a:lnTo>
                  <a:lnTo>
                    <a:pt x="47" y="223"/>
                  </a:lnTo>
                  <a:lnTo>
                    <a:pt x="40" y="211"/>
                  </a:lnTo>
                  <a:lnTo>
                    <a:pt x="34" y="196"/>
                  </a:lnTo>
                  <a:lnTo>
                    <a:pt x="29" y="182"/>
                  </a:lnTo>
                  <a:lnTo>
                    <a:pt x="27" y="167"/>
                  </a:lnTo>
                  <a:lnTo>
                    <a:pt x="25" y="153"/>
                  </a:lnTo>
                  <a:lnTo>
                    <a:pt x="25" y="153"/>
                  </a:lnTo>
                  <a:lnTo>
                    <a:pt x="25" y="140"/>
                  </a:lnTo>
                  <a:lnTo>
                    <a:pt x="27" y="127"/>
                  </a:lnTo>
                  <a:lnTo>
                    <a:pt x="31" y="115"/>
                  </a:lnTo>
                  <a:lnTo>
                    <a:pt x="36" y="104"/>
                  </a:lnTo>
                  <a:lnTo>
                    <a:pt x="40" y="93"/>
                  </a:lnTo>
                  <a:lnTo>
                    <a:pt x="47" y="82"/>
                  </a:lnTo>
                  <a:lnTo>
                    <a:pt x="54" y="71"/>
                  </a:lnTo>
                  <a:lnTo>
                    <a:pt x="62" y="64"/>
                  </a:lnTo>
                  <a:lnTo>
                    <a:pt x="71" y="55"/>
                  </a:lnTo>
                  <a:lnTo>
                    <a:pt x="82" y="47"/>
                  </a:lnTo>
                  <a:lnTo>
                    <a:pt x="91" y="42"/>
                  </a:lnTo>
                  <a:lnTo>
                    <a:pt x="101" y="37"/>
                  </a:lnTo>
                  <a:lnTo>
                    <a:pt x="114" y="31"/>
                  </a:lnTo>
                  <a:lnTo>
                    <a:pt x="125" y="29"/>
                  </a:lnTo>
                  <a:lnTo>
                    <a:pt x="138" y="28"/>
                  </a:lnTo>
                  <a:lnTo>
                    <a:pt x="150" y="26"/>
                  </a:lnTo>
                  <a:lnTo>
                    <a:pt x="150" y="26"/>
                  </a:lnTo>
                  <a:lnTo>
                    <a:pt x="165" y="28"/>
                  </a:lnTo>
                  <a:lnTo>
                    <a:pt x="176" y="29"/>
                  </a:lnTo>
                  <a:lnTo>
                    <a:pt x="188" y="31"/>
                  </a:lnTo>
                  <a:lnTo>
                    <a:pt x="199" y="37"/>
                  </a:lnTo>
                  <a:lnTo>
                    <a:pt x="212" y="42"/>
                  </a:lnTo>
                  <a:lnTo>
                    <a:pt x="221" y="47"/>
                  </a:lnTo>
                  <a:lnTo>
                    <a:pt x="232" y="55"/>
                  </a:lnTo>
                  <a:lnTo>
                    <a:pt x="239" y="64"/>
                  </a:lnTo>
                  <a:lnTo>
                    <a:pt x="248" y="71"/>
                  </a:lnTo>
                  <a:lnTo>
                    <a:pt x="256" y="82"/>
                  </a:lnTo>
                  <a:lnTo>
                    <a:pt x="261" y="93"/>
                  </a:lnTo>
                  <a:lnTo>
                    <a:pt x="266" y="104"/>
                  </a:lnTo>
                  <a:lnTo>
                    <a:pt x="272" y="115"/>
                  </a:lnTo>
                  <a:lnTo>
                    <a:pt x="274" y="127"/>
                  </a:lnTo>
                  <a:lnTo>
                    <a:pt x="275" y="140"/>
                  </a:lnTo>
                  <a:lnTo>
                    <a:pt x="277" y="153"/>
                  </a:lnTo>
                  <a:lnTo>
                    <a:pt x="277" y="153"/>
                  </a:lnTo>
                  <a:lnTo>
                    <a:pt x="275" y="165"/>
                  </a:lnTo>
                  <a:lnTo>
                    <a:pt x="274" y="180"/>
                  </a:lnTo>
                  <a:lnTo>
                    <a:pt x="270" y="192"/>
                  </a:lnTo>
                  <a:lnTo>
                    <a:pt x="265" y="205"/>
                  </a:lnTo>
                  <a:lnTo>
                    <a:pt x="259" y="218"/>
                  </a:lnTo>
                  <a:lnTo>
                    <a:pt x="250" y="229"/>
                  </a:lnTo>
                  <a:lnTo>
                    <a:pt x="243" y="240"/>
                  </a:lnTo>
                  <a:lnTo>
                    <a:pt x="232" y="249"/>
                  </a:lnTo>
                  <a:lnTo>
                    <a:pt x="232" y="249"/>
                  </a:lnTo>
                  <a:close/>
                </a:path>
              </a:pathLst>
            </a:custGeom>
            <a:grpFill/>
            <a:ln w="9525">
              <a:noFill/>
              <a:round/>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sp>
          <p:nvSpPr>
            <p:cNvPr id="83" name="Freeform 109"/>
            <p:cNvSpPr/>
            <p:nvPr/>
          </p:nvSpPr>
          <p:spPr bwMode="auto">
            <a:xfrm>
              <a:off x="5732901" y="3788176"/>
              <a:ext cx="103817" cy="103817"/>
            </a:xfrm>
            <a:custGeom>
              <a:avLst/>
              <a:gdLst/>
              <a:ahLst/>
              <a:cxnLst>
                <a:cxn ang="0">
                  <a:pos x="13" y="0"/>
                </a:cxn>
                <a:cxn ang="0">
                  <a:pos x="13" y="0"/>
                </a:cxn>
                <a:cxn ang="0">
                  <a:pos x="9" y="2"/>
                </a:cxn>
                <a:cxn ang="0">
                  <a:pos x="4" y="4"/>
                </a:cxn>
                <a:cxn ang="0">
                  <a:pos x="2" y="7"/>
                </a:cxn>
                <a:cxn ang="0">
                  <a:pos x="0" y="13"/>
                </a:cxn>
                <a:cxn ang="0">
                  <a:pos x="0" y="13"/>
                </a:cxn>
                <a:cxn ang="0">
                  <a:pos x="2" y="18"/>
                </a:cxn>
                <a:cxn ang="0">
                  <a:pos x="4" y="22"/>
                </a:cxn>
                <a:cxn ang="0">
                  <a:pos x="9" y="24"/>
                </a:cxn>
                <a:cxn ang="0">
                  <a:pos x="13" y="25"/>
                </a:cxn>
                <a:cxn ang="0">
                  <a:pos x="13" y="25"/>
                </a:cxn>
                <a:cxn ang="0">
                  <a:pos x="24" y="27"/>
                </a:cxn>
                <a:cxn ang="0">
                  <a:pos x="35" y="31"/>
                </a:cxn>
                <a:cxn ang="0">
                  <a:pos x="46" y="36"/>
                </a:cxn>
                <a:cxn ang="0">
                  <a:pos x="57" y="44"/>
                </a:cxn>
                <a:cxn ang="0">
                  <a:pos x="64" y="53"/>
                </a:cxn>
                <a:cxn ang="0">
                  <a:pos x="71" y="64"/>
                </a:cxn>
                <a:cxn ang="0">
                  <a:pos x="75" y="76"/>
                </a:cxn>
                <a:cxn ang="0">
                  <a:pos x="77" y="89"/>
                </a:cxn>
                <a:cxn ang="0">
                  <a:pos x="77" y="89"/>
                </a:cxn>
                <a:cxn ang="0">
                  <a:pos x="78" y="94"/>
                </a:cxn>
                <a:cxn ang="0">
                  <a:pos x="80" y="98"/>
                </a:cxn>
                <a:cxn ang="0">
                  <a:pos x="84" y="102"/>
                </a:cxn>
                <a:cxn ang="0">
                  <a:pos x="89" y="102"/>
                </a:cxn>
                <a:cxn ang="0">
                  <a:pos x="89" y="102"/>
                </a:cxn>
                <a:cxn ang="0">
                  <a:pos x="95" y="102"/>
                </a:cxn>
                <a:cxn ang="0">
                  <a:pos x="98" y="98"/>
                </a:cxn>
                <a:cxn ang="0">
                  <a:pos x="100" y="94"/>
                </a:cxn>
                <a:cxn ang="0">
                  <a:pos x="102" y="89"/>
                </a:cxn>
                <a:cxn ang="0">
                  <a:pos x="102" y="89"/>
                </a:cxn>
                <a:cxn ang="0">
                  <a:pos x="100" y="69"/>
                </a:cxn>
                <a:cxn ang="0">
                  <a:pos x="95" y="51"/>
                </a:cxn>
                <a:cxn ang="0">
                  <a:pos x="86" y="36"/>
                </a:cxn>
                <a:cxn ang="0">
                  <a:pos x="75" y="24"/>
                </a:cxn>
                <a:cxn ang="0">
                  <a:pos x="60" y="13"/>
                </a:cxn>
                <a:cxn ang="0">
                  <a:pos x="46" y="6"/>
                </a:cxn>
                <a:cxn ang="0">
                  <a:pos x="29" y="2"/>
                </a:cxn>
                <a:cxn ang="0">
                  <a:pos x="13" y="0"/>
                </a:cxn>
                <a:cxn ang="0">
                  <a:pos x="13" y="0"/>
                </a:cxn>
              </a:cxnLst>
              <a:rect l="0" t="0" r="r" b="b"/>
              <a:pathLst>
                <a:path w="102" h="102">
                  <a:moveTo>
                    <a:pt x="13" y="0"/>
                  </a:moveTo>
                  <a:lnTo>
                    <a:pt x="13" y="0"/>
                  </a:lnTo>
                  <a:lnTo>
                    <a:pt x="9" y="2"/>
                  </a:lnTo>
                  <a:lnTo>
                    <a:pt x="4" y="4"/>
                  </a:lnTo>
                  <a:lnTo>
                    <a:pt x="2" y="7"/>
                  </a:lnTo>
                  <a:lnTo>
                    <a:pt x="0" y="13"/>
                  </a:lnTo>
                  <a:lnTo>
                    <a:pt x="0" y="13"/>
                  </a:lnTo>
                  <a:lnTo>
                    <a:pt x="2" y="18"/>
                  </a:lnTo>
                  <a:lnTo>
                    <a:pt x="4" y="22"/>
                  </a:lnTo>
                  <a:lnTo>
                    <a:pt x="9" y="24"/>
                  </a:lnTo>
                  <a:lnTo>
                    <a:pt x="13" y="25"/>
                  </a:lnTo>
                  <a:lnTo>
                    <a:pt x="13" y="25"/>
                  </a:lnTo>
                  <a:lnTo>
                    <a:pt x="24" y="27"/>
                  </a:lnTo>
                  <a:lnTo>
                    <a:pt x="35" y="31"/>
                  </a:lnTo>
                  <a:lnTo>
                    <a:pt x="46" y="36"/>
                  </a:lnTo>
                  <a:lnTo>
                    <a:pt x="57" y="44"/>
                  </a:lnTo>
                  <a:lnTo>
                    <a:pt x="64" y="53"/>
                  </a:lnTo>
                  <a:lnTo>
                    <a:pt x="71" y="64"/>
                  </a:lnTo>
                  <a:lnTo>
                    <a:pt x="75" y="76"/>
                  </a:lnTo>
                  <a:lnTo>
                    <a:pt x="77" y="89"/>
                  </a:lnTo>
                  <a:lnTo>
                    <a:pt x="77" y="89"/>
                  </a:lnTo>
                  <a:lnTo>
                    <a:pt x="78" y="94"/>
                  </a:lnTo>
                  <a:lnTo>
                    <a:pt x="80" y="98"/>
                  </a:lnTo>
                  <a:lnTo>
                    <a:pt x="84" y="102"/>
                  </a:lnTo>
                  <a:lnTo>
                    <a:pt x="89" y="102"/>
                  </a:lnTo>
                  <a:lnTo>
                    <a:pt x="89" y="102"/>
                  </a:lnTo>
                  <a:lnTo>
                    <a:pt x="95" y="102"/>
                  </a:lnTo>
                  <a:lnTo>
                    <a:pt x="98" y="98"/>
                  </a:lnTo>
                  <a:lnTo>
                    <a:pt x="100" y="94"/>
                  </a:lnTo>
                  <a:lnTo>
                    <a:pt x="102" y="89"/>
                  </a:lnTo>
                  <a:lnTo>
                    <a:pt x="102" y="89"/>
                  </a:lnTo>
                  <a:lnTo>
                    <a:pt x="100" y="69"/>
                  </a:lnTo>
                  <a:lnTo>
                    <a:pt x="95" y="51"/>
                  </a:lnTo>
                  <a:lnTo>
                    <a:pt x="86" y="36"/>
                  </a:lnTo>
                  <a:lnTo>
                    <a:pt x="75" y="24"/>
                  </a:lnTo>
                  <a:lnTo>
                    <a:pt x="60" y="13"/>
                  </a:lnTo>
                  <a:lnTo>
                    <a:pt x="46" y="6"/>
                  </a:lnTo>
                  <a:lnTo>
                    <a:pt x="29" y="2"/>
                  </a:lnTo>
                  <a:lnTo>
                    <a:pt x="13" y="0"/>
                  </a:lnTo>
                  <a:lnTo>
                    <a:pt x="13" y="0"/>
                  </a:lnTo>
                  <a:close/>
                </a:path>
              </a:pathLst>
            </a:custGeom>
            <a:grpFill/>
            <a:ln w="9525">
              <a:noFill/>
              <a:round/>
            </a:ln>
          </p:spPr>
          <p:txBody>
            <a:bodyPr lIns="121920" tIns="60960" rIns="121920" bIns="60960"/>
            <a:lstStyle/>
            <a:p>
              <a:pPr eaLnBrk="1" fontAlgn="auto" hangingPunct="1">
                <a:spcBef>
                  <a:spcPts val="0"/>
                </a:spcBef>
                <a:spcAft>
                  <a:spcPts val="0"/>
                </a:spcAft>
                <a:defRPr/>
              </a:pPr>
              <a:endParaRPr lang="en-US" sz="3200">
                <a:latin typeface="+mn-ea"/>
                <a:ea typeface="+mn-ea"/>
              </a:endParaRPr>
            </a:p>
          </p:txBody>
        </p:sp>
      </p:grpSp>
      <p:sp>
        <p:nvSpPr>
          <p:cNvPr id="8" name="文本框 7"/>
          <p:cNvSpPr txBox="1"/>
          <p:nvPr/>
        </p:nvSpPr>
        <p:spPr>
          <a:xfrm>
            <a:off x="6495415" y="4098925"/>
            <a:ext cx="2223770" cy="598805"/>
          </a:xfrm>
          <a:prstGeom prst="rect">
            <a:avLst/>
          </a:prstGeom>
          <a:noFill/>
        </p:spPr>
        <p:txBody>
          <a:bodyPr wrap="square" rtlCol="0">
            <a:spAutoFit/>
          </a:body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zh-CN" altLang="en-US" sz="1200">
              <a:solidFill>
                <a:schemeClr val="tx1">
                  <a:lumMod val="65000"/>
                  <a:lumOff val="35000"/>
                </a:schemeClr>
              </a:solidFill>
              <a:latin typeface="微软雅黑" panose="020B0503020204020204" charset="-122"/>
              <a:ea typeface="微软雅黑" panose="020B0503020204020204" charset="-122"/>
              <a:sym typeface="+mn-ea"/>
            </a:endParaRPr>
          </a:p>
        </p:txBody>
      </p:sp>
      <p:sp>
        <p:nvSpPr>
          <p:cNvPr id="9" name="文本框 8"/>
          <p:cNvSpPr txBox="1"/>
          <p:nvPr/>
        </p:nvSpPr>
        <p:spPr>
          <a:xfrm>
            <a:off x="6495415" y="4937760"/>
            <a:ext cx="2223770" cy="598805"/>
          </a:xfrm>
          <a:prstGeom prst="rect">
            <a:avLst/>
          </a:prstGeom>
          <a:noFill/>
        </p:spPr>
        <p:txBody>
          <a:bodyPr wrap="square" rtlCol="0">
            <a:spAutoFit/>
          </a:body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zh-CN" altLang="en-US" sz="1200">
              <a:solidFill>
                <a:schemeClr val="tx1">
                  <a:lumMod val="65000"/>
                  <a:lumOff val="35000"/>
                </a:schemeClr>
              </a:solidFill>
              <a:latin typeface="微软雅黑" panose="020B0503020204020204" charset="-122"/>
              <a:ea typeface="微软雅黑" panose="020B0503020204020204" charset="-122"/>
              <a:sym typeface="+mn-ea"/>
            </a:endParaRPr>
          </a:p>
        </p:txBody>
      </p:sp>
      <p:sp>
        <p:nvSpPr>
          <p:cNvPr id="19" name="文本框 18"/>
          <p:cNvSpPr txBox="1"/>
          <p:nvPr/>
        </p:nvSpPr>
        <p:spPr>
          <a:xfrm>
            <a:off x="9411335" y="4098925"/>
            <a:ext cx="2223770" cy="598805"/>
          </a:xfrm>
          <a:prstGeom prst="rect">
            <a:avLst/>
          </a:prstGeom>
          <a:noFill/>
        </p:spPr>
        <p:txBody>
          <a:bodyPr wrap="square" rtlCol="0">
            <a:spAutoFit/>
          </a:body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zh-CN" altLang="en-US" sz="1200">
              <a:solidFill>
                <a:schemeClr val="tx1">
                  <a:lumMod val="65000"/>
                  <a:lumOff val="35000"/>
                </a:schemeClr>
              </a:solidFill>
              <a:latin typeface="微软雅黑" panose="020B0503020204020204" charset="-122"/>
              <a:ea typeface="微软雅黑" panose="020B0503020204020204" charset="-122"/>
              <a:sym typeface="+mn-ea"/>
            </a:endParaRPr>
          </a:p>
        </p:txBody>
      </p:sp>
      <p:sp>
        <p:nvSpPr>
          <p:cNvPr id="21" name="文本框 20"/>
          <p:cNvSpPr txBox="1"/>
          <p:nvPr/>
        </p:nvSpPr>
        <p:spPr>
          <a:xfrm>
            <a:off x="9411335" y="4932045"/>
            <a:ext cx="2223770" cy="598805"/>
          </a:xfrm>
          <a:prstGeom prst="rect">
            <a:avLst/>
          </a:prstGeom>
          <a:noFill/>
        </p:spPr>
        <p:txBody>
          <a:bodyPr wrap="square" rtlCol="0">
            <a:spAutoFit/>
          </a:bodyPr>
          <a:lstStyle/>
          <a:p>
            <a:pPr algn="l">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lang="zh-CN" altLang="en-US" sz="1200">
              <a:solidFill>
                <a:schemeClr val="tx1">
                  <a:lumMod val="65000"/>
                  <a:lumOff val="35000"/>
                </a:schemeClr>
              </a:solidFill>
              <a:latin typeface="微软雅黑" panose="020B0503020204020204" charset="-122"/>
              <a:ea typeface="微软雅黑" panose="020B0503020204020204" charset="-122"/>
              <a:sym typeface="+mn-ea"/>
            </a:endParaRPr>
          </a:p>
        </p:txBody>
      </p:sp>
    </p:spTree>
    <p:custDataLst>
      <p:tags r:id="rId5"/>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diamond(in)">
                                      <p:cBhvr>
                                        <p:cTn id="7" dur="500"/>
                                        <p:tgtEl>
                                          <p:spTgt spid="18"/>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Left)">
                                      <p:cBhvr>
                                        <p:cTn id="11" dur="500"/>
                                        <p:tgtEl>
                                          <p:spTgt spid="10"/>
                                        </p:tgtEl>
                                      </p:cBhvr>
                                    </p:animEffect>
                                  </p:childTnLst>
                                </p:cTn>
                              </p:par>
                            </p:childTnLst>
                          </p:cTn>
                        </p:par>
                        <p:par>
                          <p:cTn id="12" fill="hold">
                            <p:stCondLst>
                              <p:cond delay="1000"/>
                            </p:stCondLst>
                            <p:childTnLst>
                              <p:par>
                                <p:cTn id="13" presetID="8" presetClass="entr" presetSubtype="16" fill="hold" nodeType="afterEffect">
                                  <p:stCondLst>
                                    <p:cond delay="0"/>
                                  </p:stCondLst>
                                  <p:childTnLst>
                                    <p:set>
                                      <p:cBhvr>
                                        <p:cTn id="14" dur="500" fill="hold">
                                          <p:stCondLst>
                                            <p:cond delay="0"/>
                                          </p:stCondLst>
                                        </p:cTn>
                                        <p:tgtEl>
                                          <p:spTgt spid="15"/>
                                        </p:tgtEl>
                                        <p:attrNameLst>
                                          <p:attrName>style.visibility</p:attrName>
                                        </p:attrNameLst>
                                      </p:cBhvr>
                                      <p:to>
                                        <p:strVal val="visible"/>
                                      </p:to>
                                    </p:set>
                                    <p:animEffect transition="in" filter="diamond(in)">
                                      <p:cBhvr>
                                        <p:cTn id="15" dur="500"/>
                                        <p:tgtEl>
                                          <p:spTgt spid="1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2000"/>
                            </p:stCondLst>
                            <p:childTnLst>
                              <p:par>
                                <p:cTn id="21" presetID="53" presetClass="entr" presetSubtype="16" fill="hold" grpId="0" nodeType="afterEffect">
                                  <p:stCondLst>
                                    <p:cond delay="0"/>
                                  </p:stCondLst>
                                  <p:childTnLst>
                                    <p:set>
                                      <p:cBhvr>
                                        <p:cTn id="22" dur="1" fill="hold">
                                          <p:stCondLst>
                                            <p:cond delay="0"/>
                                          </p:stCondLst>
                                        </p:cTn>
                                        <p:tgtEl>
                                          <p:spTgt spid="66"/>
                                        </p:tgtEl>
                                        <p:attrNameLst>
                                          <p:attrName>style.visibility</p:attrName>
                                        </p:attrNameLst>
                                      </p:cBhvr>
                                      <p:to>
                                        <p:strVal val="visible"/>
                                      </p:to>
                                    </p:set>
                                    <p:anim calcmode="lin" valueType="num">
                                      <p:cBhvr>
                                        <p:cTn id="23" dur="500" fill="hold"/>
                                        <p:tgtEl>
                                          <p:spTgt spid="66"/>
                                        </p:tgtEl>
                                        <p:attrNameLst>
                                          <p:attrName>ppt_w</p:attrName>
                                        </p:attrNameLst>
                                      </p:cBhvr>
                                      <p:tavLst>
                                        <p:tav tm="0">
                                          <p:val>
                                            <p:fltVal val="0"/>
                                          </p:val>
                                        </p:tav>
                                        <p:tav tm="100000">
                                          <p:val>
                                            <p:strVal val="#ppt_w"/>
                                          </p:val>
                                        </p:tav>
                                      </p:tavLst>
                                    </p:anim>
                                    <p:anim calcmode="lin" valueType="num">
                                      <p:cBhvr>
                                        <p:cTn id="24" dur="500" fill="hold"/>
                                        <p:tgtEl>
                                          <p:spTgt spid="66"/>
                                        </p:tgtEl>
                                        <p:attrNameLst>
                                          <p:attrName>ppt_h</p:attrName>
                                        </p:attrNameLst>
                                      </p:cBhvr>
                                      <p:tavLst>
                                        <p:tav tm="0">
                                          <p:val>
                                            <p:fltVal val="0"/>
                                          </p:val>
                                        </p:tav>
                                        <p:tav tm="100000">
                                          <p:val>
                                            <p:strVal val="#ppt_h"/>
                                          </p:val>
                                        </p:tav>
                                      </p:tavLst>
                                    </p:anim>
                                    <p:animEffect transition="in" filter="fade">
                                      <p:cBhvr>
                                        <p:cTn id="25" dur="500"/>
                                        <p:tgtEl>
                                          <p:spTgt spid="66"/>
                                        </p:tgtEl>
                                      </p:cBhvr>
                                    </p:animEffect>
                                  </p:childTnLst>
                                </p:cTn>
                              </p:par>
                            </p:childTnLst>
                          </p:cTn>
                        </p:par>
                        <p:par>
                          <p:cTn id="26" fill="hold">
                            <p:stCondLst>
                              <p:cond delay="2500"/>
                            </p:stCondLst>
                            <p:childTnLst>
                              <p:par>
                                <p:cTn id="27" presetID="12" presetClass="entr" presetSubtype="4" fill="hold" grpId="0" nodeType="after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p:tgtEl>
                                          <p:spTgt spid="3"/>
                                        </p:tgtEl>
                                        <p:attrNameLst>
                                          <p:attrName>ppt_y</p:attrName>
                                        </p:attrNameLst>
                                      </p:cBhvr>
                                      <p:tavLst>
                                        <p:tav tm="0">
                                          <p:val>
                                            <p:strVal val="#ppt_y+#ppt_h*1.125000"/>
                                          </p:val>
                                        </p:tav>
                                        <p:tav tm="100000">
                                          <p:val>
                                            <p:strVal val="#ppt_y"/>
                                          </p:val>
                                        </p:tav>
                                      </p:tavLst>
                                    </p:anim>
                                    <p:animEffect transition="in" filter="wipe(up)">
                                      <p:cBhvr>
                                        <p:cTn id="30" dur="500"/>
                                        <p:tgtEl>
                                          <p:spTgt spid="3"/>
                                        </p:tgtEl>
                                      </p:cBhvr>
                                    </p:animEffect>
                                  </p:childTnLst>
                                </p:cTn>
                              </p:par>
                              <p:par>
                                <p:cTn id="31" presetID="12" presetClass="entr" presetSubtype="4"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500"/>
                                        <p:tgtEl>
                                          <p:spTgt spid="2"/>
                                        </p:tgtEl>
                                        <p:attrNameLst>
                                          <p:attrName>ppt_y</p:attrName>
                                        </p:attrNameLst>
                                      </p:cBhvr>
                                      <p:tavLst>
                                        <p:tav tm="0">
                                          <p:val>
                                            <p:strVal val="#ppt_y+#ppt_h*1.125000"/>
                                          </p:val>
                                        </p:tav>
                                        <p:tav tm="100000">
                                          <p:val>
                                            <p:strVal val="#ppt_y"/>
                                          </p:val>
                                        </p:tav>
                                      </p:tavLst>
                                    </p:anim>
                                    <p:animEffect transition="in" filter="wipe(up)">
                                      <p:cBhvr>
                                        <p:cTn id="34" dur="500"/>
                                        <p:tgtEl>
                                          <p:spTgt spid="2"/>
                                        </p:tgtEl>
                                      </p:cBhvr>
                                    </p:animEffect>
                                  </p:childTnLst>
                                </p:cTn>
                              </p:par>
                            </p:childTnLst>
                          </p:cTn>
                        </p:par>
                        <p:par>
                          <p:cTn id="35" fill="hold">
                            <p:stCondLst>
                              <p:cond delay="3000"/>
                            </p:stCondLst>
                            <p:childTnLst>
                              <p:par>
                                <p:cTn id="36" presetID="53" presetClass="entr" presetSubtype="16" fill="hold" nodeType="afterEffect">
                                  <p:stCondLst>
                                    <p:cond delay="0"/>
                                  </p:stCondLst>
                                  <p:childTnLst>
                                    <p:set>
                                      <p:cBhvr>
                                        <p:cTn id="37" dur="1" fill="hold">
                                          <p:stCondLst>
                                            <p:cond delay="0"/>
                                          </p:stCondLst>
                                        </p:cTn>
                                        <p:tgtEl>
                                          <p:spTgt spid="54"/>
                                        </p:tgtEl>
                                        <p:attrNameLst>
                                          <p:attrName>style.visibility</p:attrName>
                                        </p:attrNameLst>
                                      </p:cBhvr>
                                      <p:to>
                                        <p:strVal val="visible"/>
                                      </p:to>
                                    </p:set>
                                    <p:anim calcmode="lin" valueType="num">
                                      <p:cBhvr>
                                        <p:cTn id="38" dur="500" fill="hold"/>
                                        <p:tgtEl>
                                          <p:spTgt spid="54"/>
                                        </p:tgtEl>
                                        <p:attrNameLst>
                                          <p:attrName>ppt_w</p:attrName>
                                        </p:attrNameLst>
                                      </p:cBhvr>
                                      <p:tavLst>
                                        <p:tav tm="0">
                                          <p:val>
                                            <p:fltVal val="0"/>
                                          </p:val>
                                        </p:tav>
                                        <p:tav tm="100000">
                                          <p:val>
                                            <p:strVal val="#ppt_w"/>
                                          </p:val>
                                        </p:tav>
                                      </p:tavLst>
                                    </p:anim>
                                    <p:anim calcmode="lin" valueType="num">
                                      <p:cBhvr>
                                        <p:cTn id="39" dur="500" fill="hold"/>
                                        <p:tgtEl>
                                          <p:spTgt spid="54"/>
                                        </p:tgtEl>
                                        <p:attrNameLst>
                                          <p:attrName>ppt_h</p:attrName>
                                        </p:attrNameLst>
                                      </p:cBhvr>
                                      <p:tavLst>
                                        <p:tav tm="0">
                                          <p:val>
                                            <p:fltVal val="0"/>
                                          </p:val>
                                        </p:tav>
                                        <p:tav tm="100000">
                                          <p:val>
                                            <p:strVal val="#ppt_h"/>
                                          </p:val>
                                        </p:tav>
                                      </p:tavLst>
                                    </p:anim>
                                    <p:animEffect transition="in" filter="fade">
                                      <p:cBhvr>
                                        <p:cTn id="40" dur="500"/>
                                        <p:tgtEl>
                                          <p:spTgt spid="54"/>
                                        </p:tgtEl>
                                      </p:cBhvr>
                                    </p:animEffect>
                                  </p:childTnLst>
                                </p:cTn>
                              </p:par>
                            </p:childTnLst>
                          </p:cTn>
                        </p:par>
                        <p:par>
                          <p:cTn id="41" fill="hold">
                            <p:stCondLst>
                              <p:cond delay="3500"/>
                            </p:stCondLst>
                            <p:childTnLst>
                              <p:par>
                                <p:cTn id="42" presetID="22" presetClass="entr" presetSubtype="8" fill="hold" grpId="0" nodeType="after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wipe(left)">
                                      <p:cBhvr>
                                        <p:cTn id="44" dur="500"/>
                                        <p:tgtEl>
                                          <p:spTgt spid="8"/>
                                        </p:tgtEl>
                                      </p:cBhvr>
                                    </p:animEffect>
                                  </p:childTnLst>
                                </p:cTn>
                              </p:par>
                            </p:childTnLst>
                          </p:cTn>
                        </p:par>
                        <p:par>
                          <p:cTn id="45" fill="hold">
                            <p:stCondLst>
                              <p:cond delay="4000"/>
                            </p:stCondLst>
                            <p:childTnLst>
                              <p:par>
                                <p:cTn id="46" presetID="53" presetClass="entr" presetSubtype="16" fill="hold" nodeType="afterEffect">
                                  <p:stCondLst>
                                    <p:cond delay="0"/>
                                  </p:stCondLst>
                                  <p:childTnLst>
                                    <p:set>
                                      <p:cBhvr>
                                        <p:cTn id="47" dur="1" fill="hold">
                                          <p:stCondLst>
                                            <p:cond delay="0"/>
                                          </p:stCondLst>
                                        </p:cTn>
                                        <p:tgtEl>
                                          <p:spTgt spid="61"/>
                                        </p:tgtEl>
                                        <p:attrNameLst>
                                          <p:attrName>style.visibility</p:attrName>
                                        </p:attrNameLst>
                                      </p:cBhvr>
                                      <p:to>
                                        <p:strVal val="visible"/>
                                      </p:to>
                                    </p:set>
                                    <p:anim calcmode="lin" valueType="num">
                                      <p:cBhvr>
                                        <p:cTn id="48" dur="500" fill="hold"/>
                                        <p:tgtEl>
                                          <p:spTgt spid="61"/>
                                        </p:tgtEl>
                                        <p:attrNameLst>
                                          <p:attrName>ppt_w</p:attrName>
                                        </p:attrNameLst>
                                      </p:cBhvr>
                                      <p:tavLst>
                                        <p:tav tm="0">
                                          <p:val>
                                            <p:fltVal val="0"/>
                                          </p:val>
                                        </p:tav>
                                        <p:tav tm="100000">
                                          <p:val>
                                            <p:strVal val="#ppt_w"/>
                                          </p:val>
                                        </p:tav>
                                      </p:tavLst>
                                    </p:anim>
                                    <p:anim calcmode="lin" valueType="num">
                                      <p:cBhvr>
                                        <p:cTn id="49" dur="500" fill="hold"/>
                                        <p:tgtEl>
                                          <p:spTgt spid="61"/>
                                        </p:tgtEl>
                                        <p:attrNameLst>
                                          <p:attrName>ppt_h</p:attrName>
                                        </p:attrNameLst>
                                      </p:cBhvr>
                                      <p:tavLst>
                                        <p:tav tm="0">
                                          <p:val>
                                            <p:fltVal val="0"/>
                                          </p:val>
                                        </p:tav>
                                        <p:tav tm="100000">
                                          <p:val>
                                            <p:strVal val="#ppt_h"/>
                                          </p:val>
                                        </p:tav>
                                      </p:tavLst>
                                    </p:anim>
                                    <p:animEffect transition="in" filter="fade">
                                      <p:cBhvr>
                                        <p:cTn id="50" dur="500"/>
                                        <p:tgtEl>
                                          <p:spTgt spid="61"/>
                                        </p:tgtEl>
                                      </p:cBhvr>
                                    </p:animEffect>
                                  </p:childTnLst>
                                </p:cTn>
                              </p:par>
                            </p:childTnLst>
                          </p:cTn>
                        </p:par>
                        <p:par>
                          <p:cTn id="51" fill="hold">
                            <p:stCondLst>
                              <p:cond delay="4500"/>
                            </p:stCondLst>
                            <p:childTnLst>
                              <p:par>
                                <p:cTn id="52" presetID="22" presetClass="entr" presetSubtype="8" fill="hold" grpId="0" nodeType="after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wipe(left)">
                                      <p:cBhvr>
                                        <p:cTn id="54" dur="500"/>
                                        <p:tgtEl>
                                          <p:spTgt spid="19"/>
                                        </p:tgtEl>
                                      </p:cBhvr>
                                    </p:animEffect>
                                  </p:childTnLst>
                                </p:cTn>
                              </p:par>
                            </p:childTnLst>
                          </p:cTn>
                        </p:par>
                        <p:par>
                          <p:cTn id="55" fill="hold">
                            <p:stCondLst>
                              <p:cond delay="5000"/>
                            </p:stCondLst>
                            <p:childTnLst>
                              <p:par>
                                <p:cTn id="56" presetID="53" presetClass="entr" presetSubtype="16" fill="hold" grpId="0" nodeType="afterEffect">
                                  <p:stCondLst>
                                    <p:cond delay="0"/>
                                  </p:stCondLst>
                                  <p:childTnLst>
                                    <p:set>
                                      <p:cBhvr>
                                        <p:cTn id="57" dur="1" fill="hold">
                                          <p:stCondLst>
                                            <p:cond delay="0"/>
                                          </p:stCondLst>
                                        </p:cTn>
                                        <p:tgtEl>
                                          <p:spTgt spid="20"/>
                                        </p:tgtEl>
                                        <p:attrNameLst>
                                          <p:attrName>style.visibility</p:attrName>
                                        </p:attrNameLst>
                                      </p:cBhvr>
                                      <p:to>
                                        <p:strVal val="visible"/>
                                      </p:to>
                                    </p:set>
                                    <p:anim calcmode="lin" valueType="num">
                                      <p:cBhvr>
                                        <p:cTn id="58" dur="500" fill="hold"/>
                                        <p:tgtEl>
                                          <p:spTgt spid="20"/>
                                        </p:tgtEl>
                                        <p:attrNameLst>
                                          <p:attrName>ppt_w</p:attrName>
                                        </p:attrNameLst>
                                      </p:cBhvr>
                                      <p:tavLst>
                                        <p:tav tm="0">
                                          <p:val>
                                            <p:fltVal val="0"/>
                                          </p:val>
                                        </p:tav>
                                        <p:tav tm="100000">
                                          <p:val>
                                            <p:strVal val="#ppt_w"/>
                                          </p:val>
                                        </p:tav>
                                      </p:tavLst>
                                    </p:anim>
                                    <p:anim calcmode="lin" valueType="num">
                                      <p:cBhvr>
                                        <p:cTn id="59" dur="500" fill="hold"/>
                                        <p:tgtEl>
                                          <p:spTgt spid="20"/>
                                        </p:tgtEl>
                                        <p:attrNameLst>
                                          <p:attrName>ppt_h</p:attrName>
                                        </p:attrNameLst>
                                      </p:cBhvr>
                                      <p:tavLst>
                                        <p:tav tm="0">
                                          <p:val>
                                            <p:fltVal val="0"/>
                                          </p:val>
                                        </p:tav>
                                        <p:tav tm="100000">
                                          <p:val>
                                            <p:strVal val="#ppt_h"/>
                                          </p:val>
                                        </p:tav>
                                      </p:tavLst>
                                    </p:anim>
                                    <p:animEffect transition="in" filter="fade">
                                      <p:cBhvr>
                                        <p:cTn id="60" dur="500"/>
                                        <p:tgtEl>
                                          <p:spTgt spid="20"/>
                                        </p:tgtEl>
                                      </p:cBhvr>
                                    </p:animEffect>
                                  </p:childTnLst>
                                </p:cTn>
                              </p:par>
                            </p:childTnLst>
                          </p:cTn>
                        </p:par>
                        <p:par>
                          <p:cTn id="61" fill="hold">
                            <p:stCondLst>
                              <p:cond delay="5500"/>
                            </p:stCondLst>
                            <p:childTnLst>
                              <p:par>
                                <p:cTn id="62" presetID="22" presetClass="entr" presetSubtype="8" fill="hold" grpId="0" nodeType="after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wipe(left)">
                                      <p:cBhvr>
                                        <p:cTn id="64" dur="500"/>
                                        <p:tgtEl>
                                          <p:spTgt spid="9"/>
                                        </p:tgtEl>
                                      </p:cBhvr>
                                    </p:animEffect>
                                  </p:childTnLst>
                                </p:cTn>
                              </p:par>
                            </p:childTnLst>
                          </p:cTn>
                        </p:par>
                        <p:par>
                          <p:cTn id="65" fill="hold">
                            <p:stCondLst>
                              <p:cond delay="6000"/>
                            </p:stCondLst>
                            <p:childTnLst>
                              <p:par>
                                <p:cTn id="66" presetID="53" presetClass="entr" presetSubtype="16" fill="hold" nodeType="afterEffect">
                                  <p:stCondLst>
                                    <p:cond delay="0"/>
                                  </p:stCondLst>
                                  <p:childTnLst>
                                    <p:set>
                                      <p:cBhvr>
                                        <p:cTn id="67" dur="1" fill="hold">
                                          <p:stCondLst>
                                            <p:cond delay="0"/>
                                          </p:stCondLst>
                                        </p:cTn>
                                        <p:tgtEl>
                                          <p:spTgt spid="81"/>
                                        </p:tgtEl>
                                        <p:attrNameLst>
                                          <p:attrName>style.visibility</p:attrName>
                                        </p:attrNameLst>
                                      </p:cBhvr>
                                      <p:to>
                                        <p:strVal val="visible"/>
                                      </p:to>
                                    </p:set>
                                    <p:anim calcmode="lin" valueType="num">
                                      <p:cBhvr>
                                        <p:cTn id="68" dur="500" fill="hold"/>
                                        <p:tgtEl>
                                          <p:spTgt spid="81"/>
                                        </p:tgtEl>
                                        <p:attrNameLst>
                                          <p:attrName>ppt_w</p:attrName>
                                        </p:attrNameLst>
                                      </p:cBhvr>
                                      <p:tavLst>
                                        <p:tav tm="0">
                                          <p:val>
                                            <p:fltVal val="0"/>
                                          </p:val>
                                        </p:tav>
                                        <p:tav tm="100000">
                                          <p:val>
                                            <p:strVal val="#ppt_w"/>
                                          </p:val>
                                        </p:tav>
                                      </p:tavLst>
                                    </p:anim>
                                    <p:anim calcmode="lin" valueType="num">
                                      <p:cBhvr>
                                        <p:cTn id="69" dur="500" fill="hold"/>
                                        <p:tgtEl>
                                          <p:spTgt spid="81"/>
                                        </p:tgtEl>
                                        <p:attrNameLst>
                                          <p:attrName>ppt_h</p:attrName>
                                        </p:attrNameLst>
                                      </p:cBhvr>
                                      <p:tavLst>
                                        <p:tav tm="0">
                                          <p:val>
                                            <p:fltVal val="0"/>
                                          </p:val>
                                        </p:tav>
                                        <p:tav tm="100000">
                                          <p:val>
                                            <p:strVal val="#ppt_h"/>
                                          </p:val>
                                        </p:tav>
                                      </p:tavLst>
                                    </p:anim>
                                    <p:animEffect transition="in" filter="fade">
                                      <p:cBhvr>
                                        <p:cTn id="70" dur="500"/>
                                        <p:tgtEl>
                                          <p:spTgt spid="81"/>
                                        </p:tgtEl>
                                      </p:cBhvr>
                                    </p:animEffect>
                                  </p:childTnLst>
                                </p:cTn>
                              </p:par>
                            </p:childTnLst>
                          </p:cTn>
                        </p:par>
                        <p:par>
                          <p:cTn id="71" fill="hold">
                            <p:stCondLst>
                              <p:cond delay="6500"/>
                            </p:stCondLst>
                            <p:childTnLst>
                              <p:par>
                                <p:cTn id="72" presetID="22" presetClass="entr" presetSubtype="8" fill="hold" grpId="0" nodeType="after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wipe(left)">
                                      <p:cBhvr>
                                        <p:cTn id="7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66" grpId="0" bldLvl="0" animBg="1"/>
      <p:bldP spid="2" grpId="0"/>
      <p:bldP spid="3" grpId="0"/>
      <p:bldP spid="20" grpId="0" bldLvl="0" animBg="1"/>
      <p:bldP spid="8" grpId="0"/>
      <p:bldP spid="9" grpId="0"/>
      <p:bldP spid="19" grpId="0"/>
      <p:bldP spid="2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628650" y="603885"/>
            <a:ext cx="550545" cy="563245"/>
            <a:chOff x="10213" y="2013"/>
            <a:chExt cx="867" cy="887"/>
          </a:xfrm>
        </p:grpSpPr>
        <p:pic>
          <p:nvPicPr>
            <p:cNvPr id="13" name="图片 12" descr="印章"/>
            <p:cNvPicPr>
              <a:picLocks noChangeAspect="1"/>
            </p:cNvPicPr>
            <p:nvPr/>
          </p:nvPicPr>
          <p:blipFill>
            <a:blip r:embed="rId1"/>
            <a:stretch>
              <a:fillRect/>
            </a:stretch>
          </p:blipFill>
          <p:spPr>
            <a:xfrm>
              <a:off x="10213" y="2013"/>
              <a:ext cx="867" cy="887"/>
            </a:xfrm>
            <a:prstGeom prst="rect">
              <a:avLst/>
            </a:prstGeom>
          </p:spPr>
        </p:pic>
        <p:sp>
          <p:nvSpPr>
            <p:cNvPr id="14" name="文本框 13"/>
            <p:cNvSpPr txBox="1"/>
            <p:nvPr/>
          </p:nvSpPr>
          <p:spPr>
            <a:xfrm>
              <a:off x="10263" y="2105"/>
              <a:ext cx="768" cy="725"/>
            </a:xfrm>
            <a:prstGeom prst="rect">
              <a:avLst/>
            </a:prstGeom>
            <a:noFill/>
          </p:spPr>
          <p:txBody>
            <a:bodyPr wrap="none" rtlCol="0">
              <a:spAutoFit/>
            </a:bodyPr>
            <a:lstStyle/>
            <a:p>
              <a:r>
                <a:rPr lang="en-US" altLang="zh-CN" sz="2400">
                  <a:solidFill>
                    <a:srgbClr val="981620"/>
                  </a:solidFill>
                  <a:latin typeface="仓耳玄三M W05" panose="02020400000000000000" charset="-122"/>
                  <a:ea typeface="仓耳玄三M W05" panose="02020400000000000000" charset="-122"/>
                </a:rPr>
                <a:t>04</a:t>
              </a:r>
              <a:endParaRPr lang="en-US" altLang="zh-CN" sz="2400">
                <a:solidFill>
                  <a:srgbClr val="981620"/>
                </a:solidFill>
                <a:latin typeface="仓耳玄三M W05" panose="02020400000000000000" charset="-122"/>
                <a:ea typeface="仓耳玄三M W05" panose="02020400000000000000" charset="-122"/>
              </a:endParaRPr>
            </a:p>
          </p:txBody>
        </p:sp>
      </p:grpSp>
      <p:sp>
        <p:nvSpPr>
          <p:cNvPr id="11" name="矩形 10"/>
          <p:cNvSpPr/>
          <p:nvPr/>
        </p:nvSpPr>
        <p:spPr>
          <a:xfrm>
            <a:off x="1377315" y="643890"/>
            <a:ext cx="2396490" cy="497205"/>
          </a:xfrm>
          <a:prstGeom prst="rect">
            <a:avLst/>
          </a:prstGeom>
          <a:noFill/>
        </p:spPr>
        <p:txBody>
          <a:bodyPr wrap="square" rtlCol="0">
            <a:spAutoFit/>
          </a:bodyPr>
          <a:lstStyle/>
          <a:p>
            <a:pPr algn="dist">
              <a:lnSpc>
                <a:spcPct val="120000"/>
              </a:lnSpc>
            </a:pPr>
            <a:r>
              <a:rPr lang="zh-CN" altLang="en-US" sz="2200" b="1" dirty="0">
                <a:solidFill>
                  <a:srgbClr val="FCCC9B"/>
                </a:solidFill>
                <a:latin typeface="仓耳玄三M W05" panose="02020400000000000000" charset="-122"/>
                <a:ea typeface="仓耳玄三M W05" panose="02020400000000000000" charset="-122"/>
                <a:sym typeface="+mn-ea"/>
              </a:rPr>
              <a:t>明年工作计划</a:t>
            </a:r>
            <a:endParaRPr lang="zh-CN" altLang="en-US" sz="2200" b="1" dirty="0">
              <a:solidFill>
                <a:srgbClr val="FCCC9B"/>
              </a:solidFill>
              <a:latin typeface="仓耳玄三M W05" panose="02020400000000000000" charset="-122"/>
              <a:ea typeface="仓耳玄三M W05" panose="02020400000000000000" charset="-122"/>
              <a:sym typeface="+mn-ea"/>
            </a:endParaRPr>
          </a:p>
        </p:txBody>
      </p:sp>
      <p:grpSp>
        <p:nvGrpSpPr>
          <p:cNvPr id="18" name="组合 17"/>
          <p:cNvGrpSpPr/>
          <p:nvPr/>
        </p:nvGrpSpPr>
        <p:grpSpPr>
          <a:xfrm>
            <a:off x="-187960" y="-41910"/>
            <a:ext cx="12568555" cy="6938010"/>
            <a:chOff x="-296" y="-66"/>
            <a:chExt cx="19793" cy="10926"/>
          </a:xfrm>
        </p:grpSpPr>
        <p:pic>
          <p:nvPicPr>
            <p:cNvPr id="6" name="图片 5" descr="云波纹"/>
            <p:cNvPicPr>
              <a:picLocks noChangeAspect="1"/>
            </p:cNvPicPr>
            <p:nvPr/>
          </p:nvPicPr>
          <p:blipFill>
            <a:blip r:embed="rId2"/>
            <a:srcRect l="34620" b="87816"/>
            <a:stretch>
              <a:fillRect/>
            </a:stretch>
          </p:blipFill>
          <p:spPr>
            <a:xfrm>
              <a:off x="-295" y="10292"/>
              <a:ext cx="19792" cy="568"/>
            </a:xfrm>
            <a:prstGeom prst="rect">
              <a:avLst/>
            </a:prstGeom>
          </p:spPr>
        </p:pic>
        <p:pic>
          <p:nvPicPr>
            <p:cNvPr id="12" name="图片 11" descr="云波纹"/>
            <p:cNvPicPr>
              <a:picLocks noChangeAspect="1"/>
            </p:cNvPicPr>
            <p:nvPr/>
          </p:nvPicPr>
          <p:blipFill>
            <a:blip r:embed="rId2"/>
            <a:srcRect l="34620" b="87816"/>
            <a:stretch>
              <a:fillRect/>
            </a:stretch>
          </p:blipFill>
          <p:spPr>
            <a:xfrm>
              <a:off x="-296" y="-66"/>
              <a:ext cx="19792" cy="568"/>
            </a:xfrm>
            <a:prstGeom prst="rect">
              <a:avLst/>
            </a:prstGeom>
          </p:spPr>
        </p:pic>
        <p:pic>
          <p:nvPicPr>
            <p:cNvPr id="16" name="图片 15" descr="云波纹"/>
            <p:cNvPicPr>
              <a:picLocks noChangeAspect="1"/>
            </p:cNvPicPr>
            <p:nvPr/>
          </p:nvPicPr>
          <p:blipFill>
            <a:blip r:embed="rId2"/>
            <a:srcRect l="64657" b="87215"/>
            <a:stretch>
              <a:fillRect/>
            </a:stretch>
          </p:blipFill>
          <p:spPr>
            <a:xfrm rot="16200000">
              <a:off x="-5128" y="5143"/>
              <a:ext cx="10699" cy="596"/>
            </a:xfrm>
            <a:prstGeom prst="rect">
              <a:avLst/>
            </a:prstGeom>
          </p:spPr>
        </p:pic>
        <p:pic>
          <p:nvPicPr>
            <p:cNvPr id="17" name="图片 16" descr="云波纹"/>
            <p:cNvPicPr>
              <a:picLocks noChangeAspect="1"/>
            </p:cNvPicPr>
            <p:nvPr/>
          </p:nvPicPr>
          <p:blipFill>
            <a:blip r:embed="rId2"/>
            <a:srcRect l="64657" b="87215"/>
            <a:stretch>
              <a:fillRect/>
            </a:stretch>
          </p:blipFill>
          <p:spPr>
            <a:xfrm rot="16200000">
              <a:off x="13595" y="5102"/>
              <a:ext cx="10699" cy="596"/>
            </a:xfrm>
            <a:prstGeom prst="rect">
              <a:avLst/>
            </a:prstGeom>
          </p:spPr>
        </p:pic>
      </p:grpSp>
      <p:pic>
        <p:nvPicPr>
          <p:cNvPr id="10" name="图片 9" descr="梅花3"/>
          <p:cNvPicPr>
            <a:picLocks noChangeAspect="1"/>
          </p:cNvPicPr>
          <p:nvPr/>
        </p:nvPicPr>
        <p:blipFill>
          <a:blip r:embed="rId3"/>
          <a:stretch>
            <a:fillRect/>
          </a:stretch>
        </p:blipFill>
        <p:spPr>
          <a:xfrm flipH="1">
            <a:off x="9716135" y="-12700"/>
            <a:ext cx="2488565" cy="1809750"/>
          </a:xfrm>
          <a:prstGeom prst="rect">
            <a:avLst/>
          </a:prstGeom>
        </p:spPr>
      </p:pic>
      <p:sp>
        <p:nvSpPr>
          <p:cNvPr id="341" name="Freeform 383"/>
          <p:cNvSpPr/>
          <p:nvPr/>
        </p:nvSpPr>
        <p:spPr bwMode="auto">
          <a:xfrm>
            <a:off x="1647825" y="2392045"/>
            <a:ext cx="747713" cy="614363"/>
          </a:xfrm>
          <a:custGeom>
            <a:avLst/>
            <a:gdLst>
              <a:gd name="T0" fmla="*/ 164 w 165"/>
              <a:gd name="T1" fmla="*/ 131 h 156"/>
              <a:gd name="T2" fmla="*/ 145 w 165"/>
              <a:gd name="T3" fmla="*/ 119 h 156"/>
              <a:gd name="T4" fmla="*/ 119 w 165"/>
              <a:gd name="T5" fmla="*/ 108 h 156"/>
              <a:gd name="T6" fmla="*/ 112 w 165"/>
              <a:gd name="T7" fmla="*/ 106 h 156"/>
              <a:gd name="T8" fmla="*/ 105 w 165"/>
              <a:gd name="T9" fmla="*/ 94 h 156"/>
              <a:gd name="T10" fmla="*/ 101 w 165"/>
              <a:gd name="T11" fmla="*/ 94 h 156"/>
              <a:gd name="T12" fmla="*/ 105 w 165"/>
              <a:gd name="T13" fmla="*/ 85 h 156"/>
              <a:gd name="T14" fmla="*/ 107 w 165"/>
              <a:gd name="T15" fmla="*/ 74 h 156"/>
              <a:gd name="T16" fmla="*/ 112 w 165"/>
              <a:gd name="T17" fmla="*/ 70 h 156"/>
              <a:gd name="T18" fmla="*/ 114 w 165"/>
              <a:gd name="T19" fmla="*/ 63 h 156"/>
              <a:gd name="T20" fmla="*/ 114 w 165"/>
              <a:gd name="T21" fmla="*/ 51 h 156"/>
              <a:gd name="T22" fmla="*/ 112 w 165"/>
              <a:gd name="T23" fmla="*/ 46 h 156"/>
              <a:gd name="T24" fmla="*/ 113 w 165"/>
              <a:gd name="T25" fmla="*/ 30 h 156"/>
              <a:gd name="T26" fmla="*/ 111 w 165"/>
              <a:gd name="T27" fmla="*/ 19 h 156"/>
              <a:gd name="T28" fmla="*/ 107 w 165"/>
              <a:gd name="T29" fmla="*/ 12 h 156"/>
              <a:gd name="T30" fmla="*/ 102 w 165"/>
              <a:gd name="T31" fmla="*/ 11 h 156"/>
              <a:gd name="T32" fmla="*/ 99 w 165"/>
              <a:gd name="T33" fmla="*/ 8 h 156"/>
              <a:gd name="T34" fmla="*/ 64 w 165"/>
              <a:gd name="T35" fmla="*/ 9 h 156"/>
              <a:gd name="T36" fmla="*/ 51 w 165"/>
              <a:gd name="T37" fmla="*/ 46 h 156"/>
              <a:gd name="T38" fmla="*/ 49 w 165"/>
              <a:gd name="T39" fmla="*/ 53 h 156"/>
              <a:gd name="T40" fmla="*/ 54 w 165"/>
              <a:gd name="T41" fmla="*/ 72 h 156"/>
              <a:gd name="T42" fmla="*/ 58 w 165"/>
              <a:gd name="T43" fmla="*/ 73 h 156"/>
              <a:gd name="T44" fmla="*/ 59 w 165"/>
              <a:gd name="T45" fmla="*/ 86 h 156"/>
              <a:gd name="T46" fmla="*/ 63 w 165"/>
              <a:gd name="T47" fmla="*/ 94 h 156"/>
              <a:gd name="T48" fmla="*/ 60 w 165"/>
              <a:gd name="T49" fmla="*/ 94 h 156"/>
              <a:gd name="T50" fmla="*/ 53 w 165"/>
              <a:gd name="T51" fmla="*/ 106 h 156"/>
              <a:gd name="T52" fmla="*/ 46 w 165"/>
              <a:gd name="T53" fmla="*/ 108 h 156"/>
              <a:gd name="T54" fmla="*/ 20 w 165"/>
              <a:gd name="T55" fmla="*/ 119 h 156"/>
              <a:gd name="T56" fmla="*/ 1 w 165"/>
              <a:gd name="T57" fmla="*/ 131 h 156"/>
              <a:gd name="T58" fmla="*/ 0 w 165"/>
              <a:gd name="T59" fmla="*/ 156 h 156"/>
              <a:gd name="T60" fmla="*/ 72 w 165"/>
              <a:gd name="T61" fmla="*/ 156 h 156"/>
              <a:gd name="T62" fmla="*/ 78 w 165"/>
              <a:gd name="T63" fmla="*/ 120 h 156"/>
              <a:gd name="T64" fmla="*/ 73 w 165"/>
              <a:gd name="T65" fmla="*/ 111 h 156"/>
              <a:gd name="T66" fmla="*/ 83 w 165"/>
              <a:gd name="T67" fmla="*/ 106 h 156"/>
              <a:gd name="T68" fmla="*/ 92 w 165"/>
              <a:gd name="T69" fmla="*/ 111 h 156"/>
              <a:gd name="T70" fmla="*/ 87 w 165"/>
              <a:gd name="T71" fmla="*/ 120 h 156"/>
              <a:gd name="T72" fmla="*/ 96 w 165"/>
              <a:gd name="T73" fmla="*/ 156 h 156"/>
              <a:gd name="T74" fmla="*/ 164 w 165"/>
              <a:gd name="T75" fmla="*/ 156 h 156"/>
              <a:gd name="T76" fmla="*/ 164 w 165"/>
              <a:gd name="T77" fmla="*/ 131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5" h="156">
                <a:moveTo>
                  <a:pt x="164" y="131"/>
                </a:moveTo>
                <a:cubicBezTo>
                  <a:pt x="161" y="123"/>
                  <a:pt x="152" y="122"/>
                  <a:pt x="145" y="119"/>
                </a:cubicBezTo>
                <a:cubicBezTo>
                  <a:pt x="137" y="115"/>
                  <a:pt x="127" y="111"/>
                  <a:pt x="119" y="108"/>
                </a:cubicBezTo>
                <a:cubicBezTo>
                  <a:pt x="117" y="107"/>
                  <a:pt x="114" y="107"/>
                  <a:pt x="112" y="106"/>
                </a:cubicBezTo>
                <a:cubicBezTo>
                  <a:pt x="109" y="104"/>
                  <a:pt x="107" y="98"/>
                  <a:pt x="105" y="94"/>
                </a:cubicBezTo>
                <a:cubicBezTo>
                  <a:pt x="104" y="94"/>
                  <a:pt x="102" y="94"/>
                  <a:pt x="101" y="94"/>
                </a:cubicBezTo>
                <a:cubicBezTo>
                  <a:pt x="101" y="89"/>
                  <a:pt x="104" y="89"/>
                  <a:pt x="105" y="85"/>
                </a:cubicBezTo>
                <a:cubicBezTo>
                  <a:pt x="106" y="81"/>
                  <a:pt x="105" y="77"/>
                  <a:pt x="107" y="74"/>
                </a:cubicBezTo>
                <a:cubicBezTo>
                  <a:pt x="108" y="72"/>
                  <a:pt x="111" y="72"/>
                  <a:pt x="112" y="70"/>
                </a:cubicBezTo>
                <a:cubicBezTo>
                  <a:pt x="113" y="68"/>
                  <a:pt x="114" y="65"/>
                  <a:pt x="114" y="63"/>
                </a:cubicBezTo>
                <a:cubicBezTo>
                  <a:pt x="115" y="60"/>
                  <a:pt x="116" y="55"/>
                  <a:pt x="114" y="51"/>
                </a:cubicBezTo>
                <a:cubicBezTo>
                  <a:pt x="113" y="49"/>
                  <a:pt x="112" y="49"/>
                  <a:pt x="112" y="46"/>
                </a:cubicBezTo>
                <a:cubicBezTo>
                  <a:pt x="111" y="43"/>
                  <a:pt x="113" y="33"/>
                  <a:pt x="113" y="30"/>
                </a:cubicBezTo>
                <a:cubicBezTo>
                  <a:pt x="113" y="25"/>
                  <a:pt x="113" y="24"/>
                  <a:pt x="111" y="19"/>
                </a:cubicBezTo>
                <a:cubicBezTo>
                  <a:pt x="111" y="19"/>
                  <a:pt x="110" y="14"/>
                  <a:pt x="107" y="12"/>
                </a:cubicBezTo>
                <a:cubicBezTo>
                  <a:pt x="102" y="11"/>
                  <a:pt x="102" y="11"/>
                  <a:pt x="102" y="11"/>
                </a:cubicBezTo>
                <a:cubicBezTo>
                  <a:pt x="99" y="8"/>
                  <a:pt x="99" y="8"/>
                  <a:pt x="99" y="8"/>
                </a:cubicBezTo>
                <a:cubicBezTo>
                  <a:pt x="86" y="0"/>
                  <a:pt x="71" y="6"/>
                  <a:pt x="64" y="9"/>
                </a:cubicBezTo>
                <a:cubicBezTo>
                  <a:pt x="53" y="12"/>
                  <a:pt x="46" y="23"/>
                  <a:pt x="51" y="46"/>
                </a:cubicBezTo>
                <a:cubicBezTo>
                  <a:pt x="52" y="49"/>
                  <a:pt x="49" y="51"/>
                  <a:pt x="49" y="53"/>
                </a:cubicBezTo>
                <a:cubicBezTo>
                  <a:pt x="50" y="58"/>
                  <a:pt x="50" y="69"/>
                  <a:pt x="54" y="72"/>
                </a:cubicBezTo>
                <a:cubicBezTo>
                  <a:pt x="54" y="72"/>
                  <a:pt x="58" y="73"/>
                  <a:pt x="58" y="73"/>
                </a:cubicBezTo>
                <a:cubicBezTo>
                  <a:pt x="58" y="77"/>
                  <a:pt x="58" y="82"/>
                  <a:pt x="59" y="86"/>
                </a:cubicBezTo>
                <a:cubicBezTo>
                  <a:pt x="60" y="89"/>
                  <a:pt x="63" y="89"/>
                  <a:pt x="63" y="94"/>
                </a:cubicBezTo>
                <a:cubicBezTo>
                  <a:pt x="60" y="94"/>
                  <a:pt x="60" y="94"/>
                  <a:pt x="60" y="94"/>
                </a:cubicBezTo>
                <a:cubicBezTo>
                  <a:pt x="58" y="98"/>
                  <a:pt x="56" y="104"/>
                  <a:pt x="53" y="106"/>
                </a:cubicBezTo>
                <a:cubicBezTo>
                  <a:pt x="51" y="107"/>
                  <a:pt x="48" y="107"/>
                  <a:pt x="46" y="108"/>
                </a:cubicBezTo>
                <a:cubicBezTo>
                  <a:pt x="38" y="111"/>
                  <a:pt x="28" y="115"/>
                  <a:pt x="20" y="119"/>
                </a:cubicBezTo>
                <a:cubicBezTo>
                  <a:pt x="13" y="122"/>
                  <a:pt x="4" y="123"/>
                  <a:pt x="1" y="131"/>
                </a:cubicBezTo>
                <a:cubicBezTo>
                  <a:pt x="1" y="136"/>
                  <a:pt x="0" y="149"/>
                  <a:pt x="0" y="156"/>
                </a:cubicBezTo>
                <a:cubicBezTo>
                  <a:pt x="72" y="156"/>
                  <a:pt x="72" y="156"/>
                  <a:pt x="72" y="156"/>
                </a:cubicBezTo>
                <a:cubicBezTo>
                  <a:pt x="78" y="120"/>
                  <a:pt x="78" y="120"/>
                  <a:pt x="78" y="120"/>
                </a:cubicBezTo>
                <a:cubicBezTo>
                  <a:pt x="73" y="111"/>
                  <a:pt x="73" y="111"/>
                  <a:pt x="73" y="111"/>
                </a:cubicBezTo>
                <a:cubicBezTo>
                  <a:pt x="83" y="106"/>
                  <a:pt x="83" y="106"/>
                  <a:pt x="83" y="106"/>
                </a:cubicBezTo>
                <a:cubicBezTo>
                  <a:pt x="92" y="111"/>
                  <a:pt x="92" y="111"/>
                  <a:pt x="92" y="111"/>
                </a:cubicBezTo>
                <a:cubicBezTo>
                  <a:pt x="87" y="120"/>
                  <a:pt x="87" y="120"/>
                  <a:pt x="87" y="120"/>
                </a:cubicBezTo>
                <a:cubicBezTo>
                  <a:pt x="96" y="156"/>
                  <a:pt x="96" y="156"/>
                  <a:pt x="96" y="156"/>
                </a:cubicBezTo>
                <a:cubicBezTo>
                  <a:pt x="164" y="156"/>
                  <a:pt x="164" y="156"/>
                  <a:pt x="164" y="156"/>
                </a:cubicBezTo>
                <a:cubicBezTo>
                  <a:pt x="165" y="149"/>
                  <a:pt x="164" y="136"/>
                  <a:pt x="164" y="131"/>
                </a:cubicBezTo>
                <a:close/>
              </a:path>
            </a:pathLst>
          </a:custGeom>
          <a:solidFill>
            <a:srgbClr val="981620"/>
          </a:solidFill>
          <a:ln>
            <a:noFill/>
          </a:ln>
        </p:spPr>
        <p:txBody>
          <a:bodyPr/>
          <a:lstStyle/>
          <a:p>
            <a:pPr defTabSz="685165" eaLnBrk="1" fontAlgn="auto" hangingPunct="1">
              <a:spcBef>
                <a:spcPts val="0"/>
              </a:spcBef>
              <a:spcAft>
                <a:spcPts val="0"/>
              </a:spcAft>
              <a:defRPr/>
            </a:pPr>
            <a:endParaRPr lang="zh-CN" altLang="en-US" sz="1350" strike="noStrike" noProof="1">
              <a:solidFill>
                <a:srgbClr val="FCCC9B"/>
              </a:solidFill>
              <a:latin typeface="仓耳玄三M W05" panose="02020400000000000000" charset="-122"/>
              <a:ea typeface="仓耳玄三M W05" panose="02020400000000000000" charset="-122"/>
            </a:endParaRPr>
          </a:p>
        </p:txBody>
      </p:sp>
      <p:sp>
        <p:nvSpPr>
          <p:cNvPr id="342" name="Freeform 384"/>
          <p:cNvSpPr>
            <a:spLocks noEditPoints="1"/>
          </p:cNvSpPr>
          <p:nvPr/>
        </p:nvSpPr>
        <p:spPr bwMode="auto">
          <a:xfrm>
            <a:off x="4286250" y="2392045"/>
            <a:ext cx="776605" cy="727075"/>
          </a:xfrm>
          <a:custGeom>
            <a:avLst/>
            <a:gdLst>
              <a:gd name="T0" fmla="*/ 30 w 162"/>
              <a:gd name="T1" fmla="*/ 23 h 190"/>
              <a:gd name="T2" fmla="*/ 30 w 162"/>
              <a:gd name="T3" fmla="*/ 47 h 190"/>
              <a:gd name="T4" fmla="*/ 0 w 162"/>
              <a:gd name="T5" fmla="*/ 47 h 190"/>
              <a:gd name="T6" fmla="*/ 0 w 162"/>
              <a:gd name="T7" fmla="*/ 135 h 190"/>
              <a:gd name="T8" fmla="*/ 30 w 162"/>
              <a:gd name="T9" fmla="*/ 135 h 190"/>
              <a:gd name="T10" fmla="*/ 83 w 162"/>
              <a:gd name="T11" fmla="*/ 190 h 190"/>
              <a:gd name="T12" fmla="*/ 135 w 162"/>
              <a:gd name="T13" fmla="*/ 135 h 190"/>
              <a:gd name="T14" fmla="*/ 162 w 162"/>
              <a:gd name="T15" fmla="*/ 135 h 190"/>
              <a:gd name="T16" fmla="*/ 162 w 162"/>
              <a:gd name="T17" fmla="*/ 47 h 190"/>
              <a:gd name="T18" fmla="*/ 115 w 162"/>
              <a:gd name="T19" fmla="*/ 47 h 190"/>
              <a:gd name="T20" fmla="*/ 115 w 162"/>
              <a:gd name="T21" fmla="*/ 16 h 190"/>
              <a:gd name="T22" fmla="*/ 98 w 162"/>
              <a:gd name="T23" fmla="*/ 16 h 190"/>
              <a:gd name="T24" fmla="*/ 98 w 162"/>
              <a:gd name="T25" fmla="*/ 47 h 190"/>
              <a:gd name="T26" fmla="*/ 92 w 162"/>
              <a:gd name="T27" fmla="*/ 47 h 190"/>
              <a:gd name="T28" fmla="*/ 92 w 162"/>
              <a:gd name="T29" fmla="*/ 9 h 190"/>
              <a:gd name="T30" fmla="*/ 75 w 162"/>
              <a:gd name="T31" fmla="*/ 9 h 190"/>
              <a:gd name="T32" fmla="*/ 75 w 162"/>
              <a:gd name="T33" fmla="*/ 47 h 190"/>
              <a:gd name="T34" fmla="*/ 69 w 162"/>
              <a:gd name="T35" fmla="*/ 47 h 190"/>
              <a:gd name="T36" fmla="*/ 69 w 162"/>
              <a:gd name="T37" fmla="*/ 16 h 190"/>
              <a:gd name="T38" fmla="*/ 52 w 162"/>
              <a:gd name="T39" fmla="*/ 16 h 190"/>
              <a:gd name="T40" fmla="*/ 52 w 162"/>
              <a:gd name="T41" fmla="*/ 47 h 190"/>
              <a:gd name="T42" fmla="*/ 46 w 162"/>
              <a:gd name="T43" fmla="*/ 47 h 190"/>
              <a:gd name="T44" fmla="*/ 46 w 162"/>
              <a:gd name="T45" fmla="*/ 23 h 190"/>
              <a:gd name="T46" fmla="*/ 30 w 162"/>
              <a:gd name="T47" fmla="*/ 23 h 190"/>
              <a:gd name="T48" fmla="*/ 118 w 162"/>
              <a:gd name="T49" fmla="*/ 90 h 190"/>
              <a:gd name="T50" fmla="*/ 135 w 162"/>
              <a:gd name="T51" fmla="*/ 90 h 190"/>
              <a:gd name="T52" fmla="*/ 135 w 162"/>
              <a:gd name="T53" fmla="*/ 130 h 190"/>
              <a:gd name="T54" fmla="*/ 157 w 162"/>
              <a:gd name="T55" fmla="*/ 130 h 190"/>
              <a:gd name="T56" fmla="*/ 157 w 162"/>
              <a:gd name="T57" fmla="*/ 52 h 190"/>
              <a:gd name="T58" fmla="*/ 5 w 162"/>
              <a:gd name="T59" fmla="*/ 52 h 190"/>
              <a:gd name="T60" fmla="*/ 5 w 162"/>
              <a:gd name="T61" fmla="*/ 130 h 190"/>
              <a:gd name="T62" fmla="*/ 118 w 162"/>
              <a:gd name="T63" fmla="*/ 130 h 190"/>
              <a:gd name="T64" fmla="*/ 118 w 162"/>
              <a:gd name="T65" fmla="*/ 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2" h="190">
                <a:moveTo>
                  <a:pt x="30" y="23"/>
                </a:moveTo>
                <a:cubicBezTo>
                  <a:pt x="30" y="47"/>
                  <a:pt x="30" y="47"/>
                  <a:pt x="30" y="47"/>
                </a:cubicBezTo>
                <a:cubicBezTo>
                  <a:pt x="0" y="47"/>
                  <a:pt x="0" y="47"/>
                  <a:pt x="0" y="47"/>
                </a:cubicBezTo>
                <a:cubicBezTo>
                  <a:pt x="0" y="135"/>
                  <a:pt x="0" y="135"/>
                  <a:pt x="0" y="135"/>
                </a:cubicBezTo>
                <a:cubicBezTo>
                  <a:pt x="30" y="135"/>
                  <a:pt x="30" y="135"/>
                  <a:pt x="30" y="135"/>
                </a:cubicBezTo>
                <a:cubicBezTo>
                  <a:pt x="31" y="165"/>
                  <a:pt x="55" y="190"/>
                  <a:pt x="83" y="190"/>
                </a:cubicBezTo>
                <a:cubicBezTo>
                  <a:pt x="111" y="190"/>
                  <a:pt x="135" y="165"/>
                  <a:pt x="135" y="135"/>
                </a:cubicBezTo>
                <a:cubicBezTo>
                  <a:pt x="162" y="135"/>
                  <a:pt x="162" y="135"/>
                  <a:pt x="162" y="135"/>
                </a:cubicBezTo>
                <a:cubicBezTo>
                  <a:pt x="162" y="47"/>
                  <a:pt x="162" y="47"/>
                  <a:pt x="162" y="47"/>
                </a:cubicBezTo>
                <a:cubicBezTo>
                  <a:pt x="115" y="47"/>
                  <a:pt x="115" y="47"/>
                  <a:pt x="115" y="47"/>
                </a:cubicBezTo>
                <a:cubicBezTo>
                  <a:pt x="115" y="16"/>
                  <a:pt x="115" y="16"/>
                  <a:pt x="115" y="16"/>
                </a:cubicBezTo>
                <a:cubicBezTo>
                  <a:pt x="113" y="6"/>
                  <a:pt x="101" y="7"/>
                  <a:pt x="98" y="16"/>
                </a:cubicBezTo>
                <a:cubicBezTo>
                  <a:pt x="98" y="47"/>
                  <a:pt x="98" y="47"/>
                  <a:pt x="98" y="47"/>
                </a:cubicBezTo>
                <a:cubicBezTo>
                  <a:pt x="92" y="47"/>
                  <a:pt x="92" y="47"/>
                  <a:pt x="92" y="47"/>
                </a:cubicBezTo>
                <a:cubicBezTo>
                  <a:pt x="92" y="9"/>
                  <a:pt x="92" y="9"/>
                  <a:pt x="92" y="9"/>
                </a:cubicBezTo>
                <a:cubicBezTo>
                  <a:pt x="88" y="0"/>
                  <a:pt x="79" y="0"/>
                  <a:pt x="75" y="9"/>
                </a:cubicBezTo>
                <a:cubicBezTo>
                  <a:pt x="75" y="47"/>
                  <a:pt x="75" y="47"/>
                  <a:pt x="75" y="47"/>
                </a:cubicBezTo>
                <a:cubicBezTo>
                  <a:pt x="69" y="47"/>
                  <a:pt x="69" y="47"/>
                  <a:pt x="69" y="47"/>
                </a:cubicBezTo>
                <a:cubicBezTo>
                  <a:pt x="69" y="16"/>
                  <a:pt x="69" y="16"/>
                  <a:pt x="69" y="16"/>
                </a:cubicBezTo>
                <a:cubicBezTo>
                  <a:pt x="66" y="8"/>
                  <a:pt x="57" y="6"/>
                  <a:pt x="52" y="16"/>
                </a:cubicBezTo>
                <a:cubicBezTo>
                  <a:pt x="52" y="47"/>
                  <a:pt x="52" y="47"/>
                  <a:pt x="52" y="47"/>
                </a:cubicBezTo>
                <a:cubicBezTo>
                  <a:pt x="46" y="47"/>
                  <a:pt x="46" y="47"/>
                  <a:pt x="46" y="47"/>
                </a:cubicBezTo>
                <a:cubicBezTo>
                  <a:pt x="46" y="23"/>
                  <a:pt x="46" y="23"/>
                  <a:pt x="46" y="23"/>
                </a:cubicBezTo>
                <a:cubicBezTo>
                  <a:pt x="43" y="15"/>
                  <a:pt x="34" y="13"/>
                  <a:pt x="30" y="23"/>
                </a:cubicBezTo>
                <a:close/>
                <a:moveTo>
                  <a:pt x="118" y="90"/>
                </a:moveTo>
                <a:cubicBezTo>
                  <a:pt x="122" y="70"/>
                  <a:pt x="132" y="75"/>
                  <a:pt x="135" y="90"/>
                </a:cubicBezTo>
                <a:cubicBezTo>
                  <a:pt x="135" y="130"/>
                  <a:pt x="135" y="130"/>
                  <a:pt x="135" y="130"/>
                </a:cubicBezTo>
                <a:cubicBezTo>
                  <a:pt x="157" y="130"/>
                  <a:pt x="157" y="130"/>
                  <a:pt x="157" y="130"/>
                </a:cubicBezTo>
                <a:cubicBezTo>
                  <a:pt x="157" y="52"/>
                  <a:pt x="157" y="52"/>
                  <a:pt x="157" y="52"/>
                </a:cubicBezTo>
                <a:cubicBezTo>
                  <a:pt x="5" y="52"/>
                  <a:pt x="5" y="52"/>
                  <a:pt x="5" y="52"/>
                </a:cubicBezTo>
                <a:cubicBezTo>
                  <a:pt x="5" y="130"/>
                  <a:pt x="5" y="130"/>
                  <a:pt x="5" y="130"/>
                </a:cubicBezTo>
                <a:cubicBezTo>
                  <a:pt x="118" y="130"/>
                  <a:pt x="118" y="130"/>
                  <a:pt x="118" y="130"/>
                </a:cubicBezTo>
                <a:lnTo>
                  <a:pt x="118" y="90"/>
                </a:lnTo>
                <a:close/>
              </a:path>
            </a:pathLst>
          </a:custGeom>
          <a:solidFill>
            <a:srgbClr val="981620"/>
          </a:solidFill>
          <a:ln>
            <a:noFill/>
          </a:ln>
        </p:spPr>
        <p:txBody>
          <a:bodyPr/>
          <a:lstStyle/>
          <a:p>
            <a:pPr defTabSz="685165" eaLnBrk="1" fontAlgn="auto" hangingPunct="1">
              <a:spcBef>
                <a:spcPts val="0"/>
              </a:spcBef>
              <a:spcAft>
                <a:spcPts val="0"/>
              </a:spcAft>
              <a:defRPr/>
            </a:pPr>
            <a:endParaRPr lang="zh-CN" altLang="en-US" sz="1350" strike="noStrike" noProof="1">
              <a:solidFill>
                <a:srgbClr val="FCCC9B"/>
              </a:solidFill>
              <a:latin typeface="仓耳玄三M W05" panose="02020400000000000000" charset="-122"/>
              <a:ea typeface="仓耳玄三M W05" panose="02020400000000000000" charset="-122"/>
            </a:endParaRPr>
          </a:p>
        </p:txBody>
      </p:sp>
      <p:grpSp>
        <p:nvGrpSpPr>
          <p:cNvPr id="3" name="组合 2"/>
          <p:cNvGrpSpPr/>
          <p:nvPr/>
        </p:nvGrpSpPr>
        <p:grpSpPr>
          <a:xfrm>
            <a:off x="7169150" y="2406650"/>
            <a:ext cx="622935" cy="648970"/>
            <a:chOff x="11290" y="3808"/>
            <a:chExt cx="981" cy="1022"/>
          </a:xfrm>
          <a:solidFill>
            <a:srgbClr val="981620"/>
          </a:solidFill>
        </p:grpSpPr>
        <p:sp>
          <p:nvSpPr>
            <p:cNvPr id="510" name="Freeform 163"/>
            <p:cNvSpPr/>
            <p:nvPr/>
          </p:nvSpPr>
          <p:spPr bwMode="auto">
            <a:xfrm>
              <a:off x="11325" y="4150"/>
              <a:ext cx="868" cy="680"/>
            </a:xfrm>
            <a:custGeom>
              <a:avLst/>
              <a:gdLst>
                <a:gd name="T0" fmla="*/ 123 w 128"/>
                <a:gd name="T1" fmla="*/ 58 h 94"/>
                <a:gd name="T2" fmla="*/ 99 w 128"/>
                <a:gd name="T3" fmla="*/ 39 h 94"/>
                <a:gd name="T4" fmla="*/ 64 w 128"/>
                <a:gd name="T5" fmla="*/ 0 h 94"/>
                <a:gd name="T6" fmla="*/ 29 w 128"/>
                <a:gd name="T7" fmla="*/ 39 h 94"/>
                <a:gd name="T8" fmla="*/ 5 w 128"/>
                <a:gd name="T9" fmla="*/ 58 h 94"/>
                <a:gd name="T10" fmla="*/ 14 w 128"/>
                <a:gd name="T11" fmla="*/ 85 h 94"/>
                <a:gd name="T12" fmla="*/ 59 w 128"/>
                <a:gd name="T13" fmla="*/ 84 h 94"/>
                <a:gd name="T14" fmla="*/ 64 w 128"/>
                <a:gd name="T15" fmla="*/ 83 h 94"/>
                <a:gd name="T16" fmla="*/ 69 w 128"/>
                <a:gd name="T17" fmla="*/ 84 h 94"/>
                <a:gd name="T18" fmla="*/ 114 w 128"/>
                <a:gd name="T19" fmla="*/ 85 h 94"/>
                <a:gd name="T20" fmla="*/ 123 w 128"/>
                <a:gd name="T21" fmla="*/ 58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 h="94">
                  <a:moveTo>
                    <a:pt x="123" y="58"/>
                  </a:moveTo>
                  <a:cubicBezTo>
                    <a:pt x="119" y="48"/>
                    <a:pt x="105" y="45"/>
                    <a:pt x="99" y="39"/>
                  </a:cubicBezTo>
                  <a:cubicBezTo>
                    <a:pt x="85" y="25"/>
                    <a:pt x="88" y="2"/>
                    <a:pt x="64" y="0"/>
                  </a:cubicBezTo>
                  <a:cubicBezTo>
                    <a:pt x="40" y="2"/>
                    <a:pt x="43" y="25"/>
                    <a:pt x="29" y="39"/>
                  </a:cubicBezTo>
                  <a:cubicBezTo>
                    <a:pt x="23" y="45"/>
                    <a:pt x="9" y="48"/>
                    <a:pt x="5" y="58"/>
                  </a:cubicBezTo>
                  <a:cubicBezTo>
                    <a:pt x="0" y="69"/>
                    <a:pt x="8" y="80"/>
                    <a:pt x="14" y="85"/>
                  </a:cubicBezTo>
                  <a:cubicBezTo>
                    <a:pt x="26" y="94"/>
                    <a:pt x="45" y="85"/>
                    <a:pt x="59" y="84"/>
                  </a:cubicBezTo>
                  <a:cubicBezTo>
                    <a:pt x="60" y="83"/>
                    <a:pt x="62" y="83"/>
                    <a:pt x="64" y="83"/>
                  </a:cubicBezTo>
                  <a:cubicBezTo>
                    <a:pt x="66" y="83"/>
                    <a:pt x="68" y="83"/>
                    <a:pt x="69" y="84"/>
                  </a:cubicBezTo>
                  <a:cubicBezTo>
                    <a:pt x="83" y="85"/>
                    <a:pt x="102" y="94"/>
                    <a:pt x="114" y="85"/>
                  </a:cubicBezTo>
                  <a:cubicBezTo>
                    <a:pt x="120" y="80"/>
                    <a:pt x="128" y="69"/>
                    <a:pt x="123" y="58"/>
                  </a:cubicBezTo>
                </a:path>
              </a:pathLst>
            </a:custGeom>
            <a:grpFill/>
            <a:ln>
              <a:noFill/>
            </a:ln>
          </p:spPr>
          <p:txBody>
            <a:bodyPr/>
            <a:lstStyle/>
            <a:p>
              <a:pPr defTabSz="685165" eaLnBrk="1" fontAlgn="auto" hangingPunct="1">
                <a:spcBef>
                  <a:spcPts val="0"/>
                </a:spcBef>
                <a:spcAft>
                  <a:spcPts val="0"/>
                </a:spcAft>
                <a:defRPr/>
              </a:pPr>
              <a:endParaRPr lang="zh-CN" altLang="en-US" sz="1350" strike="noStrike" noProof="1">
                <a:solidFill>
                  <a:srgbClr val="FCCC9B"/>
                </a:solidFill>
                <a:latin typeface="仓耳玄三M W05" panose="02020400000000000000" charset="-122"/>
                <a:ea typeface="仓耳玄三M W05" panose="02020400000000000000" charset="-122"/>
              </a:endParaRPr>
            </a:p>
          </p:txBody>
        </p:sp>
        <p:sp>
          <p:nvSpPr>
            <p:cNvPr id="511" name="Freeform 164"/>
            <p:cNvSpPr/>
            <p:nvPr/>
          </p:nvSpPr>
          <p:spPr bwMode="auto">
            <a:xfrm>
              <a:off x="11790" y="3808"/>
              <a:ext cx="260" cy="343"/>
            </a:xfrm>
            <a:custGeom>
              <a:avLst/>
              <a:gdLst>
                <a:gd name="T0" fmla="*/ 35 w 38"/>
                <a:gd name="T1" fmla="*/ 28 h 47"/>
                <a:gd name="T2" fmla="*/ 13 w 38"/>
                <a:gd name="T3" fmla="*/ 45 h 47"/>
                <a:gd name="T4" fmla="*/ 3 w 38"/>
                <a:gd name="T5" fmla="*/ 19 h 47"/>
                <a:gd name="T6" fmla="*/ 25 w 38"/>
                <a:gd name="T7" fmla="*/ 2 h 47"/>
                <a:gd name="T8" fmla="*/ 35 w 38"/>
                <a:gd name="T9" fmla="*/ 28 h 47"/>
              </a:gdLst>
              <a:ahLst/>
              <a:cxnLst>
                <a:cxn ang="0">
                  <a:pos x="T0" y="T1"/>
                </a:cxn>
                <a:cxn ang="0">
                  <a:pos x="T2" y="T3"/>
                </a:cxn>
                <a:cxn ang="0">
                  <a:pos x="T4" y="T5"/>
                </a:cxn>
                <a:cxn ang="0">
                  <a:pos x="T6" y="T7"/>
                </a:cxn>
                <a:cxn ang="0">
                  <a:pos x="T8" y="T9"/>
                </a:cxn>
              </a:cxnLst>
              <a:rect l="0" t="0" r="r" b="b"/>
              <a:pathLst>
                <a:path w="38" h="47">
                  <a:moveTo>
                    <a:pt x="35" y="28"/>
                  </a:moveTo>
                  <a:cubicBezTo>
                    <a:pt x="32" y="40"/>
                    <a:pt x="22" y="47"/>
                    <a:pt x="13" y="45"/>
                  </a:cubicBezTo>
                  <a:cubicBezTo>
                    <a:pt x="4" y="43"/>
                    <a:pt x="0" y="31"/>
                    <a:pt x="3" y="19"/>
                  </a:cubicBezTo>
                  <a:cubicBezTo>
                    <a:pt x="6" y="8"/>
                    <a:pt x="16" y="0"/>
                    <a:pt x="25" y="2"/>
                  </a:cubicBezTo>
                  <a:cubicBezTo>
                    <a:pt x="34" y="5"/>
                    <a:pt x="38" y="16"/>
                    <a:pt x="35" y="28"/>
                  </a:cubicBezTo>
                </a:path>
              </a:pathLst>
            </a:custGeom>
            <a:grpFill/>
            <a:ln>
              <a:noFill/>
            </a:ln>
          </p:spPr>
          <p:txBody>
            <a:bodyPr/>
            <a:lstStyle/>
            <a:p>
              <a:pPr defTabSz="685165" eaLnBrk="1" fontAlgn="auto" hangingPunct="1">
                <a:spcBef>
                  <a:spcPts val="0"/>
                </a:spcBef>
                <a:spcAft>
                  <a:spcPts val="0"/>
                </a:spcAft>
                <a:defRPr/>
              </a:pPr>
              <a:endParaRPr lang="zh-CN" altLang="en-US" sz="1350" strike="noStrike" noProof="1">
                <a:solidFill>
                  <a:srgbClr val="FCCC9B"/>
                </a:solidFill>
                <a:latin typeface="仓耳玄三M W05" panose="02020400000000000000" charset="-122"/>
                <a:ea typeface="仓耳玄三M W05" panose="02020400000000000000" charset="-122"/>
              </a:endParaRPr>
            </a:p>
          </p:txBody>
        </p:sp>
        <p:sp>
          <p:nvSpPr>
            <p:cNvPr id="512" name="Freeform 165"/>
            <p:cNvSpPr/>
            <p:nvPr/>
          </p:nvSpPr>
          <p:spPr bwMode="auto">
            <a:xfrm>
              <a:off x="11290" y="4070"/>
              <a:ext cx="250" cy="340"/>
            </a:xfrm>
            <a:custGeom>
              <a:avLst/>
              <a:gdLst>
                <a:gd name="T0" fmla="*/ 35 w 38"/>
                <a:gd name="T1" fmla="*/ 19 h 47"/>
                <a:gd name="T2" fmla="*/ 25 w 38"/>
                <a:gd name="T3" fmla="*/ 45 h 47"/>
                <a:gd name="T4" fmla="*/ 3 w 38"/>
                <a:gd name="T5" fmla="*/ 28 h 47"/>
                <a:gd name="T6" fmla="*/ 13 w 38"/>
                <a:gd name="T7" fmla="*/ 2 h 47"/>
                <a:gd name="T8" fmla="*/ 35 w 38"/>
                <a:gd name="T9" fmla="*/ 19 h 47"/>
              </a:gdLst>
              <a:ahLst/>
              <a:cxnLst>
                <a:cxn ang="0">
                  <a:pos x="T0" y="T1"/>
                </a:cxn>
                <a:cxn ang="0">
                  <a:pos x="T2" y="T3"/>
                </a:cxn>
                <a:cxn ang="0">
                  <a:pos x="T4" y="T5"/>
                </a:cxn>
                <a:cxn ang="0">
                  <a:pos x="T6" y="T7"/>
                </a:cxn>
                <a:cxn ang="0">
                  <a:pos x="T8" y="T9"/>
                </a:cxn>
              </a:cxnLst>
              <a:rect l="0" t="0" r="r" b="b"/>
              <a:pathLst>
                <a:path w="38" h="47">
                  <a:moveTo>
                    <a:pt x="35" y="19"/>
                  </a:moveTo>
                  <a:cubicBezTo>
                    <a:pt x="38" y="31"/>
                    <a:pt x="34" y="43"/>
                    <a:pt x="25" y="45"/>
                  </a:cubicBezTo>
                  <a:cubicBezTo>
                    <a:pt x="16" y="47"/>
                    <a:pt x="6" y="40"/>
                    <a:pt x="3" y="28"/>
                  </a:cubicBezTo>
                  <a:cubicBezTo>
                    <a:pt x="0" y="16"/>
                    <a:pt x="4" y="5"/>
                    <a:pt x="13" y="2"/>
                  </a:cubicBezTo>
                  <a:cubicBezTo>
                    <a:pt x="22" y="0"/>
                    <a:pt x="32" y="8"/>
                    <a:pt x="35" y="19"/>
                  </a:cubicBezTo>
                </a:path>
              </a:pathLst>
            </a:custGeom>
            <a:grpFill/>
            <a:ln>
              <a:noFill/>
            </a:ln>
          </p:spPr>
          <p:txBody>
            <a:bodyPr/>
            <a:lstStyle/>
            <a:p>
              <a:pPr defTabSz="685165" eaLnBrk="1" fontAlgn="auto" hangingPunct="1">
                <a:spcBef>
                  <a:spcPts val="0"/>
                </a:spcBef>
                <a:spcAft>
                  <a:spcPts val="0"/>
                </a:spcAft>
                <a:defRPr/>
              </a:pPr>
              <a:endParaRPr lang="zh-CN" altLang="en-US" sz="1350" strike="noStrike" noProof="1">
                <a:solidFill>
                  <a:srgbClr val="FCCC9B"/>
                </a:solidFill>
                <a:latin typeface="仓耳玄三M W05" panose="02020400000000000000" charset="-122"/>
                <a:ea typeface="仓耳玄三M W05" panose="02020400000000000000" charset="-122"/>
              </a:endParaRPr>
            </a:p>
          </p:txBody>
        </p:sp>
        <p:sp>
          <p:nvSpPr>
            <p:cNvPr id="513" name="Freeform 166"/>
            <p:cNvSpPr/>
            <p:nvPr/>
          </p:nvSpPr>
          <p:spPr bwMode="auto">
            <a:xfrm>
              <a:off x="11503" y="3820"/>
              <a:ext cx="263" cy="343"/>
            </a:xfrm>
            <a:custGeom>
              <a:avLst/>
              <a:gdLst>
                <a:gd name="T0" fmla="*/ 35 w 38"/>
                <a:gd name="T1" fmla="*/ 20 h 48"/>
                <a:gd name="T2" fmla="*/ 25 w 38"/>
                <a:gd name="T3" fmla="*/ 45 h 48"/>
                <a:gd name="T4" fmla="*/ 3 w 38"/>
                <a:gd name="T5" fmla="*/ 28 h 48"/>
                <a:gd name="T6" fmla="*/ 13 w 38"/>
                <a:gd name="T7" fmla="*/ 2 h 48"/>
                <a:gd name="T8" fmla="*/ 35 w 38"/>
                <a:gd name="T9" fmla="*/ 20 h 48"/>
              </a:gdLst>
              <a:ahLst/>
              <a:cxnLst>
                <a:cxn ang="0">
                  <a:pos x="T0" y="T1"/>
                </a:cxn>
                <a:cxn ang="0">
                  <a:pos x="T2" y="T3"/>
                </a:cxn>
                <a:cxn ang="0">
                  <a:pos x="T4" y="T5"/>
                </a:cxn>
                <a:cxn ang="0">
                  <a:pos x="T6" y="T7"/>
                </a:cxn>
                <a:cxn ang="0">
                  <a:pos x="T8" y="T9"/>
                </a:cxn>
              </a:cxnLst>
              <a:rect l="0" t="0" r="r" b="b"/>
              <a:pathLst>
                <a:path w="38" h="48">
                  <a:moveTo>
                    <a:pt x="35" y="20"/>
                  </a:moveTo>
                  <a:cubicBezTo>
                    <a:pt x="38" y="31"/>
                    <a:pt x="33" y="43"/>
                    <a:pt x="25" y="45"/>
                  </a:cubicBezTo>
                  <a:cubicBezTo>
                    <a:pt x="16" y="48"/>
                    <a:pt x="6" y="40"/>
                    <a:pt x="3" y="28"/>
                  </a:cubicBezTo>
                  <a:cubicBezTo>
                    <a:pt x="0" y="16"/>
                    <a:pt x="4" y="5"/>
                    <a:pt x="13" y="2"/>
                  </a:cubicBezTo>
                  <a:cubicBezTo>
                    <a:pt x="22" y="0"/>
                    <a:pt x="32" y="8"/>
                    <a:pt x="35" y="20"/>
                  </a:cubicBezTo>
                </a:path>
              </a:pathLst>
            </a:custGeom>
            <a:grpFill/>
            <a:ln>
              <a:noFill/>
            </a:ln>
          </p:spPr>
          <p:txBody>
            <a:bodyPr/>
            <a:lstStyle/>
            <a:p>
              <a:pPr defTabSz="685165" eaLnBrk="1" fontAlgn="auto" hangingPunct="1">
                <a:spcBef>
                  <a:spcPts val="0"/>
                </a:spcBef>
                <a:spcAft>
                  <a:spcPts val="0"/>
                </a:spcAft>
                <a:defRPr/>
              </a:pPr>
              <a:endParaRPr lang="zh-CN" altLang="en-US" sz="1350" strike="noStrike" noProof="1">
                <a:solidFill>
                  <a:srgbClr val="FCCC9B"/>
                </a:solidFill>
                <a:latin typeface="仓耳玄三M W05" panose="02020400000000000000" charset="-122"/>
                <a:ea typeface="仓耳玄三M W05" panose="02020400000000000000" charset="-122"/>
              </a:endParaRPr>
            </a:p>
          </p:txBody>
        </p:sp>
        <p:sp>
          <p:nvSpPr>
            <p:cNvPr id="514" name="Freeform 167"/>
            <p:cNvSpPr/>
            <p:nvPr/>
          </p:nvSpPr>
          <p:spPr bwMode="auto">
            <a:xfrm>
              <a:off x="12013" y="4030"/>
              <a:ext cx="258" cy="340"/>
            </a:xfrm>
            <a:custGeom>
              <a:avLst/>
              <a:gdLst>
                <a:gd name="T0" fmla="*/ 35 w 38"/>
                <a:gd name="T1" fmla="*/ 28 h 48"/>
                <a:gd name="T2" fmla="*/ 13 w 38"/>
                <a:gd name="T3" fmla="*/ 45 h 48"/>
                <a:gd name="T4" fmla="*/ 3 w 38"/>
                <a:gd name="T5" fmla="*/ 20 h 48"/>
                <a:gd name="T6" fmla="*/ 25 w 38"/>
                <a:gd name="T7" fmla="*/ 2 h 48"/>
                <a:gd name="T8" fmla="*/ 35 w 38"/>
                <a:gd name="T9" fmla="*/ 28 h 48"/>
              </a:gdLst>
              <a:ahLst/>
              <a:cxnLst>
                <a:cxn ang="0">
                  <a:pos x="T0" y="T1"/>
                </a:cxn>
                <a:cxn ang="0">
                  <a:pos x="T2" y="T3"/>
                </a:cxn>
                <a:cxn ang="0">
                  <a:pos x="T4" y="T5"/>
                </a:cxn>
                <a:cxn ang="0">
                  <a:pos x="T6" y="T7"/>
                </a:cxn>
                <a:cxn ang="0">
                  <a:pos x="T8" y="T9"/>
                </a:cxn>
              </a:cxnLst>
              <a:rect l="0" t="0" r="r" b="b"/>
              <a:pathLst>
                <a:path w="38" h="48">
                  <a:moveTo>
                    <a:pt x="35" y="28"/>
                  </a:moveTo>
                  <a:cubicBezTo>
                    <a:pt x="32" y="40"/>
                    <a:pt x="22" y="48"/>
                    <a:pt x="13" y="45"/>
                  </a:cubicBezTo>
                  <a:cubicBezTo>
                    <a:pt x="5" y="43"/>
                    <a:pt x="0" y="31"/>
                    <a:pt x="3" y="20"/>
                  </a:cubicBezTo>
                  <a:cubicBezTo>
                    <a:pt x="6" y="8"/>
                    <a:pt x="16" y="0"/>
                    <a:pt x="25" y="2"/>
                  </a:cubicBezTo>
                  <a:cubicBezTo>
                    <a:pt x="34" y="5"/>
                    <a:pt x="38" y="16"/>
                    <a:pt x="35" y="28"/>
                  </a:cubicBezTo>
                </a:path>
              </a:pathLst>
            </a:custGeom>
            <a:grpFill/>
            <a:ln>
              <a:noFill/>
            </a:ln>
          </p:spPr>
          <p:txBody>
            <a:bodyPr/>
            <a:lstStyle/>
            <a:p>
              <a:pPr defTabSz="685165" eaLnBrk="1" fontAlgn="auto" hangingPunct="1">
                <a:spcBef>
                  <a:spcPts val="0"/>
                </a:spcBef>
                <a:spcAft>
                  <a:spcPts val="0"/>
                </a:spcAft>
                <a:defRPr/>
              </a:pPr>
              <a:endParaRPr lang="zh-CN" altLang="en-US" sz="1350" strike="noStrike" noProof="1">
                <a:solidFill>
                  <a:srgbClr val="FCCC9B"/>
                </a:solidFill>
                <a:latin typeface="仓耳玄三M W05" panose="02020400000000000000" charset="-122"/>
                <a:ea typeface="仓耳玄三M W05" panose="02020400000000000000" charset="-122"/>
              </a:endParaRPr>
            </a:p>
          </p:txBody>
        </p:sp>
      </p:grpSp>
      <p:sp>
        <p:nvSpPr>
          <p:cNvPr id="474" name="Freeform 127"/>
          <p:cNvSpPr/>
          <p:nvPr/>
        </p:nvSpPr>
        <p:spPr bwMode="auto">
          <a:xfrm>
            <a:off x="9401175" y="2406333"/>
            <a:ext cx="660400" cy="685800"/>
          </a:xfrm>
          <a:custGeom>
            <a:avLst/>
            <a:gdLst>
              <a:gd name="T0" fmla="*/ 70 w 95"/>
              <a:gd name="T1" fmla="*/ 76 h 127"/>
              <a:gd name="T2" fmla="*/ 90 w 95"/>
              <a:gd name="T3" fmla="*/ 76 h 127"/>
              <a:gd name="T4" fmla="*/ 66 w 95"/>
              <a:gd name="T5" fmla="*/ 47 h 127"/>
              <a:gd name="T6" fmla="*/ 79 w 95"/>
              <a:gd name="T7" fmla="*/ 47 h 127"/>
              <a:gd name="T8" fmla="*/ 56 w 95"/>
              <a:gd name="T9" fmla="*/ 21 h 127"/>
              <a:gd name="T10" fmla="*/ 64 w 95"/>
              <a:gd name="T11" fmla="*/ 21 h 127"/>
              <a:gd name="T12" fmla="*/ 48 w 95"/>
              <a:gd name="T13" fmla="*/ 0 h 127"/>
              <a:gd name="T14" fmla="*/ 32 w 95"/>
              <a:gd name="T15" fmla="*/ 21 h 127"/>
              <a:gd name="T16" fmla="*/ 40 w 95"/>
              <a:gd name="T17" fmla="*/ 21 h 127"/>
              <a:gd name="T18" fmla="*/ 16 w 95"/>
              <a:gd name="T19" fmla="*/ 47 h 127"/>
              <a:gd name="T20" fmla="*/ 29 w 95"/>
              <a:gd name="T21" fmla="*/ 47 h 127"/>
              <a:gd name="T22" fmla="*/ 5 w 95"/>
              <a:gd name="T23" fmla="*/ 76 h 127"/>
              <a:gd name="T24" fmla="*/ 25 w 95"/>
              <a:gd name="T25" fmla="*/ 76 h 127"/>
              <a:gd name="T26" fmla="*/ 0 w 95"/>
              <a:gd name="T27" fmla="*/ 108 h 127"/>
              <a:gd name="T28" fmla="*/ 37 w 95"/>
              <a:gd name="T29" fmla="*/ 108 h 127"/>
              <a:gd name="T30" fmla="*/ 37 w 95"/>
              <a:gd name="T31" fmla="*/ 127 h 127"/>
              <a:gd name="T32" fmla="*/ 58 w 95"/>
              <a:gd name="T33" fmla="*/ 127 h 127"/>
              <a:gd name="T34" fmla="*/ 58 w 95"/>
              <a:gd name="T35" fmla="*/ 108 h 127"/>
              <a:gd name="T36" fmla="*/ 95 w 95"/>
              <a:gd name="T37" fmla="*/ 108 h 127"/>
              <a:gd name="T38" fmla="*/ 70 w 95"/>
              <a:gd name="T39" fmla="*/ 7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5" h="127">
                <a:moveTo>
                  <a:pt x="70" y="76"/>
                </a:moveTo>
                <a:lnTo>
                  <a:pt x="90" y="76"/>
                </a:lnTo>
                <a:lnTo>
                  <a:pt x="66" y="47"/>
                </a:lnTo>
                <a:lnTo>
                  <a:pt x="79" y="47"/>
                </a:lnTo>
                <a:lnTo>
                  <a:pt x="56" y="21"/>
                </a:lnTo>
                <a:lnTo>
                  <a:pt x="64" y="21"/>
                </a:lnTo>
                <a:lnTo>
                  <a:pt x="48" y="0"/>
                </a:lnTo>
                <a:lnTo>
                  <a:pt x="32" y="21"/>
                </a:lnTo>
                <a:lnTo>
                  <a:pt x="40" y="21"/>
                </a:lnTo>
                <a:lnTo>
                  <a:pt x="16" y="47"/>
                </a:lnTo>
                <a:lnTo>
                  <a:pt x="29" y="47"/>
                </a:lnTo>
                <a:lnTo>
                  <a:pt x="5" y="76"/>
                </a:lnTo>
                <a:lnTo>
                  <a:pt x="25" y="76"/>
                </a:lnTo>
                <a:lnTo>
                  <a:pt x="0" y="108"/>
                </a:lnTo>
                <a:lnTo>
                  <a:pt x="37" y="108"/>
                </a:lnTo>
                <a:lnTo>
                  <a:pt x="37" y="127"/>
                </a:lnTo>
                <a:lnTo>
                  <a:pt x="58" y="127"/>
                </a:lnTo>
                <a:lnTo>
                  <a:pt x="58" y="108"/>
                </a:lnTo>
                <a:lnTo>
                  <a:pt x="95" y="108"/>
                </a:lnTo>
                <a:lnTo>
                  <a:pt x="70" y="76"/>
                </a:lnTo>
                <a:close/>
              </a:path>
            </a:pathLst>
          </a:custGeom>
          <a:solidFill>
            <a:srgbClr val="981620"/>
          </a:solidFill>
          <a:ln>
            <a:noFill/>
          </a:ln>
        </p:spPr>
        <p:txBody>
          <a:bodyPr/>
          <a:lstStyle/>
          <a:p>
            <a:pPr defTabSz="685165" eaLnBrk="1" fontAlgn="auto" hangingPunct="1">
              <a:spcBef>
                <a:spcPts val="0"/>
              </a:spcBef>
              <a:spcAft>
                <a:spcPts val="0"/>
              </a:spcAft>
              <a:defRPr/>
            </a:pPr>
            <a:endParaRPr lang="zh-CN" altLang="en-US" sz="1350" strike="noStrike" noProof="1">
              <a:solidFill>
                <a:srgbClr val="FCCC9B"/>
              </a:solidFill>
              <a:latin typeface="仓耳玄三M W05" panose="02020400000000000000" charset="-122"/>
              <a:ea typeface="仓耳玄三M W05" panose="02020400000000000000" charset="-122"/>
            </a:endParaRPr>
          </a:p>
        </p:txBody>
      </p:sp>
      <p:sp>
        <p:nvSpPr>
          <p:cNvPr id="108" name="矩形 107"/>
          <p:cNvSpPr/>
          <p:nvPr/>
        </p:nvSpPr>
        <p:spPr>
          <a:xfrm>
            <a:off x="1216946" y="3361663"/>
            <a:ext cx="1610360" cy="306705"/>
          </a:xfrm>
          <a:prstGeom prst="rect">
            <a:avLst/>
          </a:prstGeom>
        </p:spPr>
        <p:txBody>
          <a:bodyPr wrap="none">
            <a:spAutoFit/>
          </a:bodyPr>
          <a:lstStyle/>
          <a:p>
            <a:pPr algn="ctr"/>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109" name="矩形 108"/>
          <p:cNvSpPr/>
          <p:nvPr/>
        </p:nvSpPr>
        <p:spPr>
          <a:xfrm>
            <a:off x="1043305" y="3790315"/>
            <a:ext cx="1986915" cy="1106805"/>
          </a:xfrm>
          <a:prstGeom prst="rect">
            <a:avLst/>
          </a:prstGeom>
        </p:spPr>
        <p:txBody>
          <a:bodyPr wrap="square">
            <a:spAutoFit/>
          </a:bodyPr>
          <a:lstStyle/>
          <a:p>
            <a:pPr lvl="0" algn="ctr">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sz="1200" dirty="0">
              <a:solidFill>
                <a:srgbClr val="FCCC9B"/>
              </a:solidFill>
              <a:latin typeface="仓耳玄三M W05" panose="02020400000000000000" charset="-122"/>
              <a:ea typeface="仓耳玄三M W05" panose="02020400000000000000" charset="-122"/>
              <a:sym typeface="+mn-ea"/>
            </a:endParaRPr>
          </a:p>
        </p:txBody>
      </p:sp>
      <p:sp>
        <p:nvSpPr>
          <p:cNvPr id="2" name="矩形 1"/>
          <p:cNvSpPr/>
          <p:nvPr/>
        </p:nvSpPr>
        <p:spPr>
          <a:xfrm>
            <a:off x="3869976" y="3361663"/>
            <a:ext cx="1610360" cy="306705"/>
          </a:xfrm>
          <a:prstGeom prst="rect">
            <a:avLst/>
          </a:prstGeom>
        </p:spPr>
        <p:txBody>
          <a:bodyPr wrap="none">
            <a:spAutoFit/>
          </a:bodyPr>
          <a:lstStyle/>
          <a:p>
            <a:pPr algn="ctr"/>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4" name="矩形 3"/>
          <p:cNvSpPr/>
          <p:nvPr/>
        </p:nvSpPr>
        <p:spPr>
          <a:xfrm>
            <a:off x="3696335" y="3790315"/>
            <a:ext cx="1986915" cy="1106805"/>
          </a:xfrm>
          <a:prstGeom prst="rect">
            <a:avLst/>
          </a:prstGeom>
        </p:spPr>
        <p:txBody>
          <a:bodyPr wrap="square">
            <a:spAutoFit/>
          </a:bodyPr>
          <a:lstStyle/>
          <a:p>
            <a:pPr lvl="0" algn="ctr">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sz="1200" dirty="0">
              <a:solidFill>
                <a:srgbClr val="FCCC9B"/>
              </a:solidFill>
              <a:latin typeface="仓耳玄三M W05" panose="02020400000000000000" charset="-122"/>
              <a:ea typeface="仓耳玄三M W05" panose="02020400000000000000" charset="-122"/>
              <a:sym typeface="+mn-ea"/>
            </a:endParaRPr>
          </a:p>
        </p:txBody>
      </p:sp>
      <p:sp>
        <p:nvSpPr>
          <p:cNvPr id="5" name="矩形 4"/>
          <p:cNvSpPr/>
          <p:nvPr/>
        </p:nvSpPr>
        <p:spPr>
          <a:xfrm>
            <a:off x="6662071" y="3361663"/>
            <a:ext cx="1610360" cy="306705"/>
          </a:xfrm>
          <a:prstGeom prst="rect">
            <a:avLst/>
          </a:prstGeom>
        </p:spPr>
        <p:txBody>
          <a:bodyPr wrap="none">
            <a:spAutoFit/>
          </a:bodyPr>
          <a:lstStyle/>
          <a:p>
            <a:pPr algn="ctr"/>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7" name="矩形 6"/>
          <p:cNvSpPr/>
          <p:nvPr/>
        </p:nvSpPr>
        <p:spPr>
          <a:xfrm>
            <a:off x="6488430" y="3790315"/>
            <a:ext cx="1986915" cy="1106805"/>
          </a:xfrm>
          <a:prstGeom prst="rect">
            <a:avLst/>
          </a:prstGeom>
        </p:spPr>
        <p:txBody>
          <a:bodyPr wrap="square">
            <a:spAutoFit/>
          </a:bodyPr>
          <a:lstStyle/>
          <a:p>
            <a:pPr lvl="0" algn="ctr">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sz="1200" dirty="0">
              <a:solidFill>
                <a:srgbClr val="FCCC9B"/>
              </a:solidFill>
              <a:latin typeface="仓耳玄三M W05" panose="02020400000000000000" charset="-122"/>
              <a:ea typeface="仓耳玄三M W05" panose="02020400000000000000" charset="-122"/>
              <a:sym typeface="+mn-ea"/>
            </a:endParaRPr>
          </a:p>
        </p:txBody>
      </p:sp>
      <p:sp>
        <p:nvSpPr>
          <p:cNvPr id="8" name="矩形 7"/>
          <p:cNvSpPr/>
          <p:nvPr/>
        </p:nvSpPr>
        <p:spPr>
          <a:xfrm>
            <a:off x="8926481" y="3361663"/>
            <a:ext cx="1610360" cy="306705"/>
          </a:xfrm>
          <a:prstGeom prst="rect">
            <a:avLst/>
          </a:prstGeom>
        </p:spPr>
        <p:txBody>
          <a:bodyPr wrap="none">
            <a:spAutoFit/>
          </a:bodyPr>
          <a:lstStyle/>
          <a:p>
            <a:pPr algn="ctr"/>
            <a:r>
              <a:rPr lang="zh-CN" altLang="en-US" sz="1400" b="1">
                <a:solidFill>
                  <a:srgbClr val="FCCC9B"/>
                </a:solidFill>
                <a:latin typeface="仓耳玄三M W05" panose="02020400000000000000" charset="-122"/>
                <a:ea typeface="仓耳玄三M W05" panose="02020400000000000000" charset="-122"/>
                <a:sym typeface="+mn-ea"/>
              </a:rPr>
              <a:t>单击此处输入标题</a:t>
            </a:r>
            <a:endParaRPr lang="zh-CN" altLang="en-US" sz="1400" b="1" dirty="0">
              <a:solidFill>
                <a:srgbClr val="FCCC9B"/>
              </a:solidFill>
              <a:latin typeface="仓耳玄三M W05" panose="02020400000000000000" charset="-122"/>
              <a:ea typeface="仓耳玄三M W05" panose="02020400000000000000" charset="-122"/>
              <a:sym typeface="+mn-ea"/>
            </a:endParaRPr>
          </a:p>
        </p:txBody>
      </p:sp>
      <p:sp>
        <p:nvSpPr>
          <p:cNvPr id="9" name="矩形 8"/>
          <p:cNvSpPr/>
          <p:nvPr/>
        </p:nvSpPr>
        <p:spPr>
          <a:xfrm>
            <a:off x="8752840" y="3790315"/>
            <a:ext cx="1986915" cy="1106805"/>
          </a:xfrm>
          <a:prstGeom prst="rect">
            <a:avLst/>
          </a:prstGeom>
        </p:spPr>
        <p:txBody>
          <a:bodyPr wrap="square">
            <a:spAutoFit/>
          </a:bodyPr>
          <a:lstStyle/>
          <a:p>
            <a:pPr lvl="0" algn="ctr">
              <a:lnSpc>
                <a:spcPct val="165000"/>
              </a:lnSpc>
            </a:pPr>
            <a:r>
              <a:rPr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I love you more than I've ever loved any woman. And I've waited longer for you than I've waited for any woman</a:t>
            </a:r>
            <a:r>
              <a:rPr lang="en-US" sz="1000">
                <a:solidFill>
                  <a:srgbClr val="FCCC9B"/>
                </a:solidFill>
                <a:latin typeface="仓耳玄三M W05" panose="02020400000000000000" charset="-122"/>
                <a:ea typeface="仓耳玄三M W05" panose="02020400000000000000" charset="-122"/>
                <a:cs typeface="仓耳玄三M W05" panose="02020400000000000000" charset="-122"/>
                <a:sym typeface="+mn-ea"/>
              </a:rPr>
              <a:t>.</a:t>
            </a:r>
            <a:endParaRPr sz="1200" dirty="0">
              <a:solidFill>
                <a:srgbClr val="FCCC9B"/>
              </a:solidFill>
              <a:latin typeface="仓耳玄三M W05" panose="02020400000000000000" charset="-122"/>
              <a:ea typeface="仓耳玄三M W05" panose="02020400000000000000" charset="-122"/>
              <a:sym typeface="+mn-ea"/>
            </a:endParaRPr>
          </a:p>
        </p:txBody>
      </p:sp>
    </p:spTree>
    <p:custDataLst>
      <p:tags r:id="rId4"/>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diamond(in)">
                                      <p:cBhvr>
                                        <p:cTn id="7" dur="500"/>
                                        <p:tgtEl>
                                          <p:spTgt spid="18"/>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Left)">
                                      <p:cBhvr>
                                        <p:cTn id="11" dur="500"/>
                                        <p:tgtEl>
                                          <p:spTgt spid="10"/>
                                        </p:tgtEl>
                                      </p:cBhvr>
                                    </p:animEffect>
                                  </p:childTnLst>
                                </p:cTn>
                              </p:par>
                            </p:childTnLst>
                          </p:cTn>
                        </p:par>
                        <p:par>
                          <p:cTn id="12" fill="hold">
                            <p:stCondLst>
                              <p:cond delay="1000"/>
                            </p:stCondLst>
                            <p:childTnLst>
                              <p:par>
                                <p:cTn id="13" presetID="8" presetClass="entr" presetSubtype="16" fill="hold" nodeType="afterEffect">
                                  <p:stCondLst>
                                    <p:cond delay="0"/>
                                  </p:stCondLst>
                                  <p:childTnLst>
                                    <p:set>
                                      <p:cBhvr>
                                        <p:cTn id="14" dur="500" fill="hold">
                                          <p:stCondLst>
                                            <p:cond delay="0"/>
                                          </p:stCondLst>
                                        </p:cTn>
                                        <p:tgtEl>
                                          <p:spTgt spid="15"/>
                                        </p:tgtEl>
                                        <p:attrNameLst>
                                          <p:attrName>style.visibility</p:attrName>
                                        </p:attrNameLst>
                                      </p:cBhvr>
                                      <p:to>
                                        <p:strVal val="visible"/>
                                      </p:to>
                                    </p:set>
                                    <p:animEffect transition="in" filter="diamond(in)">
                                      <p:cBhvr>
                                        <p:cTn id="15" dur="500"/>
                                        <p:tgtEl>
                                          <p:spTgt spid="1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p:stCondLst>
                              <p:cond delay="2000"/>
                            </p:stCondLst>
                            <p:childTnLst>
                              <p:par>
                                <p:cTn id="21" presetID="53" presetClass="entr" presetSubtype="16" fill="hold" grpId="0" nodeType="afterEffect">
                                  <p:stCondLst>
                                    <p:cond delay="0"/>
                                  </p:stCondLst>
                                  <p:childTnLst>
                                    <p:set>
                                      <p:cBhvr>
                                        <p:cTn id="22" dur="1" fill="hold">
                                          <p:stCondLst>
                                            <p:cond delay="0"/>
                                          </p:stCondLst>
                                        </p:cTn>
                                        <p:tgtEl>
                                          <p:spTgt spid="341"/>
                                        </p:tgtEl>
                                        <p:attrNameLst>
                                          <p:attrName>style.visibility</p:attrName>
                                        </p:attrNameLst>
                                      </p:cBhvr>
                                      <p:to>
                                        <p:strVal val="visible"/>
                                      </p:to>
                                    </p:set>
                                    <p:anim calcmode="lin" valueType="num">
                                      <p:cBhvr>
                                        <p:cTn id="23" dur="500" fill="hold"/>
                                        <p:tgtEl>
                                          <p:spTgt spid="341"/>
                                        </p:tgtEl>
                                        <p:attrNameLst>
                                          <p:attrName>ppt_w</p:attrName>
                                        </p:attrNameLst>
                                      </p:cBhvr>
                                      <p:tavLst>
                                        <p:tav tm="0">
                                          <p:val>
                                            <p:fltVal val="0"/>
                                          </p:val>
                                        </p:tav>
                                        <p:tav tm="100000">
                                          <p:val>
                                            <p:strVal val="#ppt_w"/>
                                          </p:val>
                                        </p:tav>
                                      </p:tavLst>
                                    </p:anim>
                                    <p:anim calcmode="lin" valueType="num">
                                      <p:cBhvr>
                                        <p:cTn id="24" dur="500" fill="hold"/>
                                        <p:tgtEl>
                                          <p:spTgt spid="341"/>
                                        </p:tgtEl>
                                        <p:attrNameLst>
                                          <p:attrName>ppt_h</p:attrName>
                                        </p:attrNameLst>
                                      </p:cBhvr>
                                      <p:tavLst>
                                        <p:tav tm="0">
                                          <p:val>
                                            <p:fltVal val="0"/>
                                          </p:val>
                                        </p:tav>
                                        <p:tav tm="100000">
                                          <p:val>
                                            <p:strVal val="#ppt_h"/>
                                          </p:val>
                                        </p:tav>
                                      </p:tavLst>
                                    </p:anim>
                                    <p:animEffect transition="in" filter="fade">
                                      <p:cBhvr>
                                        <p:cTn id="25" dur="500"/>
                                        <p:tgtEl>
                                          <p:spTgt spid="341"/>
                                        </p:tgtEl>
                                      </p:cBhvr>
                                    </p:animEffect>
                                  </p:childTnLst>
                                </p:cTn>
                              </p:par>
                            </p:childTnLst>
                          </p:cTn>
                        </p:par>
                        <p:par>
                          <p:cTn id="26" fill="hold">
                            <p:stCondLst>
                              <p:cond delay="2500"/>
                            </p:stCondLst>
                            <p:childTnLst>
                              <p:par>
                                <p:cTn id="27" presetID="12" presetClass="entr" presetSubtype="4" fill="hold" grpId="0" nodeType="afterEffect">
                                  <p:stCondLst>
                                    <p:cond delay="0"/>
                                  </p:stCondLst>
                                  <p:childTnLst>
                                    <p:set>
                                      <p:cBhvr>
                                        <p:cTn id="28" dur="1" fill="hold">
                                          <p:stCondLst>
                                            <p:cond delay="0"/>
                                          </p:stCondLst>
                                        </p:cTn>
                                        <p:tgtEl>
                                          <p:spTgt spid="108"/>
                                        </p:tgtEl>
                                        <p:attrNameLst>
                                          <p:attrName>style.visibility</p:attrName>
                                        </p:attrNameLst>
                                      </p:cBhvr>
                                      <p:to>
                                        <p:strVal val="visible"/>
                                      </p:to>
                                    </p:set>
                                    <p:anim calcmode="lin" valueType="num">
                                      <p:cBhvr additive="base">
                                        <p:cTn id="29" dur="500"/>
                                        <p:tgtEl>
                                          <p:spTgt spid="108"/>
                                        </p:tgtEl>
                                        <p:attrNameLst>
                                          <p:attrName>ppt_y</p:attrName>
                                        </p:attrNameLst>
                                      </p:cBhvr>
                                      <p:tavLst>
                                        <p:tav tm="0">
                                          <p:val>
                                            <p:strVal val="#ppt_y+#ppt_h*1.125000"/>
                                          </p:val>
                                        </p:tav>
                                        <p:tav tm="100000">
                                          <p:val>
                                            <p:strVal val="#ppt_y"/>
                                          </p:val>
                                        </p:tav>
                                      </p:tavLst>
                                    </p:anim>
                                    <p:animEffect transition="in" filter="wipe(up)">
                                      <p:cBhvr>
                                        <p:cTn id="30" dur="500"/>
                                        <p:tgtEl>
                                          <p:spTgt spid="108"/>
                                        </p:tgtEl>
                                      </p:cBhvr>
                                    </p:animEffect>
                                  </p:childTnLst>
                                </p:cTn>
                              </p:par>
                              <p:par>
                                <p:cTn id="31" presetID="12" presetClass="entr" presetSubtype="4" fill="hold" grpId="0" nodeType="withEffect">
                                  <p:stCondLst>
                                    <p:cond delay="0"/>
                                  </p:stCondLst>
                                  <p:childTnLst>
                                    <p:set>
                                      <p:cBhvr>
                                        <p:cTn id="32" dur="1" fill="hold">
                                          <p:stCondLst>
                                            <p:cond delay="0"/>
                                          </p:stCondLst>
                                        </p:cTn>
                                        <p:tgtEl>
                                          <p:spTgt spid="109"/>
                                        </p:tgtEl>
                                        <p:attrNameLst>
                                          <p:attrName>style.visibility</p:attrName>
                                        </p:attrNameLst>
                                      </p:cBhvr>
                                      <p:to>
                                        <p:strVal val="visible"/>
                                      </p:to>
                                    </p:set>
                                    <p:anim calcmode="lin" valueType="num">
                                      <p:cBhvr additive="base">
                                        <p:cTn id="33" dur="500"/>
                                        <p:tgtEl>
                                          <p:spTgt spid="109"/>
                                        </p:tgtEl>
                                        <p:attrNameLst>
                                          <p:attrName>ppt_y</p:attrName>
                                        </p:attrNameLst>
                                      </p:cBhvr>
                                      <p:tavLst>
                                        <p:tav tm="0">
                                          <p:val>
                                            <p:strVal val="#ppt_y+#ppt_h*1.125000"/>
                                          </p:val>
                                        </p:tav>
                                        <p:tav tm="100000">
                                          <p:val>
                                            <p:strVal val="#ppt_y"/>
                                          </p:val>
                                        </p:tav>
                                      </p:tavLst>
                                    </p:anim>
                                    <p:animEffect transition="in" filter="wipe(up)">
                                      <p:cBhvr>
                                        <p:cTn id="34" dur="500"/>
                                        <p:tgtEl>
                                          <p:spTgt spid="109"/>
                                        </p:tgtEl>
                                      </p:cBhvr>
                                    </p:animEffect>
                                  </p:childTnLst>
                                </p:cTn>
                              </p:par>
                            </p:childTnLst>
                          </p:cTn>
                        </p:par>
                        <p:par>
                          <p:cTn id="35" fill="hold">
                            <p:stCondLst>
                              <p:cond delay="3000"/>
                            </p:stCondLst>
                            <p:childTnLst>
                              <p:par>
                                <p:cTn id="36" presetID="53" presetClass="entr" presetSubtype="16" fill="hold" grpId="0" nodeType="afterEffect">
                                  <p:stCondLst>
                                    <p:cond delay="0"/>
                                  </p:stCondLst>
                                  <p:childTnLst>
                                    <p:set>
                                      <p:cBhvr>
                                        <p:cTn id="37" dur="1" fill="hold">
                                          <p:stCondLst>
                                            <p:cond delay="0"/>
                                          </p:stCondLst>
                                        </p:cTn>
                                        <p:tgtEl>
                                          <p:spTgt spid="342"/>
                                        </p:tgtEl>
                                        <p:attrNameLst>
                                          <p:attrName>style.visibility</p:attrName>
                                        </p:attrNameLst>
                                      </p:cBhvr>
                                      <p:to>
                                        <p:strVal val="visible"/>
                                      </p:to>
                                    </p:set>
                                    <p:anim calcmode="lin" valueType="num">
                                      <p:cBhvr>
                                        <p:cTn id="38" dur="500" fill="hold"/>
                                        <p:tgtEl>
                                          <p:spTgt spid="342"/>
                                        </p:tgtEl>
                                        <p:attrNameLst>
                                          <p:attrName>ppt_w</p:attrName>
                                        </p:attrNameLst>
                                      </p:cBhvr>
                                      <p:tavLst>
                                        <p:tav tm="0">
                                          <p:val>
                                            <p:fltVal val="0"/>
                                          </p:val>
                                        </p:tav>
                                        <p:tav tm="100000">
                                          <p:val>
                                            <p:strVal val="#ppt_w"/>
                                          </p:val>
                                        </p:tav>
                                      </p:tavLst>
                                    </p:anim>
                                    <p:anim calcmode="lin" valueType="num">
                                      <p:cBhvr>
                                        <p:cTn id="39" dur="500" fill="hold"/>
                                        <p:tgtEl>
                                          <p:spTgt spid="342"/>
                                        </p:tgtEl>
                                        <p:attrNameLst>
                                          <p:attrName>ppt_h</p:attrName>
                                        </p:attrNameLst>
                                      </p:cBhvr>
                                      <p:tavLst>
                                        <p:tav tm="0">
                                          <p:val>
                                            <p:fltVal val="0"/>
                                          </p:val>
                                        </p:tav>
                                        <p:tav tm="100000">
                                          <p:val>
                                            <p:strVal val="#ppt_h"/>
                                          </p:val>
                                        </p:tav>
                                      </p:tavLst>
                                    </p:anim>
                                    <p:animEffect transition="in" filter="fade">
                                      <p:cBhvr>
                                        <p:cTn id="40" dur="500"/>
                                        <p:tgtEl>
                                          <p:spTgt spid="342"/>
                                        </p:tgtEl>
                                      </p:cBhvr>
                                    </p:animEffect>
                                  </p:childTnLst>
                                </p:cTn>
                              </p:par>
                            </p:childTnLst>
                          </p:cTn>
                        </p:par>
                        <p:par>
                          <p:cTn id="41" fill="hold">
                            <p:stCondLst>
                              <p:cond delay="3500"/>
                            </p:stCondLst>
                            <p:childTnLst>
                              <p:par>
                                <p:cTn id="42" presetID="12" presetClass="entr" presetSubtype="4" fill="hold" grpId="0" nodeType="afterEffect">
                                  <p:stCondLst>
                                    <p:cond delay="0"/>
                                  </p:stCondLst>
                                  <p:childTnLst>
                                    <p:set>
                                      <p:cBhvr>
                                        <p:cTn id="43" dur="1" fill="hold">
                                          <p:stCondLst>
                                            <p:cond delay="0"/>
                                          </p:stCondLst>
                                        </p:cTn>
                                        <p:tgtEl>
                                          <p:spTgt spid="2"/>
                                        </p:tgtEl>
                                        <p:attrNameLst>
                                          <p:attrName>style.visibility</p:attrName>
                                        </p:attrNameLst>
                                      </p:cBhvr>
                                      <p:to>
                                        <p:strVal val="visible"/>
                                      </p:to>
                                    </p:set>
                                    <p:anim calcmode="lin" valueType="num">
                                      <p:cBhvr additive="base">
                                        <p:cTn id="44" dur="500"/>
                                        <p:tgtEl>
                                          <p:spTgt spid="2"/>
                                        </p:tgtEl>
                                        <p:attrNameLst>
                                          <p:attrName>ppt_y</p:attrName>
                                        </p:attrNameLst>
                                      </p:cBhvr>
                                      <p:tavLst>
                                        <p:tav tm="0">
                                          <p:val>
                                            <p:strVal val="#ppt_y+#ppt_h*1.125000"/>
                                          </p:val>
                                        </p:tav>
                                        <p:tav tm="100000">
                                          <p:val>
                                            <p:strVal val="#ppt_y"/>
                                          </p:val>
                                        </p:tav>
                                      </p:tavLst>
                                    </p:anim>
                                    <p:animEffect transition="in" filter="wipe(up)">
                                      <p:cBhvr>
                                        <p:cTn id="45" dur="500"/>
                                        <p:tgtEl>
                                          <p:spTgt spid="2"/>
                                        </p:tgtEl>
                                      </p:cBhvr>
                                    </p:animEffect>
                                  </p:childTnLst>
                                </p:cTn>
                              </p:par>
                              <p:par>
                                <p:cTn id="46" presetID="12" presetClass="entr" presetSubtype="4" fill="hold" grpId="0" nodeType="with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additive="base">
                                        <p:cTn id="48" dur="500"/>
                                        <p:tgtEl>
                                          <p:spTgt spid="4"/>
                                        </p:tgtEl>
                                        <p:attrNameLst>
                                          <p:attrName>ppt_y</p:attrName>
                                        </p:attrNameLst>
                                      </p:cBhvr>
                                      <p:tavLst>
                                        <p:tav tm="0">
                                          <p:val>
                                            <p:strVal val="#ppt_y+#ppt_h*1.125000"/>
                                          </p:val>
                                        </p:tav>
                                        <p:tav tm="100000">
                                          <p:val>
                                            <p:strVal val="#ppt_y"/>
                                          </p:val>
                                        </p:tav>
                                      </p:tavLst>
                                    </p:anim>
                                    <p:animEffect transition="in" filter="wipe(up)">
                                      <p:cBhvr>
                                        <p:cTn id="49" dur="500"/>
                                        <p:tgtEl>
                                          <p:spTgt spid="4"/>
                                        </p:tgtEl>
                                      </p:cBhvr>
                                    </p:animEffect>
                                  </p:childTnLst>
                                </p:cTn>
                              </p:par>
                            </p:childTnLst>
                          </p:cTn>
                        </p:par>
                        <p:par>
                          <p:cTn id="50" fill="hold">
                            <p:stCondLst>
                              <p:cond delay="4000"/>
                            </p:stCondLst>
                            <p:childTnLst>
                              <p:par>
                                <p:cTn id="51" presetID="53" presetClass="entr" presetSubtype="16" fill="hold" nodeType="afterEffect">
                                  <p:stCondLst>
                                    <p:cond delay="0"/>
                                  </p:stCondLst>
                                  <p:childTnLst>
                                    <p:set>
                                      <p:cBhvr>
                                        <p:cTn id="52" dur="1" fill="hold">
                                          <p:stCondLst>
                                            <p:cond delay="0"/>
                                          </p:stCondLst>
                                        </p:cTn>
                                        <p:tgtEl>
                                          <p:spTgt spid="3"/>
                                        </p:tgtEl>
                                        <p:attrNameLst>
                                          <p:attrName>style.visibility</p:attrName>
                                        </p:attrNameLst>
                                      </p:cBhvr>
                                      <p:to>
                                        <p:strVal val="visible"/>
                                      </p:to>
                                    </p:set>
                                    <p:anim calcmode="lin" valueType="num">
                                      <p:cBhvr>
                                        <p:cTn id="53" dur="500" fill="hold"/>
                                        <p:tgtEl>
                                          <p:spTgt spid="3"/>
                                        </p:tgtEl>
                                        <p:attrNameLst>
                                          <p:attrName>ppt_w</p:attrName>
                                        </p:attrNameLst>
                                      </p:cBhvr>
                                      <p:tavLst>
                                        <p:tav tm="0">
                                          <p:val>
                                            <p:fltVal val="0"/>
                                          </p:val>
                                        </p:tav>
                                        <p:tav tm="100000">
                                          <p:val>
                                            <p:strVal val="#ppt_w"/>
                                          </p:val>
                                        </p:tav>
                                      </p:tavLst>
                                    </p:anim>
                                    <p:anim calcmode="lin" valueType="num">
                                      <p:cBhvr>
                                        <p:cTn id="54" dur="500" fill="hold"/>
                                        <p:tgtEl>
                                          <p:spTgt spid="3"/>
                                        </p:tgtEl>
                                        <p:attrNameLst>
                                          <p:attrName>ppt_h</p:attrName>
                                        </p:attrNameLst>
                                      </p:cBhvr>
                                      <p:tavLst>
                                        <p:tav tm="0">
                                          <p:val>
                                            <p:fltVal val="0"/>
                                          </p:val>
                                        </p:tav>
                                        <p:tav tm="100000">
                                          <p:val>
                                            <p:strVal val="#ppt_h"/>
                                          </p:val>
                                        </p:tav>
                                      </p:tavLst>
                                    </p:anim>
                                    <p:animEffect transition="in" filter="fade">
                                      <p:cBhvr>
                                        <p:cTn id="55" dur="500"/>
                                        <p:tgtEl>
                                          <p:spTgt spid="3"/>
                                        </p:tgtEl>
                                      </p:cBhvr>
                                    </p:animEffect>
                                  </p:childTnLst>
                                </p:cTn>
                              </p:par>
                            </p:childTnLst>
                          </p:cTn>
                        </p:par>
                        <p:par>
                          <p:cTn id="56" fill="hold">
                            <p:stCondLst>
                              <p:cond delay="4500"/>
                            </p:stCondLst>
                            <p:childTnLst>
                              <p:par>
                                <p:cTn id="57" presetID="12" presetClass="entr" presetSubtype="4" fill="hold" grpId="0" nodeType="afterEffect">
                                  <p:stCondLst>
                                    <p:cond delay="0"/>
                                  </p:stCondLst>
                                  <p:childTnLst>
                                    <p:set>
                                      <p:cBhvr>
                                        <p:cTn id="58" dur="1" fill="hold">
                                          <p:stCondLst>
                                            <p:cond delay="0"/>
                                          </p:stCondLst>
                                        </p:cTn>
                                        <p:tgtEl>
                                          <p:spTgt spid="5"/>
                                        </p:tgtEl>
                                        <p:attrNameLst>
                                          <p:attrName>style.visibility</p:attrName>
                                        </p:attrNameLst>
                                      </p:cBhvr>
                                      <p:to>
                                        <p:strVal val="visible"/>
                                      </p:to>
                                    </p:set>
                                    <p:anim calcmode="lin" valueType="num">
                                      <p:cBhvr additive="base">
                                        <p:cTn id="59" dur="500"/>
                                        <p:tgtEl>
                                          <p:spTgt spid="5"/>
                                        </p:tgtEl>
                                        <p:attrNameLst>
                                          <p:attrName>ppt_y</p:attrName>
                                        </p:attrNameLst>
                                      </p:cBhvr>
                                      <p:tavLst>
                                        <p:tav tm="0">
                                          <p:val>
                                            <p:strVal val="#ppt_y+#ppt_h*1.125000"/>
                                          </p:val>
                                        </p:tav>
                                        <p:tav tm="100000">
                                          <p:val>
                                            <p:strVal val="#ppt_y"/>
                                          </p:val>
                                        </p:tav>
                                      </p:tavLst>
                                    </p:anim>
                                    <p:animEffect transition="in" filter="wipe(up)">
                                      <p:cBhvr>
                                        <p:cTn id="60" dur="500"/>
                                        <p:tgtEl>
                                          <p:spTgt spid="5"/>
                                        </p:tgtEl>
                                      </p:cBhvr>
                                    </p:animEffect>
                                  </p:childTnLst>
                                </p:cTn>
                              </p:par>
                              <p:par>
                                <p:cTn id="61" presetID="12" presetClass="entr" presetSubtype="4" fill="hold" grpId="0" nodeType="withEffect">
                                  <p:stCondLst>
                                    <p:cond delay="0"/>
                                  </p:stCondLst>
                                  <p:childTnLst>
                                    <p:set>
                                      <p:cBhvr>
                                        <p:cTn id="62" dur="1" fill="hold">
                                          <p:stCondLst>
                                            <p:cond delay="0"/>
                                          </p:stCondLst>
                                        </p:cTn>
                                        <p:tgtEl>
                                          <p:spTgt spid="7"/>
                                        </p:tgtEl>
                                        <p:attrNameLst>
                                          <p:attrName>style.visibility</p:attrName>
                                        </p:attrNameLst>
                                      </p:cBhvr>
                                      <p:to>
                                        <p:strVal val="visible"/>
                                      </p:to>
                                    </p:set>
                                    <p:anim calcmode="lin" valueType="num">
                                      <p:cBhvr additive="base">
                                        <p:cTn id="63" dur="500"/>
                                        <p:tgtEl>
                                          <p:spTgt spid="7"/>
                                        </p:tgtEl>
                                        <p:attrNameLst>
                                          <p:attrName>ppt_y</p:attrName>
                                        </p:attrNameLst>
                                      </p:cBhvr>
                                      <p:tavLst>
                                        <p:tav tm="0">
                                          <p:val>
                                            <p:strVal val="#ppt_y+#ppt_h*1.125000"/>
                                          </p:val>
                                        </p:tav>
                                        <p:tav tm="100000">
                                          <p:val>
                                            <p:strVal val="#ppt_y"/>
                                          </p:val>
                                        </p:tav>
                                      </p:tavLst>
                                    </p:anim>
                                    <p:animEffect transition="in" filter="wipe(up)">
                                      <p:cBhvr>
                                        <p:cTn id="64" dur="500"/>
                                        <p:tgtEl>
                                          <p:spTgt spid="7"/>
                                        </p:tgtEl>
                                      </p:cBhvr>
                                    </p:animEffect>
                                  </p:childTnLst>
                                </p:cTn>
                              </p:par>
                            </p:childTnLst>
                          </p:cTn>
                        </p:par>
                        <p:par>
                          <p:cTn id="65" fill="hold">
                            <p:stCondLst>
                              <p:cond delay="5000"/>
                            </p:stCondLst>
                            <p:childTnLst>
                              <p:par>
                                <p:cTn id="66" presetID="53" presetClass="entr" presetSubtype="16" fill="hold" grpId="0" nodeType="afterEffect">
                                  <p:stCondLst>
                                    <p:cond delay="0"/>
                                  </p:stCondLst>
                                  <p:childTnLst>
                                    <p:set>
                                      <p:cBhvr>
                                        <p:cTn id="67" dur="1" fill="hold">
                                          <p:stCondLst>
                                            <p:cond delay="0"/>
                                          </p:stCondLst>
                                        </p:cTn>
                                        <p:tgtEl>
                                          <p:spTgt spid="474"/>
                                        </p:tgtEl>
                                        <p:attrNameLst>
                                          <p:attrName>style.visibility</p:attrName>
                                        </p:attrNameLst>
                                      </p:cBhvr>
                                      <p:to>
                                        <p:strVal val="visible"/>
                                      </p:to>
                                    </p:set>
                                    <p:anim calcmode="lin" valueType="num">
                                      <p:cBhvr>
                                        <p:cTn id="68" dur="500" fill="hold"/>
                                        <p:tgtEl>
                                          <p:spTgt spid="474"/>
                                        </p:tgtEl>
                                        <p:attrNameLst>
                                          <p:attrName>ppt_w</p:attrName>
                                        </p:attrNameLst>
                                      </p:cBhvr>
                                      <p:tavLst>
                                        <p:tav tm="0">
                                          <p:val>
                                            <p:fltVal val="0"/>
                                          </p:val>
                                        </p:tav>
                                        <p:tav tm="100000">
                                          <p:val>
                                            <p:strVal val="#ppt_w"/>
                                          </p:val>
                                        </p:tav>
                                      </p:tavLst>
                                    </p:anim>
                                    <p:anim calcmode="lin" valueType="num">
                                      <p:cBhvr>
                                        <p:cTn id="69" dur="500" fill="hold"/>
                                        <p:tgtEl>
                                          <p:spTgt spid="474"/>
                                        </p:tgtEl>
                                        <p:attrNameLst>
                                          <p:attrName>ppt_h</p:attrName>
                                        </p:attrNameLst>
                                      </p:cBhvr>
                                      <p:tavLst>
                                        <p:tav tm="0">
                                          <p:val>
                                            <p:fltVal val="0"/>
                                          </p:val>
                                        </p:tav>
                                        <p:tav tm="100000">
                                          <p:val>
                                            <p:strVal val="#ppt_h"/>
                                          </p:val>
                                        </p:tav>
                                      </p:tavLst>
                                    </p:anim>
                                    <p:animEffect transition="in" filter="fade">
                                      <p:cBhvr>
                                        <p:cTn id="70" dur="500"/>
                                        <p:tgtEl>
                                          <p:spTgt spid="474"/>
                                        </p:tgtEl>
                                      </p:cBhvr>
                                    </p:animEffect>
                                  </p:childTnLst>
                                </p:cTn>
                              </p:par>
                            </p:childTnLst>
                          </p:cTn>
                        </p:par>
                        <p:par>
                          <p:cTn id="71" fill="hold">
                            <p:stCondLst>
                              <p:cond delay="5500"/>
                            </p:stCondLst>
                            <p:childTnLst>
                              <p:par>
                                <p:cTn id="72" presetID="12" presetClass="entr" presetSubtype="4" fill="hold" grpId="0" nodeType="afterEffect">
                                  <p:stCondLst>
                                    <p:cond delay="0"/>
                                  </p:stCondLst>
                                  <p:childTnLst>
                                    <p:set>
                                      <p:cBhvr>
                                        <p:cTn id="73" dur="1" fill="hold">
                                          <p:stCondLst>
                                            <p:cond delay="0"/>
                                          </p:stCondLst>
                                        </p:cTn>
                                        <p:tgtEl>
                                          <p:spTgt spid="8"/>
                                        </p:tgtEl>
                                        <p:attrNameLst>
                                          <p:attrName>style.visibility</p:attrName>
                                        </p:attrNameLst>
                                      </p:cBhvr>
                                      <p:to>
                                        <p:strVal val="visible"/>
                                      </p:to>
                                    </p:set>
                                    <p:anim calcmode="lin" valueType="num">
                                      <p:cBhvr additive="base">
                                        <p:cTn id="74" dur="500"/>
                                        <p:tgtEl>
                                          <p:spTgt spid="8"/>
                                        </p:tgtEl>
                                        <p:attrNameLst>
                                          <p:attrName>ppt_y</p:attrName>
                                        </p:attrNameLst>
                                      </p:cBhvr>
                                      <p:tavLst>
                                        <p:tav tm="0">
                                          <p:val>
                                            <p:strVal val="#ppt_y+#ppt_h*1.125000"/>
                                          </p:val>
                                        </p:tav>
                                        <p:tav tm="100000">
                                          <p:val>
                                            <p:strVal val="#ppt_y"/>
                                          </p:val>
                                        </p:tav>
                                      </p:tavLst>
                                    </p:anim>
                                    <p:animEffect transition="in" filter="wipe(up)">
                                      <p:cBhvr>
                                        <p:cTn id="75" dur="500"/>
                                        <p:tgtEl>
                                          <p:spTgt spid="8"/>
                                        </p:tgtEl>
                                      </p:cBhvr>
                                    </p:animEffect>
                                  </p:childTnLst>
                                </p:cTn>
                              </p:par>
                              <p:par>
                                <p:cTn id="76" presetID="12" presetClass="entr" presetSubtype="4" fill="hold" grpId="0" nodeType="withEffect">
                                  <p:stCondLst>
                                    <p:cond delay="0"/>
                                  </p:stCondLst>
                                  <p:childTnLst>
                                    <p:set>
                                      <p:cBhvr>
                                        <p:cTn id="77" dur="1" fill="hold">
                                          <p:stCondLst>
                                            <p:cond delay="0"/>
                                          </p:stCondLst>
                                        </p:cTn>
                                        <p:tgtEl>
                                          <p:spTgt spid="9"/>
                                        </p:tgtEl>
                                        <p:attrNameLst>
                                          <p:attrName>style.visibility</p:attrName>
                                        </p:attrNameLst>
                                      </p:cBhvr>
                                      <p:to>
                                        <p:strVal val="visible"/>
                                      </p:to>
                                    </p:set>
                                    <p:anim calcmode="lin" valueType="num">
                                      <p:cBhvr additive="base">
                                        <p:cTn id="78" dur="500"/>
                                        <p:tgtEl>
                                          <p:spTgt spid="9"/>
                                        </p:tgtEl>
                                        <p:attrNameLst>
                                          <p:attrName>ppt_y</p:attrName>
                                        </p:attrNameLst>
                                      </p:cBhvr>
                                      <p:tavLst>
                                        <p:tav tm="0">
                                          <p:val>
                                            <p:strVal val="#ppt_y+#ppt_h*1.125000"/>
                                          </p:val>
                                        </p:tav>
                                        <p:tav tm="100000">
                                          <p:val>
                                            <p:strVal val="#ppt_y"/>
                                          </p:val>
                                        </p:tav>
                                      </p:tavLst>
                                    </p:anim>
                                    <p:animEffect transition="in" filter="wipe(up)">
                                      <p:cBhvr>
                                        <p:cTn id="7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41" grpId="0" bldLvl="0" animBg="1"/>
      <p:bldP spid="342" grpId="0" bldLvl="0" animBg="1"/>
      <p:bldP spid="474" grpId="0" bldLvl="0" animBg="1"/>
      <p:bldP spid="108" grpId="0"/>
      <p:bldP spid="109" grpId="0"/>
      <p:bldP spid="2" grpId="0"/>
      <p:bldP spid="4" grpId="0"/>
      <p:bldP spid="5" grpId="0"/>
      <p:bldP spid="7" grpId="0"/>
      <p:bldP spid="8"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6293E"/>
        </a:solidFill>
        <a:effectLst/>
      </p:bgPr>
    </p:bg>
    <p:spTree>
      <p:nvGrpSpPr>
        <p:cNvPr id="1" name=""/>
        <p:cNvGrpSpPr/>
        <p:nvPr/>
      </p:nvGrpSpPr>
      <p:grpSpPr>
        <a:xfrm>
          <a:off x="0" y="0"/>
          <a:ext cx="0" cy="0"/>
          <a:chOff x="0" y="0"/>
          <a:chExt cx="0" cy="0"/>
        </a:xfrm>
      </p:grpSpPr>
      <p:grpSp>
        <p:nvGrpSpPr>
          <p:cNvPr id="24" name="组合 23"/>
          <p:cNvGrpSpPr/>
          <p:nvPr/>
        </p:nvGrpSpPr>
        <p:grpSpPr>
          <a:xfrm>
            <a:off x="210820" y="201295"/>
            <a:ext cx="11770360" cy="6455410"/>
            <a:chOff x="332" y="317"/>
            <a:chExt cx="18536" cy="10166"/>
          </a:xfrm>
        </p:grpSpPr>
        <p:sp>
          <p:nvSpPr>
            <p:cNvPr id="4" name="矩形 3"/>
            <p:cNvSpPr/>
            <p:nvPr/>
          </p:nvSpPr>
          <p:spPr>
            <a:xfrm>
              <a:off x="433" y="400"/>
              <a:ext cx="18334" cy="100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332" y="317"/>
              <a:ext cx="18536" cy="10166"/>
            </a:xfrm>
            <a:prstGeom prst="roundRect">
              <a:avLst>
                <a:gd name="adj" fmla="val 5577"/>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6" name="图片 5" descr="云波纹"/>
          <p:cNvPicPr>
            <a:picLocks noChangeAspect="1"/>
          </p:cNvPicPr>
          <p:nvPr/>
        </p:nvPicPr>
        <p:blipFill>
          <a:blip r:embed="rId1"/>
          <a:srcRect l="34620"/>
          <a:stretch>
            <a:fillRect/>
          </a:stretch>
        </p:blipFill>
        <p:spPr>
          <a:xfrm>
            <a:off x="-187325" y="1948180"/>
            <a:ext cx="12567920" cy="2960370"/>
          </a:xfrm>
          <a:prstGeom prst="rect">
            <a:avLst/>
          </a:prstGeom>
        </p:spPr>
      </p:pic>
      <p:pic>
        <p:nvPicPr>
          <p:cNvPr id="12" name="图片 11" descr="花瓣"/>
          <p:cNvPicPr>
            <a:picLocks noChangeAspect="1"/>
          </p:cNvPicPr>
          <p:nvPr/>
        </p:nvPicPr>
        <p:blipFill>
          <a:blip r:embed="rId2"/>
          <a:stretch>
            <a:fillRect/>
          </a:stretch>
        </p:blipFill>
        <p:spPr>
          <a:xfrm>
            <a:off x="2385695" y="481965"/>
            <a:ext cx="6241415" cy="2599055"/>
          </a:xfrm>
          <a:prstGeom prst="rect">
            <a:avLst/>
          </a:prstGeom>
        </p:spPr>
      </p:pic>
      <p:sp>
        <p:nvSpPr>
          <p:cNvPr id="8" name="矩形 7"/>
          <p:cNvSpPr/>
          <p:nvPr/>
        </p:nvSpPr>
        <p:spPr>
          <a:xfrm>
            <a:off x="-137160" y="2449830"/>
            <a:ext cx="12465685" cy="1958975"/>
          </a:xfrm>
          <a:prstGeom prst="rect">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梅花3"/>
          <p:cNvPicPr>
            <a:picLocks noChangeAspect="1"/>
          </p:cNvPicPr>
          <p:nvPr/>
        </p:nvPicPr>
        <p:blipFill>
          <a:blip r:embed="rId3"/>
          <a:stretch>
            <a:fillRect/>
          </a:stretch>
        </p:blipFill>
        <p:spPr>
          <a:xfrm>
            <a:off x="-20955" y="3810"/>
            <a:ext cx="3051810" cy="2218690"/>
          </a:xfrm>
          <a:prstGeom prst="rect">
            <a:avLst/>
          </a:prstGeom>
        </p:spPr>
      </p:pic>
      <p:pic>
        <p:nvPicPr>
          <p:cNvPr id="10" name="图片 9" descr="雪花"/>
          <p:cNvPicPr>
            <a:picLocks noChangeAspect="1"/>
          </p:cNvPicPr>
          <p:nvPr/>
        </p:nvPicPr>
        <p:blipFill>
          <a:blip r:embed="rId4"/>
          <a:stretch>
            <a:fillRect/>
          </a:stretch>
        </p:blipFill>
        <p:spPr>
          <a:xfrm>
            <a:off x="-20955" y="2280920"/>
            <a:ext cx="7712710" cy="622300"/>
          </a:xfrm>
          <a:prstGeom prst="rect">
            <a:avLst/>
          </a:prstGeom>
        </p:spPr>
      </p:pic>
      <p:pic>
        <p:nvPicPr>
          <p:cNvPr id="13" name="图片 12" descr="花瓣"/>
          <p:cNvPicPr>
            <a:picLocks noChangeAspect="1"/>
          </p:cNvPicPr>
          <p:nvPr/>
        </p:nvPicPr>
        <p:blipFill>
          <a:blip r:embed="rId2"/>
          <a:stretch>
            <a:fillRect/>
          </a:stretch>
        </p:blipFill>
        <p:spPr>
          <a:xfrm>
            <a:off x="7098030" y="3081020"/>
            <a:ext cx="4389120" cy="1827530"/>
          </a:xfrm>
          <a:prstGeom prst="rect">
            <a:avLst/>
          </a:prstGeom>
        </p:spPr>
      </p:pic>
      <p:pic>
        <p:nvPicPr>
          <p:cNvPr id="15" name="图片 14" descr="祥云1"/>
          <p:cNvPicPr>
            <a:picLocks noChangeAspect="1"/>
          </p:cNvPicPr>
          <p:nvPr/>
        </p:nvPicPr>
        <p:blipFill>
          <a:blip r:embed="rId5"/>
          <a:stretch>
            <a:fillRect/>
          </a:stretch>
        </p:blipFill>
        <p:spPr>
          <a:xfrm>
            <a:off x="-20955" y="3891915"/>
            <a:ext cx="1080770" cy="423545"/>
          </a:xfrm>
          <a:prstGeom prst="rect">
            <a:avLst/>
          </a:prstGeom>
        </p:spPr>
      </p:pic>
      <p:sp>
        <p:nvSpPr>
          <p:cNvPr id="17" name="椭圆 16"/>
          <p:cNvSpPr/>
          <p:nvPr/>
        </p:nvSpPr>
        <p:spPr>
          <a:xfrm>
            <a:off x="905510" y="5475605"/>
            <a:ext cx="499110" cy="499110"/>
          </a:xfrm>
          <a:prstGeom prst="ellipse">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仓耳玄三M W05" panose="02020400000000000000" charset="-122"/>
                <a:ea typeface="仓耳玄三M W05" panose="02020400000000000000" charset="-122"/>
              </a:rPr>
              <a:t>包</a:t>
            </a:r>
            <a:endParaRPr lang="zh-CN" altLang="en-US" sz="2000">
              <a:latin typeface="仓耳玄三M W05" panose="02020400000000000000" charset="-122"/>
              <a:ea typeface="仓耳玄三M W05" panose="02020400000000000000" charset="-122"/>
            </a:endParaRPr>
          </a:p>
        </p:txBody>
      </p:sp>
      <p:sp>
        <p:nvSpPr>
          <p:cNvPr id="18" name="椭圆 17"/>
          <p:cNvSpPr/>
          <p:nvPr/>
        </p:nvSpPr>
        <p:spPr>
          <a:xfrm>
            <a:off x="1450340" y="5475605"/>
            <a:ext cx="499110" cy="499110"/>
          </a:xfrm>
          <a:prstGeom prst="ellipse">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仓耳玄三M W05" panose="02020400000000000000" charset="-122"/>
                <a:ea typeface="仓耳玄三M W05" panose="02020400000000000000" charset="-122"/>
              </a:rPr>
              <a:t>图</a:t>
            </a:r>
            <a:endParaRPr lang="zh-CN" altLang="en-US" sz="2000">
              <a:latin typeface="仓耳玄三M W05" panose="02020400000000000000" charset="-122"/>
              <a:ea typeface="仓耳玄三M W05" panose="02020400000000000000" charset="-122"/>
            </a:endParaRPr>
          </a:p>
        </p:txBody>
      </p:sp>
      <p:sp>
        <p:nvSpPr>
          <p:cNvPr id="19" name="椭圆 18"/>
          <p:cNvSpPr/>
          <p:nvPr/>
        </p:nvSpPr>
        <p:spPr>
          <a:xfrm>
            <a:off x="1995170" y="5475605"/>
            <a:ext cx="499110" cy="499110"/>
          </a:xfrm>
          <a:prstGeom prst="ellipse">
            <a:avLst/>
          </a:prstGeom>
          <a:solidFill>
            <a:srgbClr val="981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仓耳玄三M W05" panose="02020400000000000000" charset="-122"/>
                <a:ea typeface="仓耳玄三M W05" panose="02020400000000000000" charset="-122"/>
              </a:rPr>
              <a:t>网</a:t>
            </a:r>
            <a:endParaRPr lang="zh-CN" altLang="en-US" sz="2000">
              <a:latin typeface="仓耳玄三M W05" panose="02020400000000000000" charset="-122"/>
              <a:ea typeface="仓耳玄三M W05" panose="02020400000000000000" charset="-122"/>
            </a:endParaRPr>
          </a:p>
        </p:txBody>
      </p:sp>
      <p:cxnSp>
        <p:nvCxnSpPr>
          <p:cNvPr id="20" name="直接连接符 19"/>
          <p:cNvCxnSpPr/>
          <p:nvPr/>
        </p:nvCxnSpPr>
        <p:spPr>
          <a:xfrm>
            <a:off x="2939415" y="5201285"/>
            <a:ext cx="0" cy="1047750"/>
          </a:xfrm>
          <a:prstGeom prst="line">
            <a:avLst/>
          </a:prstGeom>
          <a:ln w="190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3303270" y="5402580"/>
            <a:ext cx="6315075"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50000"/>
              </a:lnSpc>
            </a:pPr>
            <a:r>
              <a:rPr lang="zh-CN" altLang="en-US" sz="1200">
                <a:solidFill>
                  <a:schemeClr val="bg1">
                    <a:lumMod val="95000"/>
                  </a:schemeClr>
                </a:solidFill>
                <a:latin typeface="仓耳玄三M W05" panose="02020400000000000000" charset="-122"/>
                <a:ea typeface="仓耳玄三M W05" panose="02020400000000000000" charset="-122"/>
                <a:sym typeface="+mn-ea"/>
              </a:rPr>
              <a:t>I love you more than I've ever loved any woman. And I've waited longer for you than I've waited for any woman.I love you more than I've ever loved any woman. </a:t>
            </a:r>
            <a:endParaRPr lang="zh-CN" altLang="en-US" sz="1200" dirty="0">
              <a:solidFill>
                <a:schemeClr val="bg1">
                  <a:lumMod val="95000"/>
                </a:schemeClr>
              </a:solidFill>
              <a:latin typeface="仓耳玄三M W05" panose="02020400000000000000" charset="-122"/>
              <a:ea typeface="仓耳玄三M W05" panose="02020400000000000000" charset="-122"/>
              <a:sym typeface="+mn-ea"/>
            </a:endParaRPr>
          </a:p>
        </p:txBody>
      </p:sp>
      <p:pic>
        <p:nvPicPr>
          <p:cNvPr id="21" name="图片 20" descr="飞鹤"/>
          <p:cNvPicPr>
            <a:picLocks noChangeAspect="1"/>
          </p:cNvPicPr>
          <p:nvPr/>
        </p:nvPicPr>
        <p:blipFill>
          <a:blip r:embed="rId6"/>
          <a:stretch>
            <a:fillRect/>
          </a:stretch>
        </p:blipFill>
        <p:spPr>
          <a:xfrm>
            <a:off x="10426700" y="5419725"/>
            <a:ext cx="909320" cy="829310"/>
          </a:xfrm>
          <a:prstGeom prst="rect">
            <a:avLst/>
          </a:prstGeom>
        </p:spPr>
      </p:pic>
      <p:sp>
        <p:nvSpPr>
          <p:cNvPr id="14" name="文本框 13"/>
          <p:cNvSpPr txBox="1"/>
          <p:nvPr/>
        </p:nvSpPr>
        <p:spPr>
          <a:xfrm>
            <a:off x="2097405" y="2721610"/>
            <a:ext cx="7996555" cy="1445260"/>
          </a:xfrm>
          <a:prstGeom prst="rect">
            <a:avLst/>
          </a:prstGeom>
          <a:noFill/>
        </p:spPr>
        <p:txBody>
          <a:bodyPr wrap="square" rtlCol="0">
            <a:spAutoFit/>
          </a:bodyPr>
          <a:lstStyle/>
          <a:p>
            <a:pPr algn="dist"/>
            <a:r>
              <a:rPr lang="en-US" altLang="zh-CN" sz="8800">
                <a:solidFill>
                  <a:srgbClr val="FCCC9B"/>
                </a:solidFill>
                <a:latin typeface="仓耳玄三M W05" panose="02020400000000000000" charset="-122"/>
                <a:ea typeface="仓耳玄三M W05" panose="02020400000000000000" charset="-122"/>
              </a:rPr>
              <a:t>THANK YOU</a:t>
            </a:r>
            <a:endParaRPr lang="en-US" altLang="zh-CN" sz="8800">
              <a:solidFill>
                <a:srgbClr val="FCCC9B"/>
              </a:solidFill>
              <a:latin typeface="仓耳玄三M W05" panose="02020400000000000000" charset="-122"/>
              <a:ea typeface="仓耳玄三M W05" panose="02020400000000000000" charset="-122"/>
            </a:endParaRPr>
          </a:p>
        </p:txBody>
      </p:sp>
      <p:pic>
        <p:nvPicPr>
          <p:cNvPr id="2" name="图片 1" descr="雪花"/>
          <p:cNvPicPr>
            <a:picLocks noChangeAspect="1"/>
          </p:cNvPicPr>
          <p:nvPr/>
        </p:nvPicPr>
        <p:blipFill>
          <a:blip r:embed="rId4"/>
          <a:srcRect t="-2551" r="57764"/>
          <a:stretch>
            <a:fillRect/>
          </a:stretch>
        </p:blipFill>
        <p:spPr>
          <a:xfrm flipH="1">
            <a:off x="8911590" y="2265045"/>
            <a:ext cx="3257550" cy="638175"/>
          </a:xfrm>
          <a:prstGeom prst="rect">
            <a:avLst/>
          </a:prstGeom>
        </p:spPr>
      </p:pic>
    </p:spTree>
    <p:custDataLst>
      <p:tags r:id="rId7"/>
    </p:custDataLst>
  </p:cSld>
  <p:clrMapOvr>
    <a:masterClrMapping/>
  </p:clrMapOvr>
  <p:transition spd="med"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18" presetClass="entr" presetSubtype="6"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strips(downRight)">
                                      <p:cBhvr>
                                        <p:cTn id="15" dur="500"/>
                                        <p:tgtEl>
                                          <p:spTgt spid="9"/>
                                        </p:tgtEl>
                                      </p:cBhvr>
                                    </p:animEffect>
                                  </p:childTnLst>
                                </p:cTn>
                              </p:par>
                            </p:childTnLst>
                          </p:cTn>
                        </p:par>
                        <p:par>
                          <p:cTn id="16" fill="hold">
                            <p:stCondLst>
                              <p:cond delay="1500"/>
                            </p:stCondLst>
                            <p:childTnLst>
                              <p:par>
                                <p:cTn id="17" presetID="3" presetClass="entr" presetSubtype="5"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linds(vertical)">
                                      <p:cBhvr>
                                        <p:cTn id="19" dur="500"/>
                                        <p:tgtEl>
                                          <p:spTgt spid="8"/>
                                        </p:tgtEl>
                                      </p:cBhvr>
                                    </p:animEffect>
                                  </p:childTnLst>
                                </p:cTn>
                              </p:par>
                            </p:childTnLst>
                          </p:cTn>
                        </p:par>
                        <p:par>
                          <p:cTn id="20" fill="hold">
                            <p:stCondLst>
                              <p:cond delay="2000"/>
                            </p:stCondLst>
                            <p:childTnLst>
                              <p:par>
                                <p:cTn id="21" presetID="8" presetClass="entr" presetSubtype="16" fill="hold" nodeType="afterEffect">
                                  <p:stCondLst>
                                    <p:cond delay="0"/>
                                  </p:stCondLst>
                                  <p:childTnLst>
                                    <p:set>
                                      <p:cBhvr>
                                        <p:cTn id="22" dur="500" fill="hold">
                                          <p:stCondLst>
                                            <p:cond delay="0"/>
                                          </p:stCondLst>
                                        </p:cTn>
                                        <p:tgtEl>
                                          <p:spTgt spid="12"/>
                                        </p:tgtEl>
                                        <p:attrNameLst>
                                          <p:attrName>style.visibility</p:attrName>
                                        </p:attrNameLst>
                                      </p:cBhvr>
                                      <p:to>
                                        <p:strVal val="visible"/>
                                      </p:to>
                                    </p:set>
                                    <p:animEffect transition="in" filter="diamond(in)">
                                      <p:cBhvr>
                                        <p:cTn id="23" dur="500"/>
                                        <p:tgtEl>
                                          <p:spTgt spid="12"/>
                                        </p:tgtEl>
                                      </p:cBhvr>
                                    </p:animEffect>
                                  </p:childTnLst>
                                </p:cTn>
                              </p:par>
                              <p:par>
                                <p:cTn id="24" presetID="8" presetClass="entr" presetSubtype="16" fill="hold" nodeType="withEffect">
                                  <p:stCondLst>
                                    <p:cond delay="0"/>
                                  </p:stCondLst>
                                  <p:childTnLst>
                                    <p:set>
                                      <p:cBhvr>
                                        <p:cTn id="25" dur="500" fill="hold">
                                          <p:stCondLst>
                                            <p:cond delay="0"/>
                                          </p:stCondLst>
                                        </p:cTn>
                                        <p:tgtEl>
                                          <p:spTgt spid="13"/>
                                        </p:tgtEl>
                                        <p:attrNameLst>
                                          <p:attrName>style.visibility</p:attrName>
                                        </p:attrNameLst>
                                      </p:cBhvr>
                                      <p:to>
                                        <p:strVal val="visible"/>
                                      </p:to>
                                    </p:set>
                                    <p:animEffect transition="in" filter="diamond(in)">
                                      <p:cBhvr>
                                        <p:cTn id="26" dur="500"/>
                                        <p:tgtEl>
                                          <p:spTgt spid="13"/>
                                        </p:tgtEl>
                                      </p:cBhvr>
                                    </p:animEffect>
                                  </p:childTnLst>
                                </p:cTn>
                              </p:par>
                            </p:childTnLst>
                          </p:cTn>
                        </p:par>
                        <p:par>
                          <p:cTn id="27" fill="hold">
                            <p:stCondLst>
                              <p:cond delay="2500"/>
                            </p:stCondLst>
                            <p:childTnLst>
                              <p:par>
                                <p:cTn id="28" presetID="2" presetClass="entr" presetSubtype="1" fill="hold" nodeType="after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ppt_x"/>
                                          </p:val>
                                        </p:tav>
                                        <p:tav tm="100000">
                                          <p:val>
                                            <p:strVal val="#ppt_x"/>
                                          </p:val>
                                        </p:tav>
                                      </p:tavLst>
                                    </p:anim>
                                    <p:anim calcmode="lin" valueType="num">
                                      <p:cBhvr additive="base">
                                        <p:cTn id="31" dur="500" fill="hold"/>
                                        <p:tgtEl>
                                          <p:spTgt spid="10"/>
                                        </p:tgtEl>
                                        <p:attrNameLst>
                                          <p:attrName>ppt_y</p:attrName>
                                        </p:attrNameLst>
                                      </p:cBhvr>
                                      <p:tavLst>
                                        <p:tav tm="0">
                                          <p:val>
                                            <p:strVal val="0-#ppt_h/2"/>
                                          </p:val>
                                        </p:tav>
                                        <p:tav tm="100000">
                                          <p:val>
                                            <p:strVal val="#ppt_y"/>
                                          </p:val>
                                        </p:tav>
                                      </p:tavLst>
                                    </p:anim>
                                  </p:childTnLst>
                                </p:cTn>
                              </p:par>
                              <p:par>
                                <p:cTn id="32" presetID="2" presetClass="entr" presetSubtype="1" fill="hold" nodeType="with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additive="base">
                                        <p:cTn id="34" dur="500" fill="hold"/>
                                        <p:tgtEl>
                                          <p:spTgt spid="2"/>
                                        </p:tgtEl>
                                        <p:attrNameLst>
                                          <p:attrName>ppt_x</p:attrName>
                                        </p:attrNameLst>
                                      </p:cBhvr>
                                      <p:tavLst>
                                        <p:tav tm="0">
                                          <p:val>
                                            <p:strVal val="#ppt_x"/>
                                          </p:val>
                                        </p:tav>
                                        <p:tav tm="100000">
                                          <p:val>
                                            <p:strVal val="#ppt_x"/>
                                          </p:val>
                                        </p:tav>
                                      </p:tavLst>
                                    </p:anim>
                                    <p:anim calcmode="lin" valueType="num">
                                      <p:cBhvr additive="base">
                                        <p:cTn id="35" dur="500" fill="hold"/>
                                        <p:tgtEl>
                                          <p:spTgt spid="2"/>
                                        </p:tgtEl>
                                        <p:attrNameLst>
                                          <p:attrName>ppt_y</p:attrName>
                                        </p:attrNameLst>
                                      </p:cBhvr>
                                      <p:tavLst>
                                        <p:tav tm="0">
                                          <p:val>
                                            <p:strVal val="0-#ppt_h/2"/>
                                          </p:val>
                                        </p:tav>
                                        <p:tav tm="100000">
                                          <p:val>
                                            <p:strVal val="#ppt_y"/>
                                          </p:val>
                                        </p:tav>
                                      </p:tavLst>
                                    </p:anim>
                                  </p:childTnLst>
                                </p:cTn>
                              </p:par>
                            </p:childTnLst>
                          </p:cTn>
                        </p:par>
                        <p:par>
                          <p:cTn id="36" fill="hold">
                            <p:stCondLst>
                              <p:cond delay="3000"/>
                            </p:stCondLst>
                            <p:childTnLst>
                              <p:par>
                                <p:cTn id="37" presetID="3" presetClass="entr" presetSubtype="5"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linds(vertical)">
                                      <p:cBhvr>
                                        <p:cTn id="39" dur="500"/>
                                        <p:tgtEl>
                                          <p:spTgt spid="14"/>
                                        </p:tgtEl>
                                      </p:cBhvr>
                                    </p:animEffect>
                                  </p:childTnLst>
                                </p:cTn>
                              </p:par>
                            </p:childTnLst>
                          </p:cTn>
                        </p:par>
                        <p:par>
                          <p:cTn id="40" fill="hold">
                            <p:stCondLst>
                              <p:cond delay="3500"/>
                            </p:stCondLst>
                            <p:childTnLst>
                              <p:par>
                                <p:cTn id="41" presetID="2" presetClass="entr" presetSubtype="8" fill="hold" nodeType="after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0-#ppt_w/2"/>
                                          </p:val>
                                        </p:tav>
                                        <p:tav tm="100000">
                                          <p:val>
                                            <p:strVal val="#ppt_x"/>
                                          </p:val>
                                        </p:tav>
                                      </p:tavLst>
                                    </p:anim>
                                    <p:anim calcmode="lin" valueType="num">
                                      <p:cBhvr additive="base">
                                        <p:cTn id="44" dur="500" fill="hold"/>
                                        <p:tgtEl>
                                          <p:spTgt spid="15"/>
                                        </p:tgtEl>
                                        <p:attrNameLst>
                                          <p:attrName>ppt_y</p:attrName>
                                        </p:attrNameLst>
                                      </p:cBhvr>
                                      <p:tavLst>
                                        <p:tav tm="0">
                                          <p:val>
                                            <p:strVal val="#ppt_y"/>
                                          </p:val>
                                        </p:tav>
                                        <p:tav tm="100000">
                                          <p:val>
                                            <p:strVal val="#ppt_y"/>
                                          </p:val>
                                        </p:tav>
                                      </p:tavLst>
                                    </p:anim>
                                  </p:childTnLst>
                                </p:cTn>
                              </p:par>
                            </p:childTnLst>
                          </p:cTn>
                        </p:par>
                        <p:par>
                          <p:cTn id="45" fill="hold">
                            <p:stCondLst>
                              <p:cond delay="4000"/>
                            </p:stCondLst>
                            <p:childTnLst>
                              <p:par>
                                <p:cTn id="46" presetID="8" presetClass="entr" presetSubtype="16" fill="hold" grpId="0" nodeType="afterEffect">
                                  <p:stCondLst>
                                    <p:cond delay="0"/>
                                  </p:stCondLst>
                                  <p:childTnLst>
                                    <p:set>
                                      <p:cBhvr>
                                        <p:cTn id="47" dur="500" fill="hold">
                                          <p:stCondLst>
                                            <p:cond delay="0"/>
                                          </p:stCondLst>
                                        </p:cTn>
                                        <p:tgtEl>
                                          <p:spTgt spid="17"/>
                                        </p:tgtEl>
                                        <p:attrNameLst>
                                          <p:attrName>style.visibility</p:attrName>
                                        </p:attrNameLst>
                                      </p:cBhvr>
                                      <p:to>
                                        <p:strVal val="visible"/>
                                      </p:to>
                                    </p:set>
                                    <p:animEffect transition="in" filter="diamond(in)">
                                      <p:cBhvr>
                                        <p:cTn id="48" dur="500"/>
                                        <p:tgtEl>
                                          <p:spTgt spid="17"/>
                                        </p:tgtEl>
                                      </p:cBhvr>
                                    </p:animEffect>
                                  </p:childTnLst>
                                </p:cTn>
                              </p:par>
                            </p:childTnLst>
                          </p:cTn>
                        </p:par>
                        <p:par>
                          <p:cTn id="49" fill="hold">
                            <p:stCondLst>
                              <p:cond delay="4500"/>
                            </p:stCondLst>
                            <p:childTnLst>
                              <p:par>
                                <p:cTn id="50" presetID="8" presetClass="entr" presetSubtype="16" fill="hold" grpId="0" nodeType="afterEffect">
                                  <p:stCondLst>
                                    <p:cond delay="0"/>
                                  </p:stCondLst>
                                  <p:childTnLst>
                                    <p:set>
                                      <p:cBhvr>
                                        <p:cTn id="51" dur="500" fill="hold">
                                          <p:stCondLst>
                                            <p:cond delay="0"/>
                                          </p:stCondLst>
                                        </p:cTn>
                                        <p:tgtEl>
                                          <p:spTgt spid="18"/>
                                        </p:tgtEl>
                                        <p:attrNameLst>
                                          <p:attrName>style.visibility</p:attrName>
                                        </p:attrNameLst>
                                      </p:cBhvr>
                                      <p:to>
                                        <p:strVal val="visible"/>
                                      </p:to>
                                    </p:set>
                                    <p:animEffect transition="in" filter="diamond(in)">
                                      <p:cBhvr>
                                        <p:cTn id="52" dur="500"/>
                                        <p:tgtEl>
                                          <p:spTgt spid="18"/>
                                        </p:tgtEl>
                                      </p:cBhvr>
                                    </p:animEffect>
                                  </p:childTnLst>
                                </p:cTn>
                              </p:par>
                            </p:childTnLst>
                          </p:cTn>
                        </p:par>
                        <p:par>
                          <p:cTn id="53" fill="hold">
                            <p:stCondLst>
                              <p:cond delay="5000"/>
                            </p:stCondLst>
                            <p:childTnLst>
                              <p:par>
                                <p:cTn id="54" presetID="8" presetClass="entr" presetSubtype="16" fill="hold" grpId="0" nodeType="afterEffect">
                                  <p:stCondLst>
                                    <p:cond delay="0"/>
                                  </p:stCondLst>
                                  <p:childTnLst>
                                    <p:set>
                                      <p:cBhvr>
                                        <p:cTn id="55" dur="500" fill="hold">
                                          <p:stCondLst>
                                            <p:cond delay="0"/>
                                          </p:stCondLst>
                                        </p:cTn>
                                        <p:tgtEl>
                                          <p:spTgt spid="19"/>
                                        </p:tgtEl>
                                        <p:attrNameLst>
                                          <p:attrName>style.visibility</p:attrName>
                                        </p:attrNameLst>
                                      </p:cBhvr>
                                      <p:to>
                                        <p:strVal val="visible"/>
                                      </p:to>
                                    </p:set>
                                    <p:animEffect transition="in" filter="diamond(in)">
                                      <p:cBhvr>
                                        <p:cTn id="56" dur="500"/>
                                        <p:tgtEl>
                                          <p:spTgt spid="19"/>
                                        </p:tgtEl>
                                      </p:cBhvr>
                                    </p:animEffect>
                                  </p:childTnLst>
                                </p:cTn>
                              </p:par>
                            </p:childTnLst>
                          </p:cTn>
                        </p:par>
                        <p:par>
                          <p:cTn id="57" fill="hold">
                            <p:stCondLst>
                              <p:cond delay="5500"/>
                            </p:stCondLst>
                            <p:childTnLst>
                              <p:par>
                                <p:cTn id="58" presetID="22" presetClass="entr" presetSubtype="1" fill="hold" nodeType="after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wipe(up)">
                                      <p:cBhvr>
                                        <p:cTn id="60" dur="500"/>
                                        <p:tgtEl>
                                          <p:spTgt spid="20"/>
                                        </p:tgtEl>
                                      </p:cBhvr>
                                    </p:animEffect>
                                  </p:childTnLst>
                                </p:cTn>
                              </p:par>
                            </p:childTnLst>
                          </p:cTn>
                        </p:par>
                        <p:par>
                          <p:cTn id="61" fill="hold">
                            <p:stCondLst>
                              <p:cond delay="6000"/>
                            </p:stCondLst>
                            <p:childTnLst>
                              <p:par>
                                <p:cTn id="62" presetID="8" presetClass="entr" presetSubtype="16" fill="hold" grpId="1" nodeType="afterEffect">
                                  <p:stCondLst>
                                    <p:cond delay="0"/>
                                  </p:stCondLst>
                                  <p:childTnLst>
                                    <p:set>
                                      <p:cBhvr>
                                        <p:cTn id="63" dur="500" fill="hold">
                                          <p:stCondLst>
                                            <p:cond delay="0"/>
                                          </p:stCondLst>
                                        </p:cTn>
                                        <p:tgtEl>
                                          <p:spTgt spid="32"/>
                                        </p:tgtEl>
                                        <p:attrNameLst>
                                          <p:attrName>style.visibility</p:attrName>
                                        </p:attrNameLst>
                                      </p:cBhvr>
                                      <p:to>
                                        <p:strVal val="visible"/>
                                      </p:to>
                                    </p:set>
                                    <p:animEffect transition="in" filter="diamond(in)">
                                      <p:cBhvr>
                                        <p:cTn id="64" dur="500"/>
                                        <p:tgtEl>
                                          <p:spTgt spid="32"/>
                                        </p:tgtEl>
                                      </p:cBhvr>
                                    </p:animEffect>
                                  </p:childTnLst>
                                </p:cTn>
                              </p:par>
                            </p:childTnLst>
                          </p:cTn>
                        </p:par>
                        <p:par>
                          <p:cTn id="65" fill="hold">
                            <p:stCondLst>
                              <p:cond delay="6500"/>
                            </p:stCondLst>
                            <p:childTnLst>
                              <p:par>
                                <p:cTn id="66" presetID="2" presetClass="entr" presetSubtype="2" fill="hold" nodeType="afterEffect">
                                  <p:stCondLst>
                                    <p:cond delay="0"/>
                                  </p:stCondLst>
                                  <p:childTnLst>
                                    <p:set>
                                      <p:cBhvr>
                                        <p:cTn id="67" dur="1" fill="hold">
                                          <p:stCondLst>
                                            <p:cond delay="0"/>
                                          </p:stCondLst>
                                        </p:cTn>
                                        <p:tgtEl>
                                          <p:spTgt spid="21"/>
                                        </p:tgtEl>
                                        <p:attrNameLst>
                                          <p:attrName>style.visibility</p:attrName>
                                        </p:attrNameLst>
                                      </p:cBhvr>
                                      <p:to>
                                        <p:strVal val="visible"/>
                                      </p:to>
                                    </p:set>
                                    <p:anim calcmode="lin" valueType="num">
                                      <p:cBhvr additive="base">
                                        <p:cTn id="68" dur="500" fill="hold"/>
                                        <p:tgtEl>
                                          <p:spTgt spid="21"/>
                                        </p:tgtEl>
                                        <p:attrNameLst>
                                          <p:attrName>ppt_x</p:attrName>
                                        </p:attrNameLst>
                                      </p:cBhvr>
                                      <p:tavLst>
                                        <p:tav tm="0">
                                          <p:val>
                                            <p:strVal val="1+#ppt_w/2"/>
                                          </p:val>
                                        </p:tav>
                                        <p:tav tm="100000">
                                          <p:val>
                                            <p:strVal val="#ppt_x"/>
                                          </p:val>
                                        </p:tav>
                                      </p:tavLst>
                                    </p:anim>
                                    <p:anim calcmode="lin" valueType="num">
                                      <p:cBhvr additive="base">
                                        <p:cTn id="69"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7" grpId="0" bldLvl="0" animBg="1"/>
      <p:bldP spid="18" grpId="0" bldLvl="0" animBg="1"/>
      <p:bldP spid="19" grpId="0" bldLvl="0" animBg="1"/>
      <p:bldP spid="32" grpId="0"/>
      <p:bldP spid="32" grpId="1"/>
      <p:bldP spid="14" grpId="0"/>
    </p:bldLst>
  </p:timing>
</p:sld>
</file>

<file path=ppt/tags/tag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2.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3.xml><?xml version="1.0" encoding="utf-8"?>
<p:tagLst xmlns:p="http://schemas.openxmlformats.org/presentationml/2006/main">
  <p:tag name="KSO_WM_BEAUTIFY_FLAG" val="#wm#"/>
  <p:tag name="KSO_WM_TEMPLATE_CATEGORY" val="custom"/>
  <p:tag name="KSO_WM_TEMPLATE_INDEX" val="20187308"/>
</p:tagLst>
</file>

<file path=ppt/tags/tag4.xml><?xml version="1.0" encoding="utf-8"?>
<p:tagLst xmlns:p="http://schemas.openxmlformats.org/presentationml/2006/main">
  <p:tag name="KSO_WM_BEAUTIFY_FLAG" val="#wm#"/>
  <p:tag name="KSO_WM_TEMPLATE_CATEGORY" val="custom"/>
  <p:tag name="KSO_WM_TEMPLATE_INDEX" val="20187308"/>
</p:tagLst>
</file>

<file path=ppt/tags/tag5.xml><?xml version="1.0" encoding="utf-8"?>
<p:tagLst xmlns:p="http://schemas.openxmlformats.org/presentationml/2006/main">
  <p:tag name="KSO_WM_BEAUTIFY_FLAG" val="#wm#"/>
  <p:tag name="KSO_WM_TEMPLATE_CATEGORY" val="custom"/>
  <p:tag name="KSO_WM_TEMPLATE_INDEX" val="20187308"/>
</p:tagLst>
</file>

<file path=ppt/tags/tag6.xml><?xml version="1.0" encoding="utf-8"?>
<p:tagLst xmlns:p="http://schemas.openxmlformats.org/presentationml/2006/main">
  <p:tag name="KSO_WM_BEAUTIFY_FLAG" val="#wm#"/>
  <p:tag name="KSO_WM_TEMPLATE_CATEGORY" val="custom"/>
  <p:tag name="KSO_WM_TEMPLATE_INDEX" val="20187308"/>
</p:tagLst>
</file>

<file path=ppt/tags/tag7.xml><?xml version="1.0" encoding="utf-8"?>
<p:tagLst xmlns:p="http://schemas.openxmlformats.org/presentationml/2006/main">
  <p:tag name="KSO_WM_BEAUTIFY_FLAG" val="#wm#"/>
  <p:tag name="KSO_WM_TEMPLATE_CATEGORY" val="custom"/>
  <p:tag name="KSO_WM_TEMPLATE_INDEX" val="20187308"/>
</p:tagLst>
</file>

<file path=ppt/tags/tag8.xml><?xml version="1.0" encoding="utf-8"?>
<p:tagLst xmlns:p="http://schemas.openxmlformats.org/presentationml/2006/main">
  <p:tag name="KSO_WM_BEAUTIFY_FLAG" val="#wm#"/>
  <p:tag name="KSO_WM_TEMPLATE_CATEGORY" val="custom"/>
  <p:tag name="KSO_WM_TEMPLATE_INDEX" val="20187308"/>
</p:tagLst>
</file>

<file path=ppt/tags/tag9.xml><?xml version="1.0" encoding="utf-8"?>
<p:tagLst xmlns:p="http://schemas.openxmlformats.org/presentationml/2006/main">
  <p:tag name="KSO_WM_BEAUTIFY_FLAG" val="#wm#"/>
  <p:tag name="KSO_WM_TEMPLATE_CATEGORY" val="custom"/>
  <p:tag name="KSO_WM_TEMPLATE_INDEX" val="20187308"/>
</p:tagLst>
</file>

<file path=ppt/tags/tag10.xml><?xml version="1.0" encoding="utf-8"?>
<p:tagLst xmlns:p="http://schemas.openxmlformats.org/presentationml/2006/main">
  <p:tag name="KSO_WM_BEAUTIFY_FLAG" val="#wm#"/>
  <p:tag name="KSO_WM_TEMPLATE_CATEGORY" val="custom"/>
  <p:tag name="KSO_WM_TEMPLATE_INDEX" val="20187308"/>
</p:tagLst>
</file>

<file path=ppt/tags/tag11.xml><?xml version="1.0" encoding="utf-8"?>
<p:tagLst xmlns:p="http://schemas.openxmlformats.org/presentationml/2006/main">
  <p:tag name="KSO_WM_BEAUTIFY_FLAG" val="#wm#"/>
  <p:tag name="KSO_WM_TEMPLATE_CATEGORY" val="custom"/>
  <p:tag name="KSO_WM_TEMPLATE_INDEX" val="20187308"/>
</p:tagLst>
</file>

<file path=ppt/tags/tag12.xml><?xml version="1.0" encoding="utf-8"?>
<p:tagLst xmlns:p="http://schemas.openxmlformats.org/presentationml/2006/main">
  <p:tag name="KSO_WM_BEAUTIFY_FLAG" val="#wm#"/>
  <p:tag name="KSO_WM_TEMPLATE_CATEGORY" val="custom"/>
  <p:tag name="KSO_WM_TEMPLATE_INDEX" val="20187308"/>
</p:tagLst>
</file>

<file path=ppt/tags/tag13.xml><?xml version="1.0" encoding="utf-8"?>
<p:tagLst xmlns:p="http://schemas.openxmlformats.org/presentationml/2006/main">
  <p:tag name="KSO_WM_BEAUTIFY_FLAG" val="#wm#"/>
  <p:tag name="KSO_WM_TEMPLATE_CATEGORY" val="custom"/>
  <p:tag name="KSO_WM_TEMPLATE_INDEX" val="20187308"/>
</p:tagLst>
</file>

<file path=ppt/tags/tag14.xml><?xml version="1.0" encoding="utf-8"?>
<p:tagLst xmlns:p="http://schemas.openxmlformats.org/presentationml/2006/main">
  <p:tag name="KSO_WM_BEAUTIFY_FLAG" val="#wm#"/>
  <p:tag name="KSO_WM_TEMPLATE_CATEGORY" val="custom"/>
  <p:tag name="KSO_WM_TEMPLATE_INDEX" val="20187308"/>
</p:tagLst>
</file>

<file path=ppt/tags/tag15.xml><?xml version="1.0" encoding="utf-8"?>
<p:tagLst xmlns:p="http://schemas.openxmlformats.org/presentationml/2006/main">
  <p:tag name="KSO_WM_BEAUTIFY_FLAG" val="#wm#"/>
  <p:tag name="KSO_WM_TEMPLATE_CATEGORY" val="custom"/>
  <p:tag name="KSO_WM_TEMPLATE_INDEX" val="20187308"/>
</p:tagLst>
</file>

<file path=ppt/tags/tag16.xml><?xml version="1.0" encoding="utf-8"?>
<p:tagLst xmlns:p="http://schemas.openxmlformats.org/presentationml/2006/main">
  <p:tag name="KSO_WM_BEAUTIFY_FLAG" val="#wm#"/>
  <p:tag name="KSO_WM_TEMPLATE_CATEGORY" val="custom"/>
  <p:tag name="KSO_WM_TEMPLATE_INDEX" val="20187308"/>
</p:tagLst>
</file>

<file path=ppt/tags/tag17.xml><?xml version="1.0" encoding="utf-8"?>
<p:tagLst xmlns:p="http://schemas.openxmlformats.org/presentationml/2006/main">
  <p:tag name="KSO_WM_BEAUTIFY_FLAG" val="#wm#"/>
  <p:tag name="KSO_WM_TEMPLATE_CATEGORY" val="custom"/>
  <p:tag name="KSO_WM_TEMPLATE_INDEX" val="20187308"/>
</p:tagLst>
</file>

<file path=ppt/tags/tag18.xml><?xml version="1.0" encoding="utf-8"?>
<p:tagLst xmlns:p="http://schemas.openxmlformats.org/presentationml/2006/main">
  <p:tag name="KSO_WM_BEAUTIFY_FLAG" val="#wm#"/>
  <p:tag name="KSO_WM_TEMPLATE_CATEGORY" val="custom"/>
  <p:tag name="KSO_WM_TEMPLATE_INDEX" val="20187308"/>
</p:tagLst>
</file>

<file path=ppt/tags/tag19.xml><?xml version="1.0" encoding="utf-8"?>
<p:tagLst xmlns:p="http://schemas.openxmlformats.org/presentationml/2006/main">
  <p:tag name="KSO_WM_BEAUTIFY_FLAG" val="#wm#"/>
  <p:tag name="KSO_WM_TEMPLATE_CATEGORY" val="custom"/>
  <p:tag name="KSO_WM_TEMPLATE_INDEX" val="20187308"/>
</p:tagLst>
</file>

<file path=ppt/tags/tag20.xml><?xml version="1.0" encoding="utf-8"?>
<p:tagLst xmlns:p="http://schemas.openxmlformats.org/presentationml/2006/main">
  <p:tag name="KSO_WM_BEAUTIFY_FLAG" val="#wm#"/>
  <p:tag name="KSO_WM_TEMPLATE_CATEGORY" val="custom"/>
  <p:tag name="KSO_WM_TEMPLATE_INDEX" val="20187308"/>
</p:tagLst>
</file>

<file path=ppt/tags/tag21.xml><?xml version="1.0" encoding="utf-8"?>
<p:tagLst xmlns:p="http://schemas.openxmlformats.org/presentationml/2006/main">
  <p:tag name="KSO_WM_BEAUTIFY_FLAG" val="#wm#"/>
  <p:tag name="KSO_WM_TEMPLATE_CATEGORY" val="custom"/>
  <p:tag name="KSO_WM_TEMPLATE_INDEX" val="20187308"/>
</p:tagLst>
</file>

<file path=ppt/tags/tag22.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8476</Words>
  <Application>WPS 演示</Application>
  <PresentationFormat>宽屏</PresentationFormat>
  <Paragraphs>346</Paragraphs>
  <Slides>21</Slides>
  <Notes>2</Notes>
  <HiddenSlides>0</HiddenSlides>
  <MMClips>1</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21</vt:i4>
      </vt:variant>
    </vt:vector>
  </HeadingPairs>
  <TitlesOfParts>
    <vt:vector size="39" baseType="lpstr">
      <vt:lpstr>Arial</vt:lpstr>
      <vt:lpstr>宋体</vt:lpstr>
      <vt:lpstr>Wingdings</vt:lpstr>
      <vt:lpstr>微软雅黑</vt:lpstr>
      <vt:lpstr>三极极黑简体</vt:lpstr>
      <vt:lpstr>黑体</vt:lpstr>
      <vt:lpstr>仓耳玄三M W05</vt:lpstr>
      <vt:lpstr>Lora</vt:lpstr>
      <vt:lpstr>华文细黑</vt:lpstr>
      <vt:lpstr>Century Gothic</vt:lpstr>
      <vt:lpstr>Source Sans Pro</vt:lpstr>
      <vt:lpstr>Arial Unicode MS</vt:lpstr>
      <vt:lpstr>FontAwesome</vt:lpstr>
      <vt:lpstr>Lato</vt:lpstr>
      <vt:lpstr>Calibri</vt:lpstr>
      <vt:lpstr>NumberOnly</vt:lpstr>
      <vt:lpstr>★日文毛笔</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不多文化</dc:creator>
  <cp:lastModifiedBy>王保伦</cp:lastModifiedBy>
  <cp:revision>40</cp:revision>
  <dcterms:created xsi:type="dcterms:W3CDTF">2019-06-19T02:08:00Z</dcterms:created>
  <dcterms:modified xsi:type="dcterms:W3CDTF">2020-09-13T14:49:30Z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2052-11.1.0.9912</vt:lpwstr>
  </property>
</Properties>
</file>