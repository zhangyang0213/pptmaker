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30"/>
  </p:notesMasterIdLst>
  <p:sldIdLst>
    <p:sldId id="862" r:id="rId3"/>
    <p:sldId id="866" r:id="rId4"/>
    <p:sldId id="887" r:id="rId5"/>
    <p:sldId id="863" r:id="rId6"/>
    <p:sldId id="864" r:id="rId7"/>
    <p:sldId id="865" r:id="rId8"/>
    <p:sldId id="867" r:id="rId9"/>
    <p:sldId id="888" r:id="rId10"/>
    <p:sldId id="868" r:id="rId11"/>
    <p:sldId id="869" r:id="rId12"/>
    <p:sldId id="870" r:id="rId13"/>
    <p:sldId id="871" r:id="rId14"/>
    <p:sldId id="872" r:id="rId15"/>
    <p:sldId id="873" r:id="rId16"/>
    <p:sldId id="874" r:id="rId17"/>
    <p:sldId id="889" r:id="rId18"/>
    <p:sldId id="875" r:id="rId19"/>
    <p:sldId id="877" r:id="rId20"/>
    <p:sldId id="878" r:id="rId21"/>
    <p:sldId id="880" r:id="rId22"/>
    <p:sldId id="890" r:id="rId23"/>
    <p:sldId id="881" r:id="rId24"/>
    <p:sldId id="882" r:id="rId25"/>
    <p:sldId id="884" r:id="rId26"/>
    <p:sldId id="886" r:id="rId27"/>
    <p:sldId id="891" r:id="rId28"/>
    <p:sldId id="256" r:id="rId29"/>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0D0F"/>
    <a:srgbClr val="F8F8F8"/>
    <a:srgbClr val="006A00"/>
    <a:srgbClr val="008000"/>
    <a:srgbClr val="00CC00"/>
    <a:srgbClr val="777777"/>
    <a:srgbClr val="5F5F5F"/>
    <a:srgbClr val="BF0000"/>
    <a:srgbClr val="333333"/>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2" autoAdjust="0"/>
    <p:restoredTop sz="89055" autoAdjust="0"/>
  </p:normalViewPr>
  <p:slideViewPr>
    <p:cSldViewPr>
      <p:cViewPr varScale="1">
        <p:scale>
          <a:sx n="79" d="100"/>
          <a:sy n="79" d="100"/>
        </p:scale>
        <p:origin x="67" y="192"/>
      </p:cViewPr>
      <p:guideLst>
        <p:guide orient="horz" pos="1620"/>
        <p:guide pos="2880"/>
      </p:guideLst>
    </p:cSldViewPr>
  </p:slideViewPr>
  <p:notesTextViewPr>
    <p:cViewPr>
      <p:scale>
        <a:sx n="25" d="100"/>
        <a:sy n="25" d="100"/>
      </p:scale>
      <p:origin x="0" y="0"/>
    </p:cViewPr>
  </p:notesTextViewPr>
  <p:sorterViewPr>
    <p:cViewPr>
      <p:scale>
        <a:sx n="50" d="100"/>
        <a:sy n="50" d="100"/>
      </p:scale>
      <p:origin x="0" y="0"/>
    </p:cViewPr>
  </p:sorterViewPr>
  <p:notesViewPr>
    <p:cSldViewPr>
      <p:cViewPr varScale="1">
        <p:scale>
          <a:sx n="88" d="100"/>
          <a:sy n="88" d="100"/>
        </p:scale>
        <p:origin x="2976"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9.6896951232594605E-2"/>
          <c:y val="9.3166048671350296E-2"/>
          <c:w val="0.74347014525091704"/>
          <c:h val="0.75499380397413596"/>
        </c:manualLayout>
      </c:layout>
      <c:areaChart>
        <c:grouping val="standard"/>
        <c:varyColors val="0"/>
        <c:ser>
          <c:idx val="0"/>
          <c:order val="0"/>
          <c:tx>
            <c:strRef>
              <c:f>Sheet1!$B$1</c:f>
              <c:strCache>
                <c:ptCount val="1"/>
                <c:pt idx="0">
                  <c:v>Series 1</c:v>
                </c:pt>
              </c:strCache>
            </c:strRef>
          </c:tx>
          <c:spPr>
            <a:solidFill>
              <a:schemeClr val="accent1"/>
            </a:solidFill>
            <a:ln>
              <a:noFill/>
            </a:ln>
            <a:effectLst/>
            <a:sp3d/>
          </c:spPr>
          <c:cat>
            <c:numRef>
              <c:f>Sheet1!$A$2:$A$6</c:f>
              <c:numCache>
                <c:formatCode>yyyy/m/d</c:formatCode>
                <c:ptCount val="5"/>
                <c:pt idx="0">
                  <c:v>37377</c:v>
                </c:pt>
                <c:pt idx="1">
                  <c:v>37408</c:v>
                </c:pt>
                <c:pt idx="2">
                  <c:v>37438</c:v>
                </c:pt>
                <c:pt idx="3">
                  <c:v>37469</c:v>
                </c:pt>
                <c:pt idx="4">
                  <c:v>37500</c:v>
                </c:pt>
              </c:numCache>
            </c:numRef>
          </c:cat>
          <c:val>
            <c:numRef>
              <c:f>Sheet1!$B$2:$B$6</c:f>
              <c:numCache>
                <c:formatCode>General</c:formatCode>
                <c:ptCount val="5"/>
                <c:pt idx="0">
                  <c:v>32</c:v>
                </c:pt>
                <c:pt idx="1">
                  <c:v>32</c:v>
                </c:pt>
                <c:pt idx="2">
                  <c:v>28</c:v>
                </c:pt>
                <c:pt idx="3">
                  <c:v>12</c:v>
                </c:pt>
                <c:pt idx="4">
                  <c:v>15</c:v>
                </c:pt>
              </c:numCache>
            </c:numRef>
          </c:val>
          <c:extLst>
            <c:ext xmlns:c16="http://schemas.microsoft.com/office/drawing/2014/chart" uri="{C3380CC4-5D6E-409C-BE32-E72D297353CC}">
              <c16:uniqueId val="{00000000-A36B-4A35-9895-4C5360F2DB5E}"/>
            </c:ext>
          </c:extLst>
        </c:ser>
        <c:ser>
          <c:idx val="1"/>
          <c:order val="1"/>
          <c:tx>
            <c:strRef>
              <c:f>Sheet1!$C$1</c:f>
              <c:strCache>
                <c:ptCount val="1"/>
                <c:pt idx="0">
                  <c:v>Series 2</c:v>
                </c:pt>
              </c:strCache>
            </c:strRef>
          </c:tx>
          <c:spPr>
            <a:solidFill>
              <a:schemeClr val="accent2"/>
            </a:solidFill>
            <a:ln>
              <a:noFill/>
            </a:ln>
            <a:effectLst/>
            <a:sp3d/>
          </c:spPr>
          <c:cat>
            <c:numRef>
              <c:f>Sheet1!$A$2:$A$6</c:f>
              <c:numCache>
                <c:formatCode>yyyy/m/d</c:formatCode>
                <c:ptCount val="5"/>
                <c:pt idx="0">
                  <c:v>37377</c:v>
                </c:pt>
                <c:pt idx="1">
                  <c:v>37408</c:v>
                </c:pt>
                <c:pt idx="2">
                  <c:v>37438</c:v>
                </c:pt>
                <c:pt idx="3">
                  <c:v>37469</c:v>
                </c:pt>
                <c:pt idx="4">
                  <c:v>37500</c:v>
                </c:pt>
              </c:numCache>
            </c:numRef>
          </c:cat>
          <c:val>
            <c:numRef>
              <c:f>Sheet1!$C$2:$C$6</c:f>
              <c:numCache>
                <c:formatCode>General</c:formatCode>
                <c:ptCount val="5"/>
                <c:pt idx="0">
                  <c:v>12</c:v>
                </c:pt>
                <c:pt idx="1">
                  <c:v>12</c:v>
                </c:pt>
                <c:pt idx="2">
                  <c:v>12</c:v>
                </c:pt>
                <c:pt idx="3">
                  <c:v>21</c:v>
                </c:pt>
                <c:pt idx="4">
                  <c:v>28</c:v>
                </c:pt>
              </c:numCache>
            </c:numRef>
          </c:val>
          <c:extLst>
            <c:ext xmlns:c16="http://schemas.microsoft.com/office/drawing/2014/chart" uri="{C3380CC4-5D6E-409C-BE32-E72D297353CC}">
              <c16:uniqueId val="{00000001-A36B-4A35-9895-4C5360F2DB5E}"/>
            </c:ext>
          </c:extLst>
        </c:ser>
        <c:ser>
          <c:idx val="2"/>
          <c:order val="2"/>
          <c:tx>
            <c:strRef>
              <c:f>Sheet1!$D$1</c:f>
              <c:strCache>
                <c:ptCount val="1"/>
                <c:pt idx="0">
                  <c:v>Series3</c:v>
                </c:pt>
              </c:strCache>
            </c:strRef>
          </c:tx>
          <c:spPr>
            <a:solidFill>
              <a:schemeClr val="accent3"/>
            </a:solidFill>
            <a:ln w="25400">
              <a:noFill/>
            </a:ln>
            <a:effectLst/>
            <a:sp3d/>
          </c:spPr>
          <c:cat>
            <c:numRef>
              <c:f>Sheet1!$A$2:$A$6</c:f>
              <c:numCache>
                <c:formatCode>yyyy/m/d</c:formatCode>
                <c:ptCount val="5"/>
                <c:pt idx="0">
                  <c:v>37377</c:v>
                </c:pt>
                <c:pt idx="1">
                  <c:v>37408</c:v>
                </c:pt>
                <c:pt idx="2">
                  <c:v>37438</c:v>
                </c:pt>
                <c:pt idx="3">
                  <c:v>37469</c:v>
                </c:pt>
                <c:pt idx="4">
                  <c:v>37500</c:v>
                </c:pt>
              </c:numCache>
            </c:numRef>
          </c:cat>
          <c:val>
            <c:numRef>
              <c:f>Sheet1!$D$2:$D$6</c:f>
              <c:numCache>
                <c:formatCode>General</c:formatCode>
                <c:ptCount val="5"/>
                <c:pt idx="0">
                  <c:v>24</c:v>
                </c:pt>
                <c:pt idx="1">
                  <c:v>36</c:v>
                </c:pt>
                <c:pt idx="2">
                  <c:v>31</c:v>
                </c:pt>
                <c:pt idx="3">
                  <c:v>35</c:v>
                </c:pt>
                <c:pt idx="4">
                  <c:v>41</c:v>
                </c:pt>
              </c:numCache>
            </c:numRef>
          </c:val>
          <c:extLst>
            <c:ext xmlns:c16="http://schemas.microsoft.com/office/drawing/2014/chart" uri="{C3380CC4-5D6E-409C-BE32-E72D297353CC}">
              <c16:uniqueId val="{00000002-A36B-4A35-9895-4C5360F2DB5E}"/>
            </c:ext>
          </c:extLst>
        </c:ser>
        <c:dLbls>
          <c:showLegendKey val="0"/>
          <c:showVal val="0"/>
          <c:showCatName val="0"/>
          <c:showSerName val="0"/>
          <c:showPercent val="0"/>
          <c:showBubbleSize val="0"/>
        </c:dLbls>
        <c:axId val="531324992"/>
        <c:axId val="531325552"/>
      </c:areaChart>
      <c:dateAx>
        <c:axId val="531324992"/>
        <c:scaling>
          <c:orientation val="minMax"/>
        </c:scaling>
        <c:delete val="0"/>
        <c:axPos val="b"/>
        <c:numFmt formatCode="yyyy/m/d"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31325552"/>
        <c:crosses val="autoZero"/>
        <c:auto val="1"/>
        <c:lblOffset val="100"/>
        <c:baseTimeUnit val="months"/>
      </c:dateAx>
      <c:valAx>
        <c:axId val="5313255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3132499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zero"/>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Web</c:v>
                </c:pt>
              </c:strCache>
            </c:strRef>
          </c:tx>
          <c:spPr>
            <a:solidFill>
              <a:schemeClr val="accent1"/>
            </a:solidFill>
            <a:ln w="63500">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lt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Year 1</c:v>
                </c:pt>
                <c:pt idx="1">
                  <c:v>Year 2</c:v>
                </c:pt>
                <c:pt idx="2">
                  <c:v>Year 3</c:v>
                </c:pt>
                <c:pt idx="3">
                  <c:v>Year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E75-4513-A338-D0FAEF4D10BA}"/>
            </c:ext>
          </c:extLst>
        </c:ser>
        <c:ser>
          <c:idx val="1"/>
          <c:order val="1"/>
          <c:tx>
            <c:strRef>
              <c:f>Sheet1!$C$1</c:f>
              <c:strCache>
                <c:ptCount val="1"/>
                <c:pt idx="0">
                  <c:v>Font</c:v>
                </c:pt>
              </c:strCache>
            </c:strRef>
          </c:tx>
          <c:spPr>
            <a:solidFill>
              <a:schemeClr val="accent2"/>
            </a:solidFill>
            <a:ln w="63500">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lt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Year 1</c:v>
                </c:pt>
                <c:pt idx="1">
                  <c:v>Year 2</c:v>
                </c:pt>
                <c:pt idx="2">
                  <c:v>Year 3</c:v>
                </c:pt>
                <c:pt idx="3">
                  <c:v>Year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E75-4513-A338-D0FAEF4D10BA}"/>
            </c:ext>
          </c:extLst>
        </c:ser>
        <c:ser>
          <c:idx val="2"/>
          <c:order val="2"/>
          <c:tx>
            <c:strRef>
              <c:f>Sheet1!$D$1</c:f>
              <c:strCache>
                <c:ptCount val="1"/>
                <c:pt idx="0">
                  <c:v>Logo</c:v>
                </c:pt>
              </c:strCache>
            </c:strRef>
          </c:tx>
          <c:spPr>
            <a:solidFill>
              <a:schemeClr val="accent3"/>
            </a:solidFill>
            <a:ln w="63500">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lt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Year 1</c:v>
                </c:pt>
                <c:pt idx="1">
                  <c:v>Year 2</c:v>
                </c:pt>
                <c:pt idx="2">
                  <c:v>Year 3</c:v>
                </c:pt>
                <c:pt idx="3">
                  <c:v>Year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E75-4513-A338-D0FAEF4D10BA}"/>
            </c:ext>
          </c:extLst>
        </c:ser>
        <c:dLbls>
          <c:showLegendKey val="0"/>
          <c:showVal val="1"/>
          <c:showCatName val="0"/>
          <c:showSerName val="0"/>
          <c:showPercent val="0"/>
          <c:showBubbleSize val="0"/>
        </c:dLbls>
        <c:gapWidth val="79"/>
        <c:overlap val="100"/>
        <c:axId val="201982256"/>
        <c:axId val="201982816"/>
      </c:barChart>
      <c:catAx>
        <c:axId val="201982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65" b="0" i="0" u="none" strike="noStrike" kern="1200" cap="all" spc="120" normalizeH="0" baseline="0">
                <a:solidFill>
                  <a:schemeClr val="tx1">
                    <a:lumMod val="65000"/>
                    <a:lumOff val="35000"/>
                  </a:schemeClr>
                </a:solidFill>
                <a:latin typeface="+mn-lt"/>
                <a:ea typeface="+mn-ea"/>
                <a:cs typeface="+mn-cs"/>
              </a:defRPr>
            </a:pPr>
            <a:endParaRPr lang="zh-CN"/>
          </a:p>
        </c:txPr>
        <c:crossAx val="201982816"/>
        <c:crosses val="autoZero"/>
        <c:auto val="1"/>
        <c:lblAlgn val="ctr"/>
        <c:lblOffset val="100"/>
        <c:noMultiLvlLbl val="0"/>
      </c:catAx>
      <c:valAx>
        <c:axId val="201982816"/>
        <c:scaling>
          <c:orientation val="minMax"/>
        </c:scaling>
        <c:delete val="1"/>
        <c:axPos val="l"/>
        <c:numFmt formatCode="0%" sourceLinked="1"/>
        <c:majorTickMark val="none"/>
        <c:minorTickMark val="none"/>
        <c:tickLblPos val="nextTo"/>
        <c:crossAx val="20198225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w="9525" cap="flat" cmpd="sng" algn="ctr">
      <a:solidFill>
        <a:schemeClr val="bg1"/>
      </a:solidFill>
      <a:round/>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261-4897-B3B0-7091378525E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261-4897-B3B0-7091378525E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261-4897-B3B0-7091378525E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1261-4897-B3B0-7091378525EC}"/>
              </c:ext>
            </c:extLst>
          </c:dPt>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bg1"/>
                    </a:solidFill>
                    <a:latin typeface="+mn-lt"/>
                    <a:ea typeface="+mn-ea"/>
                    <a:cs typeface="+mn-cs"/>
                  </a:defRPr>
                </a:pPr>
                <a:endParaRPr lang="zh-CN"/>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1261-4897-B3B0-7091378525EC}"/>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5"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5"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5" kern="1200"/>
  </cs:chartArea>
  <cs:dataLabel>
    <cs:lnRef idx="0"/>
    <cs:fillRef idx="0"/>
    <cs:effectRef idx="0"/>
    <cs:fontRef idx="minor">
      <a:schemeClr val="lt1"/>
    </cs:fontRef>
    <cs:defRPr sz="1195"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5"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3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5"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5"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D96D07-341D-4D88-BBFE-B431BFA04196}" type="datetimeFigureOut">
              <a:rPr lang="zh-CN" altLang="en-US" smtClean="0"/>
              <a:t>2024-12-17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B2A0F9D-3357-4A94-85C8-3B842B870DC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1</a:t>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26</a:t>
            </a:fld>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2024-12-17</a:t>
            </a:fld>
            <a:endParaRPr lang="zh-CN" altLang="en-US">
              <a:solidFill>
                <a:srgbClr val="F37487">
                  <a:tint val="75000"/>
                </a:srgbClr>
              </a:solidFill>
            </a:endParaRPr>
          </a:p>
        </p:txBody>
      </p:sp>
      <p:sp>
        <p:nvSpPr>
          <p:cNvPr id="5" name="页脚占位符 4"/>
          <p:cNvSpPr>
            <a:spLocks noGrp="1"/>
          </p:cNvSpPr>
          <p:nvPr>
            <p:ph type="ftr" sz="quarter" idx="11"/>
          </p:nvPr>
        </p:nvSpPr>
        <p:spPr/>
        <p:txBody>
          <a:bodyPr/>
          <a:lstStyle/>
          <a:p>
            <a:endParaRPr lang="zh-CN" altLang="en-US">
              <a:solidFill>
                <a:srgbClr val="F37487">
                  <a:tint val="75000"/>
                </a:srgbClr>
              </a:solidFill>
            </a:endParaRPr>
          </a:p>
        </p:txBody>
      </p:sp>
      <p:sp>
        <p:nvSpPr>
          <p:cNvPr id="6" name="灯片编号占位符 5"/>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2024-12-17</a:t>
            </a:fld>
            <a:endParaRPr lang="zh-CN" altLang="en-US">
              <a:solidFill>
                <a:srgbClr val="F37487">
                  <a:tint val="75000"/>
                </a:srgbClr>
              </a:solidFill>
            </a:endParaRPr>
          </a:p>
        </p:txBody>
      </p:sp>
      <p:sp>
        <p:nvSpPr>
          <p:cNvPr id="5" name="页脚占位符 4"/>
          <p:cNvSpPr>
            <a:spLocks noGrp="1"/>
          </p:cNvSpPr>
          <p:nvPr>
            <p:ph type="ftr" sz="quarter" idx="11"/>
          </p:nvPr>
        </p:nvSpPr>
        <p:spPr/>
        <p:txBody>
          <a:bodyPr/>
          <a:lstStyle/>
          <a:p>
            <a:endParaRPr lang="zh-CN" altLang="en-US">
              <a:solidFill>
                <a:srgbClr val="F37487">
                  <a:tint val="75000"/>
                </a:srgbClr>
              </a:solidFill>
            </a:endParaRPr>
          </a:p>
        </p:txBody>
      </p:sp>
      <p:sp>
        <p:nvSpPr>
          <p:cNvPr id="6" name="灯片编号占位符 5"/>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2024-12-17</a:t>
            </a:fld>
            <a:endParaRPr lang="zh-CN" altLang="en-US">
              <a:solidFill>
                <a:srgbClr val="F37487">
                  <a:tint val="75000"/>
                </a:srgbClr>
              </a:solidFill>
            </a:endParaRPr>
          </a:p>
        </p:txBody>
      </p:sp>
      <p:sp>
        <p:nvSpPr>
          <p:cNvPr id="6" name="页脚占位符 5"/>
          <p:cNvSpPr>
            <a:spLocks noGrp="1"/>
          </p:cNvSpPr>
          <p:nvPr>
            <p:ph type="ftr" sz="quarter" idx="11"/>
          </p:nvPr>
        </p:nvSpPr>
        <p:spPr/>
        <p:txBody>
          <a:bodyPr/>
          <a:lstStyle/>
          <a:p>
            <a:endParaRPr lang="zh-CN" altLang="en-US">
              <a:solidFill>
                <a:srgbClr val="F37487">
                  <a:tint val="75000"/>
                </a:srgbClr>
              </a:solidFill>
            </a:endParaRPr>
          </a:p>
        </p:txBody>
      </p:sp>
      <p:sp>
        <p:nvSpPr>
          <p:cNvPr id="7" name="灯片编号占位符 6"/>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2024-12-17</a:t>
            </a:fld>
            <a:endParaRPr lang="zh-CN" altLang="en-US">
              <a:solidFill>
                <a:srgbClr val="F37487">
                  <a:tint val="75000"/>
                </a:srgbClr>
              </a:solidFill>
            </a:endParaRPr>
          </a:p>
        </p:txBody>
      </p:sp>
      <p:sp>
        <p:nvSpPr>
          <p:cNvPr id="8" name="页脚占位符 7"/>
          <p:cNvSpPr>
            <a:spLocks noGrp="1"/>
          </p:cNvSpPr>
          <p:nvPr>
            <p:ph type="ftr" sz="quarter" idx="11"/>
          </p:nvPr>
        </p:nvSpPr>
        <p:spPr/>
        <p:txBody>
          <a:bodyPr/>
          <a:lstStyle/>
          <a:p>
            <a:endParaRPr lang="zh-CN" altLang="en-US">
              <a:solidFill>
                <a:srgbClr val="F37487">
                  <a:tint val="75000"/>
                </a:srgbClr>
              </a:solidFill>
            </a:endParaRPr>
          </a:p>
        </p:txBody>
      </p:sp>
      <p:sp>
        <p:nvSpPr>
          <p:cNvPr id="9" name="灯片编号占位符 8"/>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2024-12-17</a:t>
            </a:fld>
            <a:endParaRPr lang="zh-CN" altLang="en-US">
              <a:solidFill>
                <a:srgbClr val="F37487">
                  <a:tint val="75000"/>
                </a:srgbClr>
              </a:solidFill>
            </a:endParaRPr>
          </a:p>
        </p:txBody>
      </p:sp>
      <p:sp>
        <p:nvSpPr>
          <p:cNvPr id="4" name="页脚占位符 3"/>
          <p:cNvSpPr>
            <a:spLocks noGrp="1"/>
          </p:cNvSpPr>
          <p:nvPr>
            <p:ph type="ftr" sz="quarter" idx="11"/>
          </p:nvPr>
        </p:nvSpPr>
        <p:spPr/>
        <p:txBody>
          <a:bodyPr/>
          <a:lstStyle/>
          <a:p>
            <a:endParaRPr lang="zh-CN" altLang="en-US">
              <a:solidFill>
                <a:srgbClr val="F37487">
                  <a:tint val="75000"/>
                </a:srgbClr>
              </a:solidFill>
            </a:endParaRPr>
          </a:p>
        </p:txBody>
      </p:sp>
      <p:sp>
        <p:nvSpPr>
          <p:cNvPr id="5" name="灯片编号占位符 4"/>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2024-12-17</a:t>
            </a:fld>
            <a:endParaRPr lang="zh-CN" altLang="en-US">
              <a:solidFill>
                <a:srgbClr val="F37487">
                  <a:tint val="75000"/>
                </a:srgbClr>
              </a:solidFill>
            </a:endParaRPr>
          </a:p>
        </p:txBody>
      </p:sp>
      <p:sp>
        <p:nvSpPr>
          <p:cNvPr id="3" name="页脚占位符 2"/>
          <p:cNvSpPr>
            <a:spLocks noGrp="1"/>
          </p:cNvSpPr>
          <p:nvPr>
            <p:ph type="ftr" sz="quarter" idx="11"/>
          </p:nvPr>
        </p:nvSpPr>
        <p:spPr/>
        <p:txBody>
          <a:bodyPr/>
          <a:lstStyle/>
          <a:p>
            <a:endParaRPr lang="zh-CN" altLang="en-US">
              <a:solidFill>
                <a:srgbClr val="F37487">
                  <a:tint val="75000"/>
                </a:srgbClr>
              </a:solidFill>
            </a:endParaRPr>
          </a:p>
        </p:txBody>
      </p:sp>
      <p:sp>
        <p:nvSpPr>
          <p:cNvPr id="4" name="灯片编号占位符 3"/>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2024-12-17</a:t>
            </a:fld>
            <a:endParaRPr lang="zh-CN" altLang="en-US">
              <a:solidFill>
                <a:srgbClr val="F37487">
                  <a:tint val="75000"/>
                </a:srgbClr>
              </a:solidFill>
            </a:endParaRPr>
          </a:p>
        </p:txBody>
      </p:sp>
      <p:sp>
        <p:nvSpPr>
          <p:cNvPr id="6" name="页脚占位符 5"/>
          <p:cNvSpPr>
            <a:spLocks noGrp="1"/>
          </p:cNvSpPr>
          <p:nvPr>
            <p:ph type="ftr" sz="quarter" idx="11"/>
          </p:nvPr>
        </p:nvSpPr>
        <p:spPr/>
        <p:txBody>
          <a:bodyPr/>
          <a:lstStyle/>
          <a:p>
            <a:endParaRPr lang="zh-CN" altLang="en-US">
              <a:solidFill>
                <a:srgbClr val="F37487">
                  <a:tint val="75000"/>
                </a:srgbClr>
              </a:solidFill>
            </a:endParaRPr>
          </a:p>
        </p:txBody>
      </p:sp>
      <p:sp>
        <p:nvSpPr>
          <p:cNvPr id="7" name="灯片编号占位符 6"/>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2024-12-17</a:t>
            </a:fld>
            <a:endParaRPr lang="zh-CN" altLang="en-US">
              <a:solidFill>
                <a:srgbClr val="F37487">
                  <a:tint val="75000"/>
                </a:srgbClr>
              </a:solidFill>
            </a:endParaRPr>
          </a:p>
        </p:txBody>
      </p:sp>
      <p:sp>
        <p:nvSpPr>
          <p:cNvPr id="6" name="页脚占位符 5"/>
          <p:cNvSpPr>
            <a:spLocks noGrp="1"/>
          </p:cNvSpPr>
          <p:nvPr>
            <p:ph type="ftr" sz="quarter" idx="11"/>
          </p:nvPr>
        </p:nvSpPr>
        <p:spPr/>
        <p:txBody>
          <a:bodyPr/>
          <a:lstStyle/>
          <a:p>
            <a:endParaRPr lang="zh-CN" altLang="en-US">
              <a:solidFill>
                <a:srgbClr val="F37487">
                  <a:tint val="75000"/>
                </a:srgbClr>
              </a:solidFill>
            </a:endParaRPr>
          </a:p>
        </p:txBody>
      </p:sp>
      <p:sp>
        <p:nvSpPr>
          <p:cNvPr id="7" name="灯片编号占位符 6"/>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2024-12-17</a:t>
            </a:fld>
            <a:endParaRPr lang="zh-CN" altLang="en-US">
              <a:solidFill>
                <a:srgbClr val="F37487">
                  <a:tint val="75000"/>
                </a:srgbClr>
              </a:solidFill>
            </a:endParaRPr>
          </a:p>
        </p:txBody>
      </p:sp>
      <p:sp>
        <p:nvSpPr>
          <p:cNvPr id="5" name="页脚占位符 4"/>
          <p:cNvSpPr>
            <a:spLocks noGrp="1"/>
          </p:cNvSpPr>
          <p:nvPr>
            <p:ph type="ftr" sz="quarter" idx="11"/>
          </p:nvPr>
        </p:nvSpPr>
        <p:spPr/>
        <p:txBody>
          <a:bodyPr/>
          <a:lstStyle/>
          <a:p>
            <a:endParaRPr lang="zh-CN" altLang="en-US">
              <a:solidFill>
                <a:srgbClr val="F37487">
                  <a:tint val="75000"/>
                </a:srgbClr>
              </a:solidFill>
            </a:endParaRPr>
          </a:p>
        </p:txBody>
      </p:sp>
      <p:sp>
        <p:nvSpPr>
          <p:cNvPr id="6" name="灯片编号占位符 5"/>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2024-12-17</a:t>
            </a:fld>
            <a:endParaRPr lang="zh-CN" altLang="en-US">
              <a:solidFill>
                <a:srgbClr val="F37487">
                  <a:tint val="75000"/>
                </a:srgbClr>
              </a:solidFill>
            </a:endParaRPr>
          </a:p>
        </p:txBody>
      </p:sp>
      <p:sp>
        <p:nvSpPr>
          <p:cNvPr id="5" name="页脚占位符 4"/>
          <p:cNvSpPr>
            <a:spLocks noGrp="1"/>
          </p:cNvSpPr>
          <p:nvPr>
            <p:ph type="ftr" sz="quarter" idx="11"/>
          </p:nvPr>
        </p:nvSpPr>
        <p:spPr/>
        <p:txBody>
          <a:bodyPr/>
          <a:lstStyle/>
          <a:p>
            <a:endParaRPr lang="zh-CN" altLang="en-US">
              <a:solidFill>
                <a:srgbClr val="F37487">
                  <a:tint val="75000"/>
                </a:srgbClr>
              </a:solidFill>
            </a:endParaRPr>
          </a:p>
        </p:txBody>
      </p:sp>
      <p:sp>
        <p:nvSpPr>
          <p:cNvPr id="6" name="灯片编号占位符 5"/>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wo Content">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Custom Layout 2">
    <p:spTree>
      <p:nvGrpSpPr>
        <p:cNvPr id="1" name=""/>
        <p:cNvGrpSpPr/>
        <p:nvPr/>
      </p:nvGrpSpPr>
      <p:grpSpPr>
        <a:xfrm>
          <a:off x="0" y="0"/>
          <a:ext cx="0" cy="0"/>
          <a:chOff x="0" y="0"/>
          <a:chExt cx="0" cy="0"/>
        </a:xfrm>
      </p:grpSpPr>
      <p:sp>
        <p:nvSpPr>
          <p:cNvPr id="6" name="Title 1"/>
          <p:cNvSpPr>
            <a:spLocks noGrp="1"/>
          </p:cNvSpPr>
          <p:nvPr>
            <p:ph type="ctrTitle"/>
          </p:nvPr>
        </p:nvSpPr>
        <p:spPr>
          <a:xfrm>
            <a:off x="1143000" y="374073"/>
            <a:ext cx="6858000" cy="523118"/>
          </a:xfrm>
        </p:spPr>
        <p:txBody>
          <a:bodyPr anchor="b">
            <a:normAutofit/>
          </a:bodyPr>
          <a:lstStyle>
            <a:lvl1pPr algn="ctr">
              <a:defRPr sz="3000">
                <a:solidFill>
                  <a:schemeClr val="tx1">
                    <a:lumMod val="65000"/>
                    <a:lumOff val="35000"/>
                  </a:schemeClr>
                </a:solidFill>
              </a:defRPr>
            </a:lvl1pPr>
          </a:lstStyle>
          <a:p>
            <a:r>
              <a:rPr lang="en-US" dirty="0"/>
              <a:t>Click to edit Master title style</a:t>
            </a:r>
            <a:endParaRPr lang="en-AU" dirty="0"/>
          </a:p>
        </p:txBody>
      </p:sp>
      <p:sp>
        <p:nvSpPr>
          <p:cNvPr id="7" name="Subtitle 2"/>
          <p:cNvSpPr>
            <a:spLocks noGrp="1"/>
          </p:cNvSpPr>
          <p:nvPr>
            <p:ph type="subTitle" idx="1"/>
          </p:nvPr>
        </p:nvSpPr>
        <p:spPr>
          <a:xfrm>
            <a:off x="1143000" y="917973"/>
            <a:ext cx="6858000" cy="280663"/>
          </a:xfrm>
        </p:spPr>
        <p:txBody>
          <a:bodyPr>
            <a:normAutofit/>
          </a:bodyPr>
          <a:lstStyle>
            <a:lvl1pPr marL="0" indent="0" algn="ctr">
              <a:buNone/>
              <a:defRPr sz="1050">
                <a:solidFill>
                  <a:schemeClr val="bg1">
                    <a:lumMod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AU" dirty="0"/>
          </a:p>
        </p:txBody>
      </p:sp>
      <p:sp>
        <p:nvSpPr>
          <p:cNvPr id="10" name="Text Placeholder 7"/>
          <p:cNvSpPr>
            <a:spLocks noGrp="1"/>
          </p:cNvSpPr>
          <p:nvPr>
            <p:ph type="body" sz="quarter" idx="13"/>
          </p:nvPr>
        </p:nvSpPr>
        <p:spPr>
          <a:xfrm>
            <a:off x="628650" y="1503513"/>
            <a:ext cx="3942159" cy="353700"/>
          </a:xfrm>
        </p:spPr>
        <p:txBody>
          <a:bodyPr>
            <a:noAutofit/>
          </a:bodyPr>
          <a:lstStyle>
            <a:lvl1pPr marL="0" indent="0">
              <a:buNone/>
              <a:defRPr sz="1800">
                <a:solidFill>
                  <a:schemeClr val="accent1"/>
                </a:solidFill>
              </a:defRPr>
            </a:lvl1pPr>
          </a:lstStyle>
          <a:p>
            <a:pPr lvl="0"/>
            <a:endParaRPr lang="en-AU" dirty="0"/>
          </a:p>
        </p:txBody>
      </p:sp>
      <p:sp>
        <p:nvSpPr>
          <p:cNvPr id="11" name="Text Placeholder 9"/>
          <p:cNvSpPr>
            <a:spLocks noGrp="1"/>
          </p:cNvSpPr>
          <p:nvPr>
            <p:ph type="body" sz="quarter" idx="14"/>
          </p:nvPr>
        </p:nvSpPr>
        <p:spPr>
          <a:xfrm>
            <a:off x="628650" y="1868643"/>
            <a:ext cx="3942159" cy="1319645"/>
          </a:xfrm>
        </p:spPr>
        <p:txBody>
          <a:bodyPr>
            <a:normAutofit/>
          </a:bodyPr>
          <a:lstStyle>
            <a:lvl1pPr marL="0" indent="0">
              <a:buNone/>
              <a:defRPr sz="1050">
                <a:latin typeface="Lato Light" panose="020F0302020204030203" pitchFamily="34" charset="0"/>
              </a:defRPr>
            </a:lvl1pPr>
          </a:lstStyle>
          <a:p>
            <a:pPr lvl="0"/>
            <a:endParaRPr lang="en-AU" dirty="0"/>
          </a:p>
        </p:txBody>
      </p:sp>
      <p:sp>
        <p:nvSpPr>
          <p:cNvPr id="12" name="Text Placeholder 11"/>
          <p:cNvSpPr>
            <a:spLocks noGrp="1"/>
          </p:cNvSpPr>
          <p:nvPr>
            <p:ph type="body" sz="quarter" idx="15"/>
          </p:nvPr>
        </p:nvSpPr>
        <p:spPr>
          <a:xfrm>
            <a:off x="629841" y="3287317"/>
            <a:ext cx="3940969" cy="370284"/>
          </a:xfrm>
        </p:spPr>
        <p:txBody>
          <a:bodyPr>
            <a:normAutofit/>
          </a:bodyPr>
          <a:lstStyle>
            <a:lvl1pPr marL="0" indent="0">
              <a:buNone/>
              <a:defRPr sz="1200" b="1" i="1">
                <a:latin typeface="Lato Light" panose="020F0302020204030203" pitchFamily="34" charset="0"/>
              </a:defRPr>
            </a:lvl1pPr>
          </a:lstStyle>
          <a:p>
            <a:pPr lvl="0"/>
            <a:endParaRPr lang="en-AU" dirty="0"/>
          </a:p>
        </p:txBody>
      </p:sp>
      <p:sp>
        <p:nvSpPr>
          <p:cNvPr id="13" name="Text Placeholder 13"/>
          <p:cNvSpPr>
            <a:spLocks noGrp="1"/>
          </p:cNvSpPr>
          <p:nvPr>
            <p:ph type="body" sz="quarter" idx="16"/>
          </p:nvPr>
        </p:nvSpPr>
        <p:spPr>
          <a:xfrm>
            <a:off x="629841" y="3657600"/>
            <a:ext cx="3940969" cy="370285"/>
          </a:xfrm>
        </p:spPr>
        <p:txBody>
          <a:bodyPr>
            <a:normAutofit/>
          </a:bodyPr>
          <a:lstStyle>
            <a:lvl1pPr marL="0" indent="0">
              <a:buNone/>
              <a:defRPr sz="900" b="1">
                <a:latin typeface="Lato Light" panose="020F0302020204030203" pitchFamily="34" charset="0"/>
              </a:defRPr>
            </a:lvl1pPr>
          </a:lstStyle>
          <a:p>
            <a:pPr lvl="0"/>
            <a:endParaRPr lang="en-AU" dirty="0"/>
          </a:p>
        </p:txBody>
      </p:sp>
      <p:sp>
        <p:nvSpPr>
          <p:cNvPr id="14" name="Text Placeholder 15"/>
          <p:cNvSpPr>
            <a:spLocks noGrp="1"/>
          </p:cNvSpPr>
          <p:nvPr>
            <p:ph type="body" sz="quarter" idx="17"/>
          </p:nvPr>
        </p:nvSpPr>
        <p:spPr>
          <a:xfrm>
            <a:off x="629841" y="4027885"/>
            <a:ext cx="3942159" cy="270272"/>
          </a:xfrm>
        </p:spPr>
        <p:txBody>
          <a:bodyPr>
            <a:normAutofit/>
          </a:bodyPr>
          <a:lstStyle>
            <a:lvl1pPr marL="0" indent="0">
              <a:buNone/>
              <a:defRPr sz="900">
                <a:latin typeface="Lato Light" panose="020F0302020204030203" pitchFamily="34" charset="0"/>
              </a:defRPr>
            </a:lvl1pPr>
          </a:lstStyle>
          <a:p>
            <a:pPr lvl="0"/>
            <a:endParaRPr lang="en-AU" dirty="0"/>
          </a:p>
        </p:txBody>
      </p:sp>
      <p:sp>
        <p:nvSpPr>
          <p:cNvPr id="15" name="Date Placeholder 3"/>
          <p:cNvSpPr>
            <a:spLocks noGrp="1"/>
          </p:cNvSpPr>
          <p:nvPr>
            <p:ph type="dt" sz="half" idx="10"/>
          </p:nvPr>
        </p:nvSpPr>
        <p:spPr>
          <a:xfrm>
            <a:off x="628650" y="4767263"/>
            <a:ext cx="2057400" cy="273844"/>
          </a:xfrm>
        </p:spPr>
        <p:txBody>
          <a:bodyPr/>
          <a:lstStyle>
            <a:lvl1pPr>
              <a:defRPr>
                <a:latin typeface="Lato Light" panose="020F0302020204030203" pitchFamily="34" charset="0"/>
              </a:defRPr>
            </a:lvl1pPr>
          </a:lstStyle>
          <a:p>
            <a:fld id="{722F6D6F-DD99-46DF-A9EA-728D63EA6A31}" type="datetimeFigureOut">
              <a:rPr lang="en-AU" smtClean="0"/>
              <a:t>17/12/2024</a:t>
            </a:fld>
            <a:endParaRPr lang="en-AU" dirty="0"/>
          </a:p>
        </p:txBody>
      </p:sp>
      <p:sp>
        <p:nvSpPr>
          <p:cNvPr id="16" name="Footer Placeholder 4"/>
          <p:cNvSpPr>
            <a:spLocks noGrp="1"/>
          </p:cNvSpPr>
          <p:nvPr>
            <p:ph type="ftr" sz="quarter" idx="11"/>
          </p:nvPr>
        </p:nvSpPr>
        <p:spPr>
          <a:xfrm>
            <a:off x="3028950" y="4767263"/>
            <a:ext cx="3086100" cy="273844"/>
          </a:xfrm>
        </p:spPr>
        <p:txBody>
          <a:bodyPr/>
          <a:lstStyle>
            <a:lvl1pPr>
              <a:defRPr>
                <a:latin typeface="Lato Light" panose="020F0302020204030203" pitchFamily="34" charset="0"/>
              </a:defRPr>
            </a:lvl1pPr>
          </a:lstStyle>
          <a:p>
            <a:endParaRPr lang="en-AU" dirty="0"/>
          </a:p>
        </p:txBody>
      </p:sp>
      <p:sp>
        <p:nvSpPr>
          <p:cNvPr id="17" name="Slide Number Placeholder 5"/>
          <p:cNvSpPr>
            <a:spLocks noGrp="1"/>
          </p:cNvSpPr>
          <p:nvPr>
            <p:ph type="sldNum" sz="quarter" idx="12"/>
          </p:nvPr>
        </p:nvSpPr>
        <p:spPr>
          <a:xfrm>
            <a:off x="6457950" y="4767263"/>
            <a:ext cx="2057400" cy="273844"/>
          </a:xfrm>
        </p:spPr>
        <p:txBody>
          <a:bodyPr/>
          <a:lstStyle>
            <a:lvl1pPr>
              <a:defRPr>
                <a:latin typeface="Lato Light" panose="020F0302020204030203" pitchFamily="34" charset="0"/>
              </a:defRPr>
            </a:lvl1pPr>
          </a:lstStyle>
          <a:p>
            <a:fld id="{84AD2E7E-F7BA-4F6B-9D0C-0B2331C2AE06}" type="slidenum">
              <a:rPr lang="en-AU" smtClean="0"/>
              <a:t>‹#›</a:t>
            </a:fld>
            <a:endParaRPr lang="en-AU" dirty="0"/>
          </a:p>
        </p:txBody>
      </p:sp>
      <p:sp>
        <p:nvSpPr>
          <p:cNvPr id="19" name="Text Placeholder 18"/>
          <p:cNvSpPr>
            <a:spLocks noGrp="1"/>
          </p:cNvSpPr>
          <p:nvPr>
            <p:ph type="body" sz="quarter" idx="18"/>
          </p:nvPr>
        </p:nvSpPr>
        <p:spPr>
          <a:xfrm>
            <a:off x="5112544" y="1503760"/>
            <a:ext cx="3251597" cy="353615"/>
          </a:xfrm>
        </p:spPr>
        <p:txBody>
          <a:bodyPr>
            <a:normAutofit/>
          </a:bodyPr>
          <a:lstStyle>
            <a:lvl1pPr marL="0" indent="0">
              <a:buNone/>
              <a:defRPr sz="1350"/>
            </a:lvl1pPr>
          </a:lstStyle>
          <a:p>
            <a:pPr lvl="0"/>
            <a:endParaRPr lang="en-AU" dirty="0"/>
          </a:p>
        </p:txBody>
      </p:sp>
      <p:sp>
        <p:nvSpPr>
          <p:cNvPr id="21" name="Text Placeholder 20"/>
          <p:cNvSpPr>
            <a:spLocks noGrp="1"/>
          </p:cNvSpPr>
          <p:nvPr>
            <p:ph type="body" sz="quarter" idx="19"/>
          </p:nvPr>
        </p:nvSpPr>
        <p:spPr>
          <a:xfrm>
            <a:off x="5112544" y="1868091"/>
            <a:ext cx="3251597" cy="703659"/>
          </a:xfrm>
        </p:spPr>
        <p:txBody>
          <a:bodyPr>
            <a:normAutofit/>
          </a:bodyPr>
          <a:lstStyle>
            <a:lvl1pPr marL="0" indent="0">
              <a:buNone/>
              <a:defRPr sz="900">
                <a:latin typeface="Lato Light" panose="020F0302020204030203" pitchFamily="34" charset="0"/>
              </a:defRPr>
            </a:lvl1pPr>
          </a:lstStyle>
          <a:p>
            <a:pPr lvl="0"/>
            <a:endParaRPr lang="en-AU"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Comparison">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722F6D6F-DD99-46DF-A9EA-728D63EA6A31}" type="datetimeFigureOut">
              <a:rPr lang="en-AU" smtClean="0"/>
              <a:t>17/12/2024</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4AD2E7E-F7BA-4F6B-9D0C-0B2331C2AE06}" type="slidenum">
              <a:rPr lang="en-AU" smtClean="0"/>
              <a:t>‹#›</a:t>
            </a:fld>
            <a:endParaRPr lang="en-AU"/>
          </a:p>
        </p:txBody>
      </p:sp>
      <p:sp>
        <p:nvSpPr>
          <p:cNvPr id="25" name="Picture Placeholder 24"/>
          <p:cNvSpPr>
            <a:spLocks noGrp="1"/>
          </p:cNvSpPr>
          <p:nvPr>
            <p:ph type="pic" sz="quarter" idx="13"/>
          </p:nvPr>
        </p:nvSpPr>
        <p:spPr>
          <a:xfrm>
            <a:off x="601266" y="1632637"/>
            <a:ext cx="1625132" cy="1625132"/>
          </a:xfrm>
          <a:custGeom>
            <a:avLst/>
            <a:gdLst>
              <a:gd name="connsiteX0" fmla="*/ 1342864 w 2685728"/>
              <a:gd name="connsiteY0" fmla="*/ 0 h 2685728"/>
              <a:gd name="connsiteX1" fmla="*/ 1590895 w 2685728"/>
              <a:gd name="connsiteY1" fmla="*/ 102738 h 2685728"/>
              <a:gd name="connsiteX2" fmla="*/ 2582990 w 2685728"/>
              <a:gd name="connsiteY2" fmla="*/ 1094833 h 2685728"/>
              <a:gd name="connsiteX3" fmla="*/ 2582990 w 2685728"/>
              <a:gd name="connsiteY3" fmla="*/ 1590895 h 2685728"/>
              <a:gd name="connsiteX4" fmla="*/ 1590895 w 2685728"/>
              <a:gd name="connsiteY4" fmla="*/ 2582990 h 2685728"/>
              <a:gd name="connsiteX5" fmla="*/ 1094833 w 2685728"/>
              <a:gd name="connsiteY5" fmla="*/ 2582990 h 2685728"/>
              <a:gd name="connsiteX6" fmla="*/ 102738 w 2685728"/>
              <a:gd name="connsiteY6" fmla="*/ 1590895 h 2685728"/>
              <a:gd name="connsiteX7" fmla="*/ 102738 w 2685728"/>
              <a:gd name="connsiteY7" fmla="*/ 1094833 h 2685728"/>
              <a:gd name="connsiteX8" fmla="*/ 1094833 w 2685728"/>
              <a:gd name="connsiteY8" fmla="*/ 102738 h 2685728"/>
              <a:gd name="connsiteX9" fmla="*/ 1342864 w 2685728"/>
              <a:gd name="connsiteY9" fmla="*/ 0 h 2685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5728" h="2685728">
                <a:moveTo>
                  <a:pt x="1342864" y="0"/>
                </a:moveTo>
                <a:cubicBezTo>
                  <a:pt x="1432634" y="0"/>
                  <a:pt x="1522403" y="34246"/>
                  <a:pt x="1590895" y="102738"/>
                </a:cubicBezTo>
                <a:lnTo>
                  <a:pt x="2582990" y="1094833"/>
                </a:lnTo>
                <a:cubicBezTo>
                  <a:pt x="2719974" y="1231817"/>
                  <a:pt x="2719974" y="1453912"/>
                  <a:pt x="2582990" y="1590895"/>
                </a:cubicBezTo>
                <a:lnTo>
                  <a:pt x="1590895" y="2582990"/>
                </a:lnTo>
                <a:cubicBezTo>
                  <a:pt x="1453912" y="2719974"/>
                  <a:pt x="1231817" y="2719974"/>
                  <a:pt x="1094833" y="2582990"/>
                </a:cubicBezTo>
                <a:lnTo>
                  <a:pt x="102738" y="1590895"/>
                </a:lnTo>
                <a:cubicBezTo>
                  <a:pt x="-34246" y="1453912"/>
                  <a:pt x="-34246" y="1231817"/>
                  <a:pt x="102738" y="1094833"/>
                </a:cubicBezTo>
                <a:lnTo>
                  <a:pt x="1094833" y="102738"/>
                </a:lnTo>
                <a:cubicBezTo>
                  <a:pt x="1163325" y="34246"/>
                  <a:pt x="1253094" y="0"/>
                  <a:pt x="1342864" y="0"/>
                </a:cubicBezTo>
                <a:close/>
              </a:path>
            </a:pathLst>
          </a:custGeom>
          <a:solidFill>
            <a:schemeClr val="bg1">
              <a:lumMod val="85000"/>
            </a:schemeClr>
          </a:solidFill>
          <a:ln w="76200">
            <a:solidFill>
              <a:schemeClr val="bg1"/>
            </a:solidFill>
          </a:ln>
          <a:effectLst>
            <a:outerShdw blurRad="50800" dist="38100" dir="2700000" algn="tl" rotWithShape="0">
              <a:prstClr val="black">
                <a:alpha val="40000"/>
              </a:prstClr>
            </a:outerShdw>
          </a:effectLst>
        </p:spPr>
        <p:txBody>
          <a:bodyPr wrap="square">
            <a:noAutofit/>
          </a:bodyPr>
          <a:lstStyle/>
          <a:p>
            <a:endParaRPr lang="en-AU"/>
          </a:p>
        </p:txBody>
      </p:sp>
      <p:sp>
        <p:nvSpPr>
          <p:cNvPr id="28" name="Picture Placeholder 27"/>
          <p:cNvSpPr>
            <a:spLocks noGrp="1"/>
          </p:cNvSpPr>
          <p:nvPr>
            <p:ph type="pic" sz="quarter" idx="14"/>
          </p:nvPr>
        </p:nvSpPr>
        <p:spPr>
          <a:xfrm>
            <a:off x="2701017" y="1632637"/>
            <a:ext cx="1625132" cy="1625132"/>
          </a:xfrm>
          <a:custGeom>
            <a:avLst/>
            <a:gdLst>
              <a:gd name="connsiteX0" fmla="*/ 1342864 w 2685728"/>
              <a:gd name="connsiteY0" fmla="*/ 0 h 2685728"/>
              <a:gd name="connsiteX1" fmla="*/ 1590895 w 2685728"/>
              <a:gd name="connsiteY1" fmla="*/ 102738 h 2685728"/>
              <a:gd name="connsiteX2" fmla="*/ 2582990 w 2685728"/>
              <a:gd name="connsiteY2" fmla="*/ 1094833 h 2685728"/>
              <a:gd name="connsiteX3" fmla="*/ 2582990 w 2685728"/>
              <a:gd name="connsiteY3" fmla="*/ 1590895 h 2685728"/>
              <a:gd name="connsiteX4" fmla="*/ 1590895 w 2685728"/>
              <a:gd name="connsiteY4" fmla="*/ 2582990 h 2685728"/>
              <a:gd name="connsiteX5" fmla="*/ 1094833 w 2685728"/>
              <a:gd name="connsiteY5" fmla="*/ 2582990 h 2685728"/>
              <a:gd name="connsiteX6" fmla="*/ 102738 w 2685728"/>
              <a:gd name="connsiteY6" fmla="*/ 1590895 h 2685728"/>
              <a:gd name="connsiteX7" fmla="*/ 102738 w 2685728"/>
              <a:gd name="connsiteY7" fmla="*/ 1094833 h 2685728"/>
              <a:gd name="connsiteX8" fmla="*/ 1094833 w 2685728"/>
              <a:gd name="connsiteY8" fmla="*/ 102738 h 2685728"/>
              <a:gd name="connsiteX9" fmla="*/ 1342864 w 2685728"/>
              <a:gd name="connsiteY9" fmla="*/ 0 h 2685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5728" h="2685728">
                <a:moveTo>
                  <a:pt x="1342864" y="0"/>
                </a:moveTo>
                <a:cubicBezTo>
                  <a:pt x="1432634" y="0"/>
                  <a:pt x="1522403" y="34246"/>
                  <a:pt x="1590895" y="102738"/>
                </a:cubicBezTo>
                <a:lnTo>
                  <a:pt x="2582990" y="1094833"/>
                </a:lnTo>
                <a:cubicBezTo>
                  <a:pt x="2719974" y="1231817"/>
                  <a:pt x="2719974" y="1453912"/>
                  <a:pt x="2582990" y="1590895"/>
                </a:cubicBezTo>
                <a:lnTo>
                  <a:pt x="1590895" y="2582990"/>
                </a:lnTo>
                <a:cubicBezTo>
                  <a:pt x="1453912" y="2719974"/>
                  <a:pt x="1231817" y="2719974"/>
                  <a:pt x="1094833" y="2582990"/>
                </a:cubicBezTo>
                <a:lnTo>
                  <a:pt x="102738" y="1590895"/>
                </a:lnTo>
                <a:cubicBezTo>
                  <a:pt x="-34246" y="1453912"/>
                  <a:pt x="-34246" y="1231817"/>
                  <a:pt x="102738" y="1094833"/>
                </a:cubicBezTo>
                <a:lnTo>
                  <a:pt x="1094833" y="102738"/>
                </a:lnTo>
                <a:cubicBezTo>
                  <a:pt x="1163325" y="34246"/>
                  <a:pt x="1253094" y="0"/>
                  <a:pt x="1342864" y="0"/>
                </a:cubicBezTo>
                <a:close/>
              </a:path>
            </a:pathLst>
          </a:custGeom>
          <a:solidFill>
            <a:schemeClr val="bg1">
              <a:lumMod val="85000"/>
            </a:schemeClr>
          </a:solidFill>
          <a:ln w="76200">
            <a:solidFill>
              <a:schemeClr val="bg1"/>
            </a:solidFill>
          </a:ln>
          <a:effectLst>
            <a:outerShdw blurRad="50800" dist="38100" dir="2700000" algn="tl" rotWithShape="0">
              <a:prstClr val="black">
                <a:alpha val="40000"/>
              </a:prstClr>
            </a:outerShdw>
          </a:effectLst>
        </p:spPr>
        <p:txBody>
          <a:bodyPr wrap="square">
            <a:noAutofit/>
          </a:bodyPr>
          <a:lstStyle/>
          <a:p>
            <a:endParaRPr lang="en-AU"/>
          </a:p>
        </p:txBody>
      </p:sp>
      <p:sp>
        <p:nvSpPr>
          <p:cNvPr id="29" name="Picture Placeholder 28"/>
          <p:cNvSpPr>
            <a:spLocks noGrp="1"/>
          </p:cNvSpPr>
          <p:nvPr>
            <p:ph type="pic" sz="quarter" idx="15"/>
          </p:nvPr>
        </p:nvSpPr>
        <p:spPr>
          <a:xfrm>
            <a:off x="4804243" y="1632637"/>
            <a:ext cx="1625132" cy="1625132"/>
          </a:xfrm>
          <a:custGeom>
            <a:avLst/>
            <a:gdLst>
              <a:gd name="connsiteX0" fmla="*/ 1342864 w 2685728"/>
              <a:gd name="connsiteY0" fmla="*/ 0 h 2685728"/>
              <a:gd name="connsiteX1" fmla="*/ 1590895 w 2685728"/>
              <a:gd name="connsiteY1" fmla="*/ 102738 h 2685728"/>
              <a:gd name="connsiteX2" fmla="*/ 2582990 w 2685728"/>
              <a:gd name="connsiteY2" fmla="*/ 1094833 h 2685728"/>
              <a:gd name="connsiteX3" fmla="*/ 2582990 w 2685728"/>
              <a:gd name="connsiteY3" fmla="*/ 1590895 h 2685728"/>
              <a:gd name="connsiteX4" fmla="*/ 1590895 w 2685728"/>
              <a:gd name="connsiteY4" fmla="*/ 2582990 h 2685728"/>
              <a:gd name="connsiteX5" fmla="*/ 1094833 w 2685728"/>
              <a:gd name="connsiteY5" fmla="*/ 2582990 h 2685728"/>
              <a:gd name="connsiteX6" fmla="*/ 102738 w 2685728"/>
              <a:gd name="connsiteY6" fmla="*/ 1590895 h 2685728"/>
              <a:gd name="connsiteX7" fmla="*/ 102738 w 2685728"/>
              <a:gd name="connsiteY7" fmla="*/ 1094833 h 2685728"/>
              <a:gd name="connsiteX8" fmla="*/ 1094833 w 2685728"/>
              <a:gd name="connsiteY8" fmla="*/ 102738 h 2685728"/>
              <a:gd name="connsiteX9" fmla="*/ 1342864 w 2685728"/>
              <a:gd name="connsiteY9" fmla="*/ 0 h 2685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5728" h="2685728">
                <a:moveTo>
                  <a:pt x="1342864" y="0"/>
                </a:moveTo>
                <a:cubicBezTo>
                  <a:pt x="1432634" y="0"/>
                  <a:pt x="1522403" y="34246"/>
                  <a:pt x="1590895" y="102738"/>
                </a:cubicBezTo>
                <a:lnTo>
                  <a:pt x="2582990" y="1094833"/>
                </a:lnTo>
                <a:cubicBezTo>
                  <a:pt x="2719974" y="1231817"/>
                  <a:pt x="2719974" y="1453912"/>
                  <a:pt x="2582990" y="1590895"/>
                </a:cubicBezTo>
                <a:lnTo>
                  <a:pt x="1590895" y="2582990"/>
                </a:lnTo>
                <a:cubicBezTo>
                  <a:pt x="1453912" y="2719974"/>
                  <a:pt x="1231817" y="2719974"/>
                  <a:pt x="1094833" y="2582990"/>
                </a:cubicBezTo>
                <a:lnTo>
                  <a:pt x="102738" y="1590895"/>
                </a:lnTo>
                <a:cubicBezTo>
                  <a:pt x="-34246" y="1453912"/>
                  <a:pt x="-34246" y="1231817"/>
                  <a:pt x="102738" y="1094833"/>
                </a:cubicBezTo>
                <a:lnTo>
                  <a:pt x="1094833" y="102738"/>
                </a:lnTo>
                <a:cubicBezTo>
                  <a:pt x="1163325" y="34246"/>
                  <a:pt x="1253094" y="0"/>
                  <a:pt x="1342864" y="0"/>
                </a:cubicBezTo>
                <a:close/>
              </a:path>
            </a:pathLst>
          </a:custGeom>
          <a:solidFill>
            <a:schemeClr val="bg1">
              <a:lumMod val="85000"/>
            </a:schemeClr>
          </a:solidFill>
          <a:ln w="76200">
            <a:solidFill>
              <a:schemeClr val="bg1"/>
            </a:solidFill>
          </a:ln>
          <a:effectLst>
            <a:outerShdw blurRad="50800" dist="38100" dir="2700000" algn="tl" rotWithShape="0">
              <a:prstClr val="black">
                <a:alpha val="40000"/>
              </a:prstClr>
            </a:outerShdw>
          </a:effectLst>
        </p:spPr>
        <p:txBody>
          <a:bodyPr wrap="square">
            <a:noAutofit/>
          </a:bodyPr>
          <a:lstStyle/>
          <a:p>
            <a:endParaRPr lang="en-AU"/>
          </a:p>
        </p:txBody>
      </p:sp>
      <p:sp>
        <p:nvSpPr>
          <p:cNvPr id="30" name="Picture Placeholder 29"/>
          <p:cNvSpPr>
            <a:spLocks noGrp="1"/>
          </p:cNvSpPr>
          <p:nvPr>
            <p:ph type="pic" sz="quarter" idx="16"/>
          </p:nvPr>
        </p:nvSpPr>
        <p:spPr>
          <a:xfrm>
            <a:off x="6907470" y="1632637"/>
            <a:ext cx="1625132" cy="1625132"/>
          </a:xfrm>
          <a:custGeom>
            <a:avLst/>
            <a:gdLst>
              <a:gd name="connsiteX0" fmla="*/ 1342864 w 2685728"/>
              <a:gd name="connsiteY0" fmla="*/ 0 h 2685728"/>
              <a:gd name="connsiteX1" fmla="*/ 1590895 w 2685728"/>
              <a:gd name="connsiteY1" fmla="*/ 102738 h 2685728"/>
              <a:gd name="connsiteX2" fmla="*/ 2582990 w 2685728"/>
              <a:gd name="connsiteY2" fmla="*/ 1094833 h 2685728"/>
              <a:gd name="connsiteX3" fmla="*/ 2582990 w 2685728"/>
              <a:gd name="connsiteY3" fmla="*/ 1590895 h 2685728"/>
              <a:gd name="connsiteX4" fmla="*/ 1590895 w 2685728"/>
              <a:gd name="connsiteY4" fmla="*/ 2582990 h 2685728"/>
              <a:gd name="connsiteX5" fmla="*/ 1094833 w 2685728"/>
              <a:gd name="connsiteY5" fmla="*/ 2582990 h 2685728"/>
              <a:gd name="connsiteX6" fmla="*/ 102738 w 2685728"/>
              <a:gd name="connsiteY6" fmla="*/ 1590895 h 2685728"/>
              <a:gd name="connsiteX7" fmla="*/ 102738 w 2685728"/>
              <a:gd name="connsiteY7" fmla="*/ 1094833 h 2685728"/>
              <a:gd name="connsiteX8" fmla="*/ 1094833 w 2685728"/>
              <a:gd name="connsiteY8" fmla="*/ 102738 h 2685728"/>
              <a:gd name="connsiteX9" fmla="*/ 1342864 w 2685728"/>
              <a:gd name="connsiteY9" fmla="*/ 0 h 2685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5728" h="2685728">
                <a:moveTo>
                  <a:pt x="1342864" y="0"/>
                </a:moveTo>
                <a:cubicBezTo>
                  <a:pt x="1432634" y="0"/>
                  <a:pt x="1522403" y="34246"/>
                  <a:pt x="1590895" y="102738"/>
                </a:cubicBezTo>
                <a:lnTo>
                  <a:pt x="2582990" y="1094833"/>
                </a:lnTo>
                <a:cubicBezTo>
                  <a:pt x="2719974" y="1231817"/>
                  <a:pt x="2719974" y="1453912"/>
                  <a:pt x="2582990" y="1590895"/>
                </a:cubicBezTo>
                <a:lnTo>
                  <a:pt x="1590895" y="2582990"/>
                </a:lnTo>
                <a:cubicBezTo>
                  <a:pt x="1453912" y="2719974"/>
                  <a:pt x="1231817" y="2719974"/>
                  <a:pt x="1094833" y="2582990"/>
                </a:cubicBezTo>
                <a:lnTo>
                  <a:pt x="102738" y="1590895"/>
                </a:lnTo>
                <a:cubicBezTo>
                  <a:pt x="-34246" y="1453912"/>
                  <a:pt x="-34246" y="1231817"/>
                  <a:pt x="102738" y="1094833"/>
                </a:cubicBezTo>
                <a:lnTo>
                  <a:pt x="1094833" y="102738"/>
                </a:lnTo>
                <a:cubicBezTo>
                  <a:pt x="1163325" y="34246"/>
                  <a:pt x="1253094" y="0"/>
                  <a:pt x="1342864" y="0"/>
                </a:cubicBezTo>
                <a:close/>
              </a:path>
            </a:pathLst>
          </a:custGeom>
          <a:solidFill>
            <a:schemeClr val="bg1">
              <a:lumMod val="85000"/>
            </a:schemeClr>
          </a:solidFill>
          <a:ln w="76200">
            <a:solidFill>
              <a:schemeClr val="bg1"/>
            </a:solidFill>
          </a:ln>
          <a:effectLst>
            <a:outerShdw blurRad="50800" dist="38100" dir="2700000" algn="tl" rotWithShape="0">
              <a:prstClr val="black">
                <a:alpha val="40000"/>
              </a:prstClr>
            </a:outerShdw>
          </a:effectLst>
        </p:spPr>
        <p:txBody>
          <a:bodyPr wrap="square">
            <a:noAutofit/>
          </a:bodyPr>
          <a:lstStyle/>
          <a:p>
            <a:endParaRPr lang="en-AU"/>
          </a:p>
        </p:txBody>
      </p:sp>
      <p:sp>
        <p:nvSpPr>
          <p:cNvPr id="31" name="Text Placeholder 18"/>
          <p:cNvSpPr>
            <a:spLocks noGrp="1"/>
          </p:cNvSpPr>
          <p:nvPr>
            <p:ph type="body" sz="quarter" idx="18"/>
          </p:nvPr>
        </p:nvSpPr>
        <p:spPr>
          <a:xfrm>
            <a:off x="601267" y="3486516"/>
            <a:ext cx="1625132" cy="353615"/>
          </a:xfrm>
        </p:spPr>
        <p:txBody>
          <a:bodyPr>
            <a:normAutofit/>
          </a:bodyPr>
          <a:lstStyle>
            <a:lvl1pPr marL="0" indent="0" algn="ctr">
              <a:buNone/>
              <a:defRPr sz="1350">
                <a:solidFill>
                  <a:schemeClr val="bg1"/>
                </a:solidFill>
              </a:defRPr>
            </a:lvl1pPr>
          </a:lstStyle>
          <a:p>
            <a:pPr lvl="0"/>
            <a:endParaRPr lang="en-AU" dirty="0"/>
          </a:p>
        </p:txBody>
      </p:sp>
      <p:sp>
        <p:nvSpPr>
          <p:cNvPr id="32" name="Text Placeholder 20"/>
          <p:cNvSpPr>
            <a:spLocks noGrp="1"/>
          </p:cNvSpPr>
          <p:nvPr>
            <p:ph type="body" sz="quarter" idx="19"/>
          </p:nvPr>
        </p:nvSpPr>
        <p:spPr>
          <a:xfrm>
            <a:off x="601267" y="3850847"/>
            <a:ext cx="1625132" cy="703659"/>
          </a:xfrm>
        </p:spPr>
        <p:txBody>
          <a:bodyPr>
            <a:normAutofit/>
          </a:bodyPr>
          <a:lstStyle>
            <a:lvl1pPr marL="0" indent="0" algn="ctr">
              <a:buNone/>
              <a:defRPr sz="900">
                <a:solidFill>
                  <a:schemeClr val="bg1"/>
                </a:solidFill>
                <a:latin typeface="Lato Light" panose="020F0302020204030203" pitchFamily="34" charset="0"/>
              </a:defRPr>
            </a:lvl1pPr>
          </a:lstStyle>
          <a:p>
            <a:pPr lvl="0"/>
            <a:endParaRPr lang="en-AU" dirty="0"/>
          </a:p>
        </p:txBody>
      </p:sp>
      <p:sp>
        <p:nvSpPr>
          <p:cNvPr id="33" name="Text Placeholder 18"/>
          <p:cNvSpPr>
            <a:spLocks noGrp="1"/>
          </p:cNvSpPr>
          <p:nvPr>
            <p:ph type="body" sz="quarter" idx="20"/>
          </p:nvPr>
        </p:nvSpPr>
        <p:spPr>
          <a:xfrm>
            <a:off x="2701017" y="3486516"/>
            <a:ext cx="1625132" cy="353615"/>
          </a:xfrm>
        </p:spPr>
        <p:txBody>
          <a:bodyPr>
            <a:normAutofit/>
          </a:bodyPr>
          <a:lstStyle>
            <a:lvl1pPr marL="0" indent="0" algn="ctr">
              <a:buNone/>
              <a:defRPr sz="1350">
                <a:solidFill>
                  <a:schemeClr val="bg1"/>
                </a:solidFill>
              </a:defRPr>
            </a:lvl1pPr>
          </a:lstStyle>
          <a:p>
            <a:pPr lvl="0"/>
            <a:endParaRPr lang="en-AU" dirty="0"/>
          </a:p>
        </p:txBody>
      </p:sp>
      <p:sp>
        <p:nvSpPr>
          <p:cNvPr id="34" name="Text Placeholder 20"/>
          <p:cNvSpPr>
            <a:spLocks noGrp="1"/>
          </p:cNvSpPr>
          <p:nvPr>
            <p:ph type="body" sz="quarter" idx="21"/>
          </p:nvPr>
        </p:nvSpPr>
        <p:spPr>
          <a:xfrm>
            <a:off x="2701017" y="3850847"/>
            <a:ext cx="1625132" cy="703659"/>
          </a:xfrm>
        </p:spPr>
        <p:txBody>
          <a:bodyPr>
            <a:normAutofit/>
          </a:bodyPr>
          <a:lstStyle>
            <a:lvl1pPr marL="0" indent="0" algn="ctr">
              <a:buNone/>
              <a:defRPr sz="900">
                <a:solidFill>
                  <a:schemeClr val="bg1"/>
                </a:solidFill>
                <a:latin typeface="Lato Light" panose="020F0302020204030203" pitchFamily="34" charset="0"/>
              </a:defRPr>
            </a:lvl1pPr>
          </a:lstStyle>
          <a:p>
            <a:pPr lvl="0"/>
            <a:endParaRPr lang="en-AU" dirty="0"/>
          </a:p>
        </p:txBody>
      </p:sp>
      <p:sp>
        <p:nvSpPr>
          <p:cNvPr id="35" name="Text Placeholder 18"/>
          <p:cNvSpPr>
            <a:spLocks noGrp="1"/>
          </p:cNvSpPr>
          <p:nvPr>
            <p:ph type="body" sz="quarter" idx="22"/>
          </p:nvPr>
        </p:nvSpPr>
        <p:spPr>
          <a:xfrm>
            <a:off x="4800767" y="3486516"/>
            <a:ext cx="1625132" cy="353615"/>
          </a:xfrm>
        </p:spPr>
        <p:txBody>
          <a:bodyPr>
            <a:normAutofit/>
          </a:bodyPr>
          <a:lstStyle>
            <a:lvl1pPr marL="0" indent="0" algn="ctr">
              <a:buNone/>
              <a:defRPr sz="1350">
                <a:solidFill>
                  <a:schemeClr val="bg1"/>
                </a:solidFill>
              </a:defRPr>
            </a:lvl1pPr>
          </a:lstStyle>
          <a:p>
            <a:pPr lvl="0"/>
            <a:endParaRPr lang="en-AU" dirty="0"/>
          </a:p>
        </p:txBody>
      </p:sp>
      <p:sp>
        <p:nvSpPr>
          <p:cNvPr id="36" name="Text Placeholder 20"/>
          <p:cNvSpPr>
            <a:spLocks noGrp="1"/>
          </p:cNvSpPr>
          <p:nvPr>
            <p:ph type="body" sz="quarter" idx="23"/>
          </p:nvPr>
        </p:nvSpPr>
        <p:spPr>
          <a:xfrm>
            <a:off x="4800767" y="3850847"/>
            <a:ext cx="1625132" cy="703659"/>
          </a:xfrm>
        </p:spPr>
        <p:txBody>
          <a:bodyPr>
            <a:normAutofit/>
          </a:bodyPr>
          <a:lstStyle>
            <a:lvl1pPr marL="0" indent="0" algn="ctr">
              <a:buNone/>
              <a:defRPr sz="900">
                <a:solidFill>
                  <a:schemeClr val="bg1"/>
                </a:solidFill>
                <a:latin typeface="Lato Light" panose="020F0302020204030203" pitchFamily="34" charset="0"/>
              </a:defRPr>
            </a:lvl1pPr>
          </a:lstStyle>
          <a:p>
            <a:pPr lvl="0"/>
            <a:endParaRPr lang="en-AU" dirty="0"/>
          </a:p>
        </p:txBody>
      </p:sp>
      <p:sp>
        <p:nvSpPr>
          <p:cNvPr id="37" name="Text Placeholder 18"/>
          <p:cNvSpPr>
            <a:spLocks noGrp="1"/>
          </p:cNvSpPr>
          <p:nvPr>
            <p:ph type="body" sz="quarter" idx="24"/>
          </p:nvPr>
        </p:nvSpPr>
        <p:spPr>
          <a:xfrm>
            <a:off x="6907470" y="3486516"/>
            <a:ext cx="1625132" cy="353615"/>
          </a:xfrm>
        </p:spPr>
        <p:txBody>
          <a:bodyPr>
            <a:normAutofit/>
          </a:bodyPr>
          <a:lstStyle>
            <a:lvl1pPr marL="0" indent="0" algn="ctr">
              <a:buNone/>
              <a:defRPr sz="1350">
                <a:solidFill>
                  <a:schemeClr val="bg1"/>
                </a:solidFill>
              </a:defRPr>
            </a:lvl1pPr>
          </a:lstStyle>
          <a:p>
            <a:pPr lvl="0"/>
            <a:endParaRPr lang="en-AU" dirty="0"/>
          </a:p>
        </p:txBody>
      </p:sp>
      <p:sp>
        <p:nvSpPr>
          <p:cNvPr id="38" name="Text Placeholder 20"/>
          <p:cNvSpPr>
            <a:spLocks noGrp="1"/>
          </p:cNvSpPr>
          <p:nvPr>
            <p:ph type="body" sz="quarter" idx="25"/>
          </p:nvPr>
        </p:nvSpPr>
        <p:spPr>
          <a:xfrm>
            <a:off x="6907470" y="3850847"/>
            <a:ext cx="1625132" cy="703659"/>
          </a:xfrm>
        </p:spPr>
        <p:txBody>
          <a:bodyPr>
            <a:normAutofit/>
          </a:bodyPr>
          <a:lstStyle>
            <a:lvl1pPr marL="0" indent="0" algn="ctr">
              <a:buNone/>
              <a:defRPr sz="900">
                <a:solidFill>
                  <a:schemeClr val="bg1"/>
                </a:solidFill>
                <a:latin typeface="Lato Light" panose="020F0302020204030203" pitchFamily="34" charset="0"/>
              </a:defRPr>
            </a:lvl1pPr>
          </a:lstStyle>
          <a:p>
            <a:pPr lvl="0"/>
            <a:endParaRPr lang="en-AU" dirty="0"/>
          </a:p>
        </p:txBody>
      </p: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374073"/>
            <a:ext cx="6858000" cy="523118"/>
          </a:xfrm>
        </p:spPr>
        <p:txBody>
          <a:bodyPr anchor="b">
            <a:normAutofit/>
          </a:bodyPr>
          <a:lstStyle>
            <a:lvl1pPr algn="ctr">
              <a:defRPr sz="3000">
                <a:solidFill>
                  <a:schemeClr val="tx1">
                    <a:lumMod val="65000"/>
                    <a:lumOff val="35000"/>
                  </a:schemeClr>
                </a:solidFill>
              </a:defRPr>
            </a:lvl1pPr>
          </a:lstStyle>
          <a:p>
            <a:r>
              <a:rPr lang="en-US" dirty="0"/>
              <a:t>Click to edit Master title style</a:t>
            </a:r>
            <a:endParaRPr lang="en-AU" dirty="0"/>
          </a:p>
        </p:txBody>
      </p:sp>
      <p:sp>
        <p:nvSpPr>
          <p:cNvPr id="3" name="Subtitle 2"/>
          <p:cNvSpPr>
            <a:spLocks noGrp="1"/>
          </p:cNvSpPr>
          <p:nvPr>
            <p:ph type="subTitle" idx="1"/>
          </p:nvPr>
        </p:nvSpPr>
        <p:spPr>
          <a:xfrm>
            <a:off x="1143000" y="917973"/>
            <a:ext cx="6858000" cy="280663"/>
          </a:xfrm>
        </p:spPr>
        <p:txBody>
          <a:bodyPr>
            <a:normAutofit/>
          </a:bodyPr>
          <a:lstStyle>
            <a:lvl1pPr marL="0" indent="0" algn="ctr">
              <a:buNone/>
              <a:defRPr sz="1050">
                <a:solidFill>
                  <a:schemeClr val="bg1">
                    <a:lumMod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AU" dirty="0"/>
          </a:p>
        </p:txBody>
      </p:sp>
      <p:sp>
        <p:nvSpPr>
          <p:cNvPr id="4" name="Date Placeholder 3"/>
          <p:cNvSpPr>
            <a:spLocks noGrp="1"/>
          </p:cNvSpPr>
          <p:nvPr>
            <p:ph type="dt" sz="half" idx="10"/>
          </p:nvPr>
        </p:nvSpPr>
        <p:spPr/>
        <p:txBody>
          <a:bodyPr/>
          <a:lstStyle>
            <a:lvl1pPr>
              <a:defRPr>
                <a:latin typeface="Lato Light" panose="020F0302020204030203" pitchFamily="34" charset="0"/>
              </a:defRPr>
            </a:lvl1pPr>
          </a:lstStyle>
          <a:p>
            <a:fld id="{722F6D6F-DD99-46DF-A9EA-728D63EA6A31}" type="datetimeFigureOut">
              <a:rPr lang="en-AU" smtClean="0"/>
              <a:t>17/12/2024</a:t>
            </a:fld>
            <a:endParaRPr lang="en-AU" dirty="0"/>
          </a:p>
        </p:txBody>
      </p:sp>
      <p:sp>
        <p:nvSpPr>
          <p:cNvPr id="5" name="Footer Placeholder 4"/>
          <p:cNvSpPr>
            <a:spLocks noGrp="1"/>
          </p:cNvSpPr>
          <p:nvPr>
            <p:ph type="ftr" sz="quarter" idx="11"/>
          </p:nvPr>
        </p:nvSpPr>
        <p:spPr/>
        <p:txBody>
          <a:bodyPr/>
          <a:lstStyle>
            <a:lvl1pPr>
              <a:defRPr>
                <a:latin typeface="Lato Light" panose="020F0302020204030203" pitchFamily="34" charset="0"/>
              </a:defRPr>
            </a:lvl1pPr>
          </a:lstStyle>
          <a:p>
            <a:endParaRPr lang="en-AU" dirty="0"/>
          </a:p>
        </p:txBody>
      </p:sp>
      <p:sp>
        <p:nvSpPr>
          <p:cNvPr id="6" name="Slide Number Placeholder 5"/>
          <p:cNvSpPr>
            <a:spLocks noGrp="1"/>
          </p:cNvSpPr>
          <p:nvPr>
            <p:ph type="sldNum" sz="quarter" idx="12"/>
          </p:nvPr>
        </p:nvSpPr>
        <p:spPr/>
        <p:txBody>
          <a:bodyPr/>
          <a:lstStyle>
            <a:lvl1pPr>
              <a:defRPr>
                <a:latin typeface="Lato Light" panose="020F0302020204030203" pitchFamily="34" charset="0"/>
              </a:defRPr>
            </a:lvl1pPr>
          </a:lstStyle>
          <a:p>
            <a:fld id="{84AD2E7E-F7BA-4F6B-9D0C-0B2331C2AE06}" type="slidenum">
              <a:rPr lang="en-AU" smtClean="0"/>
              <a:t>‹#›</a:t>
            </a:fld>
            <a:endParaRPr lang="en-AU" dirty="0"/>
          </a:p>
        </p:txBody>
      </p:sp>
      <p:sp>
        <p:nvSpPr>
          <p:cNvPr id="8" name="Text Placeholder 7"/>
          <p:cNvSpPr>
            <a:spLocks noGrp="1"/>
          </p:cNvSpPr>
          <p:nvPr>
            <p:ph type="body" sz="quarter" idx="13"/>
          </p:nvPr>
        </p:nvSpPr>
        <p:spPr>
          <a:xfrm>
            <a:off x="628650" y="1503513"/>
            <a:ext cx="3942159" cy="353700"/>
          </a:xfrm>
        </p:spPr>
        <p:txBody>
          <a:bodyPr>
            <a:noAutofit/>
          </a:bodyPr>
          <a:lstStyle>
            <a:lvl1pPr marL="0" indent="0">
              <a:buNone/>
              <a:defRPr sz="1800"/>
            </a:lvl1pPr>
          </a:lstStyle>
          <a:p>
            <a:pPr lvl="0"/>
            <a:endParaRPr lang="en-AU" dirty="0"/>
          </a:p>
        </p:txBody>
      </p:sp>
      <p:sp>
        <p:nvSpPr>
          <p:cNvPr id="10" name="Text Placeholder 9"/>
          <p:cNvSpPr>
            <a:spLocks noGrp="1"/>
          </p:cNvSpPr>
          <p:nvPr>
            <p:ph type="body" sz="quarter" idx="14"/>
          </p:nvPr>
        </p:nvSpPr>
        <p:spPr>
          <a:xfrm>
            <a:off x="628650" y="1868643"/>
            <a:ext cx="3942159" cy="1319645"/>
          </a:xfrm>
        </p:spPr>
        <p:txBody>
          <a:bodyPr>
            <a:normAutofit/>
          </a:bodyPr>
          <a:lstStyle>
            <a:lvl1pPr marL="0" indent="0">
              <a:buNone/>
              <a:defRPr sz="900">
                <a:latin typeface="Lato Light" panose="020F0302020204030203" pitchFamily="34" charset="0"/>
              </a:defRPr>
            </a:lvl1pPr>
          </a:lstStyle>
          <a:p>
            <a:pPr lvl="0"/>
            <a:endParaRPr lang="en-AU" dirty="0"/>
          </a:p>
        </p:txBody>
      </p:sp>
      <p:sp>
        <p:nvSpPr>
          <p:cNvPr id="12" name="Text Placeholder 11"/>
          <p:cNvSpPr>
            <a:spLocks noGrp="1"/>
          </p:cNvSpPr>
          <p:nvPr>
            <p:ph type="body" sz="quarter" idx="15"/>
          </p:nvPr>
        </p:nvSpPr>
        <p:spPr>
          <a:xfrm>
            <a:off x="629841" y="3287317"/>
            <a:ext cx="3940969" cy="370284"/>
          </a:xfrm>
        </p:spPr>
        <p:txBody>
          <a:bodyPr>
            <a:normAutofit/>
          </a:bodyPr>
          <a:lstStyle>
            <a:lvl1pPr marL="0" indent="0">
              <a:buNone/>
              <a:defRPr sz="1050" b="1" i="1">
                <a:latin typeface="Lato Light" panose="020F0302020204030203" pitchFamily="34" charset="0"/>
              </a:defRPr>
            </a:lvl1pPr>
          </a:lstStyle>
          <a:p>
            <a:pPr lvl="0"/>
            <a:endParaRPr lang="en-AU" dirty="0"/>
          </a:p>
        </p:txBody>
      </p:sp>
      <p:sp>
        <p:nvSpPr>
          <p:cNvPr id="14" name="Text Placeholder 13"/>
          <p:cNvSpPr>
            <a:spLocks noGrp="1"/>
          </p:cNvSpPr>
          <p:nvPr>
            <p:ph type="body" sz="quarter" idx="16"/>
          </p:nvPr>
        </p:nvSpPr>
        <p:spPr>
          <a:xfrm>
            <a:off x="629841" y="3657600"/>
            <a:ext cx="3940969" cy="370285"/>
          </a:xfrm>
        </p:spPr>
        <p:txBody>
          <a:bodyPr>
            <a:normAutofit/>
          </a:bodyPr>
          <a:lstStyle>
            <a:lvl1pPr marL="0" indent="0">
              <a:buNone/>
              <a:defRPr sz="900" b="1">
                <a:latin typeface="Lato Light" panose="020F0302020204030203" pitchFamily="34" charset="0"/>
              </a:defRPr>
            </a:lvl1pPr>
          </a:lstStyle>
          <a:p>
            <a:pPr lvl="0"/>
            <a:endParaRPr lang="en-AU" dirty="0"/>
          </a:p>
        </p:txBody>
      </p:sp>
      <p:sp>
        <p:nvSpPr>
          <p:cNvPr id="16" name="Text Placeholder 15"/>
          <p:cNvSpPr>
            <a:spLocks noGrp="1"/>
          </p:cNvSpPr>
          <p:nvPr>
            <p:ph type="body" sz="quarter" idx="17"/>
          </p:nvPr>
        </p:nvSpPr>
        <p:spPr>
          <a:xfrm>
            <a:off x="629841" y="4027885"/>
            <a:ext cx="3942159" cy="270272"/>
          </a:xfrm>
        </p:spPr>
        <p:txBody>
          <a:bodyPr>
            <a:normAutofit/>
          </a:bodyPr>
          <a:lstStyle>
            <a:lvl1pPr marL="0" indent="0">
              <a:buNone/>
              <a:defRPr sz="900">
                <a:latin typeface="Lato Light" panose="020F0302020204030203" pitchFamily="34" charset="0"/>
              </a:defRPr>
            </a:lvl1pPr>
          </a:lstStyle>
          <a:p>
            <a:pPr lvl="0"/>
            <a:endParaRPr lang="en-AU" dirty="0"/>
          </a:p>
        </p:txBody>
      </p: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Custom Layout chart">
    <p:spTree>
      <p:nvGrpSpPr>
        <p:cNvPr id="1" name=""/>
        <p:cNvGrpSpPr/>
        <p:nvPr/>
      </p:nvGrpSpPr>
      <p:grpSpPr>
        <a:xfrm>
          <a:off x="0" y="0"/>
          <a:ext cx="0" cy="0"/>
          <a:chOff x="0" y="0"/>
          <a:chExt cx="0" cy="0"/>
        </a:xfrm>
      </p:grpSpPr>
      <p:sp>
        <p:nvSpPr>
          <p:cNvPr id="56" name="Title 1"/>
          <p:cNvSpPr>
            <a:spLocks noGrp="1"/>
          </p:cNvSpPr>
          <p:nvPr>
            <p:ph type="ctrTitle"/>
          </p:nvPr>
        </p:nvSpPr>
        <p:spPr>
          <a:xfrm>
            <a:off x="629841" y="374073"/>
            <a:ext cx="3942159" cy="523118"/>
          </a:xfrm>
        </p:spPr>
        <p:txBody>
          <a:bodyPr anchor="b">
            <a:normAutofit/>
          </a:bodyPr>
          <a:lstStyle>
            <a:lvl1pPr algn="l">
              <a:defRPr sz="3000">
                <a:solidFill>
                  <a:schemeClr val="tx1">
                    <a:lumMod val="65000"/>
                    <a:lumOff val="35000"/>
                  </a:schemeClr>
                </a:solidFill>
              </a:defRPr>
            </a:lvl1pPr>
          </a:lstStyle>
          <a:p>
            <a:endParaRPr lang="en-AU" dirty="0"/>
          </a:p>
        </p:txBody>
      </p:sp>
      <p:sp>
        <p:nvSpPr>
          <p:cNvPr id="57" name="Subtitle 2"/>
          <p:cNvSpPr>
            <a:spLocks noGrp="1"/>
          </p:cNvSpPr>
          <p:nvPr>
            <p:ph type="subTitle" idx="1"/>
          </p:nvPr>
        </p:nvSpPr>
        <p:spPr>
          <a:xfrm>
            <a:off x="629841" y="917973"/>
            <a:ext cx="3942159" cy="280663"/>
          </a:xfrm>
        </p:spPr>
        <p:txBody>
          <a:bodyPr>
            <a:normAutofit/>
          </a:bodyPr>
          <a:lstStyle>
            <a:lvl1pPr marL="0" indent="0" algn="l">
              <a:buNone/>
              <a:defRPr sz="1050">
                <a:solidFill>
                  <a:schemeClr val="bg1">
                    <a:lumMod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AU" dirty="0"/>
          </a:p>
        </p:txBody>
      </p:sp>
      <p:sp>
        <p:nvSpPr>
          <p:cNvPr id="58" name="Text Placeholder 7"/>
          <p:cNvSpPr>
            <a:spLocks noGrp="1"/>
          </p:cNvSpPr>
          <p:nvPr>
            <p:ph type="body" sz="quarter" idx="13"/>
          </p:nvPr>
        </p:nvSpPr>
        <p:spPr>
          <a:xfrm>
            <a:off x="628650" y="1503513"/>
            <a:ext cx="3942159" cy="353700"/>
          </a:xfrm>
        </p:spPr>
        <p:txBody>
          <a:bodyPr>
            <a:noAutofit/>
          </a:bodyPr>
          <a:lstStyle>
            <a:lvl1pPr marL="0" indent="0">
              <a:buNone/>
              <a:defRPr sz="1800">
                <a:solidFill>
                  <a:schemeClr val="accent1"/>
                </a:solidFill>
              </a:defRPr>
            </a:lvl1pPr>
          </a:lstStyle>
          <a:p>
            <a:pPr lvl="0"/>
            <a:endParaRPr lang="en-AU" dirty="0"/>
          </a:p>
        </p:txBody>
      </p:sp>
      <p:sp>
        <p:nvSpPr>
          <p:cNvPr id="59" name="Text Placeholder 9"/>
          <p:cNvSpPr>
            <a:spLocks noGrp="1"/>
          </p:cNvSpPr>
          <p:nvPr>
            <p:ph type="body" sz="quarter" idx="14"/>
          </p:nvPr>
        </p:nvSpPr>
        <p:spPr>
          <a:xfrm>
            <a:off x="628650" y="1868643"/>
            <a:ext cx="3942159" cy="1768175"/>
          </a:xfrm>
        </p:spPr>
        <p:txBody>
          <a:bodyPr>
            <a:normAutofit/>
          </a:bodyPr>
          <a:lstStyle>
            <a:lvl1pPr marL="0" indent="0">
              <a:buNone/>
              <a:defRPr sz="900">
                <a:latin typeface="Lato Light" panose="020F0302020204030203" pitchFamily="34" charset="0"/>
              </a:defRPr>
            </a:lvl1pPr>
          </a:lstStyle>
          <a:p>
            <a:pPr lvl="0"/>
            <a:endParaRPr lang="en-AU" dirty="0"/>
          </a:p>
        </p:txBody>
      </p:sp>
      <p:sp>
        <p:nvSpPr>
          <p:cNvPr id="61" name="Chart Placeholder 60"/>
          <p:cNvSpPr>
            <a:spLocks noGrp="1"/>
          </p:cNvSpPr>
          <p:nvPr>
            <p:ph type="chart" sz="quarter" idx="15"/>
          </p:nvPr>
        </p:nvSpPr>
        <p:spPr>
          <a:xfrm>
            <a:off x="5114925" y="627460"/>
            <a:ext cx="3399235" cy="3888581"/>
          </a:xfrm>
        </p:spPr>
        <p:txBody>
          <a:bodyPr/>
          <a:lstStyle/>
          <a:p>
            <a:endParaRPr lang="en-AU"/>
          </a:p>
        </p:txBody>
      </p:sp>
      <p:sp>
        <p:nvSpPr>
          <p:cNvPr id="7" name="Date Placeholder 4"/>
          <p:cNvSpPr>
            <a:spLocks noGrp="1"/>
          </p:cNvSpPr>
          <p:nvPr>
            <p:ph type="dt" sz="half" idx="10"/>
          </p:nvPr>
        </p:nvSpPr>
        <p:spPr>
          <a:xfrm>
            <a:off x="628650" y="4767263"/>
            <a:ext cx="2057400" cy="273844"/>
          </a:xfrm>
        </p:spPr>
        <p:txBody>
          <a:bodyPr/>
          <a:lstStyle/>
          <a:p>
            <a:fld id="{722F6D6F-DD99-46DF-A9EA-728D63EA6A31}" type="datetimeFigureOut">
              <a:rPr lang="en-AU" smtClean="0"/>
              <a:t>17/12/2024</a:t>
            </a:fld>
            <a:endParaRPr lang="en-AU"/>
          </a:p>
        </p:txBody>
      </p:sp>
      <p:sp>
        <p:nvSpPr>
          <p:cNvPr id="8" name="Footer Placeholder 5"/>
          <p:cNvSpPr>
            <a:spLocks noGrp="1"/>
          </p:cNvSpPr>
          <p:nvPr>
            <p:ph type="ftr" sz="quarter" idx="11"/>
          </p:nvPr>
        </p:nvSpPr>
        <p:spPr>
          <a:xfrm>
            <a:off x="3028950" y="4767263"/>
            <a:ext cx="3086100" cy="273844"/>
          </a:xfrm>
        </p:spPr>
        <p:txBody>
          <a:bodyPr/>
          <a:lstStyle/>
          <a:p>
            <a:endParaRPr lang="en-AU"/>
          </a:p>
        </p:txBody>
      </p:sp>
      <p:sp>
        <p:nvSpPr>
          <p:cNvPr id="9" name="Slide Number Placeholder 6"/>
          <p:cNvSpPr>
            <a:spLocks noGrp="1"/>
          </p:cNvSpPr>
          <p:nvPr>
            <p:ph type="sldNum" sz="quarter" idx="12"/>
          </p:nvPr>
        </p:nvSpPr>
        <p:spPr>
          <a:xfrm>
            <a:off x="6457950" y="4767263"/>
            <a:ext cx="2057400" cy="273844"/>
          </a:xfrm>
        </p:spPr>
        <p:txBody>
          <a:bodyPr/>
          <a:lstStyle/>
          <a:p>
            <a:fld id="{84AD2E7E-F7BA-4F6B-9D0C-0B2331C2AE06}" type="slidenum">
              <a:rPr lang="en-AU" smtClean="0"/>
              <a:t>‹#›</a:t>
            </a:fld>
            <a:endParaRPr lang="en-AU"/>
          </a:p>
        </p:txBody>
      </p: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Custom Layout acceptance of quote">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22F6D6F-DD99-46DF-A9EA-728D63EA6A31}" type="datetimeFigureOut">
              <a:rPr lang="en-AU" smtClean="0"/>
              <a:t>17/12/2024</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84AD2E7E-F7BA-4F6B-9D0C-0B2331C2AE06}" type="slidenum">
              <a:rPr lang="en-AU" smtClean="0"/>
              <a:t>‹#›</a:t>
            </a:fld>
            <a:endParaRPr lang="en-AU" dirty="0"/>
          </a:p>
        </p:txBody>
      </p:sp>
      <p:sp>
        <p:nvSpPr>
          <p:cNvPr id="7" name="Table Placeholder 6"/>
          <p:cNvSpPr>
            <a:spLocks noGrp="1"/>
          </p:cNvSpPr>
          <p:nvPr>
            <p:ph type="tbl" sz="quarter" idx="13"/>
          </p:nvPr>
        </p:nvSpPr>
        <p:spPr>
          <a:xfrm>
            <a:off x="628650" y="1506141"/>
            <a:ext cx="7885510" cy="1932384"/>
          </a:xfrm>
          <a:solidFill>
            <a:schemeClr val="bg1">
              <a:lumMod val="85000"/>
            </a:schemeClr>
          </a:solidFill>
        </p:spPr>
        <p:txBody>
          <a:bodyPr/>
          <a:lstStyle/>
          <a:p>
            <a:endParaRPr lang="en-AU"/>
          </a:p>
        </p:txBody>
      </p:sp>
      <p:sp>
        <p:nvSpPr>
          <p:cNvPr id="8" name="Title 1"/>
          <p:cNvSpPr>
            <a:spLocks noGrp="1"/>
          </p:cNvSpPr>
          <p:nvPr>
            <p:ph type="ctrTitle"/>
          </p:nvPr>
        </p:nvSpPr>
        <p:spPr>
          <a:xfrm>
            <a:off x="629841" y="374073"/>
            <a:ext cx="3942159" cy="523118"/>
          </a:xfrm>
        </p:spPr>
        <p:txBody>
          <a:bodyPr anchor="b">
            <a:normAutofit/>
          </a:bodyPr>
          <a:lstStyle>
            <a:lvl1pPr algn="l">
              <a:defRPr sz="3000">
                <a:solidFill>
                  <a:schemeClr val="tx1">
                    <a:lumMod val="65000"/>
                    <a:lumOff val="35000"/>
                  </a:schemeClr>
                </a:solidFill>
              </a:defRPr>
            </a:lvl1pPr>
          </a:lstStyle>
          <a:p>
            <a:endParaRPr lang="en-AU" dirty="0"/>
          </a:p>
        </p:txBody>
      </p:sp>
      <p:sp>
        <p:nvSpPr>
          <p:cNvPr id="9" name="Subtitle 2"/>
          <p:cNvSpPr>
            <a:spLocks noGrp="1"/>
          </p:cNvSpPr>
          <p:nvPr>
            <p:ph type="subTitle" idx="1"/>
          </p:nvPr>
        </p:nvSpPr>
        <p:spPr>
          <a:xfrm>
            <a:off x="629841" y="917973"/>
            <a:ext cx="3942159" cy="280663"/>
          </a:xfrm>
        </p:spPr>
        <p:txBody>
          <a:bodyPr>
            <a:normAutofit/>
          </a:bodyPr>
          <a:lstStyle>
            <a:lvl1pPr marL="0" indent="0" algn="l">
              <a:buNone/>
              <a:defRPr sz="1050">
                <a:solidFill>
                  <a:schemeClr val="bg1">
                    <a:lumMod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AU" dirty="0"/>
          </a:p>
        </p:txBody>
      </p:sp>
      <p:sp>
        <p:nvSpPr>
          <p:cNvPr id="10" name="Text Placeholder 18"/>
          <p:cNvSpPr>
            <a:spLocks noGrp="1"/>
          </p:cNvSpPr>
          <p:nvPr>
            <p:ph type="body" sz="quarter" idx="18"/>
          </p:nvPr>
        </p:nvSpPr>
        <p:spPr>
          <a:xfrm>
            <a:off x="629842" y="3683145"/>
            <a:ext cx="3251597" cy="231631"/>
          </a:xfrm>
        </p:spPr>
        <p:txBody>
          <a:bodyPr>
            <a:normAutofit/>
          </a:bodyPr>
          <a:lstStyle>
            <a:lvl1pPr marL="0" indent="0">
              <a:buNone/>
              <a:defRPr sz="1050"/>
            </a:lvl1pPr>
          </a:lstStyle>
          <a:p>
            <a:pPr lvl="0"/>
            <a:endParaRPr lang="en-AU" dirty="0"/>
          </a:p>
        </p:txBody>
      </p:sp>
      <p:sp>
        <p:nvSpPr>
          <p:cNvPr id="11" name="Text Placeholder 20"/>
          <p:cNvSpPr>
            <a:spLocks noGrp="1"/>
          </p:cNvSpPr>
          <p:nvPr>
            <p:ph type="body" sz="quarter" idx="19"/>
          </p:nvPr>
        </p:nvSpPr>
        <p:spPr>
          <a:xfrm>
            <a:off x="629842" y="3933176"/>
            <a:ext cx="3251597" cy="357837"/>
          </a:xfrm>
        </p:spPr>
        <p:txBody>
          <a:bodyPr>
            <a:normAutofit/>
          </a:bodyPr>
          <a:lstStyle>
            <a:lvl1pPr marL="0" indent="0">
              <a:buNone/>
              <a:defRPr sz="900">
                <a:latin typeface="Lato Light" panose="020F0302020204030203" pitchFamily="34" charset="0"/>
              </a:defRPr>
            </a:lvl1pPr>
          </a:lstStyle>
          <a:p>
            <a:pPr lvl="0"/>
            <a:endParaRPr lang="en-AU" dirty="0"/>
          </a:p>
        </p:txBody>
      </p:sp>
    </p:spTree>
  </p:cSld>
  <p:clrMapOvr>
    <a:masterClrMapping/>
  </p:clrMapOvr>
  <p:transition spd="slow" advTm="0">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6682629" y="4676775"/>
            <a:ext cx="1755000" cy="324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9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39512709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6682629" y="4676775"/>
            <a:ext cx="1755000" cy="324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9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2333887199"/>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8F319BE3-72FA-C75F-DF87-51D83861B5DE}"/>
              </a:ext>
            </a:extLst>
          </p:cNvPr>
          <p:cNvPicPr>
            <a:picLocks noChangeAspect="1"/>
          </p:cNvPicPr>
          <p:nvPr userDrawn="1"/>
        </p:nvPicPr>
        <p:blipFill>
          <a:blip r:embed="rId2"/>
          <a:stretch>
            <a:fillRect/>
          </a:stretch>
        </p:blipFill>
        <p:spPr>
          <a:xfrm>
            <a:off x="610592" y="266631"/>
            <a:ext cx="416028" cy="424067"/>
          </a:xfrm>
          <a:prstGeom prst="rect">
            <a:avLst/>
          </a:prstGeom>
        </p:spPr>
      </p:pic>
      <p:sp>
        <p:nvSpPr>
          <p:cNvPr id="2" name="公众号：JTPPT；高质量PPT模板分享">
            <a:extLst>
              <a:ext uri="{FF2B5EF4-FFF2-40B4-BE49-F238E27FC236}">
                <a16:creationId xmlns:a16="http://schemas.microsoft.com/office/drawing/2014/main" id="{AEC14437-378F-BB9D-CE82-F285379CDFA5}"/>
              </a:ext>
            </a:extLst>
          </p:cNvPr>
          <p:cNvSpPr>
            <a:spLocks noGrp="1"/>
          </p:cNvSpPr>
          <p:nvPr>
            <p:ph type="body" sz="quarter" idx="13" hasCustomPrompt="1"/>
          </p:nvPr>
        </p:nvSpPr>
        <p:spPr>
          <a:xfrm>
            <a:off x="4572000" y="4530951"/>
            <a:ext cx="4067175" cy="207749"/>
          </a:xfrm>
          <a:prstGeom prst="rect">
            <a:avLst/>
          </a:prstGeom>
        </p:spPr>
        <p:txBody>
          <a:bodyPr wrap="square" lIns="90000">
            <a:normAutofit/>
          </a:bodyPr>
          <a:lstStyle>
            <a:lvl1pPr marL="0" indent="0" algn="r">
              <a:lnSpc>
                <a:spcPct val="100000"/>
              </a:lnSpc>
              <a:buNone/>
              <a:defRPr sz="900">
                <a:solidFill>
                  <a:schemeClr val="tx1"/>
                </a:solidFill>
              </a:defRPr>
            </a:lvl1pPr>
          </a:lstStyle>
          <a:p>
            <a:pPr lvl="0"/>
            <a:r>
              <a:rPr lang="zh-CN" altLang="en-US" dirty="0"/>
              <a:t>公众号：</a:t>
            </a:r>
            <a:r>
              <a:rPr lang="en-US" altLang="zh-CN" dirty="0"/>
              <a:t>JTPPT</a:t>
            </a:r>
            <a:endParaRPr lang="en-US" dirty="0"/>
          </a:p>
        </p:txBody>
      </p:sp>
      <p:sp>
        <p:nvSpPr>
          <p:cNvPr id="3" name="花瓣网：配套PPT预览图">
            <a:extLst>
              <a:ext uri="{FF2B5EF4-FFF2-40B4-BE49-F238E27FC236}">
                <a16:creationId xmlns:a16="http://schemas.microsoft.com/office/drawing/2014/main" id="{B9E9FBBE-E1D5-8F85-A99F-D9E11CB121CC}"/>
              </a:ext>
            </a:extLst>
          </p:cNvPr>
          <p:cNvSpPr>
            <a:spLocks noGrp="1"/>
          </p:cNvSpPr>
          <p:nvPr>
            <p:ph type="body" sz="quarter" idx="14" hasCustomPrompt="1"/>
          </p:nvPr>
        </p:nvSpPr>
        <p:spPr>
          <a:xfrm>
            <a:off x="495300" y="4530951"/>
            <a:ext cx="3990975" cy="207749"/>
          </a:xfrm>
          <a:prstGeom prst="rect">
            <a:avLst/>
          </a:prstGeom>
        </p:spPr>
        <p:txBody>
          <a:bodyPr wrap="none">
            <a:normAutofit/>
          </a:bodyPr>
          <a:lstStyle>
            <a:lvl1pPr marL="0" indent="0" algn="l">
              <a:lnSpc>
                <a:spcPct val="100000"/>
              </a:lnSpc>
              <a:buNone/>
              <a:defRPr sz="900">
                <a:solidFill>
                  <a:schemeClr val="tx1"/>
                </a:solidFill>
              </a:defRPr>
            </a:lvl1pPr>
          </a:lstStyle>
          <a:p>
            <a:pPr lvl="0"/>
            <a:r>
              <a:rPr lang="en-US" altLang="zh-CN" dirty="0"/>
              <a:t>https://huaban.com/user/jtppt</a:t>
            </a:r>
            <a:endParaRPr lang="en-US" dirty="0"/>
          </a:p>
        </p:txBody>
      </p:sp>
      <p:sp>
        <p:nvSpPr>
          <p:cNvPr id="4" name="公众号：JTPPT；高质量PPT模板分享">
            <a:extLst>
              <a:ext uri="{FF2B5EF4-FFF2-40B4-BE49-F238E27FC236}">
                <a16:creationId xmlns:a16="http://schemas.microsoft.com/office/drawing/2014/main" id="{D79F8843-9695-ECF2-5C4F-3976DCC14497}"/>
              </a:ext>
            </a:extLst>
          </p:cNvPr>
          <p:cNvSpPr>
            <a:spLocks noGrp="1"/>
          </p:cNvSpPr>
          <p:nvPr>
            <p:ph type="body" sz="quarter" idx="15" hasCustomPrompt="1"/>
          </p:nvPr>
        </p:nvSpPr>
        <p:spPr>
          <a:xfrm>
            <a:off x="3633788" y="4037930"/>
            <a:ext cx="1876425" cy="282192"/>
          </a:xfrm>
          <a:prstGeom prst="rect">
            <a:avLst/>
          </a:prstGeom>
        </p:spPr>
        <p:txBody>
          <a:bodyPr wrap="square" lIns="90000" numCol="1" anchor="ctr">
            <a:normAutofit/>
          </a:bodyPr>
          <a:lstStyle>
            <a:lvl1pPr marL="0" indent="0" algn="ctr">
              <a:lnSpc>
                <a:spcPct val="100000"/>
              </a:lnSpc>
              <a:buNone/>
              <a:defRPr sz="1200" b="1">
                <a:solidFill>
                  <a:schemeClr val="tx1"/>
                </a:solidFill>
                <a:latin typeface="+mn-ea"/>
                <a:ea typeface="+mn-ea"/>
              </a:defRPr>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36228130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B44CCEC7-3A54-47D1-BB25-17A0FDA63797}" type="datetimeFigureOut">
              <a:rPr lang="zh-CN" altLang="en-US" smtClean="0">
                <a:solidFill>
                  <a:srgbClr val="F37487">
                    <a:tint val="75000"/>
                  </a:srgbClr>
                </a:solidFill>
              </a:rPr>
              <a:t>2024-12-17</a:t>
            </a:fld>
            <a:endParaRPr lang="zh-CN" altLang="en-US">
              <a:solidFill>
                <a:srgbClr val="F37487">
                  <a:tint val="75000"/>
                </a:srgbClr>
              </a:solidFill>
            </a:endParaRPr>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srgbClr val="F37487">
                  <a:tint val="75000"/>
                </a:srgbClr>
              </a:solidFill>
            </a:endParaRPr>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9" r:id="rId18"/>
  </p:sldLayoutIdLst>
  <p:transition spd="slow">
    <p:cover/>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8048819"/>
      </p:ext>
    </p:extLst>
  </p:cSld>
  <p:clrMap bg1="lt1" tx1="dk1" bg2="lt2" tx2="dk2" accent1="accent1" accent2="accent2" accent3="accent3" accent4="accent4" accent5="accent5" accent6="accent6" hlink="hlink" folHlink="folHlink"/>
  <p:sldLayoutIdLst>
    <p:sldLayoutId id="2147483667" r:id="rId1"/>
    <p:sldLayoutId id="2147483668"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4.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notesSlide" Target="../notesSlides/notesSlide25.xml"/><Relationship Id="rId16" Type="http://schemas.openxmlformats.org/officeDocument/2006/relationships/image" Target="../media/image22.png"/><Relationship Id="rId1" Type="http://schemas.openxmlformats.org/officeDocument/2006/relationships/slideLayout" Target="../slideLayouts/slideLayout13.xml"/><Relationship Id="rId6" Type="http://schemas.openxmlformats.org/officeDocument/2006/relationships/image" Target="../media/image12.png"/><Relationship Id="rId11" Type="http://schemas.openxmlformats.org/officeDocument/2006/relationships/image" Target="../media/image17.jpe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jpe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107504" y="123478"/>
            <a:ext cx="8856984" cy="489654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600" y="-668610"/>
            <a:ext cx="5976664" cy="5976664"/>
          </a:xfrm>
          <a:prstGeom prst="rect">
            <a:avLst/>
          </a:prstGeom>
        </p:spPr>
      </p:pic>
      <p:sp>
        <p:nvSpPr>
          <p:cNvPr id="52" name="标题 1"/>
          <p:cNvSpPr txBox="1"/>
          <p:nvPr/>
        </p:nvSpPr>
        <p:spPr>
          <a:xfrm>
            <a:off x="3388549" y="1479517"/>
            <a:ext cx="6120680" cy="57606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defTabSz="914400" rtl="0" eaLnBrk="1" fontAlgn="auto" latinLnBrk="0" hangingPunct="1">
              <a:lnSpc>
                <a:spcPct val="100000"/>
              </a:lnSpc>
              <a:spcBef>
                <a:spcPct val="0"/>
              </a:spcBef>
              <a:spcAft>
                <a:spcPts val="0"/>
              </a:spcAft>
              <a:buClrTx/>
              <a:buSzTx/>
              <a:buFontTx/>
              <a:buNone/>
              <a:defRPr/>
            </a:pPr>
            <a:r>
              <a:rPr kumimoji="0" lang="zh-CN" altLang="en-US" sz="6000" b="1" i="0" u="none" strike="noStrike" kern="1200" cap="none" spc="300" normalizeH="0" baseline="0" noProof="0" dirty="0">
                <a:ln>
                  <a:noFill/>
                </a:ln>
                <a:solidFill>
                  <a:srgbClr val="FF0000"/>
                </a:solidFill>
                <a:effectLst/>
                <a:uLnTx/>
                <a:uFillTx/>
              </a:rPr>
              <a:t>五四</a:t>
            </a:r>
            <a:r>
              <a:rPr kumimoji="0" lang="zh-CN" altLang="en-US" sz="6000" b="1" i="0" u="none" strike="noStrike" kern="1200" cap="none" spc="300" normalizeH="0" baseline="0" noProof="0" dirty="0">
                <a:ln>
                  <a:noFill/>
                </a:ln>
                <a:solidFill>
                  <a:schemeClr val="accent1"/>
                </a:solidFill>
                <a:effectLst/>
                <a:uLnTx/>
                <a:uFillTx/>
              </a:rPr>
              <a:t>青年</a:t>
            </a:r>
            <a:r>
              <a:rPr kumimoji="0" lang="zh-CN" altLang="en-US" sz="6000" b="1" i="0" u="none" strike="noStrike" kern="1200" cap="none" spc="300" normalizeH="0" baseline="0" noProof="0" dirty="0">
                <a:ln>
                  <a:noFill/>
                </a:ln>
                <a:solidFill>
                  <a:srgbClr val="FF0000"/>
                </a:solidFill>
                <a:effectLst/>
                <a:uLnTx/>
                <a:uFillTx/>
              </a:rPr>
              <a:t>模板</a:t>
            </a:r>
          </a:p>
        </p:txBody>
      </p:sp>
      <p:sp>
        <p:nvSpPr>
          <p:cNvPr id="53" name="标题 1"/>
          <p:cNvSpPr txBox="1"/>
          <p:nvPr/>
        </p:nvSpPr>
        <p:spPr>
          <a:xfrm>
            <a:off x="3371549" y="2146369"/>
            <a:ext cx="3963194" cy="57606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│框架完整│内容实用│可以编辑│动态</a:t>
            </a:r>
            <a:r>
              <a:rPr kumimoji="0" lang="en-US" altLang="zh-CN"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PPT</a:t>
            </a:r>
            <a:r>
              <a:rPr kumimoji="0" lang="zh-CN" altLang="en-US"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a:t>
            </a:r>
          </a:p>
        </p:txBody>
      </p:sp>
      <p:sp>
        <p:nvSpPr>
          <p:cNvPr id="54" name="标题 1"/>
          <p:cNvSpPr txBox="1"/>
          <p:nvPr/>
        </p:nvSpPr>
        <p:spPr>
          <a:xfrm>
            <a:off x="3371549" y="2540857"/>
            <a:ext cx="4128520" cy="57606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defTabSz="914400" rtl="0" eaLnBrk="1" fontAlgn="auto" latinLnBrk="0" hangingPunct="1">
              <a:lnSpc>
                <a:spcPct val="100000"/>
              </a:lnSpc>
              <a:spcBef>
                <a:spcPct val="0"/>
              </a:spcBef>
              <a:spcAft>
                <a:spcPts val="0"/>
              </a:spcAft>
              <a:buClrTx/>
              <a:buSzTx/>
              <a:buFontTx/>
              <a:buNone/>
              <a:defRPr/>
            </a:pPr>
            <a:r>
              <a:rPr kumimoji="0" lang="en-US" altLang="zh-CN" sz="1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Dynamic ppt</a:t>
            </a:r>
            <a:r>
              <a:rPr kumimoji="0" lang="zh-CN" altLang="en-US" sz="1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 </a:t>
            </a:r>
            <a:r>
              <a:rPr kumimoji="0" lang="en-US" altLang="zh-CN" sz="1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framework to complete the fine atmosphere can be </a:t>
            </a:r>
            <a:r>
              <a:rPr kumimoji="0" lang="en-US" altLang="zh-CN" sz="1000" b="0" i="0" u="none" strike="noStrike" kern="120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mj-cs"/>
              </a:rPr>
              <a:t>downloaded</a:t>
            </a:r>
            <a:r>
              <a:rPr kumimoji="0" lang="zh-CN" altLang="en-US" sz="1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 </a:t>
            </a:r>
            <a:r>
              <a:rPr kumimoji="0" lang="en-US" altLang="zh-CN" sz="1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at ease</a:t>
            </a:r>
            <a:endParaRPr kumimoji="0" lang="zh-CN" altLang="en-US" sz="1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endParaRPr>
          </a:p>
        </p:txBody>
      </p:sp>
      <p:grpSp>
        <p:nvGrpSpPr>
          <p:cNvPr id="55" name="组合 54"/>
          <p:cNvGrpSpPr/>
          <p:nvPr/>
        </p:nvGrpSpPr>
        <p:grpSpPr>
          <a:xfrm>
            <a:off x="3411924" y="3207709"/>
            <a:ext cx="1524000" cy="288032"/>
            <a:chOff x="4420394" y="3200241"/>
            <a:chExt cx="1524000" cy="288032"/>
          </a:xfrm>
        </p:grpSpPr>
        <p:sp>
          <p:nvSpPr>
            <p:cNvPr id="56" name="矩形 55"/>
            <p:cNvSpPr/>
            <p:nvPr/>
          </p:nvSpPr>
          <p:spPr bwMode="auto">
            <a:xfrm>
              <a:off x="4420394" y="3212108"/>
              <a:ext cx="1524000" cy="274836"/>
            </a:xfrm>
            <a:prstGeom prst="rect">
              <a:avLst/>
            </a:prstGeom>
            <a:solidFill>
              <a:schemeClr val="accent1"/>
            </a:solidFill>
            <a:ln>
              <a:noFill/>
            </a:ln>
            <a:effectLst>
              <a:outerShdw blurRad="50800" dist="88900" dir="2880000" algn="ctr" rotWithShape="0">
                <a:srgbClr val="FFFFFF">
                  <a:lumMod val="65000"/>
                </a:srgbClr>
              </a:outerShdw>
            </a:effectLst>
          </p:spPr>
          <p:txBody>
            <a:bodyPr lIns="91446" tIns="45723" rIns="91446" bIns="45723"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chemeClr val="bg1"/>
                </a:solidFill>
                <a:effectLst/>
                <a:uLnTx/>
                <a:uFillTx/>
                <a:latin typeface="方正兰亭黑_GBK" pitchFamily="2" charset="-122"/>
                <a:ea typeface="方正兰亭黑_GBK" pitchFamily="2" charset="-122"/>
                <a:sym typeface="方正兰亭黑_GBK" pitchFamily="2" charset="-122"/>
              </a:endParaRPr>
            </a:p>
          </p:txBody>
        </p:sp>
        <p:sp>
          <p:nvSpPr>
            <p:cNvPr id="57" name="标题 1"/>
            <p:cNvSpPr txBox="1"/>
            <p:nvPr/>
          </p:nvSpPr>
          <p:spPr>
            <a:xfrm>
              <a:off x="4420394" y="3200241"/>
              <a:ext cx="1524000" cy="28803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outerShdw blurRad="50800" dist="50800" dir="5400000" algn="ctr" rotWithShape="0">
                      <a:srgbClr val="000000">
                        <a:lumMod val="75000"/>
                        <a:lumOff val="25000"/>
                      </a:srgbClr>
                    </a:outerShdw>
                  </a:effectLst>
                  <a:uLnTx/>
                  <a:uFillTx/>
                  <a:latin typeface="微软雅黑" panose="020B0503020204020204" pitchFamily="34" charset="-122"/>
                  <a:ea typeface="微软雅黑" panose="020B0503020204020204" pitchFamily="34" charset="-122"/>
                  <a:cs typeface="+mj-cs"/>
                </a:rPr>
                <a:t>可以输入公司名称</a:t>
              </a:r>
            </a:p>
          </p:txBody>
        </p:sp>
      </p:grpSp>
      <p:grpSp>
        <p:nvGrpSpPr>
          <p:cNvPr id="58" name="组合 57"/>
          <p:cNvGrpSpPr/>
          <p:nvPr/>
        </p:nvGrpSpPr>
        <p:grpSpPr>
          <a:xfrm>
            <a:off x="5228024" y="3210249"/>
            <a:ext cx="1524000" cy="288032"/>
            <a:chOff x="4420394" y="3200241"/>
            <a:chExt cx="1524000" cy="288032"/>
          </a:xfrm>
        </p:grpSpPr>
        <p:sp>
          <p:nvSpPr>
            <p:cNvPr id="59" name="矩形 58"/>
            <p:cNvSpPr/>
            <p:nvPr/>
          </p:nvSpPr>
          <p:spPr bwMode="auto">
            <a:xfrm>
              <a:off x="4420394" y="3212108"/>
              <a:ext cx="1524000" cy="274836"/>
            </a:xfrm>
            <a:prstGeom prst="rect">
              <a:avLst/>
            </a:prstGeom>
            <a:solidFill>
              <a:schemeClr val="accent1"/>
            </a:solidFill>
            <a:ln>
              <a:noFill/>
            </a:ln>
            <a:effectLst>
              <a:outerShdw blurRad="50800" dist="88900" dir="2880000" algn="ctr" rotWithShape="0">
                <a:srgbClr val="FFFFFF">
                  <a:lumMod val="65000"/>
                </a:srgbClr>
              </a:outerShdw>
            </a:effectLst>
          </p:spPr>
          <p:txBody>
            <a:bodyPr lIns="91446" tIns="45723" rIns="91446" bIns="45723"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chemeClr val="bg1"/>
                </a:solidFill>
                <a:effectLst/>
                <a:uLnTx/>
                <a:uFillTx/>
                <a:latin typeface="方正兰亭黑_GBK" pitchFamily="2" charset="-122"/>
                <a:ea typeface="方正兰亭黑_GBK" pitchFamily="2" charset="-122"/>
                <a:sym typeface="方正兰亭黑_GBK" pitchFamily="2" charset="-122"/>
              </a:endParaRPr>
            </a:p>
          </p:txBody>
        </p:sp>
        <p:sp>
          <p:nvSpPr>
            <p:cNvPr id="60" name="标题 1"/>
            <p:cNvSpPr txBox="1"/>
            <p:nvPr/>
          </p:nvSpPr>
          <p:spPr>
            <a:xfrm>
              <a:off x="4420394" y="3200241"/>
              <a:ext cx="1524000" cy="28803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outerShdw blurRad="50800" dist="50800" dir="5400000" algn="ctr" rotWithShape="0">
                      <a:srgbClr val="000000">
                        <a:lumMod val="75000"/>
                        <a:lumOff val="25000"/>
                      </a:srgbClr>
                    </a:outerShdw>
                  </a:effectLst>
                  <a:uLnTx/>
                  <a:uFillTx/>
                  <a:latin typeface="微软雅黑" panose="020B0503020204020204" pitchFamily="34" charset="-122"/>
                  <a:ea typeface="微软雅黑" panose="020B0503020204020204" pitchFamily="34" charset="-122"/>
                  <a:cs typeface="+mj-cs"/>
                </a:rPr>
                <a:t>汇报人：</a:t>
              </a:r>
              <a:r>
                <a:rPr kumimoji="0" lang="en-US" altLang="zh-CN" sz="1200" b="0" i="0" u="none" strike="noStrike" kern="1200" cap="none" spc="0" normalizeH="0" baseline="0" noProof="0" dirty="0">
                  <a:ln>
                    <a:noFill/>
                  </a:ln>
                  <a:solidFill>
                    <a:schemeClr val="bg1"/>
                  </a:solidFill>
                  <a:effectLst>
                    <a:outerShdw blurRad="50800" dist="50800" dir="5400000" algn="ctr" rotWithShape="0">
                      <a:srgbClr val="000000">
                        <a:lumMod val="75000"/>
                        <a:lumOff val="25000"/>
                      </a:srgbClr>
                    </a:outerShdw>
                  </a:effectLst>
                  <a:uLnTx/>
                  <a:uFillTx/>
                  <a:latin typeface="微软雅黑" panose="020B0503020204020204" pitchFamily="34" charset="-122"/>
                  <a:ea typeface="微软雅黑" panose="020B0503020204020204" pitchFamily="34" charset="-122"/>
                  <a:cs typeface="+mj-cs"/>
                </a:rPr>
                <a:t>XXX</a:t>
              </a:r>
            </a:p>
          </p:txBody>
        </p:sp>
      </p:gr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30" presetClass="entr" presetSubtype="0" fill="hold" grpId="0" nodeType="afterEffect">
                                  <p:stCondLst>
                                    <p:cond delay="0"/>
                                  </p:stCondLst>
                                  <p:iterate type="lt">
                                    <p:tmPct val="10000"/>
                                  </p:iterate>
                                  <p:childTnLst>
                                    <p:set>
                                      <p:cBhvr>
                                        <p:cTn id="10" dur="1" fill="hold">
                                          <p:stCondLst>
                                            <p:cond delay="0"/>
                                          </p:stCondLst>
                                        </p:cTn>
                                        <p:tgtEl>
                                          <p:spTgt spid="52"/>
                                        </p:tgtEl>
                                        <p:attrNameLst>
                                          <p:attrName>style.visibility</p:attrName>
                                        </p:attrNameLst>
                                      </p:cBhvr>
                                      <p:to>
                                        <p:strVal val="visible"/>
                                      </p:to>
                                    </p:set>
                                    <p:animEffect transition="in" filter="fade">
                                      <p:cBhvr>
                                        <p:cTn id="11" dur="1600" decel="100000"/>
                                        <p:tgtEl>
                                          <p:spTgt spid="52"/>
                                        </p:tgtEl>
                                      </p:cBhvr>
                                    </p:animEffect>
                                    <p:anim calcmode="lin" valueType="num">
                                      <p:cBhvr>
                                        <p:cTn id="12" dur="1600" decel="100000" fill="hold"/>
                                        <p:tgtEl>
                                          <p:spTgt spid="52"/>
                                        </p:tgtEl>
                                        <p:attrNameLst>
                                          <p:attrName>style.rotation</p:attrName>
                                        </p:attrNameLst>
                                      </p:cBhvr>
                                      <p:tavLst>
                                        <p:tav tm="0">
                                          <p:val>
                                            <p:fltVal val="-90"/>
                                          </p:val>
                                        </p:tav>
                                        <p:tav tm="100000">
                                          <p:val>
                                            <p:fltVal val="0"/>
                                          </p:val>
                                        </p:tav>
                                      </p:tavLst>
                                    </p:anim>
                                    <p:anim calcmode="lin" valueType="num">
                                      <p:cBhvr>
                                        <p:cTn id="13" dur="1600" decel="100000" fill="hold"/>
                                        <p:tgtEl>
                                          <p:spTgt spid="52"/>
                                        </p:tgtEl>
                                        <p:attrNameLst>
                                          <p:attrName>ppt_x</p:attrName>
                                        </p:attrNameLst>
                                      </p:cBhvr>
                                      <p:tavLst>
                                        <p:tav tm="0">
                                          <p:val>
                                            <p:strVal val="#ppt_x+0.4"/>
                                          </p:val>
                                        </p:tav>
                                        <p:tav tm="100000">
                                          <p:val>
                                            <p:strVal val="#ppt_x-0.05"/>
                                          </p:val>
                                        </p:tav>
                                      </p:tavLst>
                                    </p:anim>
                                    <p:anim calcmode="lin" valueType="num">
                                      <p:cBhvr>
                                        <p:cTn id="14" dur="1600" decel="100000" fill="hold"/>
                                        <p:tgtEl>
                                          <p:spTgt spid="52"/>
                                        </p:tgtEl>
                                        <p:attrNameLst>
                                          <p:attrName>ppt_y</p:attrName>
                                        </p:attrNameLst>
                                      </p:cBhvr>
                                      <p:tavLst>
                                        <p:tav tm="0">
                                          <p:val>
                                            <p:strVal val="#ppt_y-0.4"/>
                                          </p:val>
                                        </p:tav>
                                        <p:tav tm="100000">
                                          <p:val>
                                            <p:strVal val="#ppt_y+0.1"/>
                                          </p:val>
                                        </p:tav>
                                      </p:tavLst>
                                    </p:anim>
                                    <p:anim calcmode="lin" valueType="num">
                                      <p:cBhvr>
                                        <p:cTn id="15" dur="400" accel="100000" fill="hold">
                                          <p:stCondLst>
                                            <p:cond delay="1600"/>
                                          </p:stCondLst>
                                        </p:cTn>
                                        <p:tgtEl>
                                          <p:spTgt spid="52"/>
                                        </p:tgtEl>
                                        <p:attrNameLst>
                                          <p:attrName>ppt_x</p:attrName>
                                        </p:attrNameLst>
                                      </p:cBhvr>
                                      <p:tavLst>
                                        <p:tav tm="0">
                                          <p:val>
                                            <p:strVal val="#ppt_x-0.05"/>
                                          </p:val>
                                        </p:tav>
                                        <p:tav tm="100000">
                                          <p:val>
                                            <p:strVal val="#ppt_x"/>
                                          </p:val>
                                        </p:tav>
                                      </p:tavLst>
                                    </p:anim>
                                    <p:anim calcmode="lin" valueType="num">
                                      <p:cBhvr>
                                        <p:cTn id="16" dur="400" accel="100000" fill="hold">
                                          <p:stCondLst>
                                            <p:cond delay="1600"/>
                                          </p:stCondLst>
                                        </p:cTn>
                                        <p:tgtEl>
                                          <p:spTgt spid="52"/>
                                        </p:tgtEl>
                                        <p:attrNameLst>
                                          <p:attrName>ppt_y</p:attrName>
                                        </p:attrNameLst>
                                      </p:cBhvr>
                                      <p:tavLst>
                                        <p:tav tm="0">
                                          <p:val>
                                            <p:strVal val="#ppt_y+0.1"/>
                                          </p:val>
                                        </p:tav>
                                        <p:tav tm="100000">
                                          <p:val>
                                            <p:strVal val="#ppt_y"/>
                                          </p:val>
                                        </p:tav>
                                      </p:tavLst>
                                    </p:anim>
                                  </p:childTnLst>
                                </p:cTn>
                              </p:par>
                            </p:childTnLst>
                          </p:cTn>
                        </p:par>
                        <p:par>
                          <p:cTn id="17" fill="hold">
                            <p:stCondLst>
                              <p:cond delay="3500"/>
                            </p:stCondLst>
                            <p:childTnLst>
                              <p:par>
                                <p:cTn id="18" presetID="23" presetClass="entr" presetSubtype="16" fill="hold" grpId="0" nodeType="afterEffect">
                                  <p:stCondLst>
                                    <p:cond delay="0"/>
                                  </p:stCondLst>
                                  <p:childTnLst>
                                    <p:set>
                                      <p:cBhvr>
                                        <p:cTn id="19" dur="1" fill="hold">
                                          <p:stCondLst>
                                            <p:cond delay="0"/>
                                          </p:stCondLst>
                                        </p:cTn>
                                        <p:tgtEl>
                                          <p:spTgt spid="53"/>
                                        </p:tgtEl>
                                        <p:attrNameLst>
                                          <p:attrName>style.visibility</p:attrName>
                                        </p:attrNameLst>
                                      </p:cBhvr>
                                      <p:to>
                                        <p:strVal val="visible"/>
                                      </p:to>
                                    </p:set>
                                    <p:anim calcmode="lin" valueType="num">
                                      <p:cBhvr>
                                        <p:cTn id="20" dur="500" fill="hold"/>
                                        <p:tgtEl>
                                          <p:spTgt spid="53"/>
                                        </p:tgtEl>
                                        <p:attrNameLst>
                                          <p:attrName>ppt_w</p:attrName>
                                        </p:attrNameLst>
                                      </p:cBhvr>
                                      <p:tavLst>
                                        <p:tav tm="0">
                                          <p:val>
                                            <p:fltVal val="0"/>
                                          </p:val>
                                        </p:tav>
                                        <p:tav tm="100000">
                                          <p:val>
                                            <p:strVal val="#ppt_w"/>
                                          </p:val>
                                        </p:tav>
                                      </p:tavLst>
                                    </p:anim>
                                    <p:anim calcmode="lin" valueType="num">
                                      <p:cBhvr>
                                        <p:cTn id="21" dur="500" fill="hold"/>
                                        <p:tgtEl>
                                          <p:spTgt spid="53"/>
                                        </p:tgtEl>
                                        <p:attrNameLst>
                                          <p:attrName>ppt_h</p:attrName>
                                        </p:attrNameLst>
                                      </p:cBhvr>
                                      <p:tavLst>
                                        <p:tav tm="0">
                                          <p:val>
                                            <p:fltVal val="0"/>
                                          </p:val>
                                        </p:tav>
                                        <p:tav tm="100000">
                                          <p:val>
                                            <p:strVal val="#ppt_h"/>
                                          </p:val>
                                        </p:tav>
                                      </p:tavLst>
                                    </p:anim>
                                  </p:childTnLst>
                                </p:cTn>
                              </p:par>
                            </p:childTnLst>
                          </p:cTn>
                        </p:par>
                        <p:par>
                          <p:cTn id="22" fill="hold">
                            <p:stCondLst>
                              <p:cond delay="4000"/>
                            </p:stCondLst>
                            <p:childTnLst>
                              <p:par>
                                <p:cTn id="23" presetID="22" presetClass="entr" presetSubtype="8" fill="hold" grpId="0" nodeType="after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wipe(left)">
                                      <p:cBhvr>
                                        <p:cTn id="25" dur="500"/>
                                        <p:tgtEl>
                                          <p:spTgt spid="54"/>
                                        </p:tgtEl>
                                      </p:cBhvr>
                                    </p:animEffect>
                                  </p:childTnLst>
                                </p:cTn>
                              </p:par>
                            </p:childTnLst>
                          </p:cTn>
                        </p:par>
                        <p:par>
                          <p:cTn id="26" fill="hold">
                            <p:stCondLst>
                              <p:cond delay="4500"/>
                            </p:stCondLst>
                            <p:childTnLst>
                              <p:par>
                                <p:cTn id="27" presetID="23" presetClass="entr" presetSubtype="16" fill="hold" nodeType="afterEffect">
                                  <p:stCondLst>
                                    <p:cond delay="0"/>
                                  </p:stCondLst>
                                  <p:childTnLst>
                                    <p:set>
                                      <p:cBhvr>
                                        <p:cTn id="28" dur="1" fill="hold">
                                          <p:stCondLst>
                                            <p:cond delay="0"/>
                                          </p:stCondLst>
                                        </p:cTn>
                                        <p:tgtEl>
                                          <p:spTgt spid="55"/>
                                        </p:tgtEl>
                                        <p:attrNameLst>
                                          <p:attrName>style.visibility</p:attrName>
                                        </p:attrNameLst>
                                      </p:cBhvr>
                                      <p:to>
                                        <p:strVal val="visible"/>
                                      </p:to>
                                    </p:set>
                                    <p:anim calcmode="lin" valueType="num">
                                      <p:cBhvr>
                                        <p:cTn id="29" dur="750" fill="hold"/>
                                        <p:tgtEl>
                                          <p:spTgt spid="55"/>
                                        </p:tgtEl>
                                        <p:attrNameLst>
                                          <p:attrName>ppt_w</p:attrName>
                                        </p:attrNameLst>
                                      </p:cBhvr>
                                      <p:tavLst>
                                        <p:tav tm="0">
                                          <p:val>
                                            <p:fltVal val="0"/>
                                          </p:val>
                                        </p:tav>
                                        <p:tav tm="100000">
                                          <p:val>
                                            <p:strVal val="#ppt_w"/>
                                          </p:val>
                                        </p:tav>
                                      </p:tavLst>
                                    </p:anim>
                                    <p:anim calcmode="lin" valueType="num">
                                      <p:cBhvr>
                                        <p:cTn id="30" dur="750" fill="hold"/>
                                        <p:tgtEl>
                                          <p:spTgt spid="55"/>
                                        </p:tgtEl>
                                        <p:attrNameLst>
                                          <p:attrName>ppt_h</p:attrName>
                                        </p:attrNameLst>
                                      </p:cBhvr>
                                      <p:tavLst>
                                        <p:tav tm="0">
                                          <p:val>
                                            <p:fltVal val="0"/>
                                          </p:val>
                                        </p:tav>
                                        <p:tav tm="100000">
                                          <p:val>
                                            <p:strVal val="#ppt_h"/>
                                          </p:val>
                                        </p:tav>
                                      </p:tavLst>
                                    </p:anim>
                                  </p:childTnLst>
                                </p:cTn>
                              </p:par>
                            </p:childTnLst>
                          </p:cTn>
                        </p:par>
                        <p:par>
                          <p:cTn id="31" fill="hold">
                            <p:stCondLst>
                              <p:cond delay="5500"/>
                            </p:stCondLst>
                            <p:childTnLst>
                              <p:par>
                                <p:cTn id="32" presetID="23" presetClass="entr" presetSubtype="16" fill="hold" nodeType="afterEffect">
                                  <p:stCondLst>
                                    <p:cond delay="0"/>
                                  </p:stCondLst>
                                  <p:childTnLst>
                                    <p:set>
                                      <p:cBhvr>
                                        <p:cTn id="33" dur="1" fill="hold">
                                          <p:stCondLst>
                                            <p:cond delay="0"/>
                                          </p:stCondLst>
                                        </p:cTn>
                                        <p:tgtEl>
                                          <p:spTgt spid="58"/>
                                        </p:tgtEl>
                                        <p:attrNameLst>
                                          <p:attrName>style.visibility</p:attrName>
                                        </p:attrNameLst>
                                      </p:cBhvr>
                                      <p:to>
                                        <p:strVal val="visible"/>
                                      </p:to>
                                    </p:set>
                                    <p:anim calcmode="lin" valueType="num">
                                      <p:cBhvr>
                                        <p:cTn id="34" dur="750" fill="hold"/>
                                        <p:tgtEl>
                                          <p:spTgt spid="58"/>
                                        </p:tgtEl>
                                        <p:attrNameLst>
                                          <p:attrName>ppt_w</p:attrName>
                                        </p:attrNameLst>
                                      </p:cBhvr>
                                      <p:tavLst>
                                        <p:tav tm="0">
                                          <p:val>
                                            <p:fltVal val="0"/>
                                          </p:val>
                                        </p:tav>
                                        <p:tav tm="100000">
                                          <p:val>
                                            <p:strVal val="#ppt_w"/>
                                          </p:val>
                                        </p:tav>
                                      </p:tavLst>
                                    </p:anim>
                                    <p:anim calcmode="lin" valueType="num">
                                      <p:cBhvr>
                                        <p:cTn id="35" dur="750" fill="hold"/>
                                        <p:tgtEl>
                                          <p:spTgt spid="5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5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0" y="0"/>
            <a:ext cx="9144000" cy="514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sp>
        <p:nvSpPr>
          <p:cNvPr id="17" name="Text Placeholder 16"/>
          <p:cNvSpPr>
            <a:spLocks noGrp="1"/>
          </p:cNvSpPr>
          <p:nvPr>
            <p:ph type="body" sz="quarter" idx="18"/>
          </p:nvPr>
        </p:nvSpPr>
        <p:spPr/>
        <p:txBody>
          <a:bodyPr/>
          <a:lstStyle/>
          <a:p>
            <a:r>
              <a:rPr lang="zh-CN" altLang="en-US" dirty="0"/>
              <a:t>输入您的标题</a:t>
            </a:r>
            <a:endParaRPr lang="en-AU" dirty="0"/>
          </a:p>
        </p:txBody>
      </p:sp>
      <p:sp>
        <p:nvSpPr>
          <p:cNvPr id="18" name="Text Placeholder 17"/>
          <p:cNvSpPr>
            <a:spLocks noGrp="1"/>
          </p:cNvSpPr>
          <p:nvPr>
            <p:ph type="body" sz="quarter" idx="19"/>
          </p:nvPr>
        </p:nvSpPr>
        <p:spPr/>
        <p:txBody>
          <a:bodyPr>
            <a:normAutofit/>
          </a:bodyPr>
          <a:lstStyle/>
          <a:p>
            <a:r>
              <a:rPr lang="zh-CN" altLang="en-US" dirty="0"/>
              <a:t>单击此处添加文本单击此处添加文本</a:t>
            </a:r>
            <a:endParaRPr lang="en-AU" dirty="0"/>
          </a:p>
        </p:txBody>
      </p:sp>
      <p:sp>
        <p:nvSpPr>
          <p:cNvPr id="19" name="Text Placeholder 18"/>
          <p:cNvSpPr>
            <a:spLocks noGrp="1"/>
          </p:cNvSpPr>
          <p:nvPr>
            <p:ph type="body" sz="quarter" idx="20"/>
          </p:nvPr>
        </p:nvSpPr>
        <p:spPr/>
        <p:txBody>
          <a:bodyPr/>
          <a:lstStyle/>
          <a:p>
            <a:r>
              <a:rPr lang="zh-CN" altLang="en-US" dirty="0"/>
              <a:t>输入您的标题</a:t>
            </a:r>
            <a:endParaRPr lang="en-AU" dirty="0"/>
          </a:p>
        </p:txBody>
      </p:sp>
      <p:sp>
        <p:nvSpPr>
          <p:cNvPr id="20" name="Text Placeholder 19"/>
          <p:cNvSpPr>
            <a:spLocks noGrp="1"/>
          </p:cNvSpPr>
          <p:nvPr>
            <p:ph type="body" sz="quarter" idx="21"/>
          </p:nvPr>
        </p:nvSpPr>
        <p:spPr/>
        <p:txBody>
          <a:bodyPr>
            <a:normAutofit/>
          </a:bodyPr>
          <a:lstStyle/>
          <a:p>
            <a:r>
              <a:rPr lang="zh-CN" altLang="en-US" dirty="0"/>
              <a:t>单击此处添加文本单击此处添加文本</a:t>
            </a:r>
            <a:endParaRPr lang="en-AU" dirty="0"/>
          </a:p>
          <a:p>
            <a:endParaRPr lang="en-AU" dirty="0"/>
          </a:p>
        </p:txBody>
      </p:sp>
      <p:sp>
        <p:nvSpPr>
          <p:cNvPr id="21" name="Text Placeholder 20"/>
          <p:cNvSpPr>
            <a:spLocks noGrp="1"/>
          </p:cNvSpPr>
          <p:nvPr>
            <p:ph type="body" sz="quarter" idx="22"/>
          </p:nvPr>
        </p:nvSpPr>
        <p:spPr/>
        <p:txBody>
          <a:bodyPr/>
          <a:lstStyle/>
          <a:p>
            <a:r>
              <a:rPr lang="zh-CN" altLang="en-US" dirty="0"/>
              <a:t>输入您的标题</a:t>
            </a:r>
            <a:endParaRPr lang="en-AU" dirty="0"/>
          </a:p>
        </p:txBody>
      </p:sp>
      <p:sp>
        <p:nvSpPr>
          <p:cNvPr id="22" name="Text Placeholder 21"/>
          <p:cNvSpPr>
            <a:spLocks noGrp="1"/>
          </p:cNvSpPr>
          <p:nvPr>
            <p:ph type="body" sz="quarter" idx="23"/>
          </p:nvPr>
        </p:nvSpPr>
        <p:spPr/>
        <p:txBody>
          <a:bodyPr>
            <a:normAutofit/>
          </a:bodyPr>
          <a:lstStyle/>
          <a:p>
            <a:r>
              <a:rPr lang="zh-CN" altLang="en-US" dirty="0"/>
              <a:t>单击此处添加文本单击此处添加文本</a:t>
            </a:r>
            <a:endParaRPr lang="en-AU" dirty="0"/>
          </a:p>
          <a:p>
            <a:endParaRPr lang="en-AU" dirty="0"/>
          </a:p>
        </p:txBody>
      </p:sp>
      <p:sp>
        <p:nvSpPr>
          <p:cNvPr id="23" name="Text Placeholder 22"/>
          <p:cNvSpPr>
            <a:spLocks noGrp="1"/>
          </p:cNvSpPr>
          <p:nvPr>
            <p:ph type="body" sz="quarter" idx="24"/>
          </p:nvPr>
        </p:nvSpPr>
        <p:spPr/>
        <p:txBody>
          <a:bodyPr/>
          <a:lstStyle/>
          <a:p>
            <a:r>
              <a:rPr lang="id-ID" dirty="0"/>
              <a:t>Sein Erklamer</a:t>
            </a:r>
            <a:endParaRPr lang="en-AU" dirty="0"/>
          </a:p>
        </p:txBody>
      </p:sp>
      <p:sp>
        <p:nvSpPr>
          <p:cNvPr id="24" name="Text Placeholder 23"/>
          <p:cNvSpPr>
            <a:spLocks noGrp="1"/>
          </p:cNvSpPr>
          <p:nvPr>
            <p:ph type="body" sz="quarter" idx="25"/>
          </p:nvPr>
        </p:nvSpPr>
        <p:spPr/>
        <p:txBody>
          <a:bodyPr>
            <a:normAutofit/>
          </a:bodyPr>
          <a:lstStyle/>
          <a:p>
            <a:r>
              <a:rPr lang="zh-CN" altLang="en-US" dirty="0"/>
              <a:t>单击此处添加文本单击此处添加文本</a:t>
            </a:r>
            <a:endParaRPr lang="en-AU" dirty="0"/>
          </a:p>
          <a:p>
            <a:endParaRPr lang="en-AU" dirty="0"/>
          </a:p>
        </p:txBody>
      </p:sp>
      <p:pic>
        <p:nvPicPr>
          <p:cNvPr id="5" name="图片占位符 4"/>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25024" r="25024"/>
          <a:stretch>
            <a:fillRect/>
          </a:stretch>
        </p:blipFill>
        <p:spPr>
          <a:xfrm>
            <a:off x="750888" y="1473200"/>
            <a:ext cx="1624012" cy="1625600"/>
          </a:xfrm>
        </p:spPr>
      </p:pic>
      <p:pic>
        <p:nvPicPr>
          <p:cNvPr id="2" name="图片占位符 1"/>
          <p:cNvPicPr>
            <a:picLocks noGrp="1" noChangeAspect="1"/>
          </p:cNvPicPr>
          <p:nvPr>
            <p:ph type="pic" sz="quarter" idx="14"/>
          </p:nvPr>
        </p:nvPicPr>
        <p:blipFill>
          <a:blip r:embed="rId4" cstate="print">
            <a:extLst>
              <a:ext uri="{28A0092B-C50C-407E-A947-70E740481C1C}">
                <a14:useLocalDpi xmlns:a14="http://schemas.microsoft.com/office/drawing/2010/main" val="0"/>
              </a:ext>
            </a:extLst>
          </a:blip>
          <a:srcRect l="21823" r="21823"/>
          <a:stretch>
            <a:fillRect/>
          </a:stretch>
        </p:blipFill>
        <p:spPr>
          <a:xfrm>
            <a:off x="2777729" y="1645444"/>
            <a:ext cx="1625203" cy="1625204"/>
          </a:xfrm>
        </p:spPr>
      </p:pic>
      <p:pic>
        <p:nvPicPr>
          <p:cNvPr id="3" name="图片占位符 2"/>
          <p:cNvPicPr>
            <a:picLocks noGrp="1" noChangeAspect="1"/>
          </p:cNvPicPr>
          <p:nvPr>
            <p:ph type="pic" sz="quarter" idx="15"/>
          </p:nvPr>
        </p:nvPicPr>
        <p:blipFill>
          <a:blip r:embed="rId4" cstate="print">
            <a:extLst>
              <a:ext uri="{28A0092B-C50C-407E-A947-70E740481C1C}">
                <a14:useLocalDpi xmlns:a14="http://schemas.microsoft.com/office/drawing/2010/main" val="0"/>
              </a:ext>
            </a:extLst>
          </a:blip>
          <a:srcRect l="21823" r="21823"/>
          <a:stretch>
            <a:fillRect/>
          </a:stretch>
        </p:blipFill>
        <p:spPr/>
      </p:pic>
      <p:pic>
        <p:nvPicPr>
          <p:cNvPr id="6" name="图片占位符 5"/>
          <p:cNvPicPr>
            <a:picLocks noGrp="1" noChangeAspect="1"/>
          </p:cNvPicPr>
          <p:nvPr>
            <p:ph type="pic" sz="quarter" idx="16"/>
          </p:nvPr>
        </p:nvPicPr>
        <p:blipFill>
          <a:blip r:embed="rId5" cstate="print">
            <a:extLst>
              <a:ext uri="{28A0092B-C50C-407E-A947-70E740481C1C}">
                <a14:useLocalDpi xmlns:a14="http://schemas.microsoft.com/office/drawing/2010/main" val="0"/>
              </a:ext>
            </a:extLst>
          </a:blip>
          <a:srcRect t="6054" b="6054"/>
          <a:stretch>
            <a:fillRect/>
          </a:stretch>
        </p:blipFill>
        <p:spPr/>
      </p:pic>
      <p:sp>
        <p:nvSpPr>
          <p:cNvPr id="26" name="标题 1"/>
          <p:cNvSpPr txBox="1"/>
          <p:nvPr/>
        </p:nvSpPr>
        <p:spPr>
          <a:xfrm>
            <a:off x="3643176" y="463495"/>
            <a:ext cx="2010593" cy="57606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defTabSz="914400" rtl="0" eaLnBrk="1" fontAlgn="auto" latinLnBrk="0" hangingPunct="1">
              <a:lnSpc>
                <a:spcPct val="100000"/>
              </a:lnSpc>
              <a:spcBef>
                <a:spcPct val="0"/>
              </a:spcBef>
              <a:spcAft>
                <a:spcPts val="0"/>
              </a:spcAft>
              <a:buClrTx/>
              <a:buSzTx/>
              <a:buFontTx/>
              <a:buNone/>
              <a:defRPr/>
            </a:pPr>
            <a:r>
              <a:rPr kumimoji="0" lang="zh-CN" altLang="en-US" sz="6000" b="1" i="0" u="none" strike="noStrike" kern="1200" cap="none" spc="300" normalizeH="0" baseline="0" noProof="0" dirty="0">
                <a:ln>
                  <a:noFill/>
                </a:ln>
                <a:solidFill>
                  <a:schemeClr val="bg1"/>
                </a:solidFill>
                <a:effectLst/>
                <a:uLnTx/>
                <a:uFillTx/>
              </a:rPr>
              <a:t>目录</a:t>
            </a:r>
          </a:p>
        </p:txBody>
      </p:sp>
    </p:spTree>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par>
                                <p:cTn id="8" presetID="6" presetClass="entr" presetSubtype="16"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ircle(in)">
                                      <p:cBhvr>
                                        <p:cTn id="10" dur="2000"/>
                                        <p:tgtEl>
                                          <p:spTgt spid="5"/>
                                        </p:tgtEl>
                                      </p:cBhvr>
                                    </p:animEffect>
                                  </p:childTnLst>
                                </p:cTn>
                              </p:par>
                              <p:par>
                                <p:cTn id="11" presetID="6" presetClass="entr" presetSubtype="16"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circle(in)">
                                      <p:cBhvr>
                                        <p:cTn id="13" dur="2000"/>
                                        <p:tgtEl>
                                          <p:spTgt spid="2"/>
                                        </p:tgtEl>
                                      </p:cBhvr>
                                    </p:animEffect>
                                  </p:childTnLst>
                                </p:cTn>
                              </p:par>
                              <p:par>
                                <p:cTn id="14" presetID="6" presetClass="entr" presetSubtype="16"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ircle(in)">
                                      <p:cBhvr>
                                        <p:cTn id="16" dur="2000"/>
                                        <p:tgtEl>
                                          <p:spTgt spid="3"/>
                                        </p:tgtEl>
                                      </p:cBhvr>
                                    </p:animEffect>
                                  </p:childTnLst>
                                </p:cTn>
                              </p:par>
                              <p:par>
                                <p:cTn id="17" presetID="6" presetClass="entr" presetSubtype="16"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ircle(in)">
                                      <p:cBhvr>
                                        <p:cTn id="19" dur="2000"/>
                                        <p:tgtEl>
                                          <p:spTgt spid="6"/>
                                        </p:tgtEl>
                                      </p:cBhvr>
                                    </p:animEffect>
                                  </p:childTnLst>
                                </p:cTn>
                              </p:par>
                            </p:childTnLst>
                          </p:cTn>
                        </p:par>
                        <p:par>
                          <p:cTn id="20" fill="hold">
                            <p:stCondLst>
                              <p:cond delay="500"/>
                            </p:stCondLst>
                            <p:childTnLst>
                              <p:par>
                                <p:cTn id="21" presetID="42" presetClass="entr" presetSubtype="0" fill="hold" grpId="0" nodeType="afterEffect">
                                  <p:stCondLst>
                                    <p:cond delay="0"/>
                                  </p:stCondLst>
                                  <p:childTnLst>
                                    <p:set>
                                      <p:cBhvr>
                                        <p:cTn id="22" dur="1" fill="hold">
                                          <p:stCondLst>
                                            <p:cond delay="0"/>
                                          </p:stCondLst>
                                        </p:cTn>
                                        <p:tgtEl>
                                          <p:spTgt spid="17">
                                            <p:txEl>
                                              <p:pRg st="0" end="0"/>
                                            </p:txEl>
                                          </p:spTgt>
                                        </p:tgtEl>
                                        <p:attrNameLst>
                                          <p:attrName>style.visibility</p:attrName>
                                        </p:attrNameLst>
                                      </p:cBhvr>
                                      <p:to>
                                        <p:strVal val="visible"/>
                                      </p:to>
                                    </p:set>
                                    <p:animEffect transition="in" filter="fade">
                                      <p:cBhvr>
                                        <p:cTn id="23" dur="1000"/>
                                        <p:tgtEl>
                                          <p:spTgt spid="17">
                                            <p:txEl>
                                              <p:pRg st="0" end="0"/>
                                            </p:txEl>
                                          </p:spTgt>
                                        </p:tgtEl>
                                      </p:cBhvr>
                                    </p:animEffect>
                                    <p:anim calcmode="lin" valueType="num">
                                      <p:cBhvr>
                                        <p:cTn id="24"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25"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par>
                          <p:cTn id="26" fill="hold">
                            <p:stCondLst>
                              <p:cond delay="1500"/>
                            </p:stCondLst>
                            <p:childTnLst>
                              <p:par>
                                <p:cTn id="27" presetID="42" presetClass="entr" presetSubtype="0" fill="hold" grpId="0" nodeType="afterEffect">
                                  <p:stCondLst>
                                    <p:cond delay="0"/>
                                  </p:stCondLst>
                                  <p:childTnLst>
                                    <p:set>
                                      <p:cBhvr>
                                        <p:cTn id="28" dur="1" fill="hold">
                                          <p:stCondLst>
                                            <p:cond delay="0"/>
                                          </p:stCondLst>
                                        </p:cTn>
                                        <p:tgtEl>
                                          <p:spTgt spid="18">
                                            <p:txEl>
                                              <p:pRg st="0" end="0"/>
                                            </p:txEl>
                                          </p:spTgt>
                                        </p:tgtEl>
                                        <p:attrNameLst>
                                          <p:attrName>style.visibility</p:attrName>
                                        </p:attrNameLst>
                                      </p:cBhvr>
                                      <p:to>
                                        <p:strVal val="visible"/>
                                      </p:to>
                                    </p:set>
                                    <p:animEffect transition="in" filter="fade">
                                      <p:cBhvr>
                                        <p:cTn id="29" dur="1000"/>
                                        <p:tgtEl>
                                          <p:spTgt spid="18">
                                            <p:txEl>
                                              <p:pRg st="0" end="0"/>
                                            </p:txEl>
                                          </p:spTgt>
                                        </p:tgtEl>
                                      </p:cBhvr>
                                    </p:animEffect>
                                    <p:anim calcmode="lin" valueType="num">
                                      <p:cBhvr>
                                        <p:cTn id="30"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par>
                          <p:cTn id="32" fill="hold">
                            <p:stCondLst>
                              <p:cond delay="2500"/>
                            </p:stCondLst>
                            <p:childTnLst>
                              <p:par>
                                <p:cTn id="33" presetID="42" presetClass="entr" presetSubtype="0" fill="hold" grpId="0" nodeType="after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1000"/>
                                        <p:tgtEl>
                                          <p:spTgt spid="19">
                                            <p:txEl>
                                              <p:pRg st="0" end="0"/>
                                            </p:txEl>
                                          </p:spTgt>
                                        </p:tgtEl>
                                      </p:cBhvr>
                                    </p:animEffect>
                                    <p:anim calcmode="lin" valueType="num">
                                      <p:cBhvr>
                                        <p:cTn id="36"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8" fill="hold">
                            <p:stCondLst>
                              <p:cond delay="3500"/>
                            </p:stCondLst>
                            <p:childTnLst>
                              <p:par>
                                <p:cTn id="39" presetID="42" presetClass="entr" presetSubtype="0" fill="hold" grpId="0" nodeType="afterEffect">
                                  <p:stCondLst>
                                    <p:cond delay="0"/>
                                  </p:stCondLst>
                                  <p:childTnLst>
                                    <p:set>
                                      <p:cBhvr>
                                        <p:cTn id="40" dur="1" fill="hold">
                                          <p:stCondLst>
                                            <p:cond delay="0"/>
                                          </p:stCondLst>
                                        </p:cTn>
                                        <p:tgtEl>
                                          <p:spTgt spid="20">
                                            <p:txEl>
                                              <p:pRg st="0" end="0"/>
                                            </p:txEl>
                                          </p:spTgt>
                                        </p:tgtEl>
                                        <p:attrNameLst>
                                          <p:attrName>style.visibility</p:attrName>
                                        </p:attrNameLst>
                                      </p:cBhvr>
                                      <p:to>
                                        <p:strVal val="visible"/>
                                      </p:to>
                                    </p:set>
                                    <p:animEffect transition="in" filter="fade">
                                      <p:cBhvr>
                                        <p:cTn id="41" dur="1000"/>
                                        <p:tgtEl>
                                          <p:spTgt spid="20">
                                            <p:txEl>
                                              <p:pRg st="0" end="0"/>
                                            </p:txEl>
                                          </p:spTgt>
                                        </p:tgtEl>
                                      </p:cBhvr>
                                    </p:animEffect>
                                    <p:anim calcmode="lin" valueType="num">
                                      <p:cBhvr>
                                        <p:cTn id="42"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43"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par>
                          <p:cTn id="44" fill="hold">
                            <p:stCondLst>
                              <p:cond delay="4500"/>
                            </p:stCondLst>
                            <p:childTnLst>
                              <p:par>
                                <p:cTn id="45" presetID="42" presetClass="entr" presetSubtype="0" fill="hold" grpId="0" nodeType="afterEffect">
                                  <p:stCondLst>
                                    <p:cond delay="0"/>
                                  </p:stCondLst>
                                  <p:childTnLst>
                                    <p:set>
                                      <p:cBhvr>
                                        <p:cTn id="46" dur="1" fill="hold">
                                          <p:stCondLst>
                                            <p:cond delay="0"/>
                                          </p:stCondLst>
                                        </p:cTn>
                                        <p:tgtEl>
                                          <p:spTgt spid="21">
                                            <p:txEl>
                                              <p:pRg st="0" end="0"/>
                                            </p:txEl>
                                          </p:spTgt>
                                        </p:tgtEl>
                                        <p:attrNameLst>
                                          <p:attrName>style.visibility</p:attrName>
                                        </p:attrNameLst>
                                      </p:cBhvr>
                                      <p:to>
                                        <p:strVal val="visible"/>
                                      </p:to>
                                    </p:set>
                                    <p:animEffect transition="in" filter="fade">
                                      <p:cBhvr>
                                        <p:cTn id="47" dur="1000"/>
                                        <p:tgtEl>
                                          <p:spTgt spid="21">
                                            <p:txEl>
                                              <p:pRg st="0" end="0"/>
                                            </p:txEl>
                                          </p:spTgt>
                                        </p:tgtEl>
                                      </p:cBhvr>
                                    </p:animEffect>
                                    <p:anim calcmode="lin" valueType="num">
                                      <p:cBhvr>
                                        <p:cTn id="48"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49" dur="1000" fill="hold"/>
                                        <p:tgtEl>
                                          <p:spTgt spid="21">
                                            <p:txEl>
                                              <p:pRg st="0" end="0"/>
                                            </p:txEl>
                                          </p:spTgt>
                                        </p:tgtEl>
                                        <p:attrNameLst>
                                          <p:attrName>ppt_y</p:attrName>
                                        </p:attrNameLst>
                                      </p:cBhvr>
                                      <p:tavLst>
                                        <p:tav tm="0">
                                          <p:val>
                                            <p:strVal val="#ppt_y+.1"/>
                                          </p:val>
                                        </p:tav>
                                        <p:tav tm="100000">
                                          <p:val>
                                            <p:strVal val="#ppt_y"/>
                                          </p:val>
                                        </p:tav>
                                      </p:tavLst>
                                    </p:anim>
                                  </p:childTnLst>
                                </p:cTn>
                              </p:par>
                            </p:childTnLst>
                          </p:cTn>
                        </p:par>
                        <p:par>
                          <p:cTn id="50" fill="hold">
                            <p:stCondLst>
                              <p:cond delay="5500"/>
                            </p:stCondLst>
                            <p:childTnLst>
                              <p:par>
                                <p:cTn id="51" presetID="42" presetClass="entr" presetSubtype="0" fill="hold" grpId="0" nodeType="afterEffect">
                                  <p:stCondLst>
                                    <p:cond delay="0"/>
                                  </p:stCondLst>
                                  <p:childTnLst>
                                    <p:set>
                                      <p:cBhvr>
                                        <p:cTn id="52" dur="1" fill="hold">
                                          <p:stCondLst>
                                            <p:cond delay="0"/>
                                          </p:stCondLst>
                                        </p:cTn>
                                        <p:tgtEl>
                                          <p:spTgt spid="22">
                                            <p:txEl>
                                              <p:pRg st="0" end="0"/>
                                            </p:txEl>
                                          </p:spTgt>
                                        </p:tgtEl>
                                        <p:attrNameLst>
                                          <p:attrName>style.visibility</p:attrName>
                                        </p:attrNameLst>
                                      </p:cBhvr>
                                      <p:to>
                                        <p:strVal val="visible"/>
                                      </p:to>
                                    </p:set>
                                    <p:animEffect transition="in" filter="fade">
                                      <p:cBhvr>
                                        <p:cTn id="53" dur="1000"/>
                                        <p:tgtEl>
                                          <p:spTgt spid="22">
                                            <p:txEl>
                                              <p:pRg st="0" end="0"/>
                                            </p:txEl>
                                          </p:spTgt>
                                        </p:tgtEl>
                                      </p:cBhvr>
                                    </p:animEffect>
                                    <p:anim calcmode="lin" valueType="num">
                                      <p:cBhvr>
                                        <p:cTn id="54" dur="1000" fill="hold"/>
                                        <p:tgtEl>
                                          <p:spTgt spid="22">
                                            <p:txEl>
                                              <p:pRg st="0" end="0"/>
                                            </p:txEl>
                                          </p:spTgt>
                                        </p:tgtEl>
                                        <p:attrNameLst>
                                          <p:attrName>ppt_x</p:attrName>
                                        </p:attrNameLst>
                                      </p:cBhvr>
                                      <p:tavLst>
                                        <p:tav tm="0">
                                          <p:val>
                                            <p:strVal val="#ppt_x"/>
                                          </p:val>
                                        </p:tav>
                                        <p:tav tm="100000">
                                          <p:val>
                                            <p:strVal val="#ppt_x"/>
                                          </p:val>
                                        </p:tav>
                                      </p:tavLst>
                                    </p:anim>
                                    <p:anim calcmode="lin" valueType="num">
                                      <p:cBhvr>
                                        <p:cTn id="55" dur="1000" fill="hold"/>
                                        <p:tgtEl>
                                          <p:spTgt spid="22">
                                            <p:txEl>
                                              <p:pRg st="0" end="0"/>
                                            </p:txEl>
                                          </p:spTgt>
                                        </p:tgtEl>
                                        <p:attrNameLst>
                                          <p:attrName>ppt_y</p:attrName>
                                        </p:attrNameLst>
                                      </p:cBhvr>
                                      <p:tavLst>
                                        <p:tav tm="0">
                                          <p:val>
                                            <p:strVal val="#ppt_y+.1"/>
                                          </p:val>
                                        </p:tav>
                                        <p:tav tm="100000">
                                          <p:val>
                                            <p:strVal val="#ppt_y"/>
                                          </p:val>
                                        </p:tav>
                                      </p:tavLst>
                                    </p:anim>
                                  </p:childTnLst>
                                </p:cTn>
                              </p:par>
                            </p:childTnLst>
                          </p:cTn>
                        </p:par>
                        <p:par>
                          <p:cTn id="56" fill="hold">
                            <p:stCondLst>
                              <p:cond delay="6500"/>
                            </p:stCondLst>
                            <p:childTnLst>
                              <p:par>
                                <p:cTn id="57" presetID="42" presetClass="entr" presetSubtype="0" fill="hold" grpId="0" nodeType="afterEffect">
                                  <p:stCondLst>
                                    <p:cond delay="0"/>
                                  </p:stCondLst>
                                  <p:childTnLst>
                                    <p:set>
                                      <p:cBhvr>
                                        <p:cTn id="58" dur="1" fill="hold">
                                          <p:stCondLst>
                                            <p:cond delay="0"/>
                                          </p:stCondLst>
                                        </p:cTn>
                                        <p:tgtEl>
                                          <p:spTgt spid="23">
                                            <p:txEl>
                                              <p:pRg st="0" end="0"/>
                                            </p:txEl>
                                          </p:spTgt>
                                        </p:tgtEl>
                                        <p:attrNameLst>
                                          <p:attrName>style.visibility</p:attrName>
                                        </p:attrNameLst>
                                      </p:cBhvr>
                                      <p:to>
                                        <p:strVal val="visible"/>
                                      </p:to>
                                    </p:set>
                                    <p:animEffect transition="in" filter="fade">
                                      <p:cBhvr>
                                        <p:cTn id="59" dur="1000"/>
                                        <p:tgtEl>
                                          <p:spTgt spid="23">
                                            <p:txEl>
                                              <p:pRg st="0" end="0"/>
                                            </p:txEl>
                                          </p:spTgt>
                                        </p:tgtEl>
                                      </p:cBhvr>
                                    </p:animEffect>
                                    <p:anim calcmode="lin" valueType="num">
                                      <p:cBhvr>
                                        <p:cTn id="60" dur="1000" fill="hold"/>
                                        <p:tgtEl>
                                          <p:spTgt spid="23">
                                            <p:txEl>
                                              <p:pRg st="0" end="0"/>
                                            </p:txEl>
                                          </p:spTgt>
                                        </p:tgtEl>
                                        <p:attrNameLst>
                                          <p:attrName>ppt_x</p:attrName>
                                        </p:attrNameLst>
                                      </p:cBhvr>
                                      <p:tavLst>
                                        <p:tav tm="0">
                                          <p:val>
                                            <p:strVal val="#ppt_x"/>
                                          </p:val>
                                        </p:tav>
                                        <p:tav tm="100000">
                                          <p:val>
                                            <p:strVal val="#ppt_x"/>
                                          </p:val>
                                        </p:tav>
                                      </p:tavLst>
                                    </p:anim>
                                    <p:anim calcmode="lin" valueType="num">
                                      <p:cBhvr>
                                        <p:cTn id="61" dur="1000" fill="hold"/>
                                        <p:tgtEl>
                                          <p:spTgt spid="23">
                                            <p:txEl>
                                              <p:pRg st="0" end="0"/>
                                            </p:txEl>
                                          </p:spTgt>
                                        </p:tgtEl>
                                        <p:attrNameLst>
                                          <p:attrName>ppt_y</p:attrName>
                                        </p:attrNameLst>
                                      </p:cBhvr>
                                      <p:tavLst>
                                        <p:tav tm="0">
                                          <p:val>
                                            <p:strVal val="#ppt_y+.1"/>
                                          </p:val>
                                        </p:tav>
                                        <p:tav tm="100000">
                                          <p:val>
                                            <p:strVal val="#ppt_y"/>
                                          </p:val>
                                        </p:tav>
                                      </p:tavLst>
                                    </p:anim>
                                  </p:childTnLst>
                                </p:cTn>
                              </p:par>
                            </p:childTnLst>
                          </p:cTn>
                        </p:par>
                        <p:par>
                          <p:cTn id="62" fill="hold">
                            <p:stCondLst>
                              <p:cond delay="7500"/>
                            </p:stCondLst>
                            <p:childTnLst>
                              <p:par>
                                <p:cTn id="63" presetID="42" presetClass="entr" presetSubtype="0" fill="hold" grpId="0" nodeType="afterEffect">
                                  <p:stCondLst>
                                    <p:cond delay="0"/>
                                  </p:stCondLst>
                                  <p:childTnLst>
                                    <p:set>
                                      <p:cBhvr>
                                        <p:cTn id="64" dur="1" fill="hold">
                                          <p:stCondLst>
                                            <p:cond delay="0"/>
                                          </p:stCondLst>
                                        </p:cTn>
                                        <p:tgtEl>
                                          <p:spTgt spid="24">
                                            <p:txEl>
                                              <p:pRg st="0" end="0"/>
                                            </p:txEl>
                                          </p:spTgt>
                                        </p:tgtEl>
                                        <p:attrNameLst>
                                          <p:attrName>style.visibility</p:attrName>
                                        </p:attrNameLst>
                                      </p:cBhvr>
                                      <p:to>
                                        <p:strVal val="visible"/>
                                      </p:to>
                                    </p:set>
                                    <p:animEffect transition="in" filter="fade">
                                      <p:cBhvr>
                                        <p:cTn id="65" dur="1000"/>
                                        <p:tgtEl>
                                          <p:spTgt spid="24">
                                            <p:txEl>
                                              <p:pRg st="0" end="0"/>
                                            </p:txEl>
                                          </p:spTgt>
                                        </p:tgtEl>
                                      </p:cBhvr>
                                    </p:animEffect>
                                    <p:anim calcmode="lin" valueType="num">
                                      <p:cBhvr>
                                        <p:cTn id="66" dur="1000" fill="hold"/>
                                        <p:tgtEl>
                                          <p:spTgt spid="24">
                                            <p:txEl>
                                              <p:pRg st="0" end="0"/>
                                            </p:txEl>
                                          </p:spTgt>
                                        </p:tgtEl>
                                        <p:attrNameLst>
                                          <p:attrName>ppt_x</p:attrName>
                                        </p:attrNameLst>
                                      </p:cBhvr>
                                      <p:tavLst>
                                        <p:tav tm="0">
                                          <p:val>
                                            <p:strVal val="#ppt_x"/>
                                          </p:val>
                                        </p:tav>
                                        <p:tav tm="100000">
                                          <p:val>
                                            <p:strVal val="#ppt_x"/>
                                          </p:val>
                                        </p:tav>
                                      </p:tavLst>
                                    </p:anim>
                                    <p:anim calcmode="lin" valueType="num">
                                      <p:cBhvr>
                                        <p:cTn id="67" dur="1000" fill="hold"/>
                                        <p:tgtEl>
                                          <p:spTgt spid="2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8" grpId="0" build="p"/>
      <p:bldP spid="19" grpId="0" build="p"/>
      <p:bldP spid="20" grpId="0" build="p"/>
      <p:bldP spid="21" grpId="0" build="p"/>
      <p:bldP spid="22" grpId="0" build="p"/>
      <p:bldP spid="23" grpId="0" build="p"/>
      <p:bldP spid="24" grpId="0" build="p"/>
      <p:bldP spid="2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0" y="0"/>
            <a:ext cx="9144000" cy="514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pic>
        <p:nvPicPr>
          <p:cNvPr id="6" name="图片占位符 5"/>
          <p:cNvPicPr>
            <a:picLocks noGrp="1" noChangeAspect="1"/>
          </p:cNvPicPr>
          <p:nvPr>
            <p:ph type="pic" sz="quarter" idx="16"/>
          </p:nvPr>
        </p:nvPicPr>
        <p:blipFill>
          <a:blip r:embed="rId3" cstate="print">
            <a:extLst>
              <a:ext uri="{28A0092B-C50C-407E-A947-70E740481C1C}">
                <a14:useLocalDpi xmlns:a14="http://schemas.microsoft.com/office/drawing/2010/main" val="0"/>
              </a:ext>
            </a:extLst>
          </a:blip>
          <a:srcRect t="6054" b="6054"/>
          <a:stretch>
            <a:fillRect/>
          </a:stretch>
        </p:blipFill>
        <p:spPr>
          <a:xfrm>
            <a:off x="1619672" y="1464727"/>
            <a:ext cx="1625132" cy="1625132"/>
          </a:xfrm>
        </p:spPr>
      </p:pic>
      <p:sp>
        <p:nvSpPr>
          <p:cNvPr id="29" name="Text Placeholder 20"/>
          <p:cNvSpPr>
            <a:spLocks noGrp="1"/>
          </p:cNvSpPr>
          <p:nvPr>
            <p:ph type="body" sz="quarter" idx="22"/>
          </p:nvPr>
        </p:nvSpPr>
        <p:spPr>
          <a:xfrm>
            <a:off x="3507186" y="1923678"/>
            <a:ext cx="3891908" cy="353615"/>
          </a:xfrm>
        </p:spPr>
        <p:txBody>
          <a:bodyPr>
            <a:noAutofit/>
          </a:bodyPr>
          <a:lstStyle/>
          <a:p>
            <a:r>
              <a:rPr lang="zh-CN" altLang="en-US" sz="3600" b="1" dirty="0"/>
              <a:t>输入您的标题</a:t>
            </a:r>
            <a:endParaRPr lang="en-AU" sz="3600" b="1" dirty="0"/>
          </a:p>
        </p:txBody>
      </p:sp>
      <p:sp>
        <p:nvSpPr>
          <p:cNvPr id="30" name="Text Placeholder 21"/>
          <p:cNvSpPr>
            <a:spLocks noGrp="1"/>
          </p:cNvSpPr>
          <p:nvPr>
            <p:ph type="body" sz="quarter" idx="23"/>
          </p:nvPr>
        </p:nvSpPr>
        <p:spPr>
          <a:xfrm>
            <a:off x="3491880" y="2605143"/>
            <a:ext cx="4104456" cy="1622791"/>
          </a:xfrm>
        </p:spPr>
        <p:txBody>
          <a:bodyPr>
            <a:noAutofit/>
          </a:bodyPr>
          <a:lstStyle/>
          <a:p>
            <a:r>
              <a:rPr lang="zh-CN" altLang="en-US" sz="1050" b="1" dirty="0"/>
              <a:t>单击此处添加文本单击此处添加文本单击此处添加文本单击此处添加文本单击此处添加文本单击此处添加文本单击</a:t>
            </a:r>
            <a:endParaRPr lang="en-US" altLang="zh-CN" sz="1050" b="1" dirty="0"/>
          </a:p>
          <a:p>
            <a:r>
              <a:rPr lang="zh-CN" altLang="en-US" sz="1050" b="1" dirty="0"/>
              <a:t>此处添加文本单击此处添加文本</a:t>
            </a:r>
            <a:endParaRPr lang="en-AU" altLang="zh-CN" sz="1050" b="1" dirty="0"/>
          </a:p>
          <a:p>
            <a:endParaRPr lang="en-AU" altLang="zh-CN" sz="1600" b="1" dirty="0"/>
          </a:p>
          <a:p>
            <a:endParaRPr lang="en-AU" altLang="zh-CN" sz="1050" b="1" dirty="0"/>
          </a:p>
          <a:p>
            <a:endParaRPr lang="en-AU" altLang="zh-CN" sz="1600" b="1" dirty="0"/>
          </a:p>
          <a:p>
            <a:endParaRPr lang="en-AU" altLang="zh-CN" sz="1050" b="1" dirty="0"/>
          </a:p>
          <a:p>
            <a:endParaRPr lang="en-AU" altLang="zh-CN" sz="1600" b="1" dirty="0"/>
          </a:p>
          <a:p>
            <a:endParaRPr lang="en-AU" altLang="zh-CN" sz="1600" b="1" dirty="0"/>
          </a:p>
          <a:p>
            <a:endParaRPr lang="en-AU" sz="1050" b="1" dirty="0"/>
          </a:p>
          <a:p>
            <a:endParaRPr lang="en-AU" sz="1600" b="1" dirty="0"/>
          </a:p>
        </p:txBody>
      </p:sp>
    </p:spTree>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par>
                          <p:cTn id="8" fill="hold">
                            <p:stCondLst>
                              <p:cond delay="2000"/>
                            </p:stCondLst>
                            <p:childTnLst>
                              <p:par>
                                <p:cTn id="9" presetID="42" presetClass="entr" presetSubtype="0" fill="hold" grpId="0" nodeType="afterEffect">
                                  <p:stCondLst>
                                    <p:cond delay="0"/>
                                  </p:stCondLst>
                                  <p:childTnLst>
                                    <p:set>
                                      <p:cBhvr>
                                        <p:cTn id="10" dur="1" fill="hold">
                                          <p:stCondLst>
                                            <p:cond delay="0"/>
                                          </p:stCondLst>
                                        </p:cTn>
                                        <p:tgtEl>
                                          <p:spTgt spid="29">
                                            <p:txEl>
                                              <p:pRg st="0" end="0"/>
                                            </p:txEl>
                                          </p:spTgt>
                                        </p:tgtEl>
                                        <p:attrNameLst>
                                          <p:attrName>style.visibility</p:attrName>
                                        </p:attrNameLst>
                                      </p:cBhvr>
                                      <p:to>
                                        <p:strVal val="visible"/>
                                      </p:to>
                                    </p:set>
                                    <p:animEffect transition="in" filter="fade">
                                      <p:cBhvr>
                                        <p:cTn id="11" dur="1000"/>
                                        <p:tgtEl>
                                          <p:spTgt spid="29">
                                            <p:txEl>
                                              <p:pRg st="0" end="0"/>
                                            </p:txEl>
                                          </p:spTgt>
                                        </p:tgtEl>
                                      </p:cBhvr>
                                    </p:animEffect>
                                    <p:anim calcmode="lin" valueType="num">
                                      <p:cBhvr>
                                        <p:cTn id="12" dur="1000" fill="hold"/>
                                        <p:tgtEl>
                                          <p:spTgt spid="29">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29">
                                            <p:txEl>
                                              <p:pRg st="0" end="0"/>
                                            </p:txEl>
                                          </p:spTgt>
                                        </p:tgtEl>
                                        <p:attrNameLst>
                                          <p:attrName>ppt_y</p:attrName>
                                        </p:attrNameLst>
                                      </p:cBhvr>
                                      <p:tavLst>
                                        <p:tav tm="0">
                                          <p:val>
                                            <p:strVal val="#ppt_y+.1"/>
                                          </p:val>
                                        </p:tav>
                                        <p:tav tm="100000">
                                          <p:val>
                                            <p:strVal val="#ppt_y"/>
                                          </p:val>
                                        </p:tav>
                                      </p:tavLst>
                                    </p:anim>
                                  </p:childTnLst>
                                </p:cTn>
                              </p:par>
                            </p:childTnLst>
                          </p:cTn>
                        </p:par>
                        <p:par>
                          <p:cTn id="14" fill="hold">
                            <p:stCondLst>
                              <p:cond delay="3000"/>
                            </p:stCondLst>
                            <p:childTnLst>
                              <p:par>
                                <p:cTn id="15" presetID="42" presetClass="entr" presetSubtype="0" fill="hold" grpId="0" nodeType="afterEffect">
                                  <p:stCondLst>
                                    <p:cond delay="0"/>
                                  </p:stCondLst>
                                  <p:childTnLst>
                                    <p:set>
                                      <p:cBhvr>
                                        <p:cTn id="16" dur="1" fill="hold">
                                          <p:stCondLst>
                                            <p:cond delay="0"/>
                                          </p:stCondLst>
                                        </p:cTn>
                                        <p:tgtEl>
                                          <p:spTgt spid="30">
                                            <p:txEl>
                                              <p:pRg st="0" end="0"/>
                                            </p:txEl>
                                          </p:spTgt>
                                        </p:tgtEl>
                                        <p:attrNameLst>
                                          <p:attrName>style.visibility</p:attrName>
                                        </p:attrNameLst>
                                      </p:cBhvr>
                                      <p:to>
                                        <p:strVal val="visible"/>
                                      </p:to>
                                    </p:set>
                                    <p:animEffect transition="in" filter="fade">
                                      <p:cBhvr>
                                        <p:cTn id="17" dur="1000"/>
                                        <p:tgtEl>
                                          <p:spTgt spid="30">
                                            <p:txEl>
                                              <p:pRg st="0" end="0"/>
                                            </p:txEl>
                                          </p:spTgt>
                                        </p:tgtEl>
                                      </p:cBhvr>
                                    </p:animEffect>
                                    <p:anim calcmode="lin" valueType="num">
                                      <p:cBhvr>
                                        <p:cTn id="18" dur="1000" fill="hold"/>
                                        <p:tgtEl>
                                          <p:spTgt spid="30">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0">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4000"/>
                            </p:stCondLst>
                            <p:childTnLst>
                              <p:par>
                                <p:cTn id="21" presetID="42" presetClass="entr" presetSubtype="0" fill="hold" grpId="0" nodeType="afterEffect">
                                  <p:stCondLst>
                                    <p:cond delay="0"/>
                                  </p:stCondLst>
                                  <p:childTnLst>
                                    <p:set>
                                      <p:cBhvr>
                                        <p:cTn id="22" dur="1" fill="hold">
                                          <p:stCondLst>
                                            <p:cond delay="0"/>
                                          </p:stCondLst>
                                        </p:cTn>
                                        <p:tgtEl>
                                          <p:spTgt spid="30">
                                            <p:txEl>
                                              <p:pRg st="1" end="1"/>
                                            </p:txEl>
                                          </p:spTgt>
                                        </p:tgtEl>
                                        <p:attrNameLst>
                                          <p:attrName>style.visibility</p:attrName>
                                        </p:attrNameLst>
                                      </p:cBhvr>
                                      <p:to>
                                        <p:strVal val="visible"/>
                                      </p:to>
                                    </p:set>
                                    <p:animEffect transition="in" filter="fade">
                                      <p:cBhvr>
                                        <p:cTn id="23" dur="1000"/>
                                        <p:tgtEl>
                                          <p:spTgt spid="30">
                                            <p:txEl>
                                              <p:pRg st="1" end="1"/>
                                            </p:txEl>
                                          </p:spTgt>
                                        </p:tgtEl>
                                      </p:cBhvr>
                                    </p:animEffect>
                                    <p:anim calcmode="lin" valueType="num">
                                      <p:cBhvr>
                                        <p:cTn id="24" dur="1000" fill="hold"/>
                                        <p:tgtEl>
                                          <p:spTgt spid="30">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3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P spid="3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0" name="Group 59"/>
          <p:cNvGrpSpPr/>
          <p:nvPr/>
        </p:nvGrpSpPr>
        <p:grpSpPr>
          <a:xfrm>
            <a:off x="4901969" y="1739433"/>
            <a:ext cx="3612191" cy="2671924"/>
            <a:chOff x="6535959" y="2319244"/>
            <a:chExt cx="4816254" cy="3562565"/>
          </a:xfrm>
        </p:grpSpPr>
        <p:sp>
          <p:nvSpPr>
            <p:cNvPr id="7" name="Rounded Rectangle 6"/>
            <p:cNvSpPr/>
            <p:nvPr/>
          </p:nvSpPr>
          <p:spPr>
            <a:xfrm>
              <a:off x="6535959" y="2319244"/>
              <a:ext cx="4816254" cy="8339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sp>
          <p:nvSpPr>
            <p:cNvPr id="39" name="Rounded Rectangle 38"/>
            <p:cNvSpPr/>
            <p:nvPr/>
          </p:nvSpPr>
          <p:spPr>
            <a:xfrm>
              <a:off x="6535959" y="3478969"/>
              <a:ext cx="4816254" cy="8339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sp>
          <p:nvSpPr>
            <p:cNvPr id="46" name="Rounded Rectangle 45"/>
            <p:cNvSpPr/>
            <p:nvPr/>
          </p:nvSpPr>
          <p:spPr>
            <a:xfrm>
              <a:off x="6535959" y="4638694"/>
              <a:ext cx="4816254" cy="8339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sp>
          <p:nvSpPr>
            <p:cNvPr id="53" name="Rounded Rectangle 52"/>
            <p:cNvSpPr/>
            <p:nvPr/>
          </p:nvSpPr>
          <p:spPr>
            <a:xfrm>
              <a:off x="6535959" y="5798419"/>
              <a:ext cx="4816254" cy="8339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grpSp>
      <p:sp>
        <p:nvSpPr>
          <p:cNvPr id="31" name="Text Placeholder 30"/>
          <p:cNvSpPr>
            <a:spLocks noGrp="1"/>
          </p:cNvSpPr>
          <p:nvPr>
            <p:ph type="body" sz="quarter" idx="4294967295"/>
          </p:nvPr>
        </p:nvSpPr>
        <p:spPr>
          <a:xfrm>
            <a:off x="4835294" y="1196102"/>
            <a:ext cx="1638300" cy="233448"/>
          </a:xfrm>
        </p:spPr>
        <p:txBody>
          <a:bodyPr>
            <a:normAutofit fontScale="32500" lnSpcReduction="20000"/>
          </a:bodyPr>
          <a:lstStyle/>
          <a:p>
            <a:r>
              <a:rPr lang="zh-CN" altLang="en-US" dirty="0"/>
              <a:t>输入您的标题</a:t>
            </a:r>
            <a:endParaRPr lang="en-AU" dirty="0"/>
          </a:p>
        </p:txBody>
      </p:sp>
      <p:sp>
        <p:nvSpPr>
          <p:cNvPr id="32" name="Text Placeholder 31"/>
          <p:cNvSpPr>
            <a:spLocks noGrp="1"/>
          </p:cNvSpPr>
          <p:nvPr>
            <p:ph type="body" sz="quarter" idx="4294967295"/>
          </p:nvPr>
        </p:nvSpPr>
        <p:spPr>
          <a:xfrm>
            <a:off x="4835294" y="1353350"/>
            <a:ext cx="2444060" cy="258365"/>
          </a:xfrm>
        </p:spPr>
        <p:txBody>
          <a:bodyPr>
            <a:normAutofit fontScale="25000" lnSpcReduction="20000"/>
          </a:bodyPr>
          <a:lstStyle/>
          <a:p>
            <a:r>
              <a:rPr lang="zh-CN" altLang="en-US" dirty="0"/>
              <a:t>单击此处添加文本单击此处添加文本</a:t>
            </a:r>
            <a:endParaRPr lang="en-AU" dirty="0"/>
          </a:p>
        </p:txBody>
      </p:sp>
      <p:sp>
        <p:nvSpPr>
          <p:cNvPr id="27" name="Rounded Rectangle 26"/>
          <p:cNvSpPr/>
          <p:nvPr/>
        </p:nvSpPr>
        <p:spPr>
          <a:xfrm>
            <a:off x="4901969" y="1739433"/>
            <a:ext cx="2377385" cy="6254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grpSp>
        <p:nvGrpSpPr>
          <p:cNvPr id="15" name="Group 14"/>
          <p:cNvGrpSpPr/>
          <p:nvPr/>
        </p:nvGrpSpPr>
        <p:grpSpPr>
          <a:xfrm rot="16200000" flipV="1">
            <a:off x="7156315" y="1820677"/>
            <a:ext cx="246079" cy="140228"/>
            <a:chOff x="369064" y="720865"/>
            <a:chExt cx="1234656" cy="703570"/>
          </a:xfrm>
        </p:grpSpPr>
        <p:sp>
          <p:nvSpPr>
            <p:cNvPr id="16" name="Pentagon 15"/>
            <p:cNvSpPr/>
            <p:nvPr/>
          </p:nvSpPr>
          <p:spPr>
            <a:xfrm>
              <a:off x="407655" y="720867"/>
              <a:ext cx="1196065" cy="703568"/>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7" name="Round Same Side Corner Rectangle 16"/>
            <p:cNvSpPr/>
            <p:nvPr/>
          </p:nvSpPr>
          <p:spPr>
            <a:xfrm rot="16200000">
              <a:off x="157993" y="931936"/>
              <a:ext cx="703569" cy="281427"/>
            </a:xfrm>
            <a:prstGeom prst="round2Same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p>
          </p:txBody>
        </p:sp>
      </p:grpSp>
      <p:sp>
        <p:nvSpPr>
          <p:cNvPr id="40" name="Text Placeholder 30"/>
          <p:cNvSpPr txBox="1"/>
          <p:nvPr/>
        </p:nvSpPr>
        <p:spPr>
          <a:xfrm>
            <a:off x="4835294" y="2065895"/>
            <a:ext cx="1638300" cy="233448"/>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050" dirty="0"/>
              <a:t>输入您的标题</a:t>
            </a:r>
            <a:endParaRPr lang="en-AU" sz="1050" dirty="0"/>
          </a:p>
        </p:txBody>
      </p:sp>
      <p:sp>
        <p:nvSpPr>
          <p:cNvPr id="41" name="Text Placeholder 31"/>
          <p:cNvSpPr txBox="1"/>
          <p:nvPr/>
        </p:nvSpPr>
        <p:spPr>
          <a:xfrm>
            <a:off x="4835294" y="2223144"/>
            <a:ext cx="2444060" cy="258365"/>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900" i="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单击此处添加文本单击此处添加文本</a:t>
            </a:r>
            <a:endParaRPr lang="en-AU" dirty="0"/>
          </a:p>
        </p:txBody>
      </p:sp>
      <p:sp>
        <p:nvSpPr>
          <p:cNvPr id="42" name="Rounded Rectangle 41"/>
          <p:cNvSpPr/>
          <p:nvPr/>
        </p:nvSpPr>
        <p:spPr>
          <a:xfrm>
            <a:off x="4901970" y="2609227"/>
            <a:ext cx="1851256" cy="6254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grpSp>
        <p:nvGrpSpPr>
          <p:cNvPr id="43" name="Group 42"/>
          <p:cNvGrpSpPr/>
          <p:nvPr/>
        </p:nvGrpSpPr>
        <p:grpSpPr>
          <a:xfrm rot="16200000" flipV="1">
            <a:off x="6630186" y="2689200"/>
            <a:ext cx="246079" cy="140228"/>
            <a:chOff x="369064" y="720865"/>
            <a:chExt cx="1234656" cy="703570"/>
          </a:xfrm>
        </p:grpSpPr>
        <p:sp>
          <p:nvSpPr>
            <p:cNvPr id="44" name="Pentagon 43"/>
            <p:cNvSpPr/>
            <p:nvPr/>
          </p:nvSpPr>
          <p:spPr>
            <a:xfrm>
              <a:off x="407655" y="720867"/>
              <a:ext cx="1196065" cy="703568"/>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5" name="Round Same Side Corner Rectangle 44"/>
            <p:cNvSpPr/>
            <p:nvPr/>
          </p:nvSpPr>
          <p:spPr>
            <a:xfrm rot="16200000">
              <a:off x="157993" y="931936"/>
              <a:ext cx="703569" cy="281427"/>
            </a:xfrm>
            <a:prstGeom prst="round2Same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p>
          </p:txBody>
        </p:sp>
      </p:grpSp>
      <p:sp>
        <p:nvSpPr>
          <p:cNvPr id="47" name="Text Placeholder 30"/>
          <p:cNvSpPr txBox="1"/>
          <p:nvPr/>
        </p:nvSpPr>
        <p:spPr>
          <a:xfrm>
            <a:off x="4835294" y="2935689"/>
            <a:ext cx="1638300" cy="233448"/>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050" dirty="0"/>
              <a:t>输入您的标题</a:t>
            </a:r>
            <a:endParaRPr lang="en-AU" sz="1050" dirty="0"/>
          </a:p>
        </p:txBody>
      </p:sp>
      <p:sp>
        <p:nvSpPr>
          <p:cNvPr id="48" name="Text Placeholder 31"/>
          <p:cNvSpPr txBox="1"/>
          <p:nvPr/>
        </p:nvSpPr>
        <p:spPr>
          <a:xfrm>
            <a:off x="4835294" y="3092938"/>
            <a:ext cx="2444060" cy="258365"/>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B0604020202020204" pitchFamily="34" charset="0"/>
              <a:buNone/>
              <a:defRPr sz="900" i="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单击此处添加文本单击此处添加文本</a:t>
            </a:r>
            <a:endParaRPr lang="en-AU" dirty="0"/>
          </a:p>
        </p:txBody>
      </p:sp>
      <p:sp>
        <p:nvSpPr>
          <p:cNvPr id="49" name="Rounded Rectangle 48"/>
          <p:cNvSpPr/>
          <p:nvPr/>
        </p:nvSpPr>
        <p:spPr>
          <a:xfrm>
            <a:off x="4901969" y="3479020"/>
            <a:ext cx="2377385" cy="62543"/>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grpSp>
        <p:nvGrpSpPr>
          <p:cNvPr id="50" name="Group 49"/>
          <p:cNvGrpSpPr/>
          <p:nvPr/>
        </p:nvGrpSpPr>
        <p:grpSpPr>
          <a:xfrm rot="16200000" flipV="1">
            <a:off x="7156315" y="3560265"/>
            <a:ext cx="246079" cy="140228"/>
            <a:chOff x="369064" y="720865"/>
            <a:chExt cx="1234656" cy="703570"/>
          </a:xfrm>
        </p:grpSpPr>
        <p:sp>
          <p:nvSpPr>
            <p:cNvPr id="51" name="Pentagon 50"/>
            <p:cNvSpPr/>
            <p:nvPr/>
          </p:nvSpPr>
          <p:spPr>
            <a:xfrm>
              <a:off x="407655" y="720867"/>
              <a:ext cx="1196065" cy="703568"/>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2" name="Round Same Side Corner Rectangle 51"/>
            <p:cNvSpPr/>
            <p:nvPr/>
          </p:nvSpPr>
          <p:spPr>
            <a:xfrm rot="16200000">
              <a:off x="157993" y="931936"/>
              <a:ext cx="703569" cy="281427"/>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p>
          </p:txBody>
        </p:sp>
      </p:grpSp>
      <p:sp>
        <p:nvSpPr>
          <p:cNvPr id="54" name="Text Placeholder 30"/>
          <p:cNvSpPr txBox="1"/>
          <p:nvPr/>
        </p:nvSpPr>
        <p:spPr>
          <a:xfrm>
            <a:off x="4835294" y="3805483"/>
            <a:ext cx="1638300" cy="233448"/>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050" dirty="0"/>
              <a:t>输入您的标题</a:t>
            </a:r>
            <a:endParaRPr lang="en-AU" sz="1050" dirty="0"/>
          </a:p>
        </p:txBody>
      </p:sp>
      <p:sp>
        <p:nvSpPr>
          <p:cNvPr id="55" name="Text Placeholder 31"/>
          <p:cNvSpPr txBox="1"/>
          <p:nvPr/>
        </p:nvSpPr>
        <p:spPr>
          <a:xfrm>
            <a:off x="4835294" y="3962731"/>
            <a:ext cx="2444060" cy="258365"/>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900" i="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单击此处添加文本单击此处添加文本</a:t>
            </a:r>
            <a:endParaRPr lang="en-AU" dirty="0"/>
          </a:p>
        </p:txBody>
      </p:sp>
      <p:sp>
        <p:nvSpPr>
          <p:cNvPr id="56" name="Rounded Rectangle 55"/>
          <p:cNvSpPr/>
          <p:nvPr/>
        </p:nvSpPr>
        <p:spPr>
          <a:xfrm>
            <a:off x="4901969" y="4348814"/>
            <a:ext cx="2937252" cy="6254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grpSp>
        <p:nvGrpSpPr>
          <p:cNvPr id="57" name="Group 56"/>
          <p:cNvGrpSpPr/>
          <p:nvPr/>
        </p:nvGrpSpPr>
        <p:grpSpPr>
          <a:xfrm rot="16200000" flipV="1">
            <a:off x="7716182" y="4401740"/>
            <a:ext cx="246079" cy="140228"/>
            <a:chOff x="369064" y="720865"/>
            <a:chExt cx="1234656" cy="703570"/>
          </a:xfrm>
        </p:grpSpPr>
        <p:sp>
          <p:nvSpPr>
            <p:cNvPr id="58" name="Pentagon 57"/>
            <p:cNvSpPr/>
            <p:nvPr/>
          </p:nvSpPr>
          <p:spPr>
            <a:xfrm>
              <a:off x="407655" y="720867"/>
              <a:ext cx="1196065" cy="703568"/>
            </a:xfrm>
            <a:prstGeom prst="homePlat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9" name="Round Same Side Corner Rectangle 58"/>
            <p:cNvSpPr/>
            <p:nvPr/>
          </p:nvSpPr>
          <p:spPr>
            <a:xfrm rot="16200000">
              <a:off x="157993" y="931936"/>
              <a:ext cx="703569" cy="281427"/>
            </a:xfrm>
            <a:prstGeom prst="round2Same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p>
          </p:txBody>
        </p:sp>
      </p:grpSp>
      <p:sp>
        <p:nvSpPr>
          <p:cNvPr id="35" name="Shape 727"/>
          <p:cNvSpPr/>
          <p:nvPr/>
        </p:nvSpPr>
        <p:spPr>
          <a:xfrm>
            <a:off x="2616398" y="1419018"/>
            <a:ext cx="1243537" cy="1243487"/>
          </a:xfrm>
          <a:custGeom>
            <a:avLst/>
            <a:gdLst/>
            <a:ahLst/>
            <a:cxnLst>
              <a:cxn ang="0">
                <a:pos x="wd2" y="hd2"/>
              </a:cxn>
              <a:cxn ang="5400000">
                <a:pos x="wd2" y="hd2"/>
              </a:cxn>
              <a:cxn ang="10800000">
                <a:pos x="wd2" y="hd2"/>
              </a:cxn>
              <a:cxn ang="16200000">
                <a:pos x="wd2" y="hd2"/>
              </a:cxn>
            </a:cxnLst>
            <a:rect l="0" t="0" r="r" b="b"/>
            <a:pathLst>
              <a:path w="21600" h="21600" extrusionOk="0">
                <a:moveTo>
                  <a:pt x="5499" y="10800"/>
                </a:moveTo>
                <a:cubicBezTo>
                  <a:pt x="5499" y="7873"/>
                  <a:pt x="7872" y="5499"/>
                  <a:pt x="10800" y="5499"/>
                </a:cubicBezTo>
                <a:cubicBezTo>
                  <a:pt x="13728" y="5499"/>
                  <a:pt x="16100" y="7873"/>
                  <a:pt x="16100" y="10800"/>
                </a:cubicBezTo>
                <a:cubicBezTo>
                  <a:pt x="16100" y="13728"/>
                  <a:pt x="13728" y="16102"/>
                  <a:pt x="10800" y="16102"/>
                </a:cubicBezTo>
                <a:cubicBezTo>
                  <a:pt x="7872" y="16102"/>
                  <a:pt x="5499" y="13728"/>
                  <a:pt x="5499" y="10800"/>
                </a:cubicBezTo>
                <a:close/>
                <a:moveTo>
                  <a:pt x="0" y="9882"/>
                </a:moveTo>
                <a:lnTo>
                  <a:pt x="0" y="11719"/>
                </a:lnTo>
                <a:cubicBezTo>
                  <a:pt x="0" y="12204"/>
                  <a:pt x="397" y="12601"/>
                  <a:pt x="881" y="12601"/>
                </a:cubicBezTo>
                <a:lnTo>
                  <a:pt x="1963" y="12601"/>
                </a:lnTo>
                <a:cubicBezTo>
                  <a:pt x="2448" y="12601"/>
                  <a:pt x="2966" y="12979"/>
                  <a:pt x="3113" y="13440"/>
                </a:cubicBezTo>
                <a:lnTo>
                  <a:pt x="3495" y="14370"/>
                </a:lnTo>
                <a:cubicBezTo>
                  <a:pt x="3719" y="14800"/>
                  <a:pt x="3622" y="15433"/>
                  <a:pt x="3279" y="15776"/>
                </a:cubicBezTo>
                <a:lnTo>
                  <a:pt x="2514" y="16541"/>
                </a:lnTo>
                <a:cubicBezTo>
                  <a:pt x="2171" y="16883"/>
                  <a:pt x="2171" y="17445"/>
                  <a:pt x="2514" y="17788"/>
                </a:cubicBezTo>
                <a:lnTo>
                  <a:pt x="3813" y="19087"/>
                </a:lnTo>
                <a:cubicBezTo>
                  <a:pt x="4155" y="19429"/>
                  <a:pt x="4717" y="19429"/>
                  <a:pt x="5060" y="19087"/>
                </a:cubicBezTo>
                <a:lnTo>
                  <a:pt x="5825" y="18321"/>
                </a:lnTo>
                <a:cubicBezTo>
                  <a:pt x="6167" y="17979"/>
                  <a:pt x="6800" y="17881"/>
                  <a:pt x="7230" y="18105"/>
                </a:cubicBezTo>
                <a:lnTo>
                  <a:pt x="8160" y="18487"/>
                </a:lnTo>
                <a:cubicBezTo>
                  <a:pt x="8622" y="18635"/>
                  <a:pt x="9000" y="19153"/>
                  <a:pt x="9000" y="19638"/>
                </a:cubicBezTo>
                <a:lnTo>
                  <a:pt x="9000" y="20720"/>
                </a:lnTo>
                <a:cubicBezTo>
                  <a:pt x="9000" y="21204"/>
                  <a:pt x="9397" y="21600"/>
                  <a:pt x="9881" y="21600"/>
                </a:cubicBezTo>
                <a:lnTo>
                  <a:pt x="11719" y="21600"/>
                </a:lnTo>
                <a:cubicBezTo>
                  <a:pt x="12203" y="21600"/>
                  <a:pt x="12600" y="21204"/>
                  <a:pt x="12600" y="20720"/>
                </a:cubicBezTo>
                <a:lnTo>
                  <a:pt x="12600" y="19638"/>
                </a:lnTo>
                <a:cubicBezTo>
                  <a:pt x="12600" y="19153"/>
                  <a:pt x="12978" y="18635"/>
                  <a:pt x="13439" y="18487"/>
                </a:cubicBezTo>
                <a:lnTo>
                  <a:pt x="14370" y="18105"/>
                </a:lnTo>
                <a:cubicBezTo>
                  <a:pt x="14801" y="17881"/>
                  <a:pt x="15432" y="17979"/>
                  <a:pt x="15775" y="18321"/>
                </a:cubicBezTo>
                <a:lnTo>
                  <a:pt x="16540" y="19087"/>
                </a:lnTo>
                <a:cubicBezTo>
                  <a:pt x="16883" y="19429"/>
                  <a:pt x="17444" y="19429"/>
                  <a:pt x="17787" y="19087"/>
                </a:cubicBezTo>
                <a:lnTo>
                  <a:pt x="19086" y="17788"/>
                </a:lnTo>
                <a:cubicBezTo>
                  <a:pt x="19429" y="17445"/>
                  <a:pt x="19429" y="16883"/>
                  <a:pt x="19086" y="16541"/>
                </a:cubicBezTo>
                <a:lnTo>
                  <a:pt x="18321" y="15776"/>
                </a:lnTo>
                <a:cubicBezTo>
                  <a:pt x="17978" y="15433"/>
                  <a:pt x="17880" y="14800"/>
                  <a:pt x="18104" y="14370"/>
                </a:cubicBezTo>
                <a:lnTo>
                  <a:pt x="18487" y="13440"/>
                </a:lnTo>
                <a:cubicBezTo>
                  <a:pt x="18634" y="12979"/>
                  <a:pt x="19152" y="12601"/>
                  <a:pt x="19637" y="12601"/>
                </a:cubicBezTo>
                <a:lnTo>
                  <a:pt x="20718" y="12601"/>
                </a:lnTo>
                <a:cubicBezTo>
                  <a:pt x="21203" y="12601"/>
                  <a:pt x="21600" y="12204"/>
                  <a:pt x="21600" y="11719"/>
                </a:cubicBezTo>
                <a:lnTo>
                  <a:pt x="21600" y="9882"/>
                </a:lnTo>
                <a:cubicBezTo>
                  <a:pt x="21600" y="9397"/>
                  <a:pt x="21203" y="9000"/>
                  <a:pt x="20718" y="9000"/>
                </a:cubicBezTo>
                <a:lnTo>
                  <a:pt x="19637" y="9000"/>
                </a:lnTo>
                <a:cubicBezTo>
                  <a:pt x="19152" y="9000"/>
                  <a:pt x="18634" y="8622"/>
                  <a:pt x="18487" y="8160"/>
                </a:cubicBezTo>
                <a:lnTo>
                  <a:pt x="18104" y="7230"/>
                </a:lnTo>
                <a:cubicBezTo>
                  <a:pt x="17880" y="6800"/>
                  <a:pt x="17978" y="6168"/>
                  <a:pt x="18321" y="5824"/>
                </a:cubicBezTo>
                <a:lnTo>
                  <a:pt x="19086" y="5060"/>
                </a:lnTo>
                <a:cubicBezTo>
                  <a:pt x="19429" y="4717"/>
                  <a:pt x="19429" y="4156"/>
                  <a:pt x="19086" y="3813"/>
                </a:cubicBezTo>
                <a:lnTo>
                  <a:pt x="17787" y="2514"/>
                </a:lnTo>
                <a:cubicBezTo>
                  <a:pt x="17444" y="2171"/>
                  <a:pt x="16883" y="2171"/>
                  <a:pt x="16540" y="2514"/>
                </a:cubicBezTo>
                <a:lnTo>
                  <a:pt x="15775" y="3279"/>
                </a:lnTo>
                <a:cubicBezTo>
                  <a:pt x="15432" y="3622"/>
                  <a:pt x="14801" y="3719"/>
                  <a:pt x="14370" y="3495"/>
                </a:cubicBezTo>
                <a:lnTo>
                  <a:pt x="13439" y="3113"/>
                </a:lnTo>
                <a:cubicBezTo>
                  <a:pt x="12978" y="2966"/>
                  <a:pt x="12600" y="2448"/>
                  <a:pt x="12600" y="1963"/>
                </a:cubicBezTo>
                <a:lnTo>
                  <a:pt x="12600" y="882"/>
                </a:lnTo>
                <a:cubicBezTo>
                  <a:pt x="12600" y="397"/>
                  <a:pt x="12203" y="0"/>
                  <a:pt x="11719" y="0"/>
                </a:cubicBezTo>
                <a:lnTo>
                  <a:pt x="9881" y="0"/>
                </a:lnTo>
                <a:cubicBezTo>
                  <a:pt x="9397" y="0"/>
                  <a:pt x="9000" y="397"/>
                  <a:pt x="9000" y="882"/>
                </a:cubicBezTo>
                <a:lnTo>
                  <a:pt x="9000" y="1963"/>
                </a:lnTo>
                <a:cubicBezTo>
                  <a:pt x="9000" y="2448"/>
                  <a:pt x="8622" y="2966"/>
                  <a:pt x="8160" y="3113"/>
                </a:cubicBezTo>
                <a:lnTo>
                  <a:pt x="7230" y="3495"/>
                </a:lnTo>
                <a:cubicBezTo>
                  <a:pt x="6800" y="3719"/>
                  <a:pt x="6167" y="3622"/>
                  <a:pt x="5825" y="3279"/>
                </a:cubicBezTo>
                <a:lnTo>
                  <a:pt x="5060" y="2514"/>
                </a:lnTo>
                <a:cubicBezTo>
                  <a:pt x="4717" y="2171"/>
                  <a:pt x="4155" y="2171"/>
                  <a:pt x="3813" y="2514"/>
                </a:cubicBezTo>
                <a:lnTo>
                  <a:pt x="2514" y="3813"/>
                </a:lnTo>
                <a:cubicBezTo>
                  <a:pt x="2171" y="4156"/>
                  <a:pt x="2171" y="4717"/>
                  <a:pt x="2514" y="5060"/>
                </a:cubicBezTo>
                <a:lnTo>
                  <a:pt x="3279" y="5824"/>
                </a:lnTo>
                <a:cubicBezTo>
                  <a:pt x="3622" y="6168"/>
                  <a:pt x="3719" y="6800"/>
                  <a:pt x="3495" y="7230"/>
                </a:cubicBezTo>
                <a:lnTo>
                  <a:pt x="3113" y="8160"/>
                </a:lnTo>
                <a:cubicBezTo>
                  <a:pt x="2966" y="8622"/>
                  <a:pt x="2448" y="9000"/>
                  <a:pt x="1963" y="9000"/>
                </a:cubicBezTo>
                <a:lnTo>
                  <a:pt x="881" y="9000"/>
                </a:lnTo>
                <a:cubicBezTo>
                  <a:pt x="397" y="9000"/>
                  <a:pt x="0" y="9397"/>
                  <a:pt x="0" y="9882"/>
                </a:cubicBezTo>
                <a:close/>
              </a:path>
            </a:pathLst>
          </a:custGeom>
          <a:solidFill>
            <a:schemeClr val="accent2"/>
          </a:solidFill>
          <a:ln w="12700">
            <a:miter lim="400000"/>
          </a:ln>
        </p:spPr>
        <p:txBody>
          <a:bodyPr lIns="28575" tIns="28575" rIns="28575" bIns="28575" anchor="ctr"/>
          <a:lstStyle/>
          <a:p>
            <a:pPr algn="ctr">
              <a:defRPr sz="3200">
                <a:solidFill>
                  <a:srgbClr val="FFFFFF"/>
                </a:solidFill>
                <a:latin typeface="+mn-lt"/>
                <a:ea typeface="+mn-ea"/>
                <a:cs typeface="+mn-cs"/>
                <a:sym typeface="Helvetica Light"/>
              </a:defRPr>
            </a:pPr>
            <a:endParaRPr sz="2400"/>
          </a:p>
        </p:txBody>
      </p:sp>
      <p:sp>
        <p:nvSpPr>
          <p:cNvPr id="36" name="Shape 728"/>
          <p:cNvSpPr/>
          <p:nvPr/>
        </p:nvSpPr>
        <p:spPr>
          <a:xfrm>
            <a:off x="1750277" y="2636274"/>
            <a:ext cx="1554368" cy="1554356"/>
          </a:xfrm>
          <a:custGeom>
            <a:avLst/>
            <a:gdLst/>
            <a:ahLst/>
            <a:cxnLst>
              <a:cxn ang="0">
                <a:pos x="wd2" y="hd2"/>
              </a:cxn>
              <a:cxn ang="5400000">
                <a:pos x="wd2" y="hd2"/>
              </a:cxn>
              <a:cxn ang="10800000">
                <a:pos x="wd2" y="hd2"/>
              </a:cxn>
              <a:cxn ang="16200000">
                <a:pos x="wd2" y="hd2"/>
              </a:cxn>
            </a:cxnLst>
            <a:rect l="0" t="0" r="r" b="b"/>
            <a:pathLst>
              <a:path w="21600" h="21600" extrusionOk="0">
                <a:moveTo>
                  <a:pt x="5499" y="10800"/>
                </a:moveTo>
                <a:cubicBezTo>
                  <a:pt x="5499" y="7872"/>
                  <a:pt x="7872" y="5499"/>
                  <a:pt x="10800" y="5499"/>
                </a:cubicBezTo>
                <a:cubicBezTo>
                  <a:pt x="13727" y="5499"/>
                  <a:pt x="16101" y="7872"/>
                  <a:pt x="16101" y="10800"/>
                </a:cubicBezTo>
                <a:cubicBezTo>
                  <a:pt x="16101" y="13727"/>
                  <a:pt x="13727" y="16101"/>
                  <a:pt x="10800" y="16101"/>
                </a:cubicBezTo>
                <a:cubicBezTo>
                  <a:pt x="7872" y="16101"/>
                  <a:pt x="5499" y="13727"/>
                  <a:pt x="5499" y="10800"/>
                </a:cubicBezTo>
                <a:close/>
                <a:moveTo>
                  <a:pt x="0" y="9882"/>
                </a:moveTo>
                <a:lnTo>
                  <a:pt x="0" y="11719"/>
                </a:lnTo>
                <a:cubicBezTo>
                  <a:pt x="0" y="12203"/>
                  <a:pt x="397" y="12600"/>
                  <a:pt x="882" y="12600"/>
                </a:cubicBezTo>
                <a:lnTo>
                  <a:pt x="1963" y="12600"/>
                </a:lnTo>
                <a:cubicBezTo>
                  <a:pt x="2448" y="12600"/>
                  <a:pt x="2965" y="12978"/>
                  <a:pt x="3113" y="13440"/>
                </a:cubicBezTo>
                <a:lnTo>
                  <a:pt x="3495" y="14369"/>
                </a:lnTo>
                <a:cubicBezTo>
                  <a:pt x="3719" y="14800"/>
                  <a:pt x="3622" y="15433"/>
                  <a:pt x="3279" y="15776"/>
                </a:cubicBezTo>
                <a:lnTo>
                  <a:pt x="2514" y="16541"/>
                </a:lnTo>
                <a:cubicBezTo>
                  <a:pt x="2171" y="16884"/>
                  <a:pt x="2171" y="17444"/>
                  <a:pt x="2514" y="17788"/>
                </a:cubicBezTo>
                <a:lnTo>
                  <a:pt x="3812" y="19086"/>
                </a:lnTo>
                <a:cubicBezTo>
                  <a:pt x="4155" y="19429"/>
                  <a:pt x="4717" y="19429"/>
                  <a:pt x="5060" y="19086"/>
                </a:cubicBezTo>
                <a:lnTo>
                  <a:pt x="5825" y="18321"/>
                </a:lnTo>
                <a:cubicBezTo>
                  <a:pt x="6168" y="17978"/>
                  <a:pt x="6800" y="17880"/>
                  <a:pt x="7230" y="18105"/>
                </a:cubicBezTo>
                <a:lnTo>
                  <a:pt x="8160" y="18487"/>
                </a:lnTo>
                <a:cubicBezTo>
                  <a:pt x="8622" y="18634"/>
                  <a:pt x="9000" y="19152"/>
                  <a:pt x="9000" y="19637"/>
                </a:cubicBezTo>
                <a:lnTo>
                  <a:pt x="9000" y="20719"/>
                </a:lnTo>
                <a:cubicBezTo>
                  <a:pt x="9000" y="21203"/>
                  <a:pt x="9396" y="21600"/>
                  <a:pt x="9881" y="21600"/>
                </a:cubicBezTo>
                <a:lnTo>
                  <a:pt x="11718" y="21600"/>
                </a:lnTo>
                <a:cubicBezTo>
                  <a:pt x="12203" y="21600"/>
                  <a:pt x="12600" y="21203"/>
                  <a:pt x="12600" y="20719"/>
                </a:cubicBezTo>
                <a:lnTo>
                  <a:pt x="12600" y="19637"/>
                </a:lnTo>
                <a:cubicBezTo>
                  <a:pt x="12600" y="19152"/>
                  <a:pt x="12978" y="18634"/>
                  <a:pt x="13439" y="18487"/>
                </a:cubicBezTo>
                <a:lnTo>
                  <a:pt x="14370" y="18105"/>
                </a:lnTo>
                <a:cubicBezTo>
                  <a:pt x="14800" y="17880"/>
                  <a:pt x="15432" y="17978"/>
                  <a:pt x="15775" y="18321"/>
                </a:cubicBezTo>
                <a:lnTo>
                  <a:pt x="16540" y="19086"/>
                </a:lnTo>
                <a:cubicBezTo>
                  <a:pt x="16883" y="19429"/>
                  <a:pt x="17444" y="19429"/>
                  <a:pt x="17787" y="19086"/>
                </a:cubicBezTo>
                <a:lnTo>
                  <a:pt x="19086" y="17788"/>
                </a:lnTo>
                <a:cubicBezTo>
                  <a:pt x="19429" y="17444"/>
                  <a:pt x="19429" y="16884"/>
                  <a:pt x="19086" y="16541"/>
                </a:cubicBezTo>
                <a:lnTo>
                  <a:pt x="18321" y="15776"/>
                </a:lnTo>
                <a:cubicBezTo>
                  <a:pt x="17978" y="15433"/>
                  <a:pt x="17881" y="14800"/>
                  <a:pt x="18105" y="14369"/>
                </a:cubicBezTo>
                <a:lnTo>
                  <a:pt x="18486" y="13440"/>
                </a:lnTo>
                <a:cubicBezTo>
                  <a:pt x="18634" y="12978"/>
                  <a:pt x="19152" y="12600"/>
                  <a:pt x="19637" y="12600"/>
                </a:cubicBezTo>
                <a:lnTo>
                  <a:pt x="20718" y="12600"/>
                </a:lnTo>
                <a:cubicBezTo>
                  <a:pt x="21203" y="12600"/>
                  <a:pt x="21600" y="12203"/>
                  <a:pt x="21600" y="11719"/>
                </a:cubicBezTo>
                <a:lnTo>
                  <a:pt x="21600" y="9882"/>
                </a:lnTo>
                <a:cubicBezTo>
                  <a:pt x="21600" y="9397"/>
                  <a:pt x="21203" y="9000"/>
                  <a:pt x="20718" y="9000"/>
                </a:cubicBezTo>
                <a:lnTo>
                  <a:pt x="19637" y="9000"/>
                </a:lnTo>
                <a:cubicBezTo>
                  <a:pt x="19152" y="9000"/>
                  <a:pt x="18634" y="8622"/>
                  <a:pt x="18486" y="8161"/>
                </a:cubicBezTo>
                <a:lnTo>
                  <a:pt x="18105" y="7230"/>
                </a:lnTo>
                <a:cubicBezTo>
                  <a:pt x="17881" y="6800"/>
                  <a:pt x="17978" y="6168"/>
                  <a:pt x="18321" y="5825"/>
                </a:cubicBezTo>
                <a:lnTo>
                  <a:pt x="19086" y="5059"/>
                </a:lnTo>
                <a:cubicBezTo>
                  <a:pt x="19429" y="4717"/>
                  <a:pt x="19429" y="4156"/>
                  <a:pt x="19086" y="3812"/>
                </a:cubicBezTo>
                <a:lnTo>
                  <a:pt x="17787" y="2514"/>
                </a:lnTo>
                <a:cubicBezTo>
                  <a:pt x="17444" y="2171"/>
                  <a:pt x="16883" y="2171"/>
                  <a:pt x="16540" y="2514"/>
                </a:cubicBezTo>
                <a:lnTo>
                  <a:pt x="15775" y="3279"/>
                </a:lnTo>
                <a:cubicBezTo>
                  <a:pt x="15432" y="3622"/>
                  <a:pt x="14800" y="3719"/>
                  <a:pt x="14370" y="3495"/>
                </a:cubicBezTo>
                <a:lnTo>
                  <a:pt x="13439" y="3113"/>
                </a:lnTo>
                <a:cubicBezTo>
                  <a:pt x="12978" y="2965"/>
                  <a:pt x="12600" y="2448"/>
                  <a:pt x="12600" y="1963"/>
                </a:cubicBezTo>
                <a:lnTo>
                  <a:pt x="12600" y="882"/>
                </a:lnTo>
                <a:cubicBezTo>
                  <a:pt x="12600" y="396"/>
                  <a:pt x="12203" y="0"/>
                  <a:pt x="11718" y="0"/>
                </a:cubicBezTo>
                <a:lnTo>
                  <a:pt x="9881" y="0"/>
                </a:lnTo>
                <a:cubicBezTo>
                  <a:pt x="9396" y="0"/>
                  <a:pt x="9000" y="396"/>
                  <a:pt x="9000" y="882"/>
                </a:cubicBezTo>
                <a:lnTo>
                  <a:pt x="9000" y="1963"/>
                </a:lnTo>
                <a:cubicBezTo>
                  <a:pt x="9000" y="2448"/>
                  <a:pt x="8622" y="2965"/>
                  <a:pt x="8160" y="3113"/>
                </a:cubicBezTo>
                <a:lnTo>
                  <a:pt x="7230" y="3495"/>
                </a:lnTo>
                <a:cubicBezTo>
                  <a:pt x="6800" y="3719"/>
                  <a:pt x="6168" y="3622"/>
                  <a:pt x="5825" y="3279"/>
                </a:cubicBezTo>
                <a:lnTo>
                  <a:pt x="5060" y="2514"/>
                </a:lnTo>
                <a:cubicBezTo>
                  <a:pt x="4717" y="2171"/>
                  <a:pt x="4155" y="2171"/>
                  <a:pt x="3812" y="2514"/>
                </a:cubicBezTo>
                <a:lnTo>
                  <a:pt x="2514" y="3812"/>
                </a:lnTo>
                <a:cubicBezTo>
                  <a:pt x="2171" y="4156"/>
                  <a:pt x="2171" y="4717"/>
                  <a:pt x="2514" y="5059"/>
                </a:cubicBezTo>
                <a:lnTo>
                  <a:pt x="3279" y="5825"/>
                </a:lnTo>
                <a:cubicBezTo>
                  <a:pt x="3622" y="6168"/>
                  <a:pt x="3719" y="6800"/>
                  <a:pt x="3495" y="7230"/>
                </a:cubicBezTo>
                <a:lnTo>
                  <a:pt x="3113" y="8161"/>
                </a:lnTo>
                <a:cubicBezTo>
                  <a:pt x="2965" y="8622"/>
                  <a:pt x="2448" y="9000"/>
                  <a:pt x="1963" y="9000"/>
                </a:cubicBezTo>
                <a:lnTo>
                  <a:pt x="882" y="9000"/>
                </a:lnTo>
                <a:cubicBezTo>
                  <a:pt x="397" y="9000"/>
                  <a:pt x="0" y="9397"/>
                  <a:pt x="0" y="9882"/>
                </a:cubicBezTo>
                <a:close/>
              </a:path>
            </a:pathLst>
          </a:custGeom>
          <a:solidFill>
            <a:schemeClr val="accent3"/>
          </a:solidFill>
          <a:ln w="12700">
            <a:miter lim="400000"/>
          </a:ln>
        </p:spPr>
        <p:txBody>
          <a:bodyPr lIns="28575" tIns="28575" rIns="28575" bIns="28575" anchor="ctr"/>
          <a:lstStyle/>
          <a:p>
            <a:pPr algn="ctr">
              <a:defRPr sz="3200">
                <a:solidFill>
                  <a:srgbClr val="FFFFFF"/>
                </a:solidFill>
                <a:latin typeface="+mn-lt"/>
                <a:ea typeface="+mn-ea"/>
                <a:cs typeface="+mn-cs"/>
                <a:sym typeface="Helvetica Light"/>
              </a:defRPr>
            </a:pPr>
            <a:endParaRPr sz="2400"/>
          </a:p>
        </p:txBody>
      </p:sp>
    </p:spTree>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animEffect transition="in" filter="barn(inVertical)">
                                      <p:cBhvr>
                                        <p:cTn id="7" dur="500"/>
                                        <p:tgtEl>
                                          <p:spTgt spid="31">
                                            <p:txEl>
                                              <p:pRg st="0" end="0"/>
                                            </p:txEl>
                                          </p:spTgt>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32">
                                            <p:txEl>
                                              <p:pRg st="0" end="0"/>
                                            </p:txEl>
                                          </p:spTgt>
                                        </p:tgtEl>
                                        <p:attrNameLst>
                                          <p:attrName>style.visibility</p:attrName>
                                        </p:attrNameLst>
                                      </p:cBhvr>
                                      <p:to>
                                        <p:strVal val="visible"/>
                                      </p:to>
                                    </p:set>
                                    <p:animEffect transition="in" filter="barn(inVertical)">
                                      <p:cBhvr>
                                        <p:cTn id="11" dur="500"/>
                                        <p:tgtEl>
                                          <p:spTgt spid="32">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500"/>
                                        <p:tgtEl>
                                          <p:spTgt spid="6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500"/>
                                        <p:tgtEl>
                                          <p:spTgt spid="27"/>
                                        </p:tgtEl>
                                      </p:cBhvr>
                                    </p:animEffect>
                                  </p:childTnLst>
                                </p:cTn>
                              </p:par>
                            </p:childTnLst>
                          </p:cTn>
                        </p:par>
                        <p:par>
                          <p:cTn id="20" fill="hold">
                            <p:stCondLst>
                              <p:cond delay="2000"/>
                            </p:stCondLst>
                            <p:childTnLst>
                              <p:par>
                                <p:cTn id="21" presetID="1" presetClass="entr" presetSubtype="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par>
                          <p:cTn id="23" fill="hold">
                            <p:stCondLst>
                              <p:cond delay="2000"/>
                            </p:stCondLst>
                            <p:childTnLst>
                              <p:par>
                                <p:cTn id="24" presetID="16" presetClass="entr" presetSubtype="21" fill="hold" grpId="0" nodeType="after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barn(inVertical)">
                                      <p:cBhvr>
                                        <p:cTn id="26" dur="500"/>
                                        <p:tgtEl>
                                          <p:spTgt spid="40"/>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barn(inVertical)">
                                      <p:cBhvr>
                                        <p:cTn id="29" dur="500"/>
                                        <p:tgtEl>
                                          <p:spTgt spid="41"/>
                                        </p:tgtEl>
                                      </p:cBhvr>
                                    </p:animEffect>
                                  </p:childTnLst>
                                </p:cTn>
                              </p:par>
                            </p:childTnLst>
                          </p:cTn>
                        </p:par>
                        <p:par>
                          <p:cTn id="30" fill="hold">
                            <p:stCondLst>
                              <p:cond delay="2500"/>
                            </p:stCondLst>
                            <p:childTnLst>
                              <p:par>
                                <p:cTn id="31" presetID="22" presetClass="entr" presetSubtype="8" fill="hold" grpId="0" nodeType="after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wipe(left)">
                                      <p:cBhvr>
                                        <p:cTn id="33" dur="500"/>
                                        <p:tgtEl>
                                          <p:spTgt spid="42"/>
                                        </p:tgtEl>
                                      </p:cBhvr>
                                    </p:animEffect>
                                  </p:childTnLst>
                                </p:cTn>
                              </p:par>
                            </p:childTnLst>
                          </p:cTn>
                        </p:par>
                        <p:par>
                          <p:cTn id="34" fill="hold">
                            <p:stCondLst>
                              <p:cond delay="3000"/>
                            </p:stCondLst>
                            <p:childTnLst>
                              <p:par>
                                <p:cTn id="35" presetID="1" presetClass="entr" presetSubtype="0" fill="hold" nodeType="after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childTnLst>
                          </p:cTn>
                        </p:par>
                        <p:par>
                          <p:cTn id="37" fill="hold">
                            <p:stCondLst>
                              <p:cond delay="3000"/>
                            </p:stCondLst>
                            <p:childTnLst>
                              <p:par>
                                <p:cTn id="38" presetID="16" presetClass="entr" presetSubtype="21" fill="hold" grpId="0" nodeType="after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barn(inVertical)">
                                      <p:cBhvr>
                                        <p:cTn id="40" dur="500"/>
                                        <p:tgtEl>
                                          <p:spTgt spid="47"/>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barn(inVertical)">
                                      <p:cBhvr>
                                        <p:cTn id="43" dur="500"/>
                                        <p:tgtEl>
                                          <p:spTgt spid="48"/>
                                        </p:tgtEl>
                                      </p:cBhvr>
                                    </p:animEffect>
                                  </p:childTnLst>
                                </p:cTn>
                              </p:par>
                            </p:childTnLst>
                          </p:cTn>
                        </p:par>
                        <p:par>
                          <p:cTn id="44" fill="hold">
                            <p:stCondLst>
                              <p:cond delay="3500"/>
                            </p:stCondLst>
                            <p:childTnLst>
                              <p:par>
                                <p:cTn id="45" presetID="22" presetClass="entr" presetSubtype="8" fill="hold" grpId="0" nodeType="after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wipe(left)">
                                      <p:cBhvr>
                                        <p:cTn id="47" dur="500"/>
                                        <p:tgtEl>
                                          <p:spTgt spid="49"/>
                                        </p:tgtEl>
                                      </p:cBhvr>
                                    </p:animEffect>
                                  </p:childTnLst>
                                </p:cTn>
                              </p:par>
                            </p:childTnLst>
                          </p:cTn>
                        </p:par>
                        <p:par>
                          <p:cTn id="48" fill="hold">
                            <p:stCondLst>
                              <p:cond delay="4000"/>
                            </p:stCondLst>
                            <p:childTnLst>
                              <p:par>
                                <p:cTn id="49" presetID="1" presetClass="entr" presetSubtype="0" fill="hold" nodeType="after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childTnLst>
                          </p:cTn>
                        </p:par>
                        <p:par>
                          <p:cTn id="51" fill="hold">
                            <p:stCondLst>
                              <p:cond delay="4000"/>
                            </p:stCondLst>
                            <p:childTnLst>
                              <p:par>
                                <p:cTn id="52" presetID="16" presetClass="entr" presetSubtype="21" fill="hold" grpId="0" nodeType="after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barn(inVertical)">
                                      <p:cBhvr>
                                        <p:cTn id="54" dur="500"/>
                                        <p:tgtEl>
                                          <p:spTgt spid="54"/>
                                        </p:tgtEl>
                                      </p:cBhvr>
                                    </p:animEffect>
                                  </p:childTnLst>
                                </p:cTn>
                              </p:par>
                              <p:par>
                                <p:cTn id="55" presetID="16" presetClass="entr" presetSubtype="21" fill="hold" grpId="0" nodeType="withEffect">
                                  <p:stCondLst>
                                    <p:cond delay="0"/>
                                  </p:stCondLst>
                                  <p:childTnLst>
                                    <p:set>
                                      <p:cBhvr>
                                        <p:cTn id="56" dur="1" fill="hold">
                                          <p:stCondLst>
                                            <p:cond delay="0"/>
                                          </p:stCondLst>
                                        </p:cTn>
                                        <p:tgtEl>
                                          <p:spTgt spid="55"/>
                                        </p:tgtEl>
                                        <p:attrNameLst>
                                          <p:attrName>style.visibility</p:attrName>
                                        </p:attrNameLst>
                                      </p:cBhvr>
                                      <p:to>
                                        <p:strVal val="visible"/>
                                      </p:to>
                                    </p:set>
                                    <p:animEffect transition="in" filter="barn(inVertical)">
                                      <p:cBhvr>
                                        <p:cTn id="57" dur="500"/>
                                        <p:tgtEl>
                                          <p:spTgt spid="55"/>
                                        </p:tgtEl>
                                      </p:cBhvr>
                                    </p:animEffect>
                                  </p:childTnLst>
                                </p:cTn>
                              </p:par>
                            </p:childTnLst>
                          </p:cTn>
                        </p:par>
                        <p:par>
                          <p:cTn id="58" fill="hold">
                            <p:stCondLst>
                              <p:cond delay="4500"/>
                            </p:stCondLst>
                            <p:childTnLst>
                              <p:par>
                                <p:cTn id="59" presetID="22" presetClass="entr" presetSubtype="8" fill="hold" grpId="0" nodeType="afterEffect">
                                  <p:stCondLst>
                                    <p:cond delay="0"/>
                                  </p:stCondLst>
                                  <p:childTnLst>
                                    <p:set>
                                      <p:cBhvr>
                                        <p:cTn id="60" dur="1" fill="hold">
                                          <p:stCondLst>
                                            <p:cond delay="0"/>
                                          </p:stCondLst>
                                        </p:cTn>
                                        <p:tgtEl>
                                          <p:spTgt spid="56"/>
                                        </p:tgtEl>
                                        <p:attrNameLst>
                                          <p:attrName>style.visibility</p:attrName>
                                        </p:attrNameLst>
                                      </p:cBhvr>
                                      <p:to>
                                        <p:strVal val="visible"/>
                                      </p:to>
                                    </p:set>
                                    <p:animEffect transition="in" filter="wipe(left)">
                                      <p:cBhvr>
                                        <p:cTn id="61" dur="500"/>
                                        <p:tgtEl>
                                          <p:spTgt spid="56"/>
                                        </p:tgtEl>
                                      </p:cBhvr>
                                    </p:animEffect>
                                  </p:childTnLst>
                                </p:cTn>
                              </p:par>
                            </p:childTnLst>
                          </p:cTn>
                        </p:par>
                        <p:par>
                          <p:cTn id="62" fill="hold">
                            <p:stCondLst>
                              <p:cond delay="5000"/>
                            </p:stCondLst>
                            <p:childTnLst>
                              <p:par>
                                <p:cTn id="63" presetID="1" presetClass="entr" presetSubtype="0" fill="hold" nodeType="afterEffect">
                                  <p:stCondLst>
                                    <p:cond delay="0"/>
                                  </p:stCondLst>
                                  <p:childTnLst>
                                    <p:set>
                                      <p:cBhvr>
                                        <p:cTn id="64" dur="1" fill="hold">
                                          <p:stCondLst>
                                            <p:cond delay="0"/>
                                          </p:stCondLst>
                                        </p:cTn>
                                        <p:tgtEl>
                                          <p:spTgt spid="57"/>
                                        </p:tgtEl>
                                        <p:attrNameLst>
                                          <p:attrName>style.visibility</p:attrName>
                                        </p:attrNameLst>
                                      </p:cBhvr>
                                      <p:to>
                                        <p:strVal val="visible"/>
                                      </p:to>
                                    </p:set>
                                  </p:childTnLst>
                                </p:cTn>
                              </p:par>
                            </p:childTnLst>
                          </p:cTn>
                        </p:par>
                        <p:par>
                          <p:cTn id="65" fill="hold">
                            <p:stCondLst>
                              <p:cond delay="5000"/>
                            </p:stCondLst>
                            <p:childTnLst>
                              <p:par>
                                <p:cTn id="66" presetID="49" presetClass="entr" presetSubtype="0" decel="100000" fill="hold" grpId="0" nodeType="afterEffect">
                                  <p:stCondLst>
                                    <p:cond delay="0"/>
                                  </p:stCondLst>
                                  <p:childTnLst>
                                    <p:set>
                                      <p:cBhvr>
                                        <p:cTn id="67" dur="1" fill="hold">
                                          <p:stCondLst>
                                            <p:cond delay="0"/>
                                          </p:stCondLst>
                                        </p:cTn>
                                        <p:tgtEl>
                                          <p:spTgt spid="35"/>
                                        </p:tgtEl>
                                        <p:attrNameLst>
                                          <p:attrName>style.visibility</p:attrName>
                                        </p:attrNameLst>
                                      </p:cBhvr>
                                      <p:to>
                                        <p:strVal val="visible"/>
                                      </p:to>
                                    </p:set>
                                    <p:anim calcmode="lin" valueType="num">
                                      <p:cBhvr>
                                        <p:cTn id="68" dur="500" fill="hold"/>
                                        <p:tgtEl>
                                          <p:spTgt spid="35"/>
                                        </p:tgtEl>
                                        <p:attrNameLst>
                                          <p:attrName>ppt_w</p:attrName>
                                        </p:attrNameLst>
                                      </p:cBhvr>
                                      <p:tavLst>
                                        <p:tav tm="0">
                                          <p:val>
                                            <p:fltVal val="0"/>
                                          </p:val>
                                        </p:tav>
                                        <p:tav tm="100000">
                                          <p:val>
                                            <p:strVal val="#ppt_w"/>
                                          </p:val>
                                        </p:tav>
                                      </p:tavLst>
                                    </p:anim>
                                    <p:anim calcmode="lin" valueType="num">
                                      <p:cBhvr>
                                        <p:cTn id="69" dur="500" fill="hold"/>
                                        <p:tgtEl>
                                          <p:spTgt spid="35"/>
                                        </p:tgtEl>
                                        <p:attrNameLst>
                                          <p:attrName>ppt_h</p:attrName>
                                        </p:attrNameLst>
                                      </p:cBhvr>
                                      <p:tavLst>
                                        <p:tav tm="0">
                                          <p:val>
                                            <p:fltVal val="0"/>
                                          </p:val>
                                        </p:tav>
                                        <p:tav tm="100000">
                                          <p:val>
                                            <p:strVal val="#ppt_h"/>
                                          </p:val>
                                        </p:tav>
                                      </p:tavLst>
                                    </p:anim>
                                    <p:anim calcmode="lin" valueType="num">
                                      <p:cBhvr>
                                        <p:cTn id="70" dur="500" fill="hold"/>
                                        <p:tgtEl>
                                          <p:spTgt spid="35"/>
                                        </p:tgtEl>
                                        <p:attrNameLst>
                                          <p:attrName>style.rotation</p:attrName>
                                        </p:attrNameLst>
                                      </p:cBhvr>
                                      <p:tavLst>
                                        <p:tav tm="0">
                                          <p:val>
                                            <p:fltVal val="360"/>
                                          </p:val>
                                        </p:tav>
                                        <p:tav tm="100000">
                                          <p:val>
                                            <p:fltVal val="0"/>
                                          </p:val>
                                        </p:tav>
                                      </p:tavLst>
                                    </p:anim>
                                    <p:animEffect transition="in" filter="fade">
                                      <p:cBhvr>
                                        <p:cTn id="71" dur="500"/>
                                        <p:tgtEl>
                                          <p:spTgt spid="35"/>
                                        </p:tgtEl>
                                      </p:cBhvr>
                                    </p:animEffect>
                                  </p:childTnLst>
                                </p:cTn>
                              </p:par>
                            </p:childTnLst>
                          </p:cTn>
                        </p:par>
                        <p:par>
                          <p:cTn id="72" fill="hold">
                            <p:stCondLst>
                              <p:cond delay="5500"/>
                            </p:stCondLst>
                            <p:childTnLst>
                              <p:par>
                                <p:cTn id="73" presetID="49" presetClass="entr" presetSubtype="0" decel="100000" fill="hold" grpId="0" nodeType="afterEffect">
                                  <p:stCondLst>
                                    <p:cond delay="0"/>
                                  </p:stCondLst>
                                  <p:childTnLst>
                                    <p:set>
                                      <p:cBhvr>
                                        <p:cTn id="74" dur="1" fill="hold">
                                          <p:stCondLst>
                                            <p:cond delay="0"/>
                                          </p:stCondLst>
                                        </p:cTn>
                                        <p:tgtEl>
                                          <p:spTgt spid="36"/>
                                        </p:tgtEl>
                                        <p:attrNameLst>
                                          <p:attrName>style.visibility</p:attrName>
                                        </p:attrNameLst>
                                      </p:cBhvr>
                                      <p:to>
                                        <p:strVal val="visible"/>
                                      </p:to>
                                    </p:set>
                                    <p:anim calcmode="lin" valueType="num">
                                      <p:cBhvr>
                                        <p:cTn id="75" dur="500" fill="hold"/>
                                        <p:tgtEl>
                                          <p:spTgt spid="36"/>
                                        </p:tgtEl>
                                        <p:attrNameLst>
                                          <p:attrName>ppt_w</p:attrName>
                                        </p:attrNameLst>
                                      </p:cBhvr>
                                      <p:tavLst>
                                        <p:tav tm="0">
                                          <p:val>
                                            <p:fltVal val="0"/>
                                          </p:val>
                                        </p:tav>
                                        <p:tav tm="100000">
                                          <p:val>
                                            <p:strVal val="#ppt_w"/>
                                          </p:val>
                                        </p:tav>
                                      </p:tavLst>
                                    </p:anim>
                                    <p:anim calcmode="lin" valueType="num">
                                      <p:cBhvr>
                                        <p:cTn id="76" dur="500" fill="hold"/>
                                        <p:tgtEl>
                                          <p:spTgt spid="36"/>
                                        </p:tgtEl>
                                        <p:attrNameLst>
                                          <p:attrName>ppt_h</p:attrName>
                                        </p:attrNameLst>
                                      </p:cBhvr>
                                      <p:tavLst>
                                        <p:tav tm="0">
                                          <p:val>
                                            <p:fltVal val="0"/>
                                          </p:val>
                                        </p:tav>
                                        <p:tav tm="100000">
                                          <p:val>
                                            <p:strVal val="#ppt_h"/>
                                          </p:val>
                                        </p:tav>
                                      </p:tavLst>
                                    </p:anim>
                                    <p:anim calcmode="lin" valueType="num">
                                      <p:cBhvr>
                                        <p:cTn id="77" dur="500" fill="hold"/>
                                        <p:tgtEl>
                                          <p:spTgt spid="36"/>
                                        </p:tgtEl>
                                        <p:attrNameLst>
                                          <p:attrName>style.rotation</p:attrName>
                                        </p:attrNameLst>
                                      </p:cBhvr>
                                      <p:tavLst>
                                        <p:tav tm="0">
                                          <p:val>
                                            <p:fltVal val="360"/>
                                          </p:val>
                                        </p:tav>
                                        <p:tav tm="100000">
                                          <p:val>
                                            <p:fltVal val="0"/>
                                          </p:val>
                                        </p:tav>
                                      </p:tavLst>
                                    </p:anim>
                                    <p:animEffect transition="in" filter="fade">
                                      <p:cBhvr>
                                        <p:cTn id="78" dur="500"/>
                                        <p:tgtEl>
                                          <p:spTgt spid="36"/>
                                        </p:tgtEl>
                                      </p:cBhvr>
                                    </p:animEffect>
                                  </p:childTnLst>
                                </p:cTn>
                              </p:par>
                            </p:childTnLst>
                          </p:cTn>
                        </p:par>
                        <p:par>
                          <p:cTn id="79" fill="hold">
                            <p:stCondLst>
                              <p:cond delay="6000"/>
                            </p:stCondLst>
                            <p:childTnLst>
                              <p:par>
                                <p:cTn id="80" presetID="8" presetClass="emph" presetSubtype="0" fill="hold" grpId="1" nodeType="afterEffect">
                                  <p:stCondLst>
                                    <p:cond delay="0"/>
                                  </p:stCondLst>
                                  <p:childTnLst>
                                    <p:animRot by="21600000">
                                      <p:cBhvr>
                                        <p:cTn id="81" dur="2000" fill="hold"/>
                                        <p:tgtEl>
                                          <p:spTgt spid="35"/>
                                        </p:tgtEl>
                                        <p:attrNameLst>
                                          <p:attrName>r</p:attrName>
                                        </p:attrNameLst>
                                      </p:cBhvr>
                                    </p:animRot>
                                  </p:childTnLst>
                                </p:cTn>
                              </p:par>
                            </p:childTnLst>
                          </p:cTn>
                        </p:par>
                        <p:par>
                          <p:cTn id="82" fill="hold">
                            <p:stCondLst>
                              <p:cond delay="8000"/>
                            </p:stCondLst>
                            <p:childTnLst>
                              <p:par>
                                <p:cTn id="83" presetID="8" presetClass="emph" presetSubtype="0" fill="hold" grpId="1" nodeType="afterEffect">
                                  <p:stCondLst>
                                    <p:cond delay="0"/>
                                  </p:stCondLst>
                                  <p:childTnLst>
                                    <p:animRot by="21600000">
                                      <p:cBhvr>
                                        <p:cTn id="84" dur="2000" fill="hold"/>
                                        <p:tgtEl>
                                          <p:spTgt spid="3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32" grpId="0" build="p"/>
      <p:bldP spid="27" grpId="0" animBg="1"/>
      <p:bldP spid="40" grpId="0"/>
      <p:bldP spid="41" grpId="0"/>
      <p:bldP spid="42" grpId="0" animBg="1"/>
      <p:bldP spid="47" grpId="0"/>
      <p:bldP spid="48" grpId="0"/>
      <p:bldP spid="49" grpId="0" animBg="1"/>
      <p:bldP spid="54" grpId="0"/>
      <p:bldP spid="55" grpId="0"/>
      <p:bldP spid="56" grpId="0" animBg="1"/>
      <p:bldP spid="35" grpId="0" animBg="1"/>
      <p:bldP spid="35" grpId="1" animBg="1"/>
      <p:bldP spid="36" grpId="0" animBg="1"/>
      <p:bldP spid="36"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a:xfrm>
            <a:off x="619290" y="3353616"/>
            <a:ext cx="1766375" cy="353700"/>
          </a:xfrm>
        </p:spPr>
        <p:txBody>
          <a:bodyPr/>
          <a:lstStyle/>
          <a:p>
            <a:pPr algn="ctr"/>
            <a:r>
              <a:rPr lang="id-ID" dirty="0"/>
              <a:t>2005</a:t>
            </a:r>
            <a:endParaRPr lang="en-AU" dirty="0"/>
          </a:p>
        </p:txBody>
      </p:sp>
      <p:sp>
        <p:nvSpPr>
          <p:cNvPr id="12" name="Text Placeholder 11"/>
          <p:cNvSpPr>
            <a:spLocks noGrp="1"/>
          </p:cNvSpPr>
          <p:nvPr>
            <p:ph type="body" sz="quarter" idx="14"/>
          </p:nvPr>
        </p:nvSpPr>
        <p:spPr>
          <a:xfrm>
            <a:off x="619291" y="3718746"/>
            <a:ext cx="1266660" cy="703107"/>
          </a:xfrm>
        </p:spPr>
        <p:txBody>
          <a:bodyPr>
            <a:normAutofit/>
          </a:bodyPr>
          <a:lstStyle/>
          <a:p>
            <a:pPr algn="ctr"/>
            <a:r>
              <a:rPr lang="zh-CN" altLang="en-US" dirty="0"/>
              <a:t>单击此处添加文本单击此处添加文本</a:t>
            </a:r>
            <a:endParaRPr lang="en-AU" dirty="0"/>
          </a:p>
        </p:txBody>
      </p:sp>
      <p:sp>
        <p:nvSpPr>
          <p:cNvPr id="20" name="Text Placeholder 10"/>
          <p:cNvSpPr txBox="1"/>
          <p:nvPr/>
        </p:nvSpPr>
        <p:spPr>
          <a:xfrm>
            <a:off x="2666139" y="3353616"/>
            <a:ext cx="1766375" cy="353700"/>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sz="1800" dirty="0"/>
              <a:t>2008</a:t>
            </a:r>
            <a:endParaRPr lang="en-AU" sz="1800" dirty="0"/>
          </a:p>
        </p:txBody>
      </p:sp>
      <p:sp>
        <p:nvSpPr>
          <p:cNvPr id="21" name="Text Placeholder 11"/>
          <p:cNvSpPr txBox="1"/>
          <p:nvPr/>
        </p:nvSpPr>
        <p:spPr>
          <a:xfrm>
            <a:off x="2666139" y="3718746"/>
            <a:ext cx="1289911" cy="703107"/>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050" dirty="0"/>
              <a:t>单击此处添加文本单击此处添加文本</a:t>
            </a:r>
            <a:endParaRPr lang="en-AU" sz="1050" dirty="0"/>
          </a:p>
        </p:txBody>
      </p:sp>
      <p:sp>
        <p:nvSpPr>
          <p:cNvPr id="22" name="Text Placeholder 10"/>
          <p:cNvSpPr txBox="1"/>
          <p:nvPr/>
        </p:nvSpPr>
        <p:spPr>
          <a:xfrm>
            <a:off x="4712988" y="3353616"/>
            <a:ext cx="1766375" cy="353700"/>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sz="1800" dirty="0"/>
              <a:t>2010</a:t>
            </a:r>
            <a:endParaRPr lang="en-AU" sz="1800" dirty="0"/>
          </a:p>
        </p:txBody>
      </p:sp>
      <p:sp>
        <p:nvSpPr>
          <p:cNvPr id="23" name="Text Placeholder 11"/>
          <p:cNvSpPr txBox="1"/>
          <p:nvPr/>
        </p:nvSpPr>
        <p:spPr>
          <a:xfrm>
            <a:off x="4712989" y="3718746"/>
            <a:ext cx="1262361" cy="703107"/>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050" dirty="0"/>
              <a:t>单击此处添加文本单击此处添加文本</a:t>
            </a:r>
            <a:endParaRPr lang="en-AU" sz="1050" dirty="0"/>
          </a:p>
        </p:txBody>
      </p:sp>
      <p:sp>
        <p:nvSpPr>
          <p:cNvPr id="24" name="Text Placeholder 10"/>
          <p:cNvSpPr txBox="1"/>
          <p:nvPr/>
        </p:nvSpPr>
        <p:spPr>
          <a:xfrm>
            <a:off x="6664587" y="3307870"/>
            <a:ext cx="1766375" cy="353700"/>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sz="1800" dirty="0"/>
              <a:t>2015</a:t>
            </a:r>
            <a:endParaRPr lang="en-AU" sz="1800" dirty="0"/>
          </a:p>
        </p:txBody>
      </p:sp>
      <p:sp>
        <p:nvSpPr>
          <p:cNvPr id="25" name="Text Placeholder 11"/>
          <p:cNvSpPr txBox="1"/>
          <p:nvPr/>
        </p:nvSpPr>
        <p:spPr>
          <a:xfrm>
            <a:off x="6759838" y="3718746"/>
            <a:ext cx="1266563" cy="703107"/>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050" dirty="0"/>
              <a:t>单击此处添加文本单击此处添加文本</a:t>
            </a:r>
            <a:endParaRPr lang="en-AU" sz="1050" dirty="0"/>
          </a:p>
        </p:txBody>
      </p:sp>
      <p:grpSp>
        <p:nvGrpSpPr>
          <p:cNvPr id="42" name="Group 41"/>
          <p:cNvGrpSpPr/>
          <p:nvPr/>
        </p:nvGrpSpPr>
        <p:grpSpPr>
          <a:xfrm>
            <a:off x="920374" y="1979923"/>
            <a:ext cx="1164206" cy="1164206"/>
            <a:chOff x="1227165" y="2639898"/>
            <a:chExt cx="1552274" cy="1552274"/>
          </a:xfrm>
        </p:grpSpPr>
        <p:sp>
          <p:nvSpPr>
            <p:cNvPr id="26" name="Oval 25"/>
            <p:cNvSpPr/>
            <p:nvPr/>
          </p:nvSpPr>
          <p:spPr>
            <a:xfrm>
              <a:off x="1227165" y="2639898"/>
              <a:ext cx="1552274" cy="155227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sp>
          <p:nvSpPr>
            <p:cNvPr id="30" name="AutoShape 25"/>
            <p:cNvSpPr/>
            <p:nvPr/>
          </p:nvSpPr>
          <p:spPr bwMode="auto">
            <a:xfrm>
              <a:off x="1812802" y="3275013"/>
              <a:ext cx="381000" cy="381000"/>
            </a:xfrm>
            <a:custGeom>
              <a:avLst/>
              <a:gdLst>
                <a:gd name="T0" fmla="*/ 1119752 w 21600"/>
                <a:gd name="T1" fmla="*/ 674529 h 21600"/>
                <a:gd name="T2" fmla="*/ 1045087 w 21600"/>
                <a:gd name="T3" fmla="*/ 999966 h 21600"/>
                <a:gd name="T4" fmla="*/ 842539 w 21600"/>
                <a:gd name="T5" fmla="*/ 1246699 h 21600"/>
                <a:gd name="T6" fmla="*/ 842539 w 21600"/>
                <a:gd name="T7" fmla="*/ 6549602 h 21600"/>
                <a:gd name="T8" fmla="*/ 802711 w 21600"/>
                <a:gd name="T9" fmla="*/ 6670022 h 21600"/>
                <a:gd name="T10" fmla="*/ 703774 w 21600"/>
                <a:gd name="T11" fmla="*/ 6720417 h 21600"/>
                <a:gd name="T12" fmla="*/ 419717 w 21600"/>
                <a:gd name="T13" fmla="*/ 6720417 h 21600"/>
                <a:gd name="T14" fmla="*/ 322950 w 21600"/>
                <a:gd name="T15" fmla="*/ 6670022 h 21600"/>
                <a:gd name="T16" fmla="*/ 284057 w 21600"/>
                <a:gd name="T17" fmla="*/ 6549602 h 21600"/>
                <a:gd name="T18" fmla="*/ 284057 w 21600"/>
                <a:gd name="T19" fmla="*/ 1246699 h 21600"/>
                <a:gd name="T20" fmla="*/ 78405 w 21600"/>
                <a:gd name="T21" fmla="*/ 999966 h 21600"/>
                <a:gd name="T22" fmla="*/ 0 w 21600"/>
                <a:gd name="T23" fmla="*/ 674529 h 21600"/>
                <a:gd name="T24" fmla="*/ 164588 w 21600"/>
                <a:gd name="T25" fmla="*/ 199125 h 21600"/>
                <a:gd name="T26" fmla="*/ 561287 w 21600"/>
                <a:gd name="T27" fmla="*/ 0 h 21600"/>
                <a:gd name="T28" fmla="*/ 955163 w 21600"/>
                <a:gd name="T29" fmla="*/ 199125 h 21600"/>
                <a:gd name="T30" fmla="*/ 1119752 w 21600"/>
                <a:gd name="T31" fmla="*/ 674529 h 21600"/>
                <a:gd name="T32" fmla="*/ 6483650 w 21600"/>
                <a:gd name="T33" fmla="*/ 770361 h 21600"/>
                <a:gd name="T34" fmla="*/ 6654765 w 21600"/>
                <a:gd name="T35" fmla="*/ 743920 h 21600"/>
                <a:gd name="T36" fmla="*/ 6720417 w 21600"/>
                <a:gd name="T37" fmla="*/ 932145 h 21600"/>
                <a:gd name="T38" fmla="*/ 6720417 w 21600"/>
                <a:gd name="T39" fmla="*/ 4205235 h 21600"/>
                <a:gd name="T40" fmla="*/ 6652595 w 21600"/>
                <a:gd name="T41" fmla="*/ 4486804 h 21600"/>
                <a:gd name="T42" fmla="*/ 6483650 w 21600"/>
                <a:gd name="T43" fmla="*/ 4704292 h 21600"/>
                <a:gd name="T44" fmla="*/ 5728847 w 21600"/>
                <a:gd name="T45" fmla="*/ 5087285 h 21600"/>
                <a:gd name="T46" fmla="*/ 5130853 w 21600"/>
                <a:gd name="T47" fmla="*/ 5154807 h 21600"/>
                <a:gd name="T48" fmla="*/ 4602233 w 21600"/>
                <a:gd name="T49" fmla="*/ 5010450 h 21600"/>
                <a:gd name="T50" fmla="*/ 4238837 w 21600"/>
                <a:gd name="T51" fmla="*/ 4784566 h 21600"/>
                <a:gd name="T52" fmla="*/ 3876375 w 21600"/>
                <a:gd name="T53" fmla="*/ 4596324 h 21600"/>
                <a:gd name="T54" fmla="*/ 3484033 w 21600"/>
                <a:gd name="T55" fmla="*/ 4467525 h 21600"/>
                <a:gd name="T56" fmla="*/ 3030097 w 21600"/>
                <a:gd name="T57" fmla="*/ 4418983 h 21600"/>
                <a:gd name="T58" fmla="*/ 2578329 w 21600"/>
                <a:gd name="T59" fmla="*/ 4497705 h 21600"/>
                <a:gd name="T60" fmla="*/ 2055019 w 21600"/>
                <a:gd name="T61" fmla="*/ 4694961 h 21600"/>
                <a:gd name="T62" fmla="*/ 1367102 w 21600"/>
                <a:gd name="T63" fmla="*/ 5079824 h 21600"/>
                <a:gd name="T64" fmla="*/ 1190378 w 21600"/>
                <a:gd name="T65" fmla="*/ 5097251 h 21600"/>
                <a:gd name="T66" fmla="*/ 1119752 w 21600"/>
                <a:gd name="T67" fmla="*/ 4900613 h 21600"/>
                <a:gd name="T68" fmla="*/ 1119752 w 21600"/>
                <a:gd name="T69" fmla="*/ 1640593 h 21600"/>
                <a:gd name="T70" fmla="*/ 1190378 w 21600"/>
                <a:gd name="T71" fmla="*/ 1352797 h 21600"/>
                <a:gd name="T72" fmla="*/ 1367102 w 21600"/>
                <a:gd name="T73" fmla="*/ 1136879 h 21600"/>
                <a:gd name="T74" fmla="*/ 2052832 w 21600"/>
                <a:gd name="T75" fmla="*/ 761330 h 21600"/>
                <a:gd name="T76" fmla="*/ 2578329 w 21600"/>
                <a:gd name="T77" fmla="*/ 564074 h 21600"/>
                <a:gd name="T78" fmla="*/ 3030097 w 21600"/>
                <a:gd name="T79" fmla="*/ 485369 h 21600"/>
                <a:gd name="T80" fmla="*/ 3484033 w 21600"/>
                <a:gd name="T81" fmla="*/ 533894 h 21600"/>
                <a:gd name="T82" fmla="*/ 3876375 w 21600"/>
                <a:gd name="T83" fmla="*/ 664580 h 21600"/>
                <a:gd name="T84" fmla="*/ 4237284 w 21600"/>
                <a:gd name="T85" fmla="*/ 851870 h 21600"/>
                <a:gd name="T86" fmla="*/ 4602233 w 21600"/>
                <a:gd name="T87" fmla="*/ 1077436 h 21600"/>
                <a:gd name="T88" fmla="*/ 5130853 w 21600"/>
                <a:gd name="T89" fmla="*/ 1221193 h 21600"/>
                <a:gd name="T90" fmla="*/ 5728529 w 21600"/>
                <a:gd name="T91" fmla="*/ 1153354 h 21600"/>
                <a:gd name="T92" fmla="*/ 6483650 w 21600"/>
                <a:gd name="T93" fmla="*/ 770361 h 2160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1600" h="21600">
                  <a:moveTo>
                    <a:pt x="3599" y="2168"/>
                  </a:moveTo>
                  <a:cubicBezTo>
                    <a:pt x="3599" y="2550"/>
                    <a:pt x="3518" y="2902"/>
                    <a:pt x="3359" y="3214"/>
                  </a:cubicBezTo>
                  <a:cubicBezTo>
                    <a:pt x="3197" y="3525"/>
                    <a:pt x="2982" y="3792"/>
                    <a:pt x="2708" y="4007"/>
                  </a:cubicBezTo>
                  <a:lnTo>
                    <a:pt x="2708" y="21051"/>
                  </a:lnTo>
                  <a:cubicBezTo>
                    <a:pt x="2708" y="21203"/>
                    <a:pt x="2664" y="21330"/>
                    <a:pt x="2580" y="21438"/>
                  </a:cubicBezTo>
                  <a:cubicBezTo>
                    <a:pt x="2492" y="21547"/>
                    <a:pt x="2387" y="21600"/>
                    <a:pt x="2262" y="21600"/>
                  </a:cubicBezTo>
                  <a:lnTo>
                    <a:pt x="1349" y="21600"/>
                  </a:lnTo>
                  <a:cubicBezTo>
                    <a:pt x="1222" y="21600"/>
                    <a:pt x="1119" y="21544"/>
                    <a:pt x="1038" y="21438"/>
                  </a:cubicBezTo>
                  <a:cubicBezTo>
                    <a:pt x="955" y="21330"/>
                    <a:pt x="913" y="21203"/>
                    <a:pt x="913" y="21051"/>
                  </a:cubicBezTo>
                  <a:lnTo>
                    <a:pt x="913" y="4007"/>
                  </a:lnTo>
                  <a:cubicBezTo>
                    <a:pt x="641" y="3792"/>
                    <a:pt x="421" y="3525"/>
                    <a:pt x="252" y="3214"/>
                  </a:cubicBezTo>
                  <a:cubicBezTo>
                    <a:pt x="83" y="2902"/>
                    <a:pt x="0" y="2550"/>
                    <a:pt x="0" y="2168"/>
                  </a:cubicBezTo>
                  <a:cubicBezTo>
                    <a:pt x="0" y="1575"/>
                    <a:pt x="176" y="1069"/>
                    <a:pt x="529" y="640"/>
                  </a:cubicBezTo>
                  <a:cubicBezTo>
                    <a:pt x="879" y="212"/>
                    <a:pt x="1305" y="0"/>
                    <a:pt x="1804" y="0"/>
                  </a:cubicBezTo>
                  <a:cubicBezTo>
                    <a:pt x="2296" y="0"/>
                    <a:pt x="2720" y="212"/>
                    <a:pt x="3070" y="640"/>
                  </a:cubicBezTo>
                  <a:cubicBezTo>
                    <a:pt x="3422" y="1069"/>
                    <a:pt x="3599" y="1572"/>
                    <a:pt x="3599" y="2168"/>
                  </a:cubicBezTo>
                  <a:moveTo>
                    <a:pt x="20839" y="2476"/>
                  </a:moveTo>
                  <a:cubicBezTo>
                    <a:pt x="21064" y="2324"/>
                    <a:pt x="21247" y="2297"/>
                    <a:pt x="21389" y="2391"/>
                  </a:cubicBezTo>
                  <a:cubicBezTo>
                    <a:pt x="21529" y="2485"/>
                    <a:pt x="21600" y="2685"/>
                    <a:pt x="21600" y="2996"/>
                  </a:cubicBezTo>
                  <a:lnTo>
                    <a:pt x="21600" y="13516"/>
                  </a:lnTo>
                  <a:cubicBezTo>
                    <a:pt x="21600" y="13804"/>
                    <a:pt x="21527" y="14106"/>
                    <a:pt x="21382" y="14421"/>
                  </a:cubicBezTo>
                  <a:cubicBezTo>
                    <a:pt x="21238" y="14738"/>
                    <a:pt x="21057" y="14967"/>
                    <a:pt x="20839" y="15120"/>
                  </a:cubicBezTo>
                  <a:cubicBezTo>
                    <a:pt x="19955" y="15757"/>
                    <a:pt x="19147" y="16165"/>
                    <a:pt x="18413" y="16351"/>
                  </a:cubicBezTo>
                  <a:cubicBezTo>
                    <a:pt x="17678" y="16530"/>
                    <a:pt x="17037" y="16606"/>
                    <a:pt x="16491" y="16568"/>
                  </a:cubicBezTo>
                  <a:cubicBezTo>
                    <a:pt x="15849" y="16527"/>
                    <a:pt x="15281" y="16371"/>
                    <a:pt x="14792" y="16104"/>
                  </a:cubicBezTo>
                  <a:cubicBezTo>
                    <a:pt x="14393" y="15851"/>
                    <a:pt x="14003" y="15607"/>
                    <a:pt x="13624" y="15378"/>
                  </a:cubicBezTo>
                  <a:cubicBezTo>
                    <a:pt x="13244" y="15146"/>
                    <a:pt x="12858" y="14946"/>
                    <a:pt x="12459" y="14773"/>
                  </a:cubicBezTo>
                  <a:cubicBezTo>
                    <a:pt x="12060" y="14600"/>
                    <a:pt x="11641" y="14462"/>
                    <a:pt x="11198" y="14359"/>
                  </a:cubicBezTo>
                  <a:cubicBezTo>
                    <a:pt x="10757" y="14256"/>
                    <a:pt x="10270" y="14203"/>
                    <a:pt x="9739" y="14203"/>
                  </a:cubicBezTo>
                  <a:cubicBezTo>
                    <a:pt x="9310" y="14221"/>
                    <a:pt x="8826" y="14306"/>
                    <a:pt x="8287" y="14456"/>
                  </a:cubicBezTo>
                  <a:cubicBezTo>
                    <a:pt x="7824" y="14588"/>
                    <a:pt x="7266" y="14800"/>
                    <a:pt x="6605" y="15090"/>
                  </a:cubicBezTo>
                  <a:cubicBezTo>
                    <a:pt x="5944" y="15381"/>
                    <a:pt x="5207" y="15792"/>
                    <a:pt x="4394" y="16327"/>
                  </a:cubicBezTo>
                  <a:cubicBezTo>
                    <a:pt x="4169" y="16477"/>
                    <a:pt x="3978" y="16495"/>
                    <a:pt x="3826" y="16383"/>
                  </a:cubicBezTo>
                  <a:cubicBezTo>
                    <a:pt x="3675" y="16268"/>
                    <a:pt x="3599" y="16060"/>
                    <a:pt x="3599" y="15751"/>
                  </a:cubicBezTo>
                  <a:lnTo>
                    <a:pt x="3599" y="5273"/>
                  </a:lnTo>
                  <a:cubicBezTo>
                    <a:pt x="3599" y="4965"/>
                    <a:pt x="3675" y="4653"/>
                    <a:pt x="3826" y="4348"/>
                  </a:cubicBezTo>
                  <a:cubicBezTo>
                    <a:pt x="3978" y="4036"/>
                    <a:pt x="4169" y="3807"/>
                    <a:pt x="4394" y="3654"/>
                  </a:cubicBezTo>
                  <a:cubicBezTo>
                    <a:pt x="5207" y="3143"/>
                    <a:pt x="5942" y="2738"/>
                    <a:pt x="6598" y="2447"/>
                  </a:cubicBezTo>
                  <a:cubicBezTo>
                    <a:pt x="7254" y="2156"/>
                    <a:pt x="7817" y="1945"/>
                    <a:pt x="8287" y="1813"/>
                  </a:cubicBezTo>
                  <a:cubicBezTo>
                    <a:pt x="8833" y="1666"/>
                    <a:pt x="9318" y="1581"/>
                    <a:pt x="9739" y="1560"/>
                  </a:cubicBezTo>
                  <a:cubicBezTo>
                    <a:pt x="10270" y="1560"/>
                    <a:pt x="10757" y="1613"/>
                    <a:pt x="11198" y="1716"/>
                  </a:cubicBezTo>
                  <a:cubicBezTo>
                    <a:pt x="11641" y="1818"/>
                    <a:pt x="12060" y="1957"/>
                    <a:pt x="12459" y="2136"/>
                  </a:cubicBezTo>
                  <a:cubicBezTo>
                    <a:pt x="12858" y="2306"/>
                    <a:pt x="13242" y="2509"/>
                    <a:pt x="13619" y="2738"/>
                  </a:cubicBezTo>
                  <a:cubicBezTo>
                    <a:pt x="13994" y="2967"/>
                    <a:pt x="14385" y="3208"/>
                    <a:pt x="14792" y="3463"/>
                  </a:cubicBezTo>
                  <a:cubicBezTo>
                    <a:pt x="15281" y="3737"/>
                    <a:pt x="15849" y="3889"/>
                    <a:pt x="16491" y="3925"/>
                  </a:cubicBezTo>
                  <a:cubicBezTo>
                    <a:pt x="17037" y="3966"/>
                    <a:pt x="17678" y="3889"/>
                    <a:pt x="18412" y="3707"/>
                  </a:cubicBezTo>
                  <a:cubicBezTo>
                    <a:pt x="19147" y="3522"/>
                    <a:pt x="19957" y="3114"/>
                    <a:pt x="20839" y="2476"/>
                  </a:cubicBezTo>
                </a:path>
              </a:pathLst>
            </a:custGeom>
            <a:solidFill>
              <a:schemeClr val="bg1"/>
            </a:solidFill>
            <a:ln>
              <a:noFill/>
            </a:ln>
          </p:spPr>
          <p:txBody>
            <a:bodyPr lIns="0" tIns="0" rIns="0" bIns="0"/>
            <a:lstStyle/>
            <a:p>
              <a:endParaRPr lang="en-US" sz="1350"/>
            </a:p>
          </p:txBody>
        </p:sp>
      </p:grpSp>
      <p:grpSp>
        <p:nvGrpSpPr>
          <p:cNvPr id="43" name="Group 42"/>
          <p:cNvGrpSpPr/>
          <p:nvPr/>
        </p:nvGrpSpPr>
        <p:grpSpPr>
          <a:xfrm>
            <a:off x="2967223" y="1979923"/>
            <a:ext cx="1164206" cy="1164206"/>
            <a:chOff x="3956297" y="2639898"/>
            <a:chExt cx="1552274" cy="1552274"/>
          </a:xfrm>
        </p:grpSpPr>
        <p:sp>
          <p:nvSpPr>
            <p:cNvPr id="27" name="Oval 26"/>
            <p:cNvSpPr/>
            <p:nvPr/>
          </p:nvSpPr>
          <p:spPr>
            <a:xfrm>
              <a:off x="3956297" y="2639898"/>
              <a:ext cx="1552274" cy="15522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grpSp>
          <p:nvGrpSpPr>
            <p:cNvPr id="37" name="Group 36"/>
            <p:cNvGrpSpPr/>
            <p:nvPr/>
          </p:nvGrpSpPr>
          <p:grpSpPr>
            <a:xfrm>
              <a:off x="4484569" y="3228541"/>
              <a:ext cx="495729" cy="400917"/>
              <a:chOff x="2888417" y="2175351"/>
              <a:chExt cx="565763" cy="457556"/>
            </a:xfrm>
          </p:grpSpPr>
          <p:sp>
            <p:nvSpPr>
              <p:cNvPr id="38" name="Freeform 5"/>
              <p:cNvSpPr>
                <a:spLocks noEditPoints="1"/>
              </p:cNvSpPr>
              <p:nvPr/>
            </p:nvSpPr>
            <p:spPr bwMode="auto">
              <a:xfrm>
                <a:off x="2888417" y="2175351"/>
                <a:ext cx="565763" cy="457556"/>
              </a:xfrm>
              <a:custGeom>
                <a:avLst/>
                <a:gdLst>
                  <a:gd name="T0" fmla="*/ 78 w 153"/>
                  <a:gd name="T1" fmla="*/ 0 h 124"/>
                  <a:gd name="T2" fmla="*/ 0 w 153"/>
                  <a:gd name="T3" fmla="*/ 68 h 124"/>
                  <a:gd name="T4" fmla="*/ 15 w 153"/>
                  <a:gd name="T5" fmla="*/ 68 h 124"/>
                  <a:gd name="T6" fmla="*/ 21 w 153"/>
                  <a:gd name="T7" fmla="*/ 63 h 124"/>
                  <a:gd name="T8" fmla="*/ 21 w 153"/>
                  <a:gd name="T9" fmla="*/ 120 h 124"/>
                  <a:gd name="T10" fmla="*/ 24 w 153"/>
                  <a:gd name="T11" fmla="*/ 124 h 124"/>
                  <a:gd name="T12" fmla="*/ 62 w 153"/>
                  <a:gd name="T13" fmla="*/ 124 h 124"/>
                  <a:gd name="T14" fmla="*/ 62 w 153"/>
                  <a:gd name="T15" fmla="*/ 92 h 124"/>
                  <a:gd name="T16" fmla="*/ 67 w 153"/>
                  <a:gd name="T17" fmla="*/ 87 h 124"/>
                  <a:gd name="T18" fmla="*/ 83 w 153"/>
                  <a:gd name="T19" fmla="*/ 87 h 124"/>
                  <a:gd name="T20" fmla="*/ 89 w 153"/>
                  <a:gd name="T21" fmla="*/ 92 h 124"/>
                  <a:gd name="T22" fmla="*/ 88 w 153"/>
                  <a:gd name="T23" fmla="*/ 124 h 124"/>
                  <a:gd name="T24" fmla="*/ 126 w 153"/>
                  <a:gd name="T25" fmla="*/ 124 h 124"/>
                  <a:gd name="T26" fmla="*/ 130 w 153"/>
                  <a:gd name="T27" fmla="*/ 119 h 124"/>
                  <a:gd name="T28" fmla="*/ 130 w 153"/>
                  <a:gd name="T29" fmla="*/ 62 h 124"/>
                  <a:gd name="T30" fmla="*/ 136 w 153"/>
                  <a:gd name="T31" fmla="*/ 68 h 124"/>
                  <a:gd name="T32" fmla="*/ 153 w 153"/>
                  <a:gd name="T33" fmla="*/ 68 h 124"/>
                  <a:gd name="T34" fmla="*/ 78 w 153"/>
                  <a:gd name="T35" fmla="*/ 0 h 124"/>
                  <a:gd name="T36" fmla="*/ 76 w 153"/>
                  <a:gd name="T37" fmla="*/ 75 h 124"/>
                  <a:gd name="T38" fmla="*/ 59 w 153"/>
                  <a:gd name="T39" fmla="*/ 59 h 124"/>
                  <a:gd name="T40" fmla="*/ 76 w 153"/>
                  <a:gd name="T41" fmla="*/ 42 h 124"/>
                  <a:gd name="T42" fmla="*/ 92 w 153"/>
                  <a:gd name="T43" fmla="*/ 59 h 124"/>
                  <a:gd name="T44" fmla="*/ 76 w 153"/>
                  <a:gd name="T45" fmla="*/ 75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124">
                    <a:moveTo>
                      <a:pt x="78" y="0"/>
                    </a:moveTo>
                    <a:cubicBezTo>
                      <a:pt x="0" y="68"/>
                      <a:pt x="0" y="68"/>
                      <a:pt x="0" y="68"/>
                    </a:cubicBezTo>
                    <a:cubicBezTo>
                      <a:pt x="0" y="68"/>
                      <a:pt x="5" y="77"/>
                      <a:pt x="15" y="68"/>
                    </a:cubicBezTo>
                    <a:cubicBezTo>
                      <a:pt x="21" y="63"/>
                      <a:pt x="21" y="63"/>
                      <a:pt x="21" y="63"/>
                    </a:cubicBezTo>
                    <a:cubicBezTo>
                      <a:pt x="21" y="120"/>
                      <a:pt x="21" y="120"/>
                      <a:pt x="21" y="120"/>
                    </a:cubicBezTo>
                    <a:cubicBezTo>
                      <a:pt x="21" y="120"/>
                      <a:pt x="20" y="124"/>
                      <a:pt x="24" y="124"/>
                    </a:cubicBezTo>
                    <a:cubicBezTo>
                      <a:pt x="28" y="124"/>
                      <a:pt x="62" y="124"/>
                      <a:pt x="62" y="124"/>
                    </a:cubicBezTo>
                    <a:cubicBezTo>
                      <a:pt x="62" y="92"/>
                      <a:pt x="62" y="92"/>
                      <a:pt x="62" y="92"/>
                    </a:cubicBezTo>
                    <a:cubicBezTo>
                      <a:pt x="62" y="92"/>
                      <a:pt x="62" y="87"/>
                      <a:pt x="67" y="87"/>
                    </a:cubicBezTo>
                    <a:cubicBezTo>
                      <a:pt x="83" y="87"/>
                      <a:pt x="83" y="87"/>
                      <a:pt x="83" y="87"/>
                    </a:cubicBezTo>
                    <a:cubicBezTo>
                      <a:pt x="89" y="87"/>
                      <a:pt x="89" y="92"/>
                      <a:pt x="89" y="92"/>
                    </a:cubicBezTo>
                    <a:cubicBezTo>
                      <a:pt x="88" y="124"/>
                      <a:pt x="88" y="124"/>
                      <a:pt x="88" y="124"/>
                    </a:cubicBezTo>
                    <a:cubicBezTo>
                      <a:pt x="88" y="124"/>
                      <a:pt x="121" y="124"/>
                      <a:pt x="126" y="124"/>
                    </a:cubicBezTo>
                    <a:cubicBezTo>
                      <a:pt x="130" y="124"/>
                      <a:pt x="130" y="119"/>
                      <a:pt x="130" y="119"/>
                    </a:cubicBezTo>
                    <a:cubicBezTo>
                      <a:pt x="130" y="62"/>
                      <a:pt x="130" y="62"/>
                      <a:pt x="130" y="62"/>
                    </a:cubicBezTo>
                    <a:cubicBezTo>
                      <a:pt x="136" y="68"/>
                      <a:pt x="136" y="68"/>
                      <a:pt x="136" y="68"/>
                    </a:cubicBezTo>
                    <a:cubicBezTo>
                      <a:pt x="148" y="76"/>
                      <a:pt x="153" y="68"/>
                      <a:pt x="153" y="68"/>
                    </a:cubicBezTo>
                    <a:lnTo>
                      <a:pt x="78" y="0"/>
                    </a:lnTo>
                    <a:close/>
                    <a:moveTo>
                      <a:pt x="76" y="75"/>
                    </a:moveTo>
                    <a:cubicBezTo>
                      <a:pt x="67" y="75"/>
                      <a:pt x="59" y="68"/>
                      <a:pt x="59" y="59"/>
                    </a:cubicBezTo>
                    <a:cubicBezTo>
                      <a:pt x="59" y="50"/>
                      <a:pt x="67" y="42"/>
                      <a:pt x="76" y="42"/>
                    </a:cubicBezTo>
                    <a:cubicBezTo>
                      <a:pt x="85" y="42"/>
                      <a:pt x="92" y="50"/>
                      <a:pt x="92" y="59"/>
                    </a:cubicBezTo>
                    <a:cubicBezTo>
                      <a:pt x="92" y="68"/>
                      <a:pt x="85" y="75"/>
                      <a:pt x="76" y="75"/>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39" name="Freeform 6"/>
              <p:cNvSpPr/>
              <p:nvPr/>
            </p:nvSpPr>
            <p:spPr bwMode="auto">
              <a:xfrm>
                <a:off x="3333607" y="2231004"/>
                <a:ext cx="55649" cy="114390"/>
              </a:xfrm>
              <a:custGeom>
                <a:avLst/>
                <a:gdLst>
                  <a:gd name="T0" fmla="*/ 18 w 18"/>
                  <a:gd name="T1" fmla="*/ 37 h 37"/>
                  <a:gd name="T2" fmla="*/ 18 w 18"/>
                  <a:gd name="T3" fmla="*/ 0 h 37"/>
                  <a:gd name="T4" fmla="*/ 0 w 18"/>
                  <a:gd name="T5" fmla="*/ 0 h 37"/>
                  <a:gd name="T6" fmla="*/ 0 w 18"/>
                  <a:gd name="T7" fmla="*/ 21 h 37"/>
                  <a:gd name="T8" fmla="*/ 18 w 18"/>
                  <a:gd name="T9" fmla="*/ 37 h 37"/>
                </a:gdLst>
                <a:ahLst/>
                <a:cxnLst>
                  <a:cxn ang="0">
                    <a:pos x="T0" y="T1"/>
                  </a:cxn>
                  <a:cxn ang="0">
                    <a:pos x="T2" y="T3"/>
                  </a:cxn>
                  <a:cxn ang="0">
                    <a:pos x="T4" y="T5"/>
                  </a:cxn>
                  <a:cxn ang="0">
                    <a:pos x="T6" y="T7"/>
                  </a:cxn>
                  <a:cxn ang="0">
                    <a:pos x="T8" y="T9"/>
                  </a:cxn>
                </a:cxnLst>
                <a:rect l="0" t="0" r="r" b="b"/>
                <a:pathLst>
                  <a:path w="18" h="37">
                    <a:moveTo>
                      <a:pt x="18" y="37"/>
                    </a:moveTo>
                    <a:lnTo>
                      <a:pt x="18" y="0"/>
                    </a:lnTo>
                    <a:lnTo>
                      <a:pt x="0" y="0"/>
                    </a:lnTo>
                    <a:lnTo>
                      <a:pt x="0" y="21"/>
                    </a:lnTo>
                    <a:lnTo>
                      <a:pt x="18" y="37"/>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0" name="Oval 7"/>
              <p:cNvSpPr>
                <a:spLocks noChangeArrowheads="1"/>
              </p:cNvSpPr>
              <p:nvPr/>
            </p:nvSpPr>
            <p:spPr bwMode="auto">
              <a:xfrm>
                <a:off x="3135745" y="2360851"/>
                <a:ext cx="64924" cy="61832"/>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grpSp>
      <p:grpSp>
        <p:nvGrpSpPr>
          <p:cNvPr id="44" name="Group 43"/>
          <p:cNvGrpSpPr/>
          <p:nvPr/>
        </p:nvGrpSpPr>
        <p:grpSpPr>
          <a:xfrm>
            <a:off x="5014072" y="1989647"/>
            <a:ext cx="1164206" cy="1164206"/>
            <a:chOff x="6685429" y="2652863"/>
            <a:chExt cx="1552274" cy="1552274"/>
          </a:xfrm>
        </p:grpSpPr>
        <p:sp>
          <p:nvSpPr>
            <p:cNvPr id="28" name="Oval 27"/>
            <p:cNvSpPr/>
            <p:nvPr/>
          </p:nvSpPr>
          <p:spPr>
            <a:xfrm>
              <a:off x="6685429" y="2652863"/>
              <a:ext cx="1552274" cy="155227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sp>
          <p:nvSpPr>
            <p:cNvPr id="41" name="Freeform 37"/>
            <p:cNvSpPr>
              <a:spLocks noEditPoints="1"/>
            </p:cNvSpPr>
            <p:nvPr/>
          </p:nvSpPr>
          <p:spPr bwMode="auto">
            <a:xfrm>
              <a:off x="7245584" y="3230773"/>
              <a:ext cx="431964" cy="428968"/>
            </a:xfrm>
            <a:custGeom>
              <a:avLst/>
              <a:gdLst>
                <a:gd name="T0" fmla="*/ 0 w 120"/>
                <a:gd name="T1" fmla="*/ 60 h 120"/>
                <a:gd name="T2" fmla="*/ 120 w 120"/>
                <a:gd name="T3" fmla="*/ 60 h 120"/>
                <a:gd name="T4" fmla="*/ 83 w 120"/>
                <a:gd name="T5" fmla="*/ 24 h 120"/>
                <a:gd name="T6" fmla="*/ 86 w 120"/>
                <a:gd name="T7" fmla="*/ 14 h 120"/>
                <a:gd name="T8" fmla="*/ 86 w 120"/>
                <a:gd name="T9" fmla="*/ 28 h 120"/>
                <a:gd name="T10" fmla="*/ 47 w 120"/>
                <a:gd name="T11" fmla="*/ 77 h 120"/>
                <a:gd name="T12" fmla="*/ 41 w 120"/>
                <a:gd name="T13" fmla="*/ 88 h 120"/>
                <a:gd name="T14" fmla="*/ 38 w 120"/>
                <a:gd name="T15" fmla="*/ 95 h 120"/>
                <a:gd name="T16" fmla="*/ 37 w 120"/>
                <a:gd name="T17" fmla="*/ 110 h 120"/>
                <a:gd name="T18" fmla="*/ 31 w 120"/>
                <a:gd name="T19" fmla="*/ 99 h 120"/>
                <a:gd name="T20" fmla="*/ 26 w 120"/>
                <a:gd name="T21" fmla="*/ 89 h 120"/>
                <a:gd name="T22" fmla="*/ 17 w 120"/>
                <a:gd name="T23" fmla="*/ 82 h 120"/>
                <a:gd name="T24" fmla="*/ 16 w 120"/>
                <a:gd name="T25" fmla="*/ 68 h 120"/>
                <a:gd name="T26" fmla="*/ 15 w 120"/>
                <a:gd name="T27" fmla="*/ 60 h 120"/>
                <a:gd name="T28" fmla="*/ 10 w 120"/>
                <a:gd name="T29" fmla="*/ 54 h 120"/>
                <a:gd name="T30" fmla="*/ 10 w 120"/>
                <a:gd name="T31" fmla="*/ 45 h 120"/>
                <a:gd name="T32" fmla="*/ 38 w 120"/>
                <a:gd name="T33" fmla="*/ 20 h 120"/>
                <a:gd name="T34" fmla="*/ 31 w 120"/>
                <a:gd name="T35" fmla="*/ 20 h 120"/>
                <a:gd name="T36" fmla="*/ 28 w 120"/>
                <a:gd name="T37" fmla="*/ 26 h 120"/>
                <a:gd name="T38" fmla="*/ 32 w 120"/>
                <a:gd name="T39" fmla="*/ 28 h 120"/>
                <a:gd name="T40" fmla="*/ 31 w 120"/>
                <a:gd name="T41" fmla="*/ 24 h 120"/>
                <a:gd name="T42" fmla="*/ 47 w 120"/>
                <a:gd name="T43" fmla="*/ 30 h 120"/>
                <a:gd name="T44" fmla="*/ 41 w 120"/>
                <a:gd name="T45" fmla="*/ 34 h 120"/>
                <a:gd name="T46" fmla="*/ 37 w 120"/>
                <a:gd name="T47" fmla="*/ 36 h 120"/>
                <a:gd name="T48" fmla="*/ 38 w 120"/>
                <a:gd name="T49" fmla="*/ 43 h 120"/>
                <a:gd name="T50" fmla="*/ 33 w 120"/>
                <a:gd name="T51" fmla="*/ 49 h 120"/>
                <a:gd name="T52" fmla="*/ 29 w 120"/>
                <a:gd name="T53" fmla="*/ 51 h 120"/>
                <a:gd name="T54" fmla="*/ 21 w 120"/>
                <a:gd name="T55" fmla="*/ 49 h 120"/>
                <a:gd name="T56" fmla="*/ 15 w 120"/>
                <a:gd name="T57" fmla="*/ 54 h 120"/>
                <a:gd name="T58" fmla="*/ 16 w 120"/>
                <a:gd name="T59" fmla="*/ 58 h 120"/>
                <a:gd name="T60" fmla="*/ 27 w 120"/>
                <a:gd name="T61" fmla="*/ 62 h 120"/>
                <a:gd name="T62" fmla="*/ 41 w 120"/>
                <a:gd name="T63" fmla="*/ 66 h 120"/>
                <a:gd name="T64" fmla="*/ 47 w 120"/>
                <a:gd name="T65" fmla="*/ 77 h 120"/>
                <a:gd name="T66" fmla="*/ 55 w 120"/>
                <a:gd name="T67" fmla="*/ 21 h 120"/>
                <a:gd name="T68" fmla="*/ 44 w 120"/>
                <a:gd name="T69" fmla="*/ 15 h 120"/>
                <a:gd name="T70" fmla="*/ 63 w 120"/>
                <a:gd name="T71" fmla="*/ 10 h 120"/>
                <a:gd name="T72" fmla="*/ 107 w 120"/>
                <a:gd name="T73" fmla="*/ 62 h 120"/>
                <a:gd name="T74" fmla="*/ 92 w 120"/>
                <a:gd name="T75" fmla="*/ 102 h 120"/>
                <a:gd name="T76" fmla="*/ 91 w 120"/>
                <a:gd name="T77" fmla="*/ 92 h 120"/>
                <a:gd name="T78" fmla="*/ 84 w 120"/>
                <a:gd name="T79" fmla="*/ 81 h 120"/>
                <a:gd name="T80" fmla="*/ 66 w 120"/>
                <a:gd name="T81" fmla="*/ 67 h 120"/>
                <a:gd name="T82" fmla="*/ 97 w 120"/>
                <a:gd name="T83" fmla="*/ 56 h 120"/>
                <a:gd name="T84" fmla="*/ 105 w 120"/>
                <a:gd name="T85" fmla="*/ 49 h 120"/>
                <a:gd name="T86" fmla="*/ 93 w 120"/>
                <a:gd name="T87" fmla="*/ 39 h 120"/>
                <a:gd name="T88" fmla="*/ 91 w 120"/>
                <a:gd name="T89" fmla="*/ 52 h 120"/>
                <a:gd name="T90" fmla="*/ 79 w 120"/>
                <a:gd name="T91" fmla="*/ 49 h 120"/>
                <a:gd name="T92" fmla="*/ 73 w 120"/>
                <a:gd name="T93" fmla="*/ 44 h 120"/>
                <a:gd name="T94" fmla="*/ 76 w 120"/>
                <a:gd name="T95" fmla="*/ 35 h 120"/>
                <a:gd name="T96" fmla="*/ 90 w 120"/>
                <a:gd name="T97" fmla="*/ 36 h 120"/>
                <a:gd name="T98" fmla="*/ 100 w 120"/>
                <a:gd name="T99" fmla="*/ 36 h 120"/>
                <a:gd name="T100" fmla="*/ 105 w 120"/>
                <a:gd name="T101" fmla="*/ 32 h 120"/>
                <a:gd name="T102" fmla="*/ 110 w 120"/>
                <a:gd name="T103" fmla="*/ 57 h 120"/>
                <a:gd name="T104" fmla="*/ 107 w 120"/>
                <a:gd name="T105" fmla="*/ 6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0" h="120">
                  <a:moveTo>
                    <a:pt x="60" y="0"/>
                  </a:moveTo>
                  <a:cubicBezTo>
                    <a:pt x="27" y="0"/>
                    <a:pt x="0" y="27"/>
                    <a:pt x="0" y="60"/>
                  </a:cubicBezTo>
                  <a:cubicBezTo>
                    <a:pt x="0" y="93"/>
                    <a:pt x="27" y="120"/>
                    <a:pt x="60" y="120"/>
                  </a:cubicBezTo>
                  <a:cubicBezTo>
                    <a:pt x="93" y="120"/>
                    <a:pt x="120" y="93"/>
                    <a:pt x="120" y="60"/>
                  </a:cubicBezTo>
                  <a:cubicBezTo>
                    <a:pt x="120" y="27"/>
                    <a:pt x="93" y="0"/>
                    <a:pt x="60" y="0"/>
                  </a:cubicBezTo>
                  <a:close/>
                  <a:moveTo>
                    <a:pt x="83" y="24"/>
                  </a:moveTo>
                  <a:cubicBezTo>
                    <a:pt x="87" y="21"/>
                    <a:pt x="87" y="21"/>
                    <a:pt x="87" y="21"/>
                  </a:cubicBezTo>
                  <a:cubicBezTo>
                    <a:pt x="87" y="21"/>
                    <a:pt x="85" y="17"/>
                    <a:pt x="86" y="14"/>
                  </a:cubicBezTo>
                  <a:cubicBezTo>
                    <a:pt x="87" y="14"/>
                    <a:pt x="91" y="16"/>
                    <a:pt x="94" y="20"/>
                  </a:cubicBezTo>
                  <a:cubicBezTo>
                    <a:pt x="92" y="29"/>
                    <a:pt x="86" y="28"/>
                    <a:pt x="86" y="28"/>
                  </a:cubicBezTo>
                  <a:cubicBezTo>
                    <a:pt x="86" y="28"/>
                    <a:pt x="82" y="28"/>
                    <a:pt x="83" y="24"/>
                  </a:cubicBezTo>
                  <a:close/>
                  <a:moveTo>
                    <a:pt x="47" y="77"/>
                  </a:moveTo>
                  <a:cubicBezTo>
                    <a:pt x="46" y="78"/>
                    <a:pt x="45" y="81"/>
                    <a:pt x="44" y="84"/>
                  </a:cubicBezTo>
                  <a:cubicBezTo>
                    <a:pt x="43" y="86"/>
                    <a:pt x="42" y="87"/>
                    <a:pt x="41" y="88"/>
                  </a:cubicBezTo>
                  <a:cubicBezTo>
                    <a:pt x="39" y="89"/>
                    <a:pt x="39" y="91"/>
                    <a:pt x="39" y="91"/>
                  </a:cubicBezTo>
                  <a:cubicBezTo>
                    <a:pt x="38" y="95"/>
                    <a:pt x="38" y="95"/>
                    <a:pt x="38" y="95"/>
                  </a:cubicBezTo>
                  <a:cubicBezTo>
                    <a:pt x="38" y="95"/>
                    <a:pt x="39" y="99"/>
                    <a:pt x="40" y="100"/>
                  </a:cubicBezTo>
                  <a:cubicBezTo>
                    <a:pt x="40" y="102"/>
                    <a:pt x="37" y="110"/>
                    <a:pt x="37" y="110"/>
                  </a:cubicBezTo>
                  <a:cubicBezTo>
                    <a:pt x="34" y="109"/>
                    <a:pt x="33" y="106"/>
                    <a:pt x="32" y="104"/>
                  </a:cubicBezTo>
                  <a:cubicBezTo>
                    <a:pt x="32" y="102"/>
                    <a:pt x="30" y="101"/>
                    <a:pt x="31" y="99"/>
                  </a:cubicBezTo>
                  <a:cubicBezTo>
                    <a:pt x="31" y="96"/>
                    <a:pt x="29" y="95"/>
                    <a:pt x="28" y="94"/>
                  </a:cubicBezTo>
                  <a:cubicBezTo>
                    <a:pt x="27" y="92"/>
                    <a:pt x="26" y="90"/>
                    <a:pt x="26" y="89"/>
                  </a:cubicBezTo>
                  <a:cubicBezTo>
                    <a:pt x="26" y="88"/>
                    <a:pt x="23" y="86"/>
                    <a:pt x="23" y="86"/>
                  </a:cubicBezTo>
                  <a:cubicBezTo>
                    <a:pt x="23" y="86"/>
                    <a:pt x="18" y="83"/>
                    <a:pt x="17" y="82"/>
                  </a:cubicBezTo>
                  <a:cubicBezTo>
                    <a:pt x="16" y="81"/>
                    <a:pt x="15" y="77"/>
                    <a:pt x="15" y="75"/>
                  </a:cubicBezTo>
                  <a:cubicBezTo>
                    <a:pt x="15" y="73"/>
                    <a:pt x="16" y="68"/>
                    <a:pt x="16" y="68"/>
                  </a:cubicBezTo>
                  <a:cubicBezTo>
                    <a:pt x="16" y="68"/>
                    <a:pt x="18" y="66"/>
                    <a:pt x="17" y="65"/>
                  </a:cubicBezTo>
                  <a:cubicBezTo>
                    <a:pt x="15" y="64"/>
                    <a:pt x="15" y="60"/>
                    <a:pt x="15" y="60"/>
                  </a:cubicBezTo>
                  <a:cubicBezTo>
                    <a:pt x="13" y="58"/>
                    <a:pt x="13" y="58"/>
                    <a:pt x="13" y="58"/>
                  </a:cubicBezTo>
                  <a:cubicBezTo>
                    <a:pt x="13" y="58"/>
                    <a:pt x="11" y="55"/>
                    <a:pt x="10" y="54"/>
                  </a:cubicBezTo>
                  <a:cubicBezTo>
                    <a:pt x="10" y="52"/>
                    <a:pt x="10" y="51"/>
                    <a:pt x="11" y="50"/>
                  </a:cubicBezTo>
                  <a:cubicBezTo>
                    <a:pt x="11" y="49"/>
                    <a:pt x="10" y="46"/>
                    <a:pt x="10" y="45"/>
                  </a:cubicBezTo>
                  <a:cubicBezTo>
                    <a:pt x="20" y="20"/>
                    <a:pt x="37" y="15"/>
                    <a:pt x="37" y="15"/>
                  </a:cubicBezTo>
                  <a:cubicBezTo>
                    <a:pt x="38" y="20"/>
                    <a:pt x="38" y="20"/>
                    <a:pt x="38" y="20"/>
                  </a:cubicBezTo>
                  <a:cubicBezTo>
                    <a:pt x="38" y="20"/>
                    <a:pt x="35" y="21"/>
                    <a:pt x="34" y="21"/>
                  </a:cubicBezTo>
                  <a:cubicBezTo>
                    <a:pt x="32" y="20"/>
                    <a:pt x="31" y="20"/>
                    <a:pt x="31" y="20"/>
                  </a:cubicBezTo>
                  <a:cubicBezTo>
                    <a:pt x="29" y="23"/>
                    <a:pt x="29" y="23"/>
                    <a:pt x="29" y="23"/>
                  </a:cubicBezTo>
                  <a:cubicBezTo>
                    <a:pt x="29" y="23"/>
                    <a:pt x="28" y="25"/>
                    <a:pt x="28" y="26"/>
                  </a:cubicBezTo>
                  <a:cubicBezTo>
                    <a:pt x="28" y="27"/>
                    <a:pt x="29" y="29"/>
                    <a:pt x="29" y="29"/>
                  </a:cubicBezTo>
                  <a:cubicBezTo>
                    <a:pt x="29" y="29"/>
                    <a:pt x="32" y="29"/>
                    <a:pt x="32" y="28"/>
                  </a:cubicBezTo>
                  <a:cubicBezTo>
                    <a:pt x="32" y="27"/>
                    <a:pt x="32" y="26"/>
                    <a:pt x="32" y="26"/>
                  </a:cubicBezTo>
                  <a:cubicBezTo>
                    <a:pt x="31" y="24"/>
                    <a:pt x="31" y="24"/>
                    <a:pt x="31" y="24"/>
                  </a:cubicBezTo>
                  <a:cubicBezTo>
                    <a:pt x="31" y="24"/>
                    <a:pt x="34" y="23"/>
                    <a:pt x="40" y="24"/>
                  </a:cubicBezTo>
                  <a:cubicBezTo>
                    <a:pt x="47" y="24"/>
                    <a:pt x="44" y="29"/>
                    <a:pt x="47" y="30"/>
                  </a:cubicBezTo>
                  <a:cubicBezTo>
                    <a:pt x="50" y="31"/>
                    <a:pt x="45" y="35"/>
                    <a:pt x="44" y="37"/>
                  </a:cubicBezTo>
                  <a:cubicBezTo>
                    <a:pt x="43" y="39"/>
                    <a:pt x="41" y="34"/>
                    <a:pt x="41" y="34"/>
                  </a:cubicBezTo>
                  <a:cubicBezTo>
                    <a:pt x="41" y="34"/>
                    <a:pt x="43" y="32"/>
                    <a:pt x="40" y="32"/>
                  </a:cubicBezTo>
                  <a:cubicBezTo>
                    <a:pt x="37" y="31"/>
                    <a:pt x="35" y="36"/>
                    <a:pt x="37" y="36"/>
                  </a:cubicBezTo>
                  <a:cubicBezTo>
                    <a:pt x="38" y="36"/>
                    <a:pt x="40" y="38"/>
                    <a:pt x="39" y="39"/>
                  </a:cubicBezTo>
                  <a:cubicBezTo>
                    <a:pt x="39" y="40"/>
                    <a:pt x="39" y="40"/>
                    <a:pt x="38" y="43"/>
                  </a:cubicBezTo>
                  <a:cubicBezTo>
                    <a:pt x="36" y="46"/>
                    <a:pt x="34" y="48"/>
                    <a:pt x="34" y="48"/>
                  </a:cubicBezTo>
                  <a:cubicBezTo>
                    <a:pt x="34" y="48"/>
                    <a:pt x="32" y="47"/>
                    <a:pt x="33" y="49"/>
                  </a:cubicBezTo>
                  <a:cubicBezTo>
                    <a:pt x="34" y="51"/>
                    <a:pt x="33" y="54"/>
                    <a:pt x="33" y="55"/>
                  </a:cubicBezTo>
                  <a:cubicBezTo>
                    <a:pt x="33" y="57"/>
                    <a:pt x="29" y="54"/>
                    <a:pt x="29" y="51"/>
                  </a:cubicBezTo>
                  <a:cubicBezTo>
                    <a:pt x="28" y="48"/>
                    <a:pt x="25" y="51"/>
                    <a:pt x="24" y="51"/>
                  </a:cubicBezTo>
                  <a:cubicBezTo>
                    <a:pt x="23" y="51"/>
                    <a:pt x="21" y="50"/>
                    <a:pt x="21" y="49"/>
                  </a:cubicBezTo>
                  <a:cubicBezTo>
                    <a:pt x="20" y="48"/>
                    <a:pt x="15" y="52"/>
                    <a:pt x="14" y="52"/>
                  </a:cubicBezTo>
                  <a:cubicBezTo>
                    <a:pt x="13" y="53"/>
                    <a:pt x="13" y="55"/>
                    <a:pt x="15" y="54"/>
                  </a:cubicBezTo>
                  <a:cubicBezTo>
                    <a:pt x="17" y="53"/>
                    <a:pt x="19" y="54"/>
                    <a:pt x="19" y="56"/>
                  </a:cubicBezTo>
                  <a:cubicBezTo>
                    <a:pt x="18" y="58"/>
                    <a:pt x="16" y="57"/>
                    <a:pt x="16" y="58"/>
                  </a:cubicBezTo>
                  <a:cubicBezTo>
                    <a:pt x="17" y="60"/>
                    <a:pt x="19" y="61"/>
                    <a:pt x="19" y="63"/>
                  </a:cubicBezTo>
                  <a:cubicBezTo>
                    <a:pt x="20" y="65"/>
                    <a:pt x="25" y="63"/>
                    <a:pt x="27" y="62"/>
                  </a:cubicBezTo>
                  <a:cubicBezTo>
                    <a:pt x="28" y="62"/>
                    <a:pt x="33" y="61"/>
                    <a:pt x="33" y="63"/>
                  </a:cubicBezTo>
                  <a:cubicBezTo>
                    <a:pt x="34" y="65"/>
                    <a:pt x="39" y="66"/>
                    <a:pt x="41" y="66"/>
                  </a:cubicBezTo>
                  <a:cubicBezTo>
                    <a:pt x="43" y="67"/>
                    <a:pt x="46" y="67"/>
                    <a:pt x="49" y="69"/>
                  </a:cubicBezTo>
                  <a:cubicBezTo>
                    <a:pt x="51" y="72"/>
                    <a:pt x="47" y="76"/>
                    <a:pt x="47" y="77"/>
                  </a:cubicBezTo>
                  <a:close/>
                  <a:moveTo>
                    <a:pt x="59" y="14"/>
                  </a:moveTo>
                  <a:cubicBezTo>
                    <a:pt x="58" y="17"/>
                    <a:pt x="54" y="20"/>
                    <a:pt x="55" y="21"/>
                  </a:cubicBezTo>
                  <a:cubicBezTo>
                    <a:pt x="55" y="22"/>
                    <a:pt x="55" y="27"/>
                    <a:pt x="51" y="23"/>
                  </a:cubicBezTo>
                  <a:cubicBezTo>
                    <a:pt x="47" y="19"/>
                    <a:pt x="43" y="18"/>
                    <a:pt x="44" y="15"/>
                  </a:cubicBezTo>
                  <a:cubicBezTo>
                    <a:pt x="44" y="14"/>
                    <a:pt x="48" y="14"/>
                    <a:pt x="48" y="13"/>
                  </a:cubicBezTo>
                  <a:cubicBezTo>
                    <a:pt x="53" y="7"/>
                    <a:pt x="62" y="8"/>
                    <a:pt x="63" y="10"/>
                  </a:cubicBezTo>
                  <a:cubicBezTo>
                    <a:pt x="61" y="12"/>
                    <a:pt x="59" y="11"/>
                    <a:pt x="59" y="14"/>
                  </a:cubicBezTo>
                  <a:close/>
                  <a:moveTo>
                    <a:pt x="107" y="62"/>
                  </a:moveTo>
                  <a:cubicBezTo>
                    <a:pt x="107" y="62"/>
                    <a:pt x="109" y="65"/>
                    <a:pt x="112" y="65"/>
                  </a:cubicBezTo>
                  <a:cubicBezTo>
                    <a:pt x="110" y="87"/>
                    <a:pt x="92" y="102"/>
                    <a:pt x="92" y="102"/>
                  </a:cubicBezTo>
                  <a:cubicBezTo>
                    <a:pt x="89" y="99"/>
                    <a:pt x="90" y="96"/>
                    <a:pt x="90" y="96"/>
                  </a:cubicBezTo>
                  <a:cubicBezTo>
                    <a:pt x="91" y="92"/>
                    <a:pt x="91" y="92"/>
                    <a:pt x="91" y="92"/>
                  </a:cubicBezTo>
                  <a:cubicBezTo>
                    <a:pt x="91" y="85"/>
                    <a:pt x="91" y="85"/>
                    <a:pt x="91" y="85"/>
                  </a:cubicBezTo>
                  <a:cubicBezTo>
                    <a:pt x="91" y="85"/>
                    <a:pt x="91" y="77"/>
                    <a:pt x="84" y="81"/>
                  </a:cubicBezTo>
                  <a:cubicBezTo>
                    <a:pt x="77" y="83"/>
                    <a:pt x="80" y="83"/>
                    <a:pt x="72" y="83"/>
                  </a:cubicBezTo>
                  <a:cubicBezTo>
                    <a:pt x="64" y="84"/>
                    <a:pt x="66" y="67"/>
                    <a:pt x="66" y="67"/>
                  </a:cubicBezTo>
                  <a:cubicBezTo>
                    <a:pt x="66" y="43"/>
                    <a:pt x="84" y="61"/>
                    <a:pt x="84" y="61"/>
                  </a:cubicBezTo>
                  <a:cubicBezTo>
                    <a:pt x="95" y="69"/>
                    <a:pt x="97" y="56"/>
                    <a:pt x="97" y="56"/>
                  </a:cubicBezTo>
                  <a:cubicBezTo>
                    <a:pt x="104" y="53"/>
                    <a:pt x="104" y="53"/>
                    <a:pt x="104" y="53"/>
                  </a:cubicBezTo>
                  <a:cubicBezTo>
                    <a:pt x="105" y="49"/>
                    <a:pt x="105" y="49"/>
                    <a:pt x="105" y="49"/>
                  </a:cubicBezTo>
                  <a:cubicBezTo>
                    <a:pt x="104" y="44"/>
                    <a:pt x="104" y="44"/>
                    <a:pt x="104" y="44"/>
                  </a:cubicBezTo>
                  <a:cubicBezTo>
                    <a:pt x="93" y="39"/>
                    <a:pt x="93" y="39"/>
                    <a:pt x="93" y="39"/>
                  </a:cubicBezTo>
                  <a:cubicBezTo>
                    <a:pt x="93" y="39"/>
                    <a:pt x="91" y="43"/>
                    <a:pt x="94" y="48"/>
                  </a:cubicBezTo>
                  <a:cubicBezTo>
                    <a:pt x="94" y="48"/>
                    <a:pt x="93" y="53"/>
                    <a:pt x="91" y="52"/>
                  </a:cubicBezTo>
                  <a:cubicBezTo>
                    <a:pt x="84" y="48"/>
                    <a:pt x="84" y="48"/>
                    <a:pt x="84" y="48"/>
                  </a:cubicBezTo>
                  <a:cubicBezTo>
                    <a:pt x="84" y="48"/>
                    <a:pt x="82" y="47"/>
                    <a:pt x="79" y="49"/>
                  </a:cubicBezTo>
                  <a:cubicBezTo>
                    <a:pt x="75" y="52"/>
                    <a:pt x="69" y="49"/>
                    <a:pt x="69" y="49"/>
                  </a:cubicBezTo>
                  <a:cubicBezTo>
                    <a:pt x="69" y="49"/>
                    <a:pt x="69" y="46"/>
                    <a:pt x="73" y="44"/>
                  </a:cubicBezTo>
                  <a:cubicBezTo>
                    <a:pt x="76" y="42"/>
                    <a:pt x="76" y="42"/>
                    <a:pt x="76" y="42"/>
                  </a:cubicBezTo>
                  <a:cubicBezTo>
                    <a:pt x="76" y="42"/>
                    <a:pt x="75" y="38"/>
                    <a:pt x="76" y="35"/>
                  </a:cubicBezTo>
                  <a:cubicBezTo>
                    <a:pt x="77" y="32"/>
                    <a:pt x="78" y="35"/>
                    <a:pt x="81" y="33"/>
                  </a:cubicBezTo>
                  <a:cubicBezTo>
                    <a:pt x="84" y="31"/>
                    <a:pt x="86" y="37"/>
                    <a:pt x="90" y="36"/>
                  </a:cubicBezTo>
                  <a:cubicBezTo>
                    <a:pt x="94" y="36"/>
                    <a:pt x="92" y="35"/>
                    <a:pt x="95" y="33"/>
                  </a:cubicBezTo>
                  <a:cubicBezTo>
                    <a:pt x="98" y="32"/>
                    <a:pt x="100" y="36"/>
                    <a:pt x="100" y="36"/>
                  </a:cubicBezTo>
                  <a:cubicBezTo>
                    <a:pt x="106" y="37"/>
                    <a:pt x="106" y="37"/>
                    <a:pt x="106" y="37"/>
                  </a:cubicBezTo>
                  <a:cubicBezTo>
                    <a:pt x="106" y="37"/>
                    <a:pt x="105" y="30"/>
                    <a:pt x="105" y="32"/>
                  </a:cubicBezTo>
                  <a:cubicBezTo>
                    <a:pt x="109" y="38"/>
                    <a:pt x="114" y="55"/>
                    <a:pt x="112" y="58"/>
                  </a:cubicBezTo>
                  <a:cubicBezTo>
                    <a:pt x="111" y="57"/>
                    <a:pt x="110" y="57"/>
                    <a:pt x="110" y="57"/>
                  </a:cubicBezTo>
                  <a:cubicBezTo>
                    <a:pt x="103" y="57"/>
                    <a:pt x="103" y="57"/>
                    <a:pt x="103" y="57"/>
                  </a:cubicBezTo>
                  <a:lnTo>
                    <a:pt x="107" y="62"/>
                  </a:lnTo>
                  <a:close/>
                </a:path>
              </a:pathLst>
            </a:custGeom>
            <a:solidFill>
              <a:schemeClr val="bg1"/>
            </a:solidFill>
            <a:ln>
              <a:noFill/>
            </a:ln>
          </p:spPr>
          <p:txBody>
            <a:bodyPr vert="horz" wrap="square" lIns="91440" tIns="45720" rIns="91440" bIns="45720" numCol="1" anchor="t" anchorCtr="0" compatLnSpc="1"/>
            <a:lstStyle/>
            <a:p>
              <a:endParaRPr lang="en-US"/>
            </a:p>
          </p:txBody>
        </p:sp>
      </p:grpSp>
      <p:grpSp>
        <p:nvGrpSpPr>
          <p:cNvPr id="46" name="Group 45"/>
          <p:cNvGrpSpPr/>
          <p:nvPr/>
        </p:nvGrpSpPr>
        <p:grpSpPr>
          <a:xfrm>
            <a:off x="7060921" y="1989647"/>
            <a:ext cx="1164206" cy="1164206"/>
            <a:chOff x="9414561" y="2652863"/>
            <a:chExt cx="1552274" cy="1552274"/>
          </a:xfrm>
        </p:grpSpPr>
        <p:sp>
          <p:nvSpPr>
            <p:cNvPr id="29" name="Oval 28"/>
            <p:cNvSpPr/>
            <p:nvPr/>
          </p:nvSpPr>
          <p:spPr>
            <a:xfrm>
              <a:off x="9414561" y="2652863"/>
              <a:ext cx="1552274" cy="155227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sp>
          <p:nvSpPr>
            <p:cNvPr id="45" name="Freeform 54"/>
            <p:cNvSpPr>
              <a:spLocks noEditPoints="1"/>
            </p:cNvSpPr>
            <p:nvPr/>
          </p:nvSpPr>
          <p:spPr bwMode="auto">
            <a:xfrm>
              <a:off x="9994198" y="3251624"/>
              <a:ext cx="393000" cy="405678"/>
            </a:xfrm>
            <a:custGeom>
              <a:avLst/>
              <a:gdLst>
                <a:gd name="T0" fmla="*/ 83 w 130"/>
                <a:gd name="T1" fmla="*/ 92 h 134"/>
                <a:gd name="T2" fmla="*/ 128 w 130"/>
                <a:gd name="T3" fmla="*/ 26 h 134"/>
                <a:gd name="T4" fmla="*/ 128 w 130"/>
                <a:gd name="T5" fmla="*/ 21 h 134"/>
                <a:gd name="T6" fmla="*/ 118 w 130"/>
                <a:gd name="T7" fmla="*/ 10 h 134"/>
                <a:gd name="T8" fmla="*/ 112 w 130"/>
                <a:gd name="T9" fmla="*/ 10 h 134"/>
                <a:gd name="T10" fmla="*/ 107 w 130"/>
                <a:gd name="T11" fmla="*/ 15 h 134"/>
                <a:gd name="T12" fmla="*/ 101 w 130"/>
                <a:gd name="T13" fmla="*/ 16 h 134"/>
                <a:gd name="T14" fmla="*/ 102 w 130"/>
                <a:gd name="T15" fmla="*/ 0 h 134"/>
                <a:gd name="T16" fmla="*/ 28 w 130"/>
                <a:gd name="T17" fmla="*/ 0 h 134"/>
                <a:gd name="T18" fmla="*/ 28 w 130"/>
                <a:gd name="T19" fmla="*/ 16 h 134"/>
                <a:gd name="T20" fmla="*/ 23 w 130"/>
                <a:gd name="T21" fmla="*/ 15 h 134"/>
                <a:gd name="T22" fmla="*/ 18 w 130"/>
                <a:gd name="T23" fmla="*/ 10 h 134"/>
                <a:gd name="T24" fmla="*/ 12 w 130"/>
                <a:gd name="T25" fmla="*/ 10 h 134"/>
                <a:gd name="T26" fmla="*/ 1 w 130"/>
                <a:gd name="T27" fmla="*/ 21 h 134"/>
                <a:gd name="T28" fmla="*/ 1 w 130"/>
                <a:gd name="T29" fmla="*/ 26 h 134"/>
                <a:gd name="T30" fmla="*/ 47 w 130"/>
                <a:gd name="T31" fmla="*/ 92 h 134"/>
                <a:gd name="T32" fmla="*/ 59 w 130"/>
                <a:gd name="T33" fmla="*/ 97 h 134"/>
                <a:gd name="T34" fmla="*/ 59 w 130"/>
                <a:gd name="T35" fmla="*/ 103 h 134"/>
                <a:gd name="T36" fmla="*/ 54 w 130"/>
                <a:gd name="T37" fmla="*/ 105 h 134"/>
                <a:gd name="T38" fmla="*/ 59 w 130"/>
                <a:gd name="T39" fmla="*/ 108 h 134"/>
                <a:gd name="T40" fmla="*/ 59 w 130"/>
                <a:gd name="T41" fmla="*/ 114 h 134"/>
                <a:gd name="T42" fmla="*/ 55 w 130"/>
                <a:gd name="T43" fmla="*/ 119 h 134"/>
                <a:gd name="T44" fmla="*/ 49 w 130"/>
                <a:gd name="T45" fmla="*/ 124 h 134"/>
                <a:gd name="T46" fmla="*/ 44 w 130"/>
                <a:gd name="T47" fmla="*/ 129 h 134"/>
                <a:gd name="T48" fmla="*/ 49 w 130"/>
                <a:gd name="T49" fmla="*/ 134 h 134"/>
                <a:gd name="T50" fmla="*/ 80 w 130"/>
                <a:gd name="T51" fmla="*/ 134 h 134"/>
                <a:gd name="T52" fmla="*/ 86 w 130"/>
                <a:gd name="T53" fmla="*/ 129 h 134"/>
                <a:gd name="T54" fmla="*/ 80 w 130"/>
                <a:gd name="T55" fmla="*/ 124 h 134"/>
                <a:gd name="T56" fmla="*/ 75 w 130"/>
                <a:gd name="T57" fmla="*/ 118 h 134"/>
                <a:gd name="T58" fmla="*/ 70 w 130"/>
                <a:gd name="T59" fmla="*/ 114 h 134"/>
                <a:gd name="T60" fmla="*/ 70 w 130"/>
                <a:gd name="T61" fmla="*/ 108 h 134"/>
                <a:gd name="T62" fmla="*/ 75 w 130"/>
                <a:gd name="T63" fmla="*/ 105 h 134"/>
                <a:gd name="T64" fmla="*/ 70 w 130"/>
                <a:gd name="T65" fmla="*/ 103 h 134"/>
                <a:gd name="T66" fmla="*/ 70 w 130"/>
                <a:gd name="T67" fmla="*/ 97 h 134"/>
                <a:gd name="T68" fmla="*/ 83 w 130"/>
                <a:gd name="T69" fmla="*/ 92 h 134"/>
                <a:gd name="T70" fmla="*/ 102 w 130"/>
                <a:gd name="T71" fmla="*/ 21 h 134"/>
                <a:gd name="T72" fmla="*/ 107 w 130"/>
                <a:gd name="T73" fmla="*/ 21 h 134"/>
                <a:gd name="T74" fmla="*/ 113 w 130"/>
                <a:gd name="T75" fmla="*/ 16 h 134"/>
                <a:gd name="T76" fmla="*/ 118 w 130"/>
                <a:gd name="T77" fmla="*/ 21 h 134"/>
                <a:gd name="T78" fmla="*/ 118 w 130"/>
                <a:gd name="T79" fmla="*/ 26 h 134"/>
                <a:gd name="T80" fmla="*/ 91 w 130"/>
                <a:gd name="T81" fmla="*/ 71 h 134"/>
                <a:gd name="T82" fmla="*/ 102 w 130"/>
                <a:gd name="T83" fmla="*/ 21 h 134"/>
                <a:gd name="T84" fmla="*/ 37 w 130"/>
                <a:gd name="T85" fmla="*/ 72 h 134"/>
                <a:gd name="T86" fmla="*/ 10 w 130"/>
                <a:gd name="T87" fmla="*/ 27 h 134"/>
                <a:gd name="T88" fmla="*/ 10 w 130"/>
                <a:gd name="T89" fmla="*/ 22 h 134"/>
                <a:gd name="T90" fmla="*/ 15 w 130"/>
                <a:gd name="T91" fmla="*/ 16 h 134"/>
                <a:gd name="T92" fmla="*/ 21 w 130"/>
                <a:gd name="T93" fmla="*/ 22 h 134"/>
                <a:gd name="T94" fmla="*/ 26 w 130"/>
                <a:gd name="T95" fmla="*/ 22 h 134"/>
                <a:gd name="T96" fmla="*/ 37 w 130"/>
                <a:gd name="T97" fmla="*/ 7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0" h="134">
                  <a:moveTo>
                    <a:pt x="83" y="92"/>
                  </a:moveTo>
                  <a:cubicBezTo>
                    <a:pt x="130" y="63"/>
                    <a:pt x="128" y="26"/>
                    <a:pt x="128" y="26"/>
                  </a:cubicBezTo>
                  <a:cubicBezTo>
                    <a:pt x="128" y="21"/>
                    <a:pt x="128" y="21"/>
                    <a:pt x="128" y="21"/>
                  </a:cubicBezTo>
                  <a:cubicBezTo>
                    <a:pt x="128" y="21"/>
                    <a:pt x="128" y="10"/>
                    <a:pt x="118" y="10"/>
                  </a:cubicBezTo>
                  <a:cubicBezTo>
                    <a:pt x="115" y="10"/>
                    <a:pt x="112" y="10"/>
                    <a:pt x="112" y="10"/>
                  </a:cubicBezTo>
                  <a:cubicBezTo>
                    <a:pt x="107" y="10"/>
                    <a:pt x="107" y="15"/>
                    <a:pt x="107" y="15"/>
                  </a:cubicBezTo>
                  <a:cubicBezTo>
                    <a:pt x="107" y="15"/>
                    <a:pt x="105" y="16"/>
                    <a:pt x="101" y="16"/>
                  </a:cubicBezTo>
                  <a:cubicBezTo>
                    <a:pt x="101" y="12"/>
                    <a:pt x="102" y="0"/>
                    <a:pt x="102" y="0"/>
                  </a:cubicBezTo>
                  <a:cubicBezTo>
                    <a:pt x="56" y="6"/>
                    <a:pt x="28" y="0"/>
                    <a:pt x="28" y="0"/>
                  </a:cubicBezTo>
                  <a:cubicBezTo>
                    <a:pt x="28" y="16"/>
                    <a:pt x="28" y="16"/>
                    <a:pt x="28" y="16"/>
                  </a:cubicBezTo>
                  <a:cubicBezTo>
                    <a:pt x="24" y="16"/>
                    <a:pt x="23" y="15"/>
                    <a:pt x="23" y="15"/>
                  </a:cubicBezTo>
                  <a:cubicBezTo>
                    <a:pt x="23" y="15"/>
                    <a:pt x="22" y="10"/>
                    <a:pt x="18" y="10"/>
                  </a:cubicBezTo>
                  <a:cubicBezTo>
                    <a:pt x="18" y="10"/>
                    <a:pt x="15" y="10"/>
                    <a:pt x="12" y="10"/>
                  </a:cubicBezTo>
                  <a:cubicBezTo>
                    <a:pt x="2" y="10"/>
                    <a:pt x="1" y="21"/>
                    <a:pt x="1" y="21"/>
                  </a:cubicBezTo>
                  <a:cubicBezTo>
                    <a:pt x="1" y="26"/>
                    <a:pt x="1" y="26"/>
                    <a:pt x="1" y="26"/>
                  </a:cubicBezTo>
                  <a:cubicBezTo>
                    <a:pt x="1" y="26"/>
                    <a:pt x="0" y="63"/>
                    <a:pt x="47" y="92"/>
                  </a:cubicBezTo>
                  <a:cubicBezTo>
                    <a:pt x="47" y="92"/>
                    <a:pt x="52" y="97"/>
                    <a:pt x="59" y="97"/>
                  </a:cubicBezTo>
                  <a:cubicBezTo>
                    <a:pt x="59" y="103"/>
                    <a:pt x="59" y="103"/>
                    <a:pt x="59" y="103"/>
                  </a:cubicBezTo>
                  <a:cubicBezTo>
                    <a:pt x="59" y="103"/>
                    <a:pt x="54" y="102"/>
                    <a:pt x="54" y="105"/>
                  </a:cubicBezTo>
                  <a:cubicBezTo>
                    <a:pt x="54" y="109"/>
                    <a:pt x="59" y="108"/>
                    <a:pt x="59" y="108"/>
                  </a:cubicBezTo>
                  <a:cubicBezTo>
                    <a:pt x="59" y="114"/>
                    <a:pt x="59" y="114"/>
                    <a:pt x="59" y="114"/>
                  </a:cubicBezTo>
                  <a:cubicBezTo>
                    <a:pt x="59" y="114"/>
                    <a:pt x="58" y="119"/>
                    <a:pt x="55" y="119"/>
                  </a:cubicBezTo>
                  <a:cubicBezTo>
                    <a:pt x="55" y="124"/>
                    <a:pt x="49" y="124"/>
                    <a:pt x="49" y="124"/>
                  </a:cubicBezTo>
                  <a:cubicBezTo>
                    <a:pt x="49" y="124"/>
                    <a:pt x="44" y="125"/>
                    <a:pt x="44" y="129"/>
                  </a:cubicBezTo>
                  <a:cubicBezTo>
                    <a:pt x="44" y="129"/>
                    <a:pt x="43" y="134"/>
                    <a:pt x="49" y="134"/>
                  </a:cubicBezTo>
                  <a:cubicBezTo>
                    <a:pt x="57" y="134"/>
                    <a:pt x="80" y="134"/>
                    <a:pt x="80" y="134"/>
                  </a:cubicBezTo>
                  <a:cubicBezTo>
                    <a:pt x="85" y="134"/>
                    <a:pt x="86" y="129"/>
                    <a:pt x="86" y="129"/>
                  </a:cubicBezTo>
                  <a:cubicBezTo>
                    <a:pt x="86" y="129"/>
                    <a:pt x="86" y="124"/>
                    <a:pt x="80" y="124"/>
                  </a:cubicBezTo>
                  <a:cubicBezTo>
                    <a:pt x="75" y="124"/>
                    <a:pt x="75" y="118"/>
                    <a:pt x="75" y="118"/>
                  </a:cubicBezTo>
                  <a:cubicBezTo>
                    <a:pt x="75" y="118"/>
                    <a:pt x="70" y="119"/>
                    <a:pt x="70" y="114"/>
                  </a:cubicBezTo>
                  <a:cubicBezTo>
                    <a:pt x="70" y="108"/>
                    <a:pt x="70" y="108"/>
                    <a:pt x="70" y="108"/>
                  </a:cubicBezTo>
                  <a:cubicBezTo>
                    <a:pt x="70" y="108"/>
                    <a:pt x="75" y="109"/>
                    <a:pt x="75" y="105"/>
                  </a:cubicBezTo>
                  <a:cubicBezTo>
                    <a:pt x="75" y="102"/>
                    <a:pt x="70" y="103"/>
                    <a:pt x="70" y="103"/>
                  </a:cubicBezTo>
                  <a:cubicBezTo>
                    <a:pt x="70" y="97"/>
                    <a:pt x="70" y="97"/>
                    <a:pt x="70" y="97"/>
                  </a:cubicBezTo>
                  <a:cubicBezTo>
                    <a:pt x="75" y="97"/>
                    <a:pt x="79" y="95"/>
                    <a:pt x="83" y="92"/>
                  </a:cubicBezTo>
                  <a:close/>
                  <a:moveTo>
                    <a:pt x="102" y="21"/>
                  </a:moveTo>
                  <a:cubicBezTo>
                    <a:pt x="103" y="21"/>
                    <a:pt x="107" y="21"/>
                    <a:pt x="107" y="21"/>
                  </a:cubicBezTo>
                  <a:cubicBezTo>
                    <a:pt x="112" y="21"/>
                    <a:pt x="113" y="16"/>
                    <a:pt x="113" y="16"/>
                  </a:cubicBezTo>
                  <a:cubicBezTo>
                    <a:pt x="118" y="16"/>
                    <a:pt x="118" y="21"/>
                    <a:pt x="118" y="21"/>
                  </a:cubicBezTo>
                  <a:cubicBezTo>
                    <a:pt x="118" y="26"/>
                    <a:pt x="118" y="26"/>
                    <a:pt x="118" y="26"/>
                  </a:cubicBezTo>
                  <a:cubicBezTo>
                    <a:pt x="118" y="26"/>
                    <a:pt x="116" y="47"/>
                    <a:pt x="91" y="71"/>
                  </a:cubicBezTo>
                  <a:cubicBezTo>
                    <a:pt x="97" y="61"/>
                    <a:pt x="102" y="38"/>
                    <a:pt x="102" y="21"/>
                  </a:cubicBezTo>
                  <a:close/>
                  <a:moveTo>
                    <a:pt x="37" y="72"/>
                  </a:moveTo>
                  <a:cubicBezTo>
                    <a:pt x="11" y="48"/>
                    <a:pt x="10" y="27"/>
                    <a:pt x="10" y="27"/>
                  </a:cubicBezTo>
                  <a:cubicBezTo>
                    <a:pt x="10" y="22"/>
                    <a:pt x="10" y="22"/>
                    <a:pt x="10" y="22"/>
                  </a:cubicBezTo>
                  <a:cubicBezTo>
                    <a:pt x="10" y="22"/>
                    <a:pt x="10" y="16"/>
                    <a:pt x="15" y="16"/>
                  </a:cubicBezTo>
                  <a:cubicBezTo>
                    <a:pt x="15" y="16"/>
                    <a:pt x="15" y="22"/>
                    <a:pt x="21" y="22"/>
                  </a:cubicBezTo>
                  <a:cubicBezTo>
                    <a:pt x="21" y="22"/>
                    <a:pt x="25" y="22"/>
                    <a:pt x="26" y="22"/>
                  </a:cubicBezTo>
                  <a:cubicBezTo>
                    <a:pt x="26" y="39"/>
                    <a:pt x="31" y="62"/>
                    <a:pt x="37" y="72"/>
                  </a:cubicBezTo>
                  <a:close/>
                </a:path>
              </a:pathLst>
            </a:custGeom>
            <a:solidFill>
              <a:schemeClr val="bg1"/>
            </a:solidFill>
            <a:ln>
              <a:noFill/>
            </a:ln>
          </p:spPr>
          <p:txBody>
            <a:bodyPr vert="horz" wrap="square" lIns="91440" tIns="45720" rIns="91440" bIns="45720" numCol="1" anchor="t" anchorCtr="0" compatLnSpc="1"/>
            <a:lstStyle/>
            <a:p>
              <a:endParaRPr lang="en-US"/>
            </a:p>
          </p:txBody>
        </p:sp>
      </p:grpSp>
      <p:sp>
        <p:nvSpPr>
          <p:cNvPr id="31" name="矩形 30"/>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peelOff"/>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fltVal val="0"/>
                                          </p:val>
                                        </p:tav>
                                        <p:tav tm="100000">
                                          <p:val>
                                            <p:strVal val="#ppt_w"/>
                                          </p:val>
                                        </p:tav>
                                      </p:tavLst>
                                    </p:anim>
                                    <p:anim calcmode="lin" valueType="num">
                                      <p:cBhvr>
                                        <p:cTn id="8" dur="500" fill="hold"/>
                                        <p:tgtEl>
                                          <p:spTgt spid="42"/>
                                        </p:tgtEl>
                                        <p:attrNameLst>
                                          <p:attrName>ppt_h</p:attrName>
                                        </p:attrNameLst>
                                      </p:cBhvr>
                                      <p:tavLst>
                                        <p:tav tm="0">
                                          <p:val>
                                            <p:fltVal val="0"/>
                                          </p:val>
                                        </p:tav>
                                        <p:tav tm="100000">
                                          <p:val>
                                            <p:strVal val="#ppt_h"/>
                                          </p:val>
                                        </p:tav>
                                      </p:tavLst>
                                    </p:anim>
                                    <p:animEffect transition="in" filter="fade">
                                      <p:cBhvr>
                                        <p:cTn id="9" dur="500"/>
                                        <p:tgtEl>
                                          <p:spTgt spid="42"/>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500"/>
                                        <p:tgtEl>
                                          <p:spTgt spid="11">
                                            <p:txEl>
                                              <p:pRg st="0" end="0"/>
                                            </p:txEl>
                                          </p:spTgt>
                                        </p:tgtEl>
                                      </p:cBhvr>
                                    </p:animEffect>
                                  </p:childTnLst>
                                </p:cTn>
                              </p:par>
                            </p:childTnLst>
                          </p:cTn>
                        </p:par>
                        <p:par>
                          <p:cTn id="14" fill="hold">
                            <p:stCondLst>
                              <p:cond delay="1000"/>
                            </p:stCondLst>
                            <p:childTnLst>
                              <p:par>
                                <p:cTn id="15" presetID="22" presetClass="entr" presetSubtype="4" fill="hold" grpId="0" nodeType="after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wipe(down)">
                                      <p:cBhvr>
                                        <p:cTn id="17" dur="500"/>
                                        <p:tgtEl>
                                          <p:spTgt spid="12">
                                            <p:txEl>
                                              <p:pRg st="0" end="0"/>
                                            </p:txEl>
                                          </p:spTgt>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43"/>
                                        </p:tgtEl>
                                        <p:attrNameLst>
                                          <p:attrName>style.visibility</p:attrName>
                                        </p:attrNameLst>
                                      </p:cBhvr>
                                      <p:to>
                                        <p:strVal val="visible"/>
                                      </p:to>
                                    </p:set>
                                    <p:anim calcmode="lin" valueType="num">
                                      <p:cBhvr>
                                        <p:cTn id="21" dur="500" fill="hold"/>
                                        <p:tgtEl>
                                          <p:spTgt spid="43"/>
                                        </p:tgtEl>
                                        <p:attrNameLst>
                                          <p:attrName>ppt_w</p:attrName>
                                        </p:attrNameLst>
                                      </p:cBhvr>
                                      <p:tavLst>
                                        <p:tav tm="0">
                                          <p:val>
                                            <p:fltVal val="0"/>
                                          </p:val>
                                        </p:tav>
                                        <p:tav tm="100000">
                                          <p:val>
                                            <p:strVal val="#ppt_w"/>
                                          </p:val>
                                        </p:tav>
                                      </p:tavLst>
                                    </p:anim>
                                    <p:anim calcmode="lin" valueType="num">
                                      <p:cBhvr>
                                        <p:cTn id="22" dur="500" fill="hold"/>
                                        <p:tgtEl>
                                          <p:spTgt spid="43"/>
                                        </p:tgtEl>
                                        <p:attrNameLst>
                                          <p:attrName>ppt_h</p:attrName>
                                        </p:attrNameLst>
                                      </p:cBhvr>
                                      <p:tavLst>
                                        <p:tav tm="0">
                                          <p:val>
                                            <p:fltVal val="0"/>
                                          </p:val>
                                        </p:tav>
                                        <p:tav tm="100000">
                                          <p:val>
                                            <p:strVal val="#ppt_h"/>
                                          </p:val>
                                        </p:tav>
                                      </p:tavLst>
                                    </p:anim>
                                    <p:animEffect transition="in" filter="fade">
                                      <p:cBhvr>
                                        <p:cTn id="23" dur="500"/>
                                        <p:tgtEl>
                                          <p:spTgt spid="43"/>
                                        </p:tgtEl>
                                      </p:cBhvr>
                                    </p:animEffect>
                                  </p:childTnLst>
                                </p:cTn>
                              </p:par>
                            </p:childTnLst>
                          </p:cTn>
                        </p:par>
                        <p:par>
                          <p:cTn id="24" fill="hold">
                            <p:stCondLst>
                              <p:cond delay="2000"/>
                            </p:stCondLst>
                            <p:childTnLst>
                              <p:par>
                                <p:cTn id="25" presetID="10" presetClass="entr" presetSubtype="0"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par>
                          <p:cTn id="28" fill="hold">
                            <p:stCondLst>
                              <p:cond delay="2500"/>
                            </p:stCondLst>
                            <p:childTnLst>
                              <p:par>
                                <p:cTn id="29" presetID="22" presetClass="entr" presetSubtype="4"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down)">
                                      <p:cBhvr>
                                        <p:cTn id="31" dur="500"/>
                                        <p:tgtEl>
                                          <p:spTgt spid="21"/>
                                        </p:tgtEl>
                                      </p:cBhvr>
                                    </p:animEffect>
                                  </p:childTnLst>
                                </p:cTn>
                              </p:par>
                            </p:childTnLst>
                          </p:cTn>
                        </p:par>
                        <p:par>
                          <p:cTn id="32" fill="hold">
                            <p:stCondLst>
                              <p:cond delay="3000"/>
                            </p:stCondLst>
                            <p:childTnLst>
                              <p:par>
                                <p:cTn id="33" presetID="53" presetClass="entr" presetSubtype="16" fill="hold" nodeType="afterEffect">
                                  <p:stCondLst>
                                    <p:cond delay="0"/>
                                  </p:stCondLst>
                                  <p:childTnLst>
                                    <p:set>
                                      <p:cBhvr>
                                        <p:cTn id="34" dur="1" fill="hold">
                                          <p:stCondLst>
                                            <p:cond delay="0"/>
                                          </p:stCondLst>
                                        </p:cTn>
                                        <p:tgtEl>
                                          <p:spTgt spid="44"/>
                                        </p:tgtEl>
                                        <p:attrNameLst>
                                          <p:attrName>style.visibility</p:attrName>
                                        </p:attrNameLst>
                                      </p:cBhvr>
                                      <p:to>
                                        <p:strVal val="visible"/>
                                      </p:to>
                                    </p:set>
                                    <p:anim calcmode="lin" valueType="num">
                                      <p:cBhvr>
                                        <p:cTn id="35" dur="500" fill="hold"/>
                                        <p:tgtEl>
                                          <p:spTgt spid="44"/>
                                        </p:tgtEl>
                                        <p:attrNameLst>
                                          <p:attrName>ppt_w</p:attrName>
                                        </p:attrNameLst>
                                      </p:cBhvr>
                                      <p:tavLst>
                                        <p:tav tm="0">
                                          <p:val>
                                            <p:fltVal val="0"/>
                                          </p:val>
                                        </p:tav>
                                        <p:tav tm="100000">
                                          <p:val>
                                            <p:strVal val="#ppt_w"/>
                                          </p:val>
                                        </p:tav>
                                      </p:tavLst>
                                    </p:anim>
                                    <p:anim calcmode="lin" valueType="num">
                                      <p:cBhvr>
                                        <p:cTn id="36" dur="500" fill="hold"/>
                                        <p:tgtEl>
                                          <p:spTgt spid="44"/>
                                        </p:tgtEl>
                                        <p:attrNameLst>
                                          <p:attrName>ppt_h</p:attrName>
                                        </p:attrNameLst>
                                      </p:cBhvr>
                                      <p:tavLst>
                                        <p:tav tm="0">
                                          <p:val>
                                            <p:fltVal val="0"/>
                                          </p:val>
                                        </p:tav>
                                        <p:tav tm="100000">
                                          <p:val>
                                            <p:strVal val="#ppt_h"/>
                                          </p:val>
                                        </p:tav>
                                      </p:tavLst>
                                    </p:anim>
                                    <p:animEffect transition="in" filter="fade">
                                      <p:cBhvr>
                                        <p:cTn id="37" dur="500"/>
                                        <p:tgtEl>
                                          <p:spTgt spid="44"/>
                                        </p:tgtEl>
                                      </p:cBhvr>
                                    </p:animEffect>
                                  </p:childTnLst>
                                </p:cTn>
                              </p:par>
                            </p:childTnLst>
                          </p:cTn>
                        </p:par>
                        <p:par>
                          <p:cTn id="38" fill="hold">
                            <p:stCondLst>
                              <p:cond delay="3500"/>
                            </p:stCondLst>
                            <p:childTnLst>
                              <p:par>
                                <p:cTn id="39" presetID="10" presetClass="entr" presetSubtype="0" fill="hold" nodeType="afterEffect">
                                  <p:stCondLst>
                                    <p:cond delay="0"/>
                                  </p:stCondLst>
                                  <p:childTnLst>
                                    <p:set>
                                      <p:cBhvr>
                                        <p:cTn id="40" dur="1" fill="hold">
                                          <p:stCondLst>
                                            <p:cond delay="0"/>
                                          </p:stCondLst>
                                        </p:cTn>
                                        <p:tgtEl>
                                          <p:spTgt spid="22">
                                            <p:txEl>
                                              <p:pRg st="0" end="0"/>
                                            </p:txEl>
                                          </p:spTgt>
                                        </p:tgtEl>
                                        <p:attrNameLst>
                                          <p:attrName>style.visibility</p:attrName>
                                        </p:attrNameLst>
                                      </p:cBhvr>
                                      <p:to>
                                        <p:strVal val="visible"/>
                                      </p:to>
                                    </p:set>
                                    <p:animEffect transition="in" filter="fade">
                                      <p:cBhvr>
                                        <p:cTn id="41" dur="500"/>
                                        <p:tgtEl>
                                          <p:spTgt spid="22">
                                            <p:txEl>
                                              <p:pRg st="0" end="0"/>
                                            </p:txEl>
                                          </p:spTgt>
                                        </p:tgtEl>
                                      </p:cBhvr>
                                    </p:animEffect>
                                  </p:childTnLst>
                                </p:cTn>
                              </p:par>
                            </p:childTnLst>
                          </p:cTn>
                        </p:par>
                        <p:par>
                          <p:cTn id="42" fill="hold">
                            <p:stCondLst>
                              <p:cond delay="4000"/>
                            </p:stCondLst>
                            <p:childTnLst>
                              <p:par>
                                <p:cTn id="43" presetID="22" presetClass="entr" presetSubtype="4" fill="hold" grpId="0" nodeType="after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down)">
                                      <p:cBhvr>
                                        <p:cTn id="45" dur="500"/>
                                        <p:tgtEl>
                                          <p:spTgt spid="23"/>
                                        </p:tgtEl>
                                      </p:cBhvr>
                                    </p:animEffect>
                                  </p:childTnLst>
                                </p:cTn>
                              </p:par>
                            </p:childTnLst>
                          </p:cTn>
                        </p:par>
                        <p:par>
                          <p:cTn id="46" fill="hold">
                            <p:stCondLst>
                              <p:cond delay="4500"/>
                            </p:stCondLst>
                            <p:childTnLst>
                              <p:par>
                                <p:cTn id="47" presetID="53" presetClass="entr" presetSubtype="16" fill="hold" nodeType="afterEffect">
                                  <p:stCondLst>
                                    <p:cond delay="0"/>
                                  </p:stCondLst>
                                  <p:childTnLst>
                                    <p:set>
                                      <p:cBhvr>
                                        <p:cTn id="48" dur="1" fill="hold">
                                          <p:stCondLst>
                                            <p:cond delay="0"/>
                                          </p:stCondLst>
                                        </p:cTn>
                                        <p:tgtEl>
                                          <p:spTgt spid="46"/>
                                        </p:tgtEl>
                                        <p:attrNameLst>
                                          <p:attrName>style.visibility</p:attrName>
                                        </p:attrNameLst>
                                      </p:cBhvr>
                                      <p:to>
                                        <p:strVal val="visible"/>
                                      </p:to>
                                    </p:set>
                                    <p:anim calcmode="lin" valueType="num">
                                      <p:cBhvr>
                                        <p:cTn id="49" dur="500" fill="hold"/>
                                        <p:tgtEl>
                                          <p:spTgt spid="46"/>
                                        </p:tgtEl>
                                        <p:attrNameLst>
                                          <p:attrName>ppt_w</p:attrName>
                                        </p:attrNameLst>
                                      </p:cBhvr>
                                      <p:tavLst>
                                        <p:tav tm="0">
                                          <p:val>
                                            <p:fltVal val="0"/>
                                          </p:val>
                                        </p:tav>
                                        <p:tav tm="100000">
                                          <p:val>
                                            <p:strVal val="#ppt_w"/>
                                          </p:val>
                                        </p:tav>
                                      </p:tavLst>
                                    </p:anim>
                                    <p:anim calcmode="lin" valueType="num">
                                      <p:cBhvr>
                                        <p:cTn id="50" dur="500" fill="hold"/>
                                        <p:tgtEl>
                                          <p:spTgt spid="46"/>
                                        </p:tgtEl>
                                        <p:attrNameLst>
                                          <p:attrName>ppt_h</p:attrName>
                                        </p:attrNameLst>
                                      </p:cBhvr>
                                      <p:tavLst>
                                        <p:tav tm="0">
                                          <p:val>
                                            <p:fltVal val="0"/>
                                          </p:val>
                                        </p:tav>
                                        <p:tav tm="100000">
                                          <p:val>
                                            <p:strVal val="#ppt_h"/>
                                          </p:val>
                                        </p:tav>
                                      </p:tavLst>
                                    </p:anim>
                                    <p:animEffect transition="in" filter="fade">
                                      <p:cBhvr>
                                        <p:cTn id="51" dur="500"/>
                                        <p:tgtEl>
                                          <p:spTgt spid="46"/>
                                        </p:tgtEl>
                                      </p:cBhvr>
                                    </p:animEffect>
                                  </p:childTnLst>
                                </p:cTn>
                              </p:par>
                            </p:childTnLst>
                          </p:cTn>
                        </p:par>
                        <p:par>
                          <p:cTn id="52" fill="hold">
                            <p:stCondLst>
                              <p:cond delay="5000"/>
                            </p:stCondLst>
                            <p:childTnLst>
                              <p:par>
                                <p:cTn id="53" presetID="10" presetClass="entr" presetSubtype="0" fill="hold" grpId="0" nodeType="after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childTnLst>
                          </p:cTn>
                        </p:par>
                        <p:par>
                          <p:cTn id="56" fill="hold">
                            <p:stCondLst>
                              <p:cond delay="5500"/>
                            </p:stCondLst>
                            <p:childTnLst>
                              <p:par>
                                <p:cTn id="57" presetID="22" presetClass="entr" presetSubtype="4" fill="hold" grpId="0"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wipe(down)">
                                      <p:cBhvr>
                                        <p:cTn id="5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2" grpId="0" build="p"/>
      <p:bldP spid="20" grpId="0"/>
      <p:bldP spid="21" grpId="0"/>
      <p:bldP spid="23" grpId="0"/>
      <p:bldP spid="24"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flipH="1">
            <a:off x="991356" y="2414361"/>
            <a:ext cx="8152645" cy="2729139"/>
            <a:chOff x="-1" y="3219148"/>
            <a:chExt cx="10870193" cy="3638852"/>
          </a:xfrm>
        </p:grpSpPr>
        <p:grpSp>
          <p:nvGrpSpPr>
            <p:cNvPr id="8" name="Group 7"/>
            <p:cNvGrpSpPr/>
            <p:nvPr/>
          </p:nvGrpSpPr>
          <p:grpSpPr>
            <a:xfrm>
              <a:off x="8407979" y="5698593"/>
              <a:ext cx="2462213" cy="1159407"/>
              <a:chOff x="8407979" y="5698593"/>
              <a:chExt cx="2462213" cy="1159407"/>
            </a:xfrm>
          </p:grpSpPr>
          <p:sp>
            <p:nvSpPr>
              <p:cNvPr id="34" name="Freeform 33"/>
              <p:cNvSpPr/>
              <p:nvPr/>
            </p:nvSpPr>
            <p:spPr bwMode="auto">
              <a:xfrm>
                <a:off x="8407979" y="5698594"/>
                <a:ext cx="2462213" cy="842963"/>
              </a:xfrm>
              <a:custGeom>
                <a:avLst/>
                <a:gdLst>
                  <a:gd name="T0" fmla="*/ 1551 w 1551"/>
                  <a:gd name="T1" fmla="*/ 0 h 531"/>
                  <a:gd name="T2" fmla="*/ 1144 w 1551"/>
                  <a:gd name="T3" fmla="*/ 531 h 531"/>
                  <a:gd name="T4" fmla="*/ 0 w 1551"/>
                  <a:gd name="T5" fmla="*/ 531 h 531"/>
                  <a:gd name="T6" fmla="*/ 405 w 1551"/>
                  <a:gd name="T7" fmla="*/ 0 h 531"/>
                  <a:gd name="T8" fmla="*/ 1551 w 1551"/>
                  <a:gd name="T9" fmla="*/ 0 h 531"/>
                </a:gdLst>
                <a:ahLst/>
                <a:cxnLst>
                  <a:cxn ang="0">
                    <a:pos x="T0" y="T1"/>
                  </a:cxn>
                  <a:cxn ang="0">
                    <a:pos x="T2" y="T3"/>
                  </a:cxn>
                  <a:cxn ang="0">
                    <a:pos x="T4" y="T5"/>
                  </a:cxn>
                  <a:cxn ang="0">
                    <a:pos x="T6" y="T7"/>
                  </a:cxn>
                  <a:cxn ang="0">
                    <a:pos x="T8" y="T9"/>
                  </a:cxn>
                </a:cxnLst>
                <a:rect l="0" t="0" r="r" b="b"/>
                <a:pathLst>
                  <a:path w="1551" h="531">
                    <a:moveTo>
                      <a:pt x="1551" y="0"/>
                    </a:moveTo>
                    <a:lnTo>
                      <a:pt x="1144" y="531"/>
                    </a:lnTo>
                    <a:lnTo>
                      <a:pt x="0" y="531"/>
                    </a:lnTo>
                    <a:lnTo>
                      <a:pt x="405" y="0"/>
                    </a:lnTo>
                    <a:lnTo>
                      <a:pt x="1551" y="0"/>
                    </a:lnTo>
                    <a:close/>
                  </a:path>
                </a:pathLst>
              </a:custGeom>
              <a:solidFill>
                <a:schemeClr val="accent6"/>
              </a:solidFill>
              <a:ln>
                <a:noFill/>
              </a:ln>
            </p:spPr>
            <p:txBody>
              <a:bodyPr vert="horz" wrap="square" lIns="68580" tIns="34290" rIns="68580" bIns="34290" numCol="1" anchor="t" anchorCtr="0" compatLnSpc="1"/>
              <a:lstStyle/>
              <a:p>
                <a:endParaRPr lang="id-ID" sz="1350"/>
              </a:p>
            </p:txBody>
          </p:sp>
          <p:sp>
            <p:nvSpPr>
              <p:cNvPr id="35" name="Freeform 34"/>
              <p:cNvSpPr/>
              <p:nvPr/>
            </p:nvSpPr>
            <p:spPr>
              <a:xfrm>
                <a:off x="8407979" y="6541556"/>
                <a:ext cx="1816100" cy="316444"/>
              </a:xfrm>
              <a:custGeom>
                <a:avLst/>
                <a:gdLst>
                  <a:gd name="connsiteX0" fmla="*/ 0 w 1816100"/>
                  <a:gd name="connsiteY0" fmla="*/ 0 h 316444"/>
                  <a:gd name="connsiteX1" fmla="*/ 1816100 w 1816100"/>
                  <a:gd name="connsiteY1" fmla="*/ 0 h 316444"/>
                  <a:gd name="connsiteX2" fmla="*/ 1816100 w 1816100"/>
                  <a:gd name="connsiteY2" fmla="*/ 316444 h 316444"/>
                  <a:gd name="connsiteX3" fmla="*/ 0 w 1816100"/>
                  <a:gd name="connsiteY3" fmla="*/ 316444 h 316444"/>
                  <a:gd name="connsiteX4" fmla="*/ 0 w 1816100"/>
                  <a:gd name="connsiteY4" fmla="*/ 0 h 316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6100" h="316444">
                    <a:moveTo>
                      <a:pt x="0" y="0"/>
                    </a:moveTo>
                    <a:lnTo>
                      <a:pt x="1816100" y="0"/>
                    </a:lnTo>
                    <a:lnTo>
                      <a:pt x="1816100" y="316444"/>
                    </a:lnTo>
                    <a:lnTo>
                      <a:pt x="0" y="316444"/>
                    </a:lnTo>
                    <a:lnTo>
                      <a:pt x="0" y="0"/>
                    </a:ln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sp>
            <p:nvSpPr>
              <p:cNvPr id="36" name="Freeform 35"/>
              <p:cNvSpPr/>
              <p:nvPr/>
            </p:nvSpPr>
            <p:spPr>
              <a:xfrm>
                <a:off x="10214555" y="5698593"/>
                <a:ext cx="646113" cy="1159406"/>
              </a:xfrm>
              <a:custGeom>
                <a:avLst/>
                <a:gdLst>
                  <a:gd name="connsiteX0" fmla="*/ 646113 w 646113"/>
                  <a:gd name="connsiteY0" fmla="*/ 0 h 1159406"/>
                  <a:gd name="connsiteX1" fmla="*/ 646113 w 646113"/>
                  <a:gd name="connsiteY1" fmla="*/ 421481 h 1159406"/>
                  <a:gd name="connsiteX2" fmla="*/ 646113 w 646113"/>
                  <a:gd name="connsiteY2" fmla="*/ 496887 h 1159406"/>
                  <a:gd name="connsiteX3" fmla="*/ 646113 w 646113"/>
                  <a:gd name="connsiteY3" fmla="*/ 842962 h 1159406"/>
                  <a:gd name="connsiteX4" fmla="*/ 646113 w 646113"/>
                  <a:gd name="connsiteY4" fmla="*/ 918368 h 1159406"/>
                  <a:gd name="connsiteX5" fmla="*/ 646113 w 646113"/>
                  <a:gd name="connsiteY5" fmla="*/ 1159406 h 1159406"/>
                  <a:gd name="connsiteX6" fmla="*/ 0 w 646113"/>
                  <a:gd name="connsiteY6" fmla="*/ 1159406 h 1159406"/>
                  <a:gd name="connsiteX7" fmla="*/ 0 w 646113"/>
                  <a:gd name="connsiteY7" fmla="*/ 842962 h 1159406"/>
                  <a:gd name="connsiteX8" fmla="*/ 646113 w 646113"/>
                  <a:gd name="connsiteY8" fmla="*/ 0 h 1159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6113" h="1159406">
                    <a:moveTo>
                      <a:pt x="646113" y="0"/>
                    </a:moveTo>
                    <a:lnTo>
                      <a:pt x="646113" y="421481"/>
                    </a:lnTo>
                    <a:lnTo>
                      <a:pt x="646113" y="496887"/>
                    </a:lnTo>
                    <a:lnTo>
                      <a:pt x="646113" y="842962"/>
                    </a:lnTo>
                    <a:lnTo>
                      <a:pt x="646113" y="918368"/>
                    </a:lnTo>
                    <a:lnTo>
                      <a:pt x="646113" y="1159406"/>
                    </a:lnTo>
                    <a:lnTo>
                      <a:pt x="0" y="1159406"/>
                    </a:lnTo>
                    <a:lnTo>
                      <a:pt x="0" y="842962"/>
                    </a:lnTo>
                    <a:lnTo>
                      <a:pt x="646113" y="0"/>
                    </a:lnTo>
                    <a:close/>
                  </a:path>
                </a:pathLst>
              </a:cu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grpSp>
        <p:grpSp>
          <p:nvGrpSpPr>
            <p:cNvPr id="9" name="Group 8"/>
            <p:cNvGrpSpPr/>
            <p:nvPr/>
          </p:nvGrpSpPr>
          <p:grpSpPr>
            <a:xfrm>
              <a:off x="-1" y="3219148"/>
              <a:ext cx="1813456" cy="3638852"/>
              <a:chOff x="-1" y="3219148"/>
              <a:chExt cx="1813456" cy="3638852"/>
            </a:xfrm>
          </p:grpSpPr>
          <p:sp>
            <p:nvSpPr>
              <p:cNvPr id="30" name="Freeform 29"/>
              <p:cNvSpPr/>
              <p:nvPr/>
            </p:nvSpPr>
            <p:spPr bwMode="auto">
              <a:xfrm>
                <a:off x="1167342" y="3219148"/>
                <a:ext cx="646113" cy="1339850"/>
              </a:xfrm>
              <a:custGeom>
                <a:avLst/>
                <a:gdLst>
                  <a:gd name="T0" fmla="*/ 0 w 407"/>
                  <a:gd name="T1" fmla="*/ 844 h 844"/>
                  <a:gd name="T2" fmla="*/ 407 w 407"/>
                  <a:gd name="T3" fmla="*/ 313 h 844"/>
                  <a:gd name="T4" fmla="*/ 407 w 407"/>
                  <a:gd name="T5" fmla="*/ 0 h 844"/>
                  <a:gd name="T6" fmla="*/ 0 w 407"/>
                  <a:gd name="T7" fmla="*/ 531 h 844"/>
                  <a:gd name="T8" fmla="*/ 0 w 407"/>
                  <a:gd name="T9" fmla="*/ 844 h 844"/>
                </a:gdLst>
                <a:ahLst/>
                <a:cxnLst>
                  <a:cxn ang="0">
                    <a:pos x="T0" y="T1"/>
                  </a:cxn>
                  <a:cxn ang="0">
                    <a:pos x="T2" y="T3"/>
                  </a:cxn>
                  <a:cxn ang="0">
                    <a:pos x="T4" y="T5"/>
                  </a:cxn>
                  <a:cxn ang="0">
                    <a:pos x="T6" y="T7"/>
                  </a:cxn>
                  <a:cxn ang="0">
                    <a:pos x="T8" y="T9"/>
                  </a:cxn>
                </a:cxnLst>
                <a:rect l="0" t="0" r="r" b="b"/>
                <a:pathLst>
                  <a:path w="407" h="844">
                    <a:moveTo>
                      <a:pt x="0" y="844"/>
                    </a:moveTo>
                    <a:lnTo>
                      <a:pt x="407" y="313"/>
                    </a:lnTo>
                    <a:lnTo>
                      <a:pt x="407" y="0"/>
                    </a:lnTo>
                    <a:lnTo>
                      <a:pt x="0" y="531"/>
                    </a:lnTo>
                    <a:lnTo>
                      <a:pt x="0" y="844"/>
                    </a:lnTo>
                    <a:close/>
                  </a:path>
                </a:pathLst>
              </a:custGeom>
              <a:solidFill>
                <a:schemeClr val="accent1">
                  <a:lumMod val="50000"/>
                </a:schemeClr>
              </a:solidFill>
              <a:ln>
                <a:noFill/>
              </a:ln>
            </p:spPr>
            <p:txBody>
              <a:bodyPr vert="horz" wrap="square" lIns="68580" tIns="34290" rIns="68580" bIns="34290" numCol="1" anchor="t" anchorCtr="0" compatLnSpc="1"/>
              <a:lstStyle/>
              <a:p>
                <a:endParaRPr lang="id-ID" sz="1350"/>
              </a:p>
            </p:txBody>
          </p:sp>
          <p:sp>
            <p:nvSpPr>
              <p:cNvPr id="31" name="Freeform 30"/>
              <p:cNvSpPr/>
              <p:nvPr/>
            </p:nvSpPr>
            <p:spPr>
              <a:xfrm>
                <a:off x="-1" y="4057122"/>
                <a:ext cx="1167342" cy="496888"/>
              </a:xfrm>
              <a:custGeom>
                <a:avLst/>
                <a:gdLst>
                  <a:gd name="connsiteX0" fmla="*/ 0 w 1167342"/>
                  <a:gd name="connsiteY0" fmla="*/ 0 h 496888"/>
                  <a:gd name="connsiteX1" fmla="*/ 1167342 w 1167342"/>
                  <a:gd name="connsiteY1" fmla="*/ 0 h 496888"/>
                  <a:gd name="connsiteX2" fmla="*/ 1167342 w 1167342"/>
                  <a:gd name="connsiteY2" fmla="*/ 496888 h 496888"/>
                  <a:gd name="connsiteX3" fmla="*/ 0 w 1167342"/>
                  <a:gd name="connsiteY3" fmla="*/ 496888 h 496888"/>
                  <a:gd name="connsiteX4" fmla="*/ 0 w 1167342"/>
                  <a:gd name="connsiteY4" fmla="*/ 0 h 4968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7342" h="496888">
                    <a:moveTo>
                      <a:pt x="0" y="0"/>
                    </a:moveTo>
                    <a:lnTo>
                      <a:pt x="1167342" y="0"/>
                    </a:lnTo>
                    <a:lnTo>
                      <a:pt x="1167342" y="496888"/>
                    </a:lnTo>
                    <a:lnTo>
                      <a:pt x="0" y="496888"/>
                    </a:lnTo>
                    <a:lnTo>
                      <a:pt x="0" y="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sp>
            <p:nvSpPr>
              <p:cNvPr id="32" name="Freeform 31"/>
              <p:cNvSpPr/>
              <p:nvPr/>
            </p:nvSpPr>
            <p:spPr>
              <a:xfrm>
                <a:off x="0" y="3228673"/>
                <a:ext cx="1813455" cy="842963"/>
              </a:xfrm>
              <a:custGeom>
                <a:avLst/>
                <a:gdLst>
                  <a:gd name="connsiteX0" fmla="*/ 0 w 1813455"/>
                  <a:gd name="connsiteY0" fmla="*/ 0 h 842963"/>
                  <a:gd name="connsiteX1" fmla="*/ 1813455 w 1813455"/>
                  <a:gd name="connsiteY1" fmla="*/ 0 h 842963"/>
                  <a:gd name="connsiteX2" fmla="*/ 1167342 w 1813455"/>
                  <a:gd name="connsiteY2" fmla="*/ 842963 h 842963"/>
                  <a:gd name="connsiteX3" fmla="*/ 0 w 1813455"/>
                  <a:gd name="connsiteY3" fmla="*/ 842963 h 842963"/>
                  <a:gd name="connsiteX4" fmla="*/ 0 w 1813455"/>
                  <a:gd name="connsiteY4" fmla="*/ 0 h 842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3455" h="842963">
                    <a:moveTo>
                      <a:pt x="0" y="0"/>
                    </a:moveTo>
                    <a:lnTo>
                      <a:pt x="1813455" y="0"/>
                    </a:lnTo>
                    <a:lnTo>
                      <a:pt x="1167342" y="842963"/>
                    </a:lnTo>
                    <a:lnTo>
                      <a:pt x="0" y="84296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sp>
            <p:nvSpPr>
              <p:cNvPr id="33" name="Rectangle 32"/>
              <p:cNvSpPr/>
              <p:nvPr/>
            </p:nvSpPr>
            <p:spPr>
              <a:xfrm>
                <a:off x="0" y="4554009"/>
                <a:ext cx="1157817" cy="2303991"/>
              </a:xfrm>
              <a:prstGeom prst="rect">
                <a:avLst/>
              </a:prstGeom>
              <a:gradFill>
                <a:gsLst>
                  <a:gs pos="0">
                    <a:schemeClr val="accent1">
                      <a:lumMod val="75000"/>
                    </a:schemeClr>
                  </a:gs>
                  <a:gs pos="100000">
                    <a:schemeClr val="bg1">
                      <a:alpha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grpSp>
        <p:grpSp>
          <p:nvGrpSpPr>
            <p:cNvPr id="10" name="Group 9"/>
            <p:cNvGrpSpPr/>
            <p:nvPr/>
          </p:nvGrpSpPr>
          <p:grpSpPr>
            <a:xfrm>
              <a:off x="1157767" y="3707721"/>
              <a:ext cx="2462263" cy="3150279"/>
              <a:chOff x="1157767" y="3707721"/>
              <a:chExt cx="2462263" cy="3150279"/>
            </a:xfrm>
          </p:grpSpPr>
          <p:sp>
            <p:nvSpPr>
              <p:cNvPr id="26" name="Rectangle 25"/>
              <p:cNvSpPr>
                <a:spLocks noChangeArrowheads="1"/>
              </p:cNvSpPr>
              <p:nvPr/>
            </p:nvSpPr>
            <p:spPr bwMode="auto">
              <a:xfrm>
                <a:off x="1157817" y="4554009"/>
                <a:ext cx="1816100" cy="496888"/>
              </a:xfrm>
              <a:prstGeom prst="rect">
                <a:avLst/>
              </a:prstGeom>
              <a:solidFill>
                <a:schemeClr val="accent2">
                  <a:lumMod val="75000"/>
                </a:schemeClr>
              </a:solidFill>
              <a:ln>
                <a:noFill/>
              </a:ln>
            </p:spPr>
            <p:txBody>
              <a:bodyPr vert="horz" wrap="square" lIns="68580" tIns="34290" rIns="68580" bIns="34290" numCol="1" anchor="t" anchorCtr="0" compatLnSpc="1"/>
              <a:lstStyle/>
              <a:p>
                <a:endParaRPr lang="id-ID" sz="1350"/>
              </a:p>
            </p:txBody>
          </p:sp>
          <p:sp>
            <p:nvSpPr>
              <p:cNvPr id="27" name="Freeform 26"/>
              <p:cNvSpPr/>
              <p:nvPr/>
            </p:nvSpPr>
            <p:spPr bwMode="auto">
              <a:xfrm>
                <a:off x="1157817" y="3711046"/>
                <a:ext cx="2462213" cy="842963"/>
              </a:xfrm>
              <a:custGeom>
                <a:avLst/>
                <a:gdLst>
                  <a:gd name="T0" fmla="*/ 1551 w 1551"/>
                  <a:gd name="T1" fmla="*/ 0 h 531"/>
                  <a:gd name="T2" fmla="*/ 1144 w 1551"/>
                  <a:gd name="T3" fmla="*/ 531 h 531"/>
                  <a:gd name="T4" fmla="*/ 0 w 1551"/>
                  <a:gd name="T5" fmla="*/ 531 h 531"/>
                  <a:gd name="T6" fmla="*/ 405 w 1551"/>
                  <a:gd name="T7" fmla="*/ 0 h 531"/>
                  <a:gd name="T8" fmla="*/ 1551 w 1551"/>
                  <a:gd name="T9" fmla="*/ 0 h 531"/>
                </a:gdLst>
                <a:ahLst/>
                <a:cxnLst>
                  <a:cxn ang="0">
                    <a:pos x="T0" y="T1"/>
                  </a:cxn>
                  <a:cxn ang="0">
                    <a:pos x="T2" y="T3"/>
                  </a:cxn>
                  <a:cxn ang="0">
                    <a:pos x="T4" y="T5"/>
                  </a:cxn>
                  <a:cxn ang="0">
                    <a:pos x="T6" y="T7"/>
                  </a:cxn>
                  <a:cxn ang="0">
                    <a:pos x="T8" y="T9"/>
                  </a:cxn>
                </a:cxnLst>
                <a:rect l="0" t="0" r="r" b="b"/>
                <a:pathLst>
                  <a:path w="1551" h="531">
                    <a:moveTo>
                      <a:pt x="1551" y="0"/>
                    </a:moveTo>
                    <a:lnTo>
                      <a:pt x="1144" y="531"/>
                    </a:lnTo>
                    <a:lnTo>
                      <a:pt x="0" y="531"/>
                    </a:lnTo>
                    <a:lnTo>
                      <a:pt x="405" y="0"/>
                    </a:lnTo>
                    <a:lnTo>
                      <a:pt x="1551" y="0"/>
                    </a:lnTo>
                    <a:close/>
                  </a:path>
                </a:pathLst>
              </a:custGeom>
              <a:solidFill>
                <a:schemeClr val="accent2"/>
              </a:solidFill>
              <a:ln>
                <a:noFill/>
              </a:ln>
            </p:spPr>
            <p:txBody>
              <a:bodyPr vert="horz" wrap="square" lIns="68580" tIns="34290" rIns="68580" bIns="34290" numCol="1" anchor="t" anchorCtr="0" compatLnSpc="1"/>
              <a:lstStyle/>
              <a:p>
                <a:endParaRPr lang="id-ID" sz="1350"/>
              </a:p>
            </p:txBody>
          </p:sp>
          <p:sp>
            <p:nvSpPr>
              <p:cNvPr id="28" name="Freeform 27"/>
              <p:cNvSpPr/>
              <p:nvPr/>
            </p:nvSpPr>
            <p:spPr bwMode="auto">
              <a:xfrm>
                <a:off x="2973917" y="3707721"/>
                <a:ext cx="646113" cy="1339850"/>
              </a:xfrm>
              <a:custGeom>
                <a:avLst/>
                <a:gdLst>
                  <a:gd name="T0" fmla="*/ 0 w 407"/>
                  <a:gd name="T1" fmla="*/ 844 h 844"/>
                  <a:gd name="T2" fmla="*/ 407 w 407"/>
                  <a:gd name="T3" fmla="*/ 313 h 844"/>
                  <a:gd name="T4" fmla="*/ 407 w 407"/>
                  <a:gd name="T5" fmla="*/ 0 h 844"/>
                  <a:gd name="T6" fmla="*/ 0 w 407"/>
                  <a:gd name="T7" fmla="*/ 531 h 844"/>
                  <a:gd name="T8" fmla="*/ 0 w 407"/>
                  <a:gd name="T9" fmla="*/ 844 h 844"/>
                </a:gdLst>
                <a:ahLst/>
                <a:cxnLst>
                  <a:cxn ang="0">
                    <a:pos x="T0" y="T1"/>
                  </a:cxn>
                  <a:cxn ang="0">
                    <a:pos x="T2" y="T3"/>
                  </a:cxn>
                  <a:cxn ang="0">
                    <a:pos x="T4" y="T5"/>
                  </a:cxn>
                  <a:cxn ang="0">
                    <a:pos x="T6" y="T7"/>
                  </a:cxn>
                  <a:cxn ang="0">
                    <a:pos x="T8" y="T9"/>
                  </a:cxn>
                </a:cxnLst>
                <a:rect l="0" t="0" r="r" b="b"/>
                <a:pathLst>
                  <a:path w="407" h="844">
                    <a:moveTo>
                      <a:pt x="0" y="844"/>
                    </a:moveTo>
                    <a:lnTo>
                      <a:pt x="407" y="313"/>
                    </a:lnTo>
                    <a:lnTo>
                      <a:pt x="407" y="0"/>
                    </a:lnTo>
                    <a:lnTo>
                      <a:pt x="0" y="531"/>
                    </a:lnTo>
                    <a:lnTo>
                      <a:pt x="0" y="844"/>
                    </a:lnTo>
                    <a:close/>
                  </a:path>
                </a:pathLst>
              </a:custGeom>
              <a:solidFill>
                <a:schemeClr val="accent2">
                  <a:lumMod val="50000"/>
                </a:schemeClr>
              </a:solidFill>
              <a:ln>
                <a:noFill/>
              </a:ln>
            </p:spPr>
            <p:txBody>
              <a:bodyPr vert="horz" wrap="square" lIns="68580" tIns="34290" rIns="68580" bIns="34290" numCol="1" anchor="t" anchorCtr="0" compatLnSpc="1"/>
              <a:lstStyle/>
              <a:p>
                <a:endParaRPr lang="id-ID" sz="1350"/>
              </a:p>
            </p:txBody>
          </p:sp>
          <p:sp>
            <p:nvSpPr>
              <p:cNvPr id="29" name="Rectangle 28"/>
              <p:cNvSpPr/>
              <p:nvPr/>
            </p:nvSpPr>
            <p:spPr>
              <a:xfrm>
                <a:off x="1157767" y="5041371"/>
                <a:ext cx="1813505" cy="1816629"/>
              </a:xfrm>
              <a:prstGeom prst="rect">
                <a:avLst/>
              </a:prstGeom>
              <a:gradFill>
                <a:gsLst>
                  <a:gs pos="0">
                    <a:schemeClr val="accent2"/>
                  </a:gs>
                  <a:gs pos="100000">
                    <a:schemeClr val="bg1">
                      <a:alpha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grpSp>
        <p:grpSp>
          <p:nvGrpSpPr>
            <p:cNvPr id="11" name="Group 10"/>
            <p:cNvGrpSpPr/>
            <p:nvPr/>
          </p:nvGrpSpPr>
          <p:grpSpPr>
            <a:xfrm>
              <a:off x="2969204" y="4207933"/>
              <a:ext cx="2462213" cy="2650067"/>
              <a:chOff x="2969204" y="4207933"/>
              <a:chExt cx="2462213" cy="2650067"/>
            </a:xfrm>
          </p:grpSpPr>
          <p:sp>
            <p:nvSpPr>
              <p:cNvPr id="22" name="Rectangle 21"/>
              <p:cNvSpPr>
                <a:spLocks noChangeArrowheads="1"/>
              </p:cNvSpPr>
              <p:nvPr/>
            </p:nvSpPr>
            <p:spPr bwMode="auto">
              <a:xfrm>
                <a:off x="2969204" y="5050896"/>
                <a:ext cx="1816100" cy="496888"/>
              </a:xfrm>
              <a:prstGeom prst="rect">
                <a:avLst/>
              </a:prstGeom>
              <a:solidFill>
                <a:schemeClr val="accent3">
                  <a:lumMod val="75000"/>
                </a:schemeClr>
              </a:solidFill>
              <a:ln>
                <a:noFill/>
              </a:ln>
            </p:spPr>
            <p:txBody>
              <a:bodyPr vert="horz" wrap="square" lIns="68580" tIns="34290" rIns="68580" bIns="34290" numCol="1" anchor="t" anchorCtr="0" compatLnSpc="1"/>
              <a:lstStyle/>
              <a:p>
                <a:endParaRPr lang="id-ID" sz="1350"/>
              </a:p>
            </p:txBody>
          </p:sp>
          <p:sp>
            <p:nvSpPr>
              <p:cNvPr id="23" name="Freeform 22"/>
              <p:cNvSpPr/>
              <p:nvPr/>
            </p:nvSpPr>
            <p:spPr bwMode="auto">
              <a:xfrm>
                <a:off x="2969204" y="4207933"/>
                <a:ext cx="2462213" cy="842963"/>
              </a:xfrm>
              <a:custGeom>
                <a:avLst/>
                <a:gdLst>
                  <a:gd name="T0" fmla="*/ 1551 w 1551"/>
                  <a:gd name="T1" fmla="*/ 0 h 531"/>
                  <a:gd name="T2" fmla="*/ 1144 w 1551"/>
                  <a:gd name="T3" fmla="*/ 531 h 531"/>
                  <a:gd name="T4" fmla="*/ 0 w 1551"/>
                  <a:gd name="T5" fmla="*/ 531 h 531"/>
                  <a:gd name="T6" fmla="*/ 405 w 1551"/>
                  <a:gd name="T7" fmla="*/ 0 h 531"/>
                  <a:gd name="T8" fmla="*/ 1551 w 1551"/>
                  <a:gd name="T9" fmla="*/ 0 h 531"/>
                </a:gdLst>
                <a:ahLst/>
                <a:cxnLst>
                  <a:cxn ang="0">
                    <a:pos x="T0" y="T1"/>
                  </a:cxn>
                  <a:cxn ang="0">
                    <a:pos x="T2" y="T3"/>
                  </a:cxn>
                  <a:cxn ang="0">
                    <a:pos x="T4" y="T5"/>
                  </a:cxn>
                  <a:cxn ang="0">
                    <a:pos x="T6" y="T7"/>
                  </a:cxn>
                  <a:cxn ang="0">
                    <a:pos x="T8" y="T9"/>
                  </a:cxn>
                </a:cxnLst>
                <a:rect l="0" t="0" r="r" b="b"/>
                <a:pathLst>
                  <a:path w="1551" h="531">
                    <a:moveTo>
                      <a:pt x="1551" y="0"/>
                    </a:moveTo>
                    <a:lnTo>
                      <a:pt x="1144" y="531"/>
                    </a:lnTo>
                    <a:lnTo>
                      <a:pt x="0" y="531"/>
                    </a:lnTo>
                    <a:lnTo>
                      <a:pt x="405" y="0"/>
                    </a:lnTo>
                    <a:lnTo>
                      <a:pt x="1551" y="0"/>
                    </a:lnTo>
                    <a:close/>
                  </a:path>
                </a:pathLst>
              </a:custGeom>
              <a:solidFill>
                <a:schemeClr val="accent3"/>
              </a:solidFill>
              <a:ln>
                <a:noFill/>
              </a:ln>
            </p:spPr>
            <p:txBody>
              <a:bodyPr vert="horz" wrap="square" lIns="68580" tIns="34290" rIns="68580" bIns="34290" numCol="1" anchor="t" anchorCtr="0" compatLnSpc="1"/>
              <a:lstStyle/>
              <a:p>
                <a:endParaRPr lang="id-ID" sz="1350"/>
              </a:p>
            </p:txBody>
          </p:sp>
          <p:sp>
            <p:nvSpPr>
              <p:cNvPr id="24" name="Freeform 23"/>
              <p:cNvSpPr/>
              <p:nvPr/>
            </p:nvSpPr>
            <p:spPr bwMode="auto">
              <a:xfrm>
                <a:off x="4785304" y="4207933"/>
                <a:ext cx="646113" cy="1339850"/>
              </a:xfrm>
              <a:custGeom>
                <a:avLst/>
                <a:gdLst>
                  <a:gd name="T0" fmla="*/ 0 w 407"/>
                  <a:gd name="T1" fmla="*/ 844 h 844"/>
                  <a:gd name="T2" fmla="*/ 407 w 407"/>
                  <a:gd name="T3" fmla="*/ 313 h 844"/>
                  <a:gd name="T4" fmla="*/ 407 w 407"/>
                  <a:gd name="T5" fmla="*/ 0 h 844"/>
                  <a:gd name="T6" fmla="*/ 0 w 407"/>
                  <a:gd name="T7" fmla="*/ 531 h 844"/>
                  <a:gd name="T8" fmla="*/ 0 w 407"/>
                  <a:gd name="T9" fmla="*/ 844 h 844"/>
                </a:gdLst>
                <a:ahLst/>
                <a:cxnLst>
                  <a:cxn ang="0">
                    <a:pos x="T0" y="T1"/>
                  </a:cxn>
                  <a:cxn ang="0">
                    <a:pos x="T2" y="T3"/>
                  </a:cxn>
                  <a:cxn ang="0">
                    <a:pos x="T4" y="T5"/>
                  </a:cxn>
                  <a:cxn ang="0">
                    <a:pos x="T6" y="T7"/>
                  </a:cxn>
                  <a:cxn ang="0">
                    <a:pos x="T8" y="T9"/>
                  </a:cxn>
                </a:cxnLst>
                <a:rect l="0" t="0" r="r" b="b"/>
                <a:pathLst>
                  <a:path w="407" h="844">
                    <a:moveTo>
                      <a:pt x="0" y="844"/>
                    </a:moveTo>
                    <a:lnTo>
                      <a:pt x="407" y="313"/>
                    </a:lnTo>
                    <a:lnTo>
                      <a:pt x="407" y="0"/>
                    </a:lnTo>
                    <a:lnTo>
                      <a:pt x="0" y="531"/>
                    </a:lnTo>
                    <a:lnTo>
                      <a:pt x="0" y="844"/>
                    </a:lnTo>
                    <a:close/>
                  </a:path>
                </a:pathLst>
              </a:custGeom>
              <a:solidFill>
                <a:schemeClr val="accent3">
                  <a:lumMod val="50000"/>
                </a:schemeClr>
              </a:solidFill>
              <a:ln>
                <a:noFill/>
              </a:ln>
            </p:spPr>
            <p:txBody>
              <a:bodyPr vert="horz" wrap="square" lIns="68580" tIns="34290" rIns="68580" bIns="34290" numCol="1" anchor="t" anchorCtr="0" compatLnSpc="1"/>
              <a:lstStyle/>
              <a:p>
                <a:endParaRPr lang="id-ID" sz="1350"/>
              </a:p>
            </p:txBody>
          </p:sp>
          <p:sp>
            <p:nvSpPr>
              <p:cNvPr id="25" name="Rectangle 24"/>
              <p:cNvSpPr/>
              <p:nvPr/>
            </p:nvSpPr>
            <p:spPr>
              <a:xfrm>
                <a:off x="2971272" y="5544458"/>
                <a:ext cx="1811338" cy="1313542"/>
              </a:xfrm>
              <a:prstGeom prst="rect">
                <a:avLst/>
              </a:prstGeom>
              <a:gradFill>
                <a:gsLst>
                  <a:gs pos="0">
                    <a:schemeClr val="accent3">
                      <a:lumMod val="75000"/>
                    </a:schemeClr>
                  </a:gs>
                  <a:gs pos="100000">
                    <a:schemeClr val="bg1">
                      <a:alpha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grpSp>
        <p:grpSp>
          <p:nvGrpSpPr>
            <p:cNvPr id="12" name="Group 11"/>
            <p:cNvGrpSpPr/>
            <p:nvPr/>
          </p:nvGrpSpPr>
          <p:grpSpPr>
            <a:xfrm>
              <a:off x="4777847" y="4695295"/>
              <a:ext cx="2469670" cy="2162704"/>
              <a:chOff x="4777847" y="4695295"/>
              <a:chExt cx="2469670" cy="2162704"/>
            </a:xfrm>
          </p:grpSpPr>
          <p:sp>
            <p:nvSpPr>
              <p:cNvPr id="18" name="Rectangle 17"/>
              <p:cNvSpPr>
                <a:spLocks noChangeArrowheads="1"/>
              </p:cNvSpPr>
              <p:nvPr/>
            </p:nvSpPr>
            <p:spPr bwMode="auto">
              <a:xfrm>
                <a:off x="4777847" y="5547783"/>
                <a:ext cx="1823557" cy="496888"/>
              </a:xfrm>
              <a:prstGeom prst="rect">
                <a:avLst/>
              </a:prstGeom>
              <a:solidFill>
                <a:schemeClr val="accent4">
                  <a:lumMod val="75000"/>
                </a:schemeClr>
              </a:solidFill>
              <a:ln>
                <a:noFill/>
              </a:ln>
            </p:spPr>
            <p:txBody>
              <a:bodyPr vert="horz" wrap="square" lIns="68580" tIns="34290" rIns="68580" bIns="34290" numCol="1" anchor="t" anchorCtr="0" compatLnSpc="1"/>
              <a:lstStyle/>
              <a:p>
                <a:endParaRPr lang="id-ID" sz="1350"/>
              </a:p>
            </p:txBody>
          </p:sp>
          <p:sp>
            <p:nvSpPr>
              <p:cNvPr id="19" name="Freeform 18"/>
              <p:cNvSpPr/>
              <p:nvPr/>
            </p:nvSpPr>
            <p:spPr bwMode="auto">
              <a:xfrm>
                <a:off x="4785304" y="4704820"/>
                <a:ext cx="2462213" cy="842963"/>
              </a:xfrm>
              <a:custGeom>
                <a:avLst/>
                <a:gdLst>
                  <a:gd name="T0" fmla="*/ 1551 w 1551"/>
                  <a:gd name="T1" fmla="*/ 0 h 531"/>
                  <a:gd name="T2" fmla="*/ 1144 w 1551"/>
                  <a:gd name="T3" fmla="*/ 531 h 531"/>
                  <a:gd name="T4" fmla="*/ 0 w 1551"/>
                  <a:gd name="T5" fmla="*/ 531 h 531"/>
                  <a:gd name="T6" fmla="*/ 405 w 1551"/>
                  <a:gd name="T7" fmla="*/ 0 h 531"/>
                  <a:gd name="T8" fmla="*/ 1551 w 1551"/>
                  <a:gd name="T9" fmla="*/ 0 h 531"/>
                </a:gdLst>
                <a:ahLst/>
                <a:cxnLst>
                  <a:cxn ang="0">
                    <a:pos x="T0" y="T1"/>
                  </a:cxn>
                  <a:cxn ang="0">
                    <a:pos x="T2" y="T3"/>
                  </a:cxn>
                  <a:cxn ang="0">
                    <a:pos x="T4" y="T5"/>
                  </a:cxn>
                  <a:cxn ang="0">
                    <a:pos x="T6" y="T7"/>
                  </a:cxn>
                  <a:cxn ang="0">
                    <a:pos x="T8" y="T9"/>
                  </a:cxn>
                </a:cxnLst>
                <a:rect l="0" t="0" r="r" b="b"/>
                <a:pathLst>
                  <a:path w="1551" h="531">
                    <a:moveTo>
                      <a:pt x="1551" y="0"/>
                    </a:moveTo>
                    <a:lnTo>
                      <a:pt x="1144" y="531"/>
                    </a:lnTo>
                    <a:lnTo>
                      <a:pt x="0" y="531"/>
                    </a:lnTo>
                    <a:lnTo>
                      <a:pt x="405" y="0"/>
                    </a:lnTo>
                    <a:lnTo>
                      <a:pt x="1551" y="0"/>
                    </a:lnTo>
                    <a:close/>
                  </a:path>
                </a:pathLst>
              </a:custGeom>
              <a:solidFill>
                <a:schemeClr val="accent4"/>
              </a:solidFill>
              <a:ln>
                <a:noFill/>
              </a:ln>
            </p:spPr>
            <p:txBody>
              <a:bodyPr vert="horz" wrap="square" lIns="68580" tIns="34290" rIns="68580" bIns="34290" numCol="1" anchor="t" anchorCtr="0" compatLnSpc="1"/>
              <a:lstStyle/>
              <a:p>
                <a:endParaRPr lang="id-ID" sz="1350"/>
              </a:p>
            </p:txBody>
          </p:sp>
          <p:sp>
            <p:nvSpPr>
              <p:cNvPr id="20" name="Freeform 19"/>
              <p:cNvSpPr/>
              <p:nvPr/>
            </p:nvSpPr>
            <p:spPr bwMode="auto">
              <a:xfrm>
                <a:off x="6601404" y="4695295"/>
                <a:ext cx="646113" cy="1339850"/>
              </a:xfrm>
              <a:custGeom>
                <a:avLst/>
                <a:gdLst>
                  <a:gd name="T0" fmla="*/ 0 w 407"/>
                  <a:gd name="T1" fmla="*/ 844 h 844"/>
                  <a:gd name="T2" fmla="*/ 407 w 407"/>
                  <a:gd name="T3" fmla="*/ 313 h 844"/>
                  <a:gd name="T4" fmla="*/ 407 w 407"/>
                  <a:gd name="T5" fmla="*/ 0 h 844"/>
                  <a:gd name="T6" fmla="*/ 0 w 407"/>
                  <a:gd name="T7" fmla="*/ 531 h 844"/>
                  <a:gd name="T8" fmla="*/ 0 w 407"/>
                  <a:gd name="T9" fmla="*/ 844 h 844"/>
                </a:gdLst>
                <a:ahLst/>
                <a:cxnLst>
                  <a:cxn ang="0">
                    <a:pos x="T0" y="T1"/>
                  </a:cxn>
                  <a:cxn ang="0">
                    <a:pos x="T2" y="T3"/>
                  </a:cxn>
                  <a:cxn ang="0">
                    <a:pos x="T4" y="T5"/>
                  </a:cxn>
                  <a:cxn ang="0">
                    <a:pos x="T6" y="T7"/>
                  </a:cxn>
                  <a:cxn ang="0">
                    <a:pos x="T8" y="T9"/>
                  </a:cxn>
                </a:cxnLst>
                <a:rect l="0" t="0" r="r" b="b"/>
                <a:pathLst>
                  <a:path w="407" h="844">
                    <a:moveTo>
                      <a:pt x="0" y="844"/>
                    </a:moveTo>
                    <a:lnTo>
                      <a:pt x="407" y="313"/>
                    </a:lnTo>
                    <a:lnTo>
                      <a:pt x="407" y="0"/>
                    </a:lnTo>
                    <a:lnTo>
                      <a:pt x="0" y="531"/>
                    </a:lnTo>
                    <a:lnTo>
                      <a:pt x="0" y="844"/>
                    </a:lnTo>
                    <a:close/>
                  </a:path>
                </a:pathLst>
              </a:custGeom>
              <a:solidFill>
                <a:schemeClr val="accent4">
                  <a:lumMod val="50000"/>
                </a:schemeClr>
              </a:solidFill>
              <a:ln>
                <a:noFill/>
              </a:ln>
            </p:spPr>
            <p:txBody>
              <a:bodyPr vert="horz" wrap="square" lIns="68580" tIns="34290" rIns="68580" bIns="34290" numCol="1" anchor="t" anchorCtr="0" compatLnSpc="1"/>
              <a:lstStyle/>
              <a:p>
                <a:endParaRPr lang="id-ID" sz="1350"/>
              </a:p>
            </p:txBody>
          </p:sp>
          <p:sp>
            <p:nvSpPr>
              <p:cNvPr id="21" name="Rectangle 20"/>
              <p:cNvSpPr/>
              <p:nvPr/>
            </p:nvSpPr>
            <p:spPr>
              <a:xfrm>
                <a:off x="4782559" y="6035144"/>
                <a:ext cx="1818795" cy="822855"/>
              </a:xfrm>
              <a:prstGeom prst="rect">
                <a:avLst/>
              </a:prstGeom>
              <a:gradFill>
                <a:gsLst>
                  <a:gs pos="0">
                    <a:schemeClr val="accent4">
                      <a:lumMod val="75000"/>
                    </a:schemeClr>
                  </a:gs>
                  <a:gs pos="100000">
                    <a:schemeClr val="bg1">
                      <a:alpha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grpSp>
        <p:grpSp>
          <p:nvGrpSpPr>
            <p:cNvPr id="13" name="Group 12"/>
            <p:cNvGrpSpPr/>
            <p:nvPr/>
          </p:nvGrpSpPr>
          <p:grpSpPr>
            <a:xfrm>
              <a:off x="6591879" y="5201707"/>
              <a:ext cx="2462213" cy="1656292"/>
              <a:chOff x="6591879" y="5201707"/>
              <a:chExt cx="2462213" cy="1656292"/>
            </a:xfrm>
          </p:grpSpPr>
          <p:sp>
            <p:nvSpPr>
              <p:cNvPr id="14" name="Rectangle 13"/>
              <p:cNvSpPr>
                <a:spLocks noChangeArrowheads="1"/>
              </p:cNvSpPr>
              <p:nvPr/>
            </p:nvSpPr>
            <p:spPr bwMode="auto">
              <a:xfrm>
                <a:off x="6591879" y="6044670"/>
                <a:ext cx="1816100" cy="496888"/>
              </a:xfrm>
              <a:prstGeom prst="rect">
                <a:avLst/>
              </a:prstGeom>
              <a:solidFill>
                <a:schemeClr val="accent5">
                  <a:lumMod val="75000"/>
                </a:schemeClr>
              </a:solidFill>
              <a:ln>
                <a:noFill/>
              </a:ln>
            </p:spPr>
            <p:txBody>
              <a:bodyPr vert="horz" wrap="square" lIns="68580" tIns="34290" rIns="68580" bIns="34290" numCol="1" anchor="t" anchorCtr="0" compatLnSpc="1"/>
              <a:lstStyle/>
              <a:p>
                <a:endParaRPr lang="id-ID" sz="1350"/>
              </a:p>
            </p:txBody>
          </p:sp>
          <p:sp>
            <p:nvSpPr>
              <p:cNvPr id="15" name="Freeform 14"/>
              <p:cNvSpPr/>
              <p:nvPr/>
            </p:nvSpPr>
            <p:spPr bwMode="auto">
              <a:xfrm>
                <a:off x="6591879" y="5201707"/>
                <a:ext cx="2462213" cy="842963"/>
              </a:xfrm>
              <a:custGeom>
                <a:avLst/>
                <a:gdLst>
                  <a:gd name="T0" fmla="*/ 1551 w 1551"/>
                  <a:gd name="T1" fmla="*/ 0 h 531"/>
                  <a:gd name="T2" fmla="*/ 1144 w 1551"/>
                  <a:gd name="T3" fmla="*/ 531 h 531"/>
                  <a:gd name="T4" fmla="*/ 0 w 1551"/>
                  <a:gd name="T5" fmla="*/ 531 h 531"/>
                  <a:gd name="T6" fmla="*/ 405 w 1551"/>
                  <a:gd name="T7" fmla="*/ 0 h 531"/>
                  <a:gd name="T8" fmla="*/ 1551 w 1551"/>
                  <a:gd name="T9" fmla="*/ 0 h 531"/>
                </a:gdLst>
                <a:ahLst/>
                <a:cxnLst>
                  <a:cxn ang="0">
                    <a:pos x="T0" y="T1"/>
                  </a:cxn>
                  <a:cxn ang="0">
                    <a:pos x="T2" y="T3"/>
                  </a:cxn>
                  <a:cxn ang="0">
                    <a:pos x="T4" y="T5"/>
                  </a:cxn>
                  <a:cxn ang="0">
                    <a:pos x="T6" y="T7"/>
                  </a:cxn>
                  <a:cxn ang="0">
                    <a:pos x="T8" y="T9"/>
                  </a:cxn>
                </a:cxnLst>
                <a:rect l="0" t="0" r="r" b="b"/>
                <a:pathLst>
                  <a:path w="1551" h="531">
                    <a:moveTo>
                      <a:pt x="1551" y="0"/>
                    </a:moveTo>
                    <a:lnTo>
                      <a:pt x="1144" y="531"/>
                    </a:lnTo>
                    <a:lnTo>
                      <a:pt x="0" y="531"/>
                    </a:lnTo>
                    <a:lnTo>
                      <a:pt x="405" y="0"/>
                    </a:lnTo>
                    <a:lnTo>
                      <a:pt x="1551" y="0"/>
                    </a:lnTo>
                    <a:close/>
                  </a:path>
                </a:pathLst>
              </a:custGeom>
              <a:solidFill>
                <a:schemeClr val="accent5"/>
              </a:solidFill>
              <a:ln>
                <a:noFill/>
              </a:ln>
            </p:spPr>
            <p:txBody>
              <a:bodyPr vert="horz" wrap="square" lIns="68580" tIns="34290" rIns="68580" bIns="34290" numCol="1" anchor="t" anchorCtr="0" compatLnSpc="1"/>
              <a:lstStyle/>
              <a:p>
                <a:endParaRPr lang="id-ID" sz="1350"/>
              </a:p>
            </p:txBody>
          </p:sp>
          <p:sp>
            <p:nvSpPr>
              <p:cNvPr id="16" name="Freeform 15"/>
              <p:cNvSpPr/>
              <p:nvPr/>
            </p:nvSpPr>
            <p:spPr bwMode="auto">
              <a:xfrm>
                <a:off x="8407979" y="5201707"/>
                <a:ext cx="646113" cy="1339850"/>
              </a:xfrm>
              <a:custGeom>
                <a:avLst/>
                <a:gdLst>
                  <a:gd name="T0" fmla="*/ 0 w 407"/>
                  <a:gd name="T1" fmla="*/ 844 h 844"/>
                  <a:gd name="T2" fmla="*/ 407 w 407"/>
                  <a:gd name="T3" fmla="*/ 313 h 844"/>
                  <a:gd name="T4" fmla="*/ 407 w 407"/>
                  <a:gd name="T5" fmla="*/ 0 h 844"/>
                  <a:gd name="T6" fmla="*/ 0 w 407"/>
                  <a:gd name="T7" fmla="*/ 531 h 844"/>
                  <a:gd name="T8" fmla="*/ 0 w 407"/>
                  <a:gd name="T9" fmla="*/ 844 h 844"/>
                </a:gdLst>
                <a:ahLst/>
                <a:cxnLst>
                  <a:cxn ang="0">
                    <a:pos x="T0" y="T1"/>
                  </a:cxn>
                  <a:cxn ang="0">
                    <a:pos x="T2" y="T3"/>
                  </a:cxn>
                  <a:cxn ang="0">
                    <a:pos x="T4" y="T5"/>
                  </a:cxn>
                  <a:cxn ang="0">
                    <a:pos x="T6" y="T7"/>
                  </a:cxn>
                  <a:cxn ang="0">
                    <a:pos x="T8" y="T9"/>
                  </a:cxn>
                </a:cxnLst>
                <a:rect l="0" t="0" r="r" b="b"/>
                <a:pathLst>
                  <a:path w="407" h="844">
                    <a:moveTo>
                      <a:pt x="0" y="844"/>
                    </a:moveTo>
                    <a:lnTo>
                      <a:pt x="407" y="313"/>
                    </a:lnTo>
                    <a:lnTo>
                      <a:pt x="407" y="0"/>
                    </a:lnTo>
                    <a:lnTo>
                      <a:pt x="0" y="531"/>
                    </a:lnTo>
                    <a:lnTo>
                      <a:pt x="0" y="844"/>
                    </a:lnTo>
                    <a:close/>
                  </a:path>
                </a:pathLst>
              </a:custGeom>
              <a:solidFill>
                <a:schemeClr val="accent5">
                  <a:lumMod val="50000"/>
                </a:schemeClr>
              </a:solidFill>
              <a:ln>
                <a:noFill/>
              </a:ln>
            </p:spPr>
            <p:txBody>
              <a:bodyPr vert="horz" wrap="square" lIns="68580" tIns="34290" rIns="68580" bIns="34290" numCol="1" anchor="t" anchorCtr="0" compatLnSpc="1"/>
              <a:lstStyle/>
              <a:p>
                <a:endParaRPr lang="id-ID" sz="1350"/>
              </a:p>
            </p:txBody>
          </p:sp>
          <p:sp>
            <p:nvSpPr>
              <p:cNvPr id="17" name="Rectangle 16"/>
              <p:cNvSpPr/>
              <p:nvPr/>
            </p:nvSpPr>
            <p:spPr>
              <a:xfrm>
                <a:off x="6596641" y="6532030"/>
                <a:ext cx="1811288" cy="325969"/>
              </a:xfrm>
              <a:prstGeom prst="rect">
                <a:avLst/>
              </a:prstGeom>
              <a:gradFill>
                <a:gsLst>
                  <a:gs pos="0">
                    <a:schemeClr val="accent5">
                      <a:lumMod val="75000"/>
                    </a:schemeClr>
                  </a:gs>
                  <a:gs pos="100000">
                    <a:schemeClr val="bg1">
                      <a:alpha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grpSp>
      </p:grpSp>
      <p:sp>
        <p:nvSpPr>
          <p:cNvPr id="43" name="Freeform 42"/>
          <p:cNvSpPr>
            <a:spLocks noEditPoints="1"/>
          </p:cNvSpPr>
          <p:nvPr/>
        </p:nvSpPr>
        <p:spPr bwMode="auto">
          <a:xfrm rot="898892">
            <a:off x="6885764" y="1058617"/>
            <a:ext cx="1464384" cy="1491093"/>
          </a:xfrm>
          <a:custGeom>
            <a:avLst/>
            <a:gdLst>
              <a:gd name="T0" fmla="*/ 135 w 672"/>
              <a:gd name="T1" fmla="*/ 480 h 684"/>
              <a:gd name="T2" fmla="*/ 153 w 672"/>
              <a:gd name="T3" fmla="*/ 484 h 684"/>
              <a:gd name="T4" fmla="*/ 222 w 672"/>
              <a:gd name="T5" fmla="*/ 369 h 684"/>
              <a:gd name="T6" fmla="*/ 195 w 672"/>
              <a:gd name="T7" fmla="*/ 345 h 684"/>
              <a:gd name="T8" fmla="*/ 178 w 672"/>
              <a:gd name="T9" fmla="*/ 318 h 684"/>
              <a:gd name="T10" fmla="*/ 165 w 672"/>
              <a:gd name="T11" fmla="*/ 281 h 684"/>
              <a:gd name="T12" fmla="*/ 176 w 672"/>
              <a:gd name="T13" fmla="*/ 218 h 684"/>
              <a:gd name="T14" fmla="*/ 214 w 672"/>
              <a:gd name="T15" fmla="*/ 190 h 684"/>
              <a:gd name="T16" fmla="*/ 206 w 672"/>
              <a:gd name="T17" fmla="*/ 334 h 684"/>
              <a:gd name="T18" fmla="*/ 270 w 672"/>
              <a:gd name="T19" fmla="*/ 354 h 684"/>
              <a:gd name="T20" fmla="*/ 293 w 672"/>
              <a:gd name="T21" fmla="*/ 388 h 684"/>
              <a:gd name="T22" fmla="*/ 313 w 672"/>
              <a:gd name="T23" fmla="*/ 440 h 684"/>
              <a:gd name="T24" fmla="*/ 270 w 672"/>
              <a:gd name="T25" fmla="*/ 537 h 684"/>
              <a:gd name="T26" fmla="*/ 229 w 672"/>
              <a:gd name="T27" fmla="*/ 590 h 684"/>
              <a:gd name="T28" fmla="*/ 231 w 672"/>
              <a:gd name="T29" fmla="*/ 634 h 684"/>
              <a:gd name="T30" fmla="*/ 300 w 672"/>
              <a:gd name="T31" fmla="*/ 671 h 684"/>
              <a:gd name="T32" fmla="*/ 279 w 672"/>
              <a:gd name="T33" fmla="*/ 637 h 684"/>
              <a:gd name="T34" fmla="*/ 275 w 672"/>
              <a:gd name="T35" fmla="*/ 617 h 684"/>
              <a:gd name="T36" fmla="*/ 310 w 672"/>
              <a:gd name="T37" fmla="*/ 606 h 684"/>
              <a:gd name="T38" fmla="*/ 332 w 672"/>
              <a:gd name="T39" fmla="*/ 529 h 684"/>
              <a:gd name="T40" fmla="*/ 376 w 672"/>
              <a:gd name="T41" fmla="*/ 400 h 684"/>
              <a:gd name="T42" fmla="*/ 424 w 672"/>
              <a:gd name="T43" fmla="*/ 326 h 684"/>
              <a:gd name="T44" fmla="*/ 490 w 672"/>
              <a:gd name="T45" fmla="*/ 346 h 684"/>
              <a:gd name="T46" fmla="*/ 531 w 672"/>
              <a:gd name="T47" fmla="*/ 390 h 684"/>
              <a:gd name="T48" fmla="*/ 563 w 672"/>
              <a:gd name="T49" fmla="*/ 422 h 684"/>
              <a:gd name="T50" fmla="*/ 578 w 672"/>
              <a:gd name="T51" fmla="*/ 455 h 684"/>
              <a:gd name="T52" fmla="*/ 624 w 672"/>
              <a:gd name="T53" fmla="*/ 444 h 684"/>
              <a:gd name="T54" fmla="*/ 643 w 672"/>
              <a:gd name="T55" fmla="*/ 403 h 684"/>
              <a:gd name="T56" fmla="*/ 604 w 672"/>
              <a:gd name="T57" fmla="*/ 405 h 684"/>
              <a:gd name="T58" fmla="*/ 586 w 672"/>
              <a:gd name="T59" fmla="*/ 399 h 684"/>
              <a:gd name="T60" fmla="*/ 565 w 672"/>
              <a:gd name="T61" fmla="*/ 379 h 684"/>
              <a:gd name="T62" fmla="*/ 527 w 672"/>
              <a:gd name="T63" fmla="*/ 321 h 684"/>
              <a:gd name="T64" fmla="*/ 493 w 672"/>
              <a:gd name="T65" fmla="*/ 271 h 684"/>
              <a:gd name="T66" fmla="*/ 420 w 672"/>
              <a:gd name="T67" fmla="*/ 265 h 684"/>
              <a:gd name="T68" fmla="*/ 397 w 672"/>
              <a:gd name="T69" fmla="*/ 225 h 684"/>
              <a:gd name="T70" fmla="*/ 443 w 672"/>
              <a:gd name="T71" fmla="*/ 187 h 684"/>
              <a:gd name="T72" fmla="*/ 483 w 672"/>
              <a:gd name="T73" fmla="*/ 138 h 684"/>
              <a:gd name="T74" fmla="*/ 479 w 672"/>
              <a:gd name="T75" fmla="*/ 126 h 684"/>
              <a:gd name="T76" fmla="*/ 466 w 672"/>
              <a:gd name="T77" fmla="*/ 129 h 684"/>
              <a:gd name="T78" fmla="*/ 456 w 672"/>
              <a:gd name="T79" fmla="*/ 134 h 684"/>
              <a:gd name="T80" fmla="*/ 448 w 672"/>
              <a:gd name="T81" fmla="*/ 130 h 684"/>
              <a:gd name="T82" fmla="*/ 424 w 672"/>
              <a:gd name="T83" fmla="*/ 129 h 684"/>
              <a:gd name="T84" fmla="*/ 413 w 672"/>
              <a:gd name="T85" fmla="*/ 175 h 684"/>
              <a:gd name="T86" fmla="*/ 370 w 672"/>
              <a:gd name="T87" fmla="*/ 195 h 684"/>
              <a:gd name="T88" fmla="*/ 333 w 672"/>
              <a:gd name="T89" fmla="*/ 134 h 684"/>
              <a:gd name="T90" fmla="*/ 306 w 672"/>
              <a:gd name="T91" fmla="*/ 95 h 684"/>
              <a:gd name="T92" fmla="*/ 321 w 672"/>
              <a:gd name="T93" fmla="*/ 66 h 684"/>
              <a:gd name="T94" fmla="*/ 314 w 672"/>
              <a:gd name="T95" fmla="*/ 31 h 684"/>
              <a:gd name="T96" fmla="*/ 303 w 672"/>
              <a:gd name="T97" fmla="*/ 6 h 684"/>
              <a:gd name="T98" fmla="*/ 243 w 672"/>
              <a:gd name="T99" fmla="*/ 17 h 684"/>
              <a:gd name="T100" fmla="*/ 240 w 672"/>
              <a:gd name="T101" fmla="*/ 61 h 684"/>
              <a:gd name="T102" fmla="*/ 254 w 672"/>
              <a:gd name="T103" fmla="*/ 79 h 684"/>
              <a:gd name="T104" fmla="*/ 205 w 672"/>
              <a:gd name="T105" fmla="*/ 106 h 684"/>
              <a:gd name="T106" fmla="*/ 175 w 672"/>
              <a:gd name="T107" fmla="*/ 135 h 684"/>
              <a:gd name="T108" fmla="*/ 125 w 672"/>
              <a:gd name="T109" fmla="*/ 237 h 684"/>
              <a:gd name="T110" fmla="*/ 135 w 672"/>
              <a:gd name="T111" fmla="*/ 282 h 684"/>
              <a:gd name="T112" fmla="*/ 101 w 672"/>
              <a:gd name="T113" fmla="*/ 287 h 684"/>
              <a:gd name="T114" fmla="*/ 66 w 672"/>
              <a:gd name="T115" fmla="*/ 274 h 684"/>
              <a:gd name="T116" fmla="*/ 132 w 672"/>
              <a:gd name="T117" fmla="*/ 307 h 684"/>
              <a:gd name="T118" fmla="*/ 146 w 672"/>
              <a:gd name="T119" fmla="*/ 309 h 684"/>
              <a:gd name="T120" fmla="*/ 164 w 672"/>
              <a:gd name="T121" fmla="*/ 319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72" h="684">
                <a:moveTo>
                  <a:pt x="4" y="397"/>
                </a:moveTo>
                <a:cubicBezTo>
                  <a:pt x="5" y="397"/>
                  <a:pt x="6" y="397"/>
                  <a:pt x="7" y="398"/>
                </a:cubicBezTo>
                <a:cubicBezTo>
                  <a:pt x="8" y="398"/>
                  <a:pt x="9" y="399"/>
                  <a:pt x="9" y="399"/>
                </a:cubicBezTo>
                <a:cubicBezTo>
                  <a:pt x="9" y="399"/>
                  <a:pt x="9" y="399"/>
                  <a:pt x="9" y="401"/>
                </a:cubicBezTo>
                <a:cubicBezTo>
                  <a:pt x="9" y="402"/>
                  <a:pt x="10" y="403"/>
                  <a:pt x="12" y="403"/>
                </a:cubicBezTo>
                <a:cubicBezTo>
                  <a:pt x="13" y="404"/>
                  <a:pt x="15" y="403"/>
                  <a:pt x="15" y="403"/>
                </a:cubicBezTo>
                <a:cubicBezTo>
                  <a:pt x="15" y="403"/>
                  <a:pt x="48" y="424"/>
                  <a:pt x="55" y="429"/>
                </a:cubicBezTo>
                <a:cubicBezTo>
                  <a:pt x="63" y="433"/>
                  <a:pt x="80" y="444"/>
                  <a:pt x="88" y="450"/>
                </a:cubicBezTo>
                <a:cubicBezTo>
                  <a:pt x="97" y="455"/>
                  <a:pt x="108" y="462"/>
                  <a:pt x="114" y="466"/>
                </a:cubicBezTo>
                <a:cubicBezTo>
                  <a:pt x="120" y="470"/>
                  <a:pt x="126" y="474"/>
                  <a:pt x="129" y="476"/>
                </a:cubicBezTo>
                <a:cubicBezTo>
                  <a:pt x="133" y="478"/>
                  <a:pt x="135" y="479"/>
                  <a:pt x="135" y="479"/>
                </a:cubicBezTo>
                <a:cubicBezTo>
                  <a:pt x="135" y="479"/>
                  <a:pt x="135" y="480"/>
                  <a:pt x="135" y="480"/>
                </a:cubicBezTo>
                <a:cubicBezTo>
                  <a:pt x="135" y="480"/>
                  <a:pt x="134" y="481"/>
                  <a:pt x="135" y="482"/>
                </a:cubicBezTo>
                <a:cubicBezTo>
                  <a:pt x="136" y="483"/>
                  <a:pt x="136" y="483"/>
                  <a:pt x="138" y="483"/>
                </a:cubicBezTo>
                <a:cubicBezTo>
                  <a:pt x="139" y="484"/>
                  <a:pt x="140" y="483"/>
                  <a:pt x="140" y="483"/>
                </a:cubicBezTo>
                <a:cubicBezTo>
                  <a:pt x="140" y="483"/>
                  <a:pt x="141" y="483"/>
                  <a:pt x="141" y="484"/>
                </a:cubicBezTo>
                <a:cubicBezTo>
                  <a:pt x="141" y="484"/>
                  <a:pt x="142" y="484"/>
                  <a:pt x="142" y="485"/>
                </a:cubicBezTo>
                <a:cubicBezTo>
                  <a:pt x="143" y="486"/>
                  <a:pt x="144" y="486"/>
                  <a:pt x="144" y="487"/>
                </a:cubicBezTo>
                <a:cubicBezTo>
                  <a:pt x="145" y="488"/>
                  <a:pt x="146" y="488"/>
                  <a:pt x="146" y="488"/>
                </a:cubicBezTo>
                <a:cubicBezTo>
                  <a:pt x="147" y="488"/>
                  <a:pt x="148" y="487"/>
                  <a:pt x="148" y="487"/>
                </a:cubicBezTo>
                <a:cubicBezTo>
                  <a:pt x="148" y="487"/>
                  <a:pt x="149" y="487"/>
                  <a:pt x="149" y="486"/>
                </a:cubicBezTo>
                <a:cubicBezTo>
                  <a:pt x="150" y="485"/>
                  <a:pt x="150" y="485"/>
                  <a:pt x="150" y="485"/>
                </a:cubicBezTo>
                <a:cubicBezTo>
                  <a:pt x="150" y="485"/>
                  <a:pt x="151" y="485"/>
                  <a:pt x="151" y="485"/>
                </a:cubicBezTo>
                <a:cubicBezTo>
                  <a:pt x="151" y="485"/>
                  <a:pt x="153" y="484"/>
                  <a:pt x="153" y="484"/>
                </a:cubicBezTo>
                <a:cubicBezTo>
                  <a:pt x="153" y="484"/>
                  <a:pt x="153" y="484"/>
                  <a:pt x="154" y="485"/>
                </a:cubicBezTo>
                <a:cubicBezTo>
                  <a:pt x="154" y="485"/>
                  <a:pt x="156" y="484"/>
                  <a:pt x="156" y="484"/>
                </a:cubicBezTo>
                <a:cubicBezTo>
                  <a:pt x="156" y="484"/>
                  <a:pt x="157" y="484"/>
                  <a:pt x="157" y="484"/>
                </a:cubicBezTo>
                <a:cubicBezTo>
                  <a:pt x="158" y="483"/>
                  <a:pt x="158" y="482"/>
                  <a:pt x="158" y="482"/>
                </a:cubicBezTo>
                <a:cubicBezTo>
                  <a:pt x="159" y="481"/>
                  <a:pt x="159" y="480"/>
                  <a:pt x="160" y="479"/>
                </a:cubicBezTo>
                <a:cubicBezTo>
                  <a:pt x="160" y="478"/>
                  <a:pt x="160" y="478"/>
                  <a:pt x="160" y="478"/>
                </a:cubicBezTo>
                <a:cubicBezTo>
                  <a:pt x="160" y="478"/>
                  <a:pt x="168" y="463"/>
                  <a:pt x="171" y="458"/>
                </a:cubicBezTo>
                <a:cubicBezTo>
                  <a:pt x="175" y="452"/>
                  <a:pt x="185" y="433"/>
                  <a:pt x="190" y="424"/>
                </a:cubicBezTo>
                <a:cubicBezTo>
                  <a:pt x="195" y="415"/>
                  <a:pt x="202" y="403"/>
                  <a:pt x="206" y="396"/>
                </a:cubicBezTo>
                <a:cubicBezTo>
                  <a:pt x="210" y="388"/>
                  <a:pt x="218" y="375"/>
                  <a:pt x="219" y="373"/>
                </a:cubicBezTo>
                <a:cubicBezTo>
                  <a:pt x="219" y="372"/>
                  <a:pt x="220" y="371"/>
                  <a:pt x="220" y="371"/>
                </a:cubicBezTo>
                <a:cubicBezTo>
                  <a:pt x="221" y="370"/>
                  <a:pt x="221" y="370"/>
                  <a:pt x="222" y="369"/>
                </a:cubicBezTo>
                <a:cubicBezTo>
                  <a:pt x="222" y="368"/>
                  <a:pt x="223" y="368"/>
                  <a:pt x="223" y="368"/>
                </a:cubicBezTo>
                <a:cubicBezTo>
                  <a:pt x="224" y="367"/>
                  <a:pt x="225" y="366"/>
                  <a:pt x="224" y="365"/>
                </a:cubicBezTo>
                <a:cubicBezTo>
                  <a:pt x="224" y="363"/>
                  <a:pt x="222" y="363"/>
                  <a:pt x="221" y="363"/>
                </a:cubicBezTo>
                <a:cubicBezTo>
                  <a:pt x="220" y="362"/>
                  <a:pt x="219" y="361"/>
                  <a:pt x="219" y="361"/>
                </a:cubicBezTo>
                <a:cubicBezTo>
                  <a:pt x="218" y="361"/>
                  <a:pt x="218" y="361"/>
                  <a:pt x="217" y="360"/>
                </a:cubicBezTo>
                <a:cubicBezTo>
                  <a:pt x="216" y="359"/>
                  <a:pt x="211" y="356"/>
                  <a:pt x="208" y="355"/>
                </a:cubicBezTo>
                <a:cubicBezTo>
                  <a:pt x="205" y="353"/>
                  <a:pt x="202" y="351"/>
                  <a:pt x="202" y="351"/>
                </a:cubicBezTo>
                <a:cubicBezTo>
                  <a:pt x="202" y="351"/>
                  <a:pt x="202" y="351"/>
                  <a:pt x="202" y="350"/>
                </a:cubicBezTo>
                <a:cubicBezTo>
                  <a:pt x="203" y="349"/>
                  <a:pt x="202" y="349"/>
                  <a:pt x="202" y="349"/>
                </a:cubicBezTo>
                <a:cubicBezTo>
                  <a:pt x="201" y="349"/>
                  <a:pt x="201" y="349"/>
                  <a:pt x="201" y="348"/>
                </a:cubicBezTo>
                <a:cubicBezTo>
                  <a:pt x="201" y="348"/>
                  <a:pt x="199" y="347"/>
                  <a:pt x="197" y="346"/>
                </a:cubicBezTo>
                <a:cubicBezTo>
                  <a:pt x="196" y="345"/>
                  <a:pt x="195" y="345"/>
                  <a:pt x="195" y="345"/>
                </a:cubicBezTo>
                <a:cubicBezTo>
                  <a:pt x="194" y="346"/>
                  <a:pt x="193" y="346"/>
                  <a:pt x="193" y="346"/>
                </a:cubicBezTo>
                <a:cubicBezTo>
                  <a:pt x="193" y="346"/>
                  <a:pt x="172" y="332"/>
                  <a:pt x="170" y="331"/>
                </a:cubicBezTo>
                <a:cubicBezTo>
                  <a:pt x="168" y="330"/>
                  <a:pt x="166" y="328"/>
                  <a:pt x="166" y="328"/>
                </a:cubicBezTo>
                <a:cubicBezTo>
                  <a:pt x="166" y="328"/>
                  <a:pt x="166" y="327"/>
                  <a:pt x="166" y="327"/>
                </a:cubicBezTo>
                <a:cubicBezTo>
                  <a:pt x="167" y="326"/>
                  <a:pt x="166" y="326"/>
                  <a:pt x="166" y="326"/>
                </a:cubicBezTo>
                <a:cubicBezTo>
                  <a:pt x="166" y="326"/>
                  <a:pt x="166" y="325"/>
                  <a:pt x="167" y="325"/>
                </a:cubicBezTo>
                <a:cubicBezTo>
                  <a:pt x="167" y="324"/>
                  <a:pt x="168" y="324"/>
                  <a:pt x="168" y="324"/>
                </a:cubicBezTo>
                <a:cubicBezTo>
                  <a:pt x="169" y="324"/>
                  <a:pt x="169" y="323"/>
                  <a:pt x="171" y="321"/>
                </a:cubicBezTo>
                <a:cubicBezTo>
                  <a:pt x="173" y="318"/>
                  <a:pt x="173" y="317"/>
                  <a:pt x="173" y="317"/>
                </a:cubicBezTo>
                <a:cubicBezTo>
                  <a:pt x="173" y="317"/>
                  <a:pt x="173" y="317"/>
                  <a:pt x="174" y="316"/>
                </a:cubicBezTo>
                <a:cubicBezTo>
                  <a:pt x="174" y="316"/>
                  <a:pt x="174" y="317"/>
                  <a:pt x="176" y="317"/>
                </a:cubicBezTo>
                <a:cubicBezTo>
                  <a:pt x="177" y="318"/>
                  <a:pt x="177" y="318"/>
                  <a:pt x="178" y="318"/>
                </a:cubicBezTo>
                <a:cubicBezTo>
                  <a:pt x="178" y="317"/>
                  <a:pt x="179" y="317"/>
                  <a:pt x="178" y="315"/>
                </a:cubicBezTo>
                <a:cubicBezTo>
                  <a:pt x="178" y="314"/>
                  <a:pt x="177" y="311"/>
                  <a:pt x="177" y="311"/>
                </a:cubicBezTo>
                <a:cubicBezTo>
                  <a:pt x="177" y="311"/>
                  <a:pt x="177" y="311"/>
                  <a:pt x="177" y="310"/>
                </a:cubicBezTo>
                <a:cubicBezTo>
                  <a:pt x="177" y="309"/>
                  <a:pt x="177" y="308"/>
                  <a:pt x="177" y="306"/>
                </a:cubicBezTo>
                <a:cubicBezTo>
                  <a:pt x="178" y="305"/>
                  <a:pt x="177" y="304"/>
                  <a:pt x="177" y="302"/>
                </a:cubicBezTo>
                <a:cubicBezTo>
                  <a:pt x="176" y="301"/>
                  <a:pt x="176" y="300"/>
                  <a:pt x="175" y="298"/>
                </a:cubicBezTo>
                <a:cubicBezTo>
                  <a:pt x="175" y="296"/>
                  <a:pt x="175" y="295"/>
                  <a:pt x="175" y="294"/>
                </a:cubicBezTo>
                <a:cubicBezTo>
                  <a:pt x="175" y="292"/>
                  <a:pt x="174" y="291"/>
                  <a:pt x="173" y="290"/>
                </a:cubicBezTo>
                <a:cubicBezTo>
                  <a:pt x="172" y="289"/>
                  <a:pt x="171" y="287"/>
                  <a:pt x="170" y="287"/>
                </a:cubicBezTo>
                <a:cubicBezTo>
                  <a:pt x="170" y="286"/>
                  <a:pt x="169" y="285"/>
                  <a:pt x="168" y="284"/>
                </a:cubicBezTo>
                <a:cubicBezTo>
                  <a:pt x="168" y="284"/>
                  <a:pt x="168" y="283"/>
                  <a:pt x="167" y="282"/>
                </a:cubicBezTo>
                <a:cubicBezTo>
                  <a:pt x="166" y="282"/>
                  <a:pt x="165" y="281"/>
                  <a:pt x="165" y="281"/>
                </a:cubicBezTo>
                <a:cubicBezTo>
                  <a:pt x="165" y="281"/>
                  <a:pt x="166" y="281"/>
                  <a:pt x="166" y="280"/>
                </a:cubicBezTo>
                <a:cubicBezTo>
                  <a:pt x="167" y="280"/>
                  <a:pt x="167" y="280"/>
                  <a:pt x="167" y="278"/>
                </a:cubicBezTo>
                <a:cubicBezTo>
                  <a:pt x="167" y="276"/>
                  <a:pt x="167" y="275"/>
                  <a:pt x="168" y="271"/>
                </a:cubicBezTo>
                <a:cubicBezTo>
                  <a:pt x="168" y="267"/>
                  <a:pt x="168" y="266"/>
                  <a:pt x="169" y="262"/>
                </a:cubicBezTo>
                <a:cubicBezTo>
                  <a:pt x="169" y="258"/>
                  <a:pt x="169" y="256"/>
                  <a:pt x="170" y="253"/>
                </a:cubicBezTo>
                <a:cubicBezTo>
                  <a:pt x="170" y="250"/>
                  <a:pt x="171" y="248"/>
                  <a:pt x="171" y="245"/>
                </a:cubicBezTo>
                <a:cubicBezTo>
                  <a:pt x="172" y="242"/>
                  <a:pt x="172" y="241"/>
                  <a:pt x="172" y="240"/>
                </a:cubicBezTo>
                <a:cubicBezTo>
                  <a:pt x="172" y="238"/>
                  <a:pt x="172" y="237"/>
                  <a:pt x="172" y="235"/>
                </a:cubicBezTo>
                <a:cubicBezTo>
                  <a:pt x="172" y="234"/>
                  <a:pt x="172" y="233"/>
                  <a:pt x="172" y="231"/>
                </a:cubicBezTo>
                <a:cubicBezTo>
                  <a:pt x="172" y="229"/>
                  <a:pt x="173" y="228"/>
                  <a:pt x="173" y="227"/>
                </a:cubicBezTo>
                <a:cubicBezTo>
                  <a:pt x="174" y="225"/>
                  <a:pt x="174" y="224"/>
                  <a:pt x="175" y="223"/>
                </a:cubicBezTo>
                <a:cubicBezTo>
                  <a:pt x="175" y="222"/>
                  <a:pt x="176" y="221"/>
                  <a:pt x="176" y="218"/>
                </a:cubicBezTo>
                <a:cubicBezTo>
                  <a:pt x="177" y="216"/>
                  <a:pt x="177" y="215"/>
                  <a:pt x="177" y="213"/>
                </a:cubicBezTo>
                <a:cubicBezTo>
                  <a:pt x="178" y="211"/>
                  <a:pt x="177" y="209"/>
                  <a:pt x="177" y="209"/>
                </a:cubicBezTo>
                <a:cubicBezTo>
                  <a:pt x="177" y="209"/>
                  <a:pt x="178" y="209"/>
                  <a:pt x="179" y="208"/>
                </a:cubicBezTo>
                <a:cubicBezTo>
                  <a:pt x="180" y="206"/>
                  <a:pt x="181" y="205"/>
                  <a:pt x="183" y="202"/>
                </a:cubicBezTo>
                <a:cubicBezTo>
                  <a:pt x="185" y="200"/>
                  <a:pt x="186" y="199"/>
                  <a:pt x="187" y="198"/>
                </a:cubicBezTo>
                <a:cubicBezTo>
                  <a:pt x="188" y="197"/>
                  <a:pt x="188" y="196"/>
                  <a:pt x="189" y="195"/>
                </a:cubicBezTo>
                <a:cubicBezTo>
                  <a:pt x="192" y="193"/>
                  <a:pt x="194" y="191"/>
                  <a:pt x="198" y="188"/>
                </a:cubicBezTo>
                <a:cubicBezTo>
                  <a:pt x="202" y="185"/>
                  <a:pt x="205" y="182"/>
                  <a:pt x="207" y="180"/>
                </a:cubicBezTo>
                <a:cubicBezTo>
                  <a:pt x="209" y="178"/>
                  <a:pt x="210" y="178"/>
                  <a:pt x="210" y="178"/>
                </a:cubicBezTo>
                <a:cubicBezTo>
                  <a:pt x="210" y="178"/>
                  <a:pt x="210" y="178"/>
                  <a:pt x="211" y="180"/>
                </a:cubicBezTo>
                <a:cubicBezTo>
                  <a:pt x="211" y="181"/>
                  <a:pt x="212" y="182"/>
                  <a:pt x="212" y="184"/>
                </a:cubicBezTo>
                <a:cubicBezTo>
                  <a:pt x="213" y="185"/>
                  <a:pt x="213" y="187"/>
                  <a:pt x="214" y="190"/>
                </a:cubicBezTo>
                <a:cubicBezTo>
                  <a:pt x="214" y="192"/>
                  <a:pt x="214" y="194"/>
                  <a:pt x="213" y="199"/>
                </a:cubicBezTo>
                <a:cubicBezTo>
                  <a:pt x="213" y="204"/>
                  <a:pt x="212" y="208"/>
                  <a:pt x="211" y="212"/>
                </a:cubicBezTo>
                <a:cubicBezTo>
                  <a:pt x="211" y="217"/>
                  <a:pt x="210" y="221"/>
                  <a:pt x="210" y="222"/>
                </a:cubicBezTo>
                <a:cubicBezTo>
                  <a:pt x="209" y="223"/>
                  <a:pt x="209" y="224"/>
                  <a:pt x="208" y="226"/>
                </a:cubicBezTo>
                <a:cubicBezTo>
                  <a:pt x="206" y="228"/>
                  <a:pt x="205" y="229"/>
                  <a:pt x="204" y="231"/>
                </a:cubicBezTo>
                <a:cubicBezTo>
                  <a:pt x="204" y="233"/>
                  <a:pt x="204" y="235"/>
                  <a:pt x="204" y="242"/>
                </a:cubicBezTo>
                <a:cubicBezTo>
                  <a:pt x="204" y="248"/>
                  <a:pt x="203" y="260"/>
                  <a:pt x="203" y="268"/>
                </a:cubicBezTo>
                <a:cubicBezTo>
                  <a:pt x="203" y="276"/>
                  <a:pt x="203" y="283"/>
                  <a:pt x="202" y="290"/>
                </a:cubicBezTo>
                <a:cubicBezTo>
                  <a:pt x="202" y="297"/>
                  <a:pt x="202" y="304"/>
                  <a:pt x="202" y="309"/>
                </a:cubicBezTo>
                <a:cubicBezTo>
                  <a:pt x="202" y="314"/>
                  <a:pt x="202" y="320"/>
                  <a:pt x="202" y="324"/>
                </a:cubicBezTo>
                <a:cubicBezTo>
                  <a:pt x="202" y="327"/>
                  <a:pt x="202" y="330"/>
                  <a:pt x="202" y="332"/>
                </a:cubicBezTo>
                <a:cubicBezTo>
                  <a:pt x="202" y="333"/>
                  <a:pt x="204" y="333"/>
                  <a:pt x="206" y="334"/>
                </a:cubicBezTo>
                <a:cubicBezTo>
                  <a:pt x="209" y="334"/>
                  <a:pt x="211" y="335"/>
                  <a:pt x="212" y="335"/>
                </a:cubicBezTo>
                <a:cubicBezTo>
                  <a:pt x="213" y="335"/>
                  <a:pt x="213" y="336"/>
                  <a:pt x="213" y="337"/>
                </a:cubicBezTo>
                <a:cubicBezTo>
                  <a:pt x="214" y="337"/>
                  <a:pt x="213" y="338"/>
                  <a:pt x="214" y="340"/>
                </a:cubicBezTo>
                <a:cubicBezTo>
                  <a:pt x="214" y="341"/>
                  <a:pt x="217" y="342"/>
                  <a:pt x="220" y="343"/>
                </a:cubicBezTo>
                <a:cubicBezTo>
                  <a:pt x="222" y="344"/>
                  <a:pt x="224" y="345"/>
                  <a:pt x="225" y="346"/>
                </a:cubicBezTo>
                <a:cubicBezTo>
                  <a:pt x="226" y="346"/>
                  <a:pt x="226" y="346"/>
                  <a:pt x="227" y="348"/>
                </a:cubicBezTo>
                <a:cubicBezTo>
                  <a:pt x="228" y="350"/>
                  <a:pt x="230" y="351"/>
                  <a:pt x="233" y="352"/>
                </a:cubicBezTo>
                <a:cubicBezTo>
                  <a:pt x="236" y="353"/>
                  <a:pt x="238" y="354"/>
                  <a:pt x="241" y="355"/>
                </a:cubicBezTo>
                <a:cubicBezTo>
                  <a:pt x="244" y="356"/>
                  <a:pt x="248" y="357"/>
                  <a:pt x="251" y="358"/>
                </a:cubicBezTo>
                <a:cubicBezTo>
                  <a:pt x="254" y="359"/>
                  <a:pt x="255" y="359"/>
                  <a:pt x="258" y="359"/>
                </a:cubicBezTo>
                <a:cubicBezTo>
                  <a:pt x="260" y="360"/>
                  <a:pt x="262" y="359"/>
                  <a:pt x="265" y="358"/>
                </a:cubicBezTo>
                <a:cubicBezTo>
                  <a:pt x="268" y="356"/>
                  <a:pt x="269" y="355"/>
                  <a:pt x="270" y="354"/>
                </a:cubicBezTo>
                <a:cubicBezTo>
                  <a:pt x="270" y="354"/>
                  <a:pt x="271" y="353"/>
                  <a:pt x="271" y="353"/>
                </a:cubicBezTo>
                <a:cubicBezTo>
                  <a:pt x="271" y="353"/>
                  <a:pt x="271" y="354"/>
                  <a:pt x="273" y="356"/>
                </a:cubicBezTo>
                <a:cubicBezTo>
                  <a:pt x="274" y="357"/>
                  <a:pt x="276" y="358"/>
                  <a:pt x="277" y="359"/>
                </a:cubicBezTo>
                <a:cubicBezTo>
                  <a:pt x="277" y="359"/>
                  <a:pt x="277" y="359"/>
                  <a:pt x="278" y="360"/>
                </a:cubicBezTo>
                <a:cubicBezTo>
                  <a:pt x="278" y="361"/>
                  <a:pt x="279" y="361"/>
                  <a:pt x="280" y="363"/>
                </a:cubicBezTo>
                <a:cubicBezTo>
                  <a:pt x="281" y="365"/>
                  <a:pt x="282" y="364"/>
                  <a:pt x="283" y="365"/>
                </a:cubicBezTo>
                <a:cubicBezTo>
                  <a:pt x="284" y="365"/>
                  <a:pt x="285" y="366"/>
                  <a:pt x="285" y="367"/>
                </a:cubicBezTo>
                <a:cubicBezTo>
                  <a:pt x="286" y="368"/>
                  <a:pt x="284" y="368"/>
                  <a:pt x="284" y="370"/>
                </a:cubicBezTo>
                <a:cubicBezTo>
                  <a:pt x="284" y="373"/>
                  <a:pt x="286" y="375"/>
                  <a:pt x="287" y="376"/>
                </a:cubicBezTo>
                <a:cubicBezTo>
                  <a:pt x="288" y="377"/>
                  <a:pt x="289" y="378"/>
                  <a:pt x="289" y="379"/>
                </a:cubicBezTo>
                <a:cubicBezTo>
                  <a:pt x="289" y="379"/>
                  <a:pt x="289" y="380"/>
                  <a:pt x="290" y="380"/>
                </a:cubicBezTo>
                <a:cubicBezTo>
                  <a:pt x="290" y="382"/>
                  <a:pt x="291" y="384"/>
                  <a:pt x="293" y="388"/>
                </a:cubicBezTo>
                <a:cubicBezTo>
                  <a:pt x="295" y="392"/>
                  <a:pt x="296" y="396"/>
                  <a:pt x="298" y="399"/>
                </a:cubicBezTo>
                <a:cubicBezTo>
                  <a:pt x="299" y="402"/>
                  <a:pt x="300" y="406"/>
                  <a:pt x="302" y="410"/>
                </a:cubicBezTo>
                <a:cubicBezTo>
                  <a:pt x="303" y="411"/>
                  <a:pt x="304" y="413"/>
                  <a:pt x="305" y="414"/>
                </a:cubicBezTo>
                <a:cubicBezTo>
                  <a:pt x="305" y="415"/>
                  <a:pt x="306" y="417"/>
                  <a:pt x="307" y="418"/>
                </a:cubicBezTo>
                <a:cubicBezTo>
                  <a:pt x="308" y="420"/>
                  <a:pt x="308" y="421"/>
                  <a:pt x="309" y="423"/>
                </a:cubicBezTo>
                <a:cubicBezTo>
                  <a:pt x="310" y="425"/>
                  <a:pt x="311" y="426"/>
                  <a:pt x="311" y="426"/>
                </a:cubicBezTo>
                <a:cubicBezTo>
                  <a:pt x="312" y="427"/>
                  <a:pt x="311" y="428"/>
                  <a:pt x="311" y="429"/>
                </a:cubicBezTo>
                <a:cubicBezTo>
                  <a:pt x="311" y="430"/>
                  <a:pt x="312" y="431"/>
                  <a:pt x="312" y="431"/>
                </a:cubicBezTo>
                <a:cubicBezTo>
                  <a:pt x="312" y="432"/>
                  <a:pt x="312" y="432"/>
                  <a:pt x="312" y="434"/>
                </a:cubicBezTo>
                <a:cubicBezTo>
                  <a:pt x="312" y="436"/>
                  <a:pt x="313" y="437"/>
                  <a:pt x="313" y="437"/>
                </a:cubicBezTo>
                <a:cubicBezTo>
                  <a:pt x="313" y="438"/>
                  <a:pt x="314" y="439"/>
                  <a:pt x="314" y="439"/>
                </a:cubicBezTo>
                <a:cubicBezTo>
                  <a:pt x="314" y="439"/>
                  <a:pt x="314" y="439"/>
                  <a:pt x="313" y="440"/>
                </a:cubicBezTo>
                <a:cubicBezTo>
                  <a:pt x="312" y="441"/>
                  <a:pt x="311" y="442"/>
                  <a:pt x="310" y="443"/>
                </a:cubicBezTo>
                <a:cubicBezTo>
                  <a:pt x="308" y="445"/>
                  <a:pt x="307" y="448"/>
                  <a:pt x="308" y="450"/>
                </a:cubicBezTo>
                <a:cubicBezTo>
                  <a:pt x="308" y="452"/>
                  <a:pt x="309" y="453"/>
                  <a:pt x="309" y="453"/>
                </a:cubicBezTo>
                <a:cubicBezTo>
                  <a:pt x="309" y="453"/>
                  <a:pt x="308" y="455"/>
                  <a:pt x="306" y="458"/>
                </a:cubicBezTo>
                <a:cubicBezTo>
                  <a:pt x="304" y="461"/>
                  <a:pt x="302" y="465"/>
                  <a:pt x="300" y="469"/>
                </a:cubicBezTo>
                <a:cubicBezTo>
                  <a:pt x="298" y="473"/>
                  <a:pt x="296" y="478"/>
                  <a:pt x="295" y="480"/>
                </a:cubicBezTo>
                <a:cubicBezTo>
                  <a:pt x="295" y="481"/>
                  <a:pt x="294" y="481"/>
                  <a:pt x="293" y="482"/>
                </a:cubicBezTo>
                <a:cubicBezTo>
                  <a:pt x="292" y="484"/>
                  <a:pt x="290" y="486"/>
                  <a:pt x="288" y="488"/>
                </a:cubicBezTo>
                <a:cubicBezTo>
                  <a:pt x="287" y="490"/>
                  <a:pt x="284" y="497"/>
                  <a:pt x="282" y="502"/>
                </a:cubicBezTo>
                <a:cubicBezTo>
                  <a:pt x="280" y="507"/>
                  <a:pt x="278" y="517"/>
                  <a:pt x="277" y="521"/>
                </a:cubicBezTo>
                <a:cubicBezTo>
                  <a:pt x="276" y="526"/>
                  <a:pt x="275" y="529"/>
                  <a:pt x="274" y="531"/>
                </a:cubicBezTo>
                <a:cubicBezTo>
                  <a:pt x="272" y="533"/>
                  <a:pt x="272" y="535"/>
                  <a:pt x="270" y="537"/>
                </a:cubicBezTo>
                <a:cubicBezTo>
                  <a:pt x="268" y="539"/>
                  <a:pt x="264" y="542"/>
                  <a:pt x="261" y="546"/>
                </a:cubicBezTo>
                <a:cubicBezTo>
                  <a:pt x="259" y="550"/>
                  <a:pt x="256" y="553"/>
                  <a:pt x="254" y="556"/>
                </a:cubicBezTo>
                <a:cubicBezTo>
                  <a:pt x="253" y="559"/>
                  <a:pt x="251" y="562"/>
                  <a:pt x="249" y="565"/>
                </a:cubicBezTo>
                <a:cubicBezTo>
                  <a:pt x="248" y="567"/>
                  <a:pt x="246" y="570"/>
                  <a:pt x="245" y="573"/>
                </a:cubicBezTo>
                <a:cubicBezTo>
                  <a:pt x="243" y="576"/>
                  <a:pt x="243" y="577"/>
                  <a:pt x="243" y="577"/>
                </a:cubicBezTo>
                <a:cubicBezTo>
                  <a:pt x="243" y="577"/>
                  <a:pt x="242" y="577"/>
                  <a:pt x="242" y="577"/>
                </a:cubicBezTo>
                <a:cubicBezTo>
                  <a:pt x="242" y="576"/>
                  <a:pt x="241" y="578"/>
                  <a:pt x="240" y="580"/>
                </a:cubicBezTo>
                <a:cubicBezTo>
                  <a:pt x="239" y="582"/>
                  <a:pt x="239" y="583"/>
                  <a:pt x="238" y="585"/>
                </a:cubicBezTo>
                <a:cubicBezTo>
                  <a:pt x="237" y="586"/>
                  <a:pt x="237" y="587"/>
                  <a:pt x="237" y="587"/>
                </a:cubicBezTo>
                <a:cubicBezTo>
                  <a:pt x="237" y="587"/>
                  <a:pt x="237" y="587"/>
                  <a:pt x="236" y="588"/>
                </a:cubicBezTo>
                <a:cubicBezTo>
                  <a:pt x="235" y="588"/>
                  <a:pt x="233" y="588"/>
                  <a:pt x="231" y="589"/>
                </a:cubicBezTo>
                <a:cubicBezTo>
                  <a:pt x="230" y="589"/>
                  <a:pt x="229" y="590"/>
                  <a:pt x="229" y="590"/>
                </a:cubicBezTo>
                <a:cubicBezTo>
                  <a:pt x="229" y="590"/>
                  <a:pt x="229" y="590"/>
                  <a:pt x="228" y="591"/>
                </a:cubicBezTo>
                <a:cubicBezTo>
                  <a:pt x="227" y="591"/>
                  <a:pt x="225" y="592"/>
                  <a:pt x="222" y="594"/>
                </a:cubicBezTo>
                <a:cubicBezTo>
                  <a:pt x="219" y="597"/>
                  <a:pt x="217" y="600"/>
                  <a:pt x="217" y="600"/>
                </a:cubicBezTo>
                <a:cubicBezTo>
                  <a:pt x="217" y="600"/>
                  <a:pt x="217" y="600"/>
                  <a:pt x="216" y="601"/>
                </a:cubicBezTo>
                <a:cubicBezTo>
                  <a:pt x="216" y="601"/>
                  <a:pt x="215" y="601"/>
                  <a:pt x="214" y="603"/>
                </a:cubicBezTo>
                <a:cubicBezTo>
                  <a:pt x="212" y="604"/>
                  <a:pt x="211" y="604"/>
                  <a:pt x="210" y="606"/>
                </a:cubicBezTo>
                <a:cubicBezTo>
                  <a:pt x="208" y="608"/>
                  <a:pt x="209" y="611"/>
                  <a:pt x="210" y="615"/>
                </a:cubicBezTo>
                <a:cubicBezTo>
                  <a:pt x="211" y="618"/>
                  <a:pt x="213" y="620"/>
                  <a:pt x="217" y="625"/>
                </a:cubicBezTo>
                <a:cubicBezTo>
                  <a:pt x="220" y="629"/>
                  <a:pt x="224" y="633"/>
                  <a:pt x="226" y="635"/>
                </a:cubicBezTo>
                <a:cubicBezTo>
                  <a:pt x="227" y="636"/>
                  <a:pt x="228" y="637"/>
                  <a:pt x="228" y="637"/>
                </a:cubicBezTo>
                <a:cubicBezTo>
                  <a:pt x="228" y="637"/>
                  <a:pt x="229" y="636"/>
                  <a:pt x="229" y="635"/>
                </a:cubicBezTo>
                <a:cubicBezTo>
                  <a:pt x="230" y="634"/>
                  <a:pt x="231" y="634"/>
                  <a:pt x="231" y="634"/>
                </a:cubicBezTo>
                <a:cubicBezTo>
                  <a:pt x="231" y="634"/>
                  <a:pt x="231" y="635"/>
                  <a:pt x="233" y="638"/>
                </a:cubicBezTo>
                <a:cubicBezTo>
                  <a:pt x="236" y="641"/>
                  <a:pt x="238" y="646"/>
                  <a:pt x="238" y="646"/>
                </a:cubicBezTo>
                <a:cubicBezTo>
                  <a:pt x="238" y="646"/>
                  <a:pt x="238" y="646"/>
                  <a:pt x="240" y="649"/>
                </a:cubicBezTo>
                <a:cubicBezTo>
                  <a:pt x="240" y="650"/>
                  <a:pt x="242" y="653"/>
                  <a:pt x="243" y="655"/>
                </a:cubicBezTo>
                <a:cubicBezTo>
                  <a:pt x="245" y="658"/>
                  <a:pt x="247" y="660"/>
                  <a:pt x="248" y="661"/>
                </a:cubicBezTo>
                <a:cubicBezTo>
                  <a:pt x="254" y="667"/>
                  <a:pt x="259" y="670"/>
                  <a:pt x="266" y="674"/>
                </a:cubicBezTo>
                <a:cubicBezTo>
                  <a:pt x="274" y="679"/>
                  <a:pt x="281" y="681"/>
                  <a:pt x="285" y="682"/>
                </a:cubicBezTo>
                <a:cubicBezTo>
                  <a:pt x="289" y="683"/>
                  <a:pt x="291" y="684"/>
                  <a:pt x="293" y="683"/>
                </a:cubicBezTo>
                <a:cubicBezTo>
                  <a:pt x="294" y="683"/>
                  <a:pt x="296" y="682"/>
                  <a:pt x="298" y="681"/>
                </a:cubicBezTo>
                <a:cubicBezTo>
                  <a:pt x="299" y="679"/>
                  <a:pt x="299" y="677"/>
                  <a:pt x="299" y="676"/>
                </a:cubicBezTo>
                <a:cubicBezTo>
                  <a:pt x="299" y="675"/>
                  <a:pt x="299" y="675"/>
                  <a:pt x="299" y="674"/>
                </a:cubicBezTo>
                <a:cubicBezTo>
                  <a:pt x="300" y="673"/>
                  <a:pt x="300" y="673"/>
                  <a:pt x="300" y="671"/>
                </a:cubicBezTo>
                <a:cubicBezTo>
                  <a:pt x="300" y="668"/>
                  <a:pt x="299" y="667"/>
                  <a:pt x="297" y="665"/>
                </a:cubicBezTo>
                <a:cubicBezTo>
                  <a:pt x="296" y="662"/>
                  <a:pt x="293" y="660"/>
                  <a:pt x="292" y="658"/>
                </a:cubicBezTo>
                <a:cubicBezTo>
                  <a:pt x="290" y="656"/>
                  <a:pt x="289" y="655"/>
                  <a:pt x="288" y="653"/>
                </a:cubicBezTo>
                <a:cubicBezTo>
                  <a:pt x="288" y="652"/>
                  <a:pt x="287" y="652"/>
                  <a:pt x="287" y="651"/>
                </a:cubicBezTo>
                <a:cubicBezTo>
                  <a:pt x="286" y="651"/>
                  <a:pt x="286" y="650"/>
                  <a:pt x="285" y="649"/>
                </a:cubicBezTo>
                <a:cubicBezTo>
                  <a:pt x="285" y="649"/>
                  <a:pt x="284" y="648"/>
                  <a:pt x="283" y="648"/>
                </a:cubicBezTo>
                <a:cubicBezTo>
                  <a:pt x="282" y="647"/>
                  <a:pt x="282" y="646"/>
                  <a:pt x="282" y="645"/>
                </a:cubicBezTo>
                <a:cubicBezTo>
                  <a:pt x="282" y="644"/>
                  <a:pt x="281" y="643"/>
                  <a:pt x="281" y="643"/>
                </a:cubicBezTo>
                <a:cubicBezTo>
                  <a:pt x="280" y="643"/>
                  <a:pt x="280" y="641"/>
                  <a:pt x="280" y="641"/>
                </a:cubicBezTo>
                <a:cubicBezTo>
                  <a:pt x="280" y="640"/>
                  <a:pt x="280" y="640"/>
                  <a:pt x="280" y="639"/>
                </a:cubicBezTo>
                <a:cubicBezTo>
                  <a:pt x="279" y="639"/>
                  <a:pt x="279" y="638"/>
                  <a:pt x="279" y="638"/>
                </a:cubicBezTo>
                <a:cubicBezTo>
                  <a:pt x="279" y="638"/>
                  <a:pt x="279" y="637"/>
                  <a:pt x="279" y="637"/>
                </a:cubicBezTo>
                <a:cubicBezTo>
                  <a:pt x="279" y="636"/>
                  <a:pt x="279" y="636"/>
                  <a:pt x="279" y="636"/>
                </a:cubicBezTo>
                <a:cubicBezTo>
                  <a:pt x="278" y="635"/>
                  <a:pt x="278" y="634"/>
                  <a:pt x="278" y="634"/>
                </a:cubicBezTo>
                <a:cubicBezTo>
                  <a:pt x="278" y="633"/>
                  <a:pt x="278" y="633"/>
                  <a:pt x="278" y="632"/>
                </a:cubicBezTo>
                <a:cubicBezTo>
                  <a:pt x="278" y="632"/>
                  <a:pt x="278" y="632"/>
                  <a:pt x="277" y="631"/>
                </a:cubicBezTo>
                <a:cubicBezTo>
                  <a:pt x="277" y="631"/>
                  <a:pt x="277" y="630"/>
                  <a:pt x="277" y="629"/>
                </a:cubicBezTo>
                <a:cubicBezTo>
                  <a:pt x="277" y="628"/>
                  <a:pt x="277" y="628"/>
                  <a:pt x="277" y="628"/>
                </a:cubicBezTo>
                <a:cubicBezTo>
                  <a:pt x="277" y="627"/>
                  <a:pt x="277" y="627"/>
                  <a:pt x="276" y="627"/>
                </a:cubicBezTo>
                <a:cubicBezTo>
                  <a:pt x="276" y="627"/>
                  <a:pt x="276" y="624"/>
                  <a:pt x="275" y="624"/>
                </a:cubicBezTo>
                <a:cubicBezTo>
                  <a:pt x="276" y="623"/>
                  <a:pt x="276" y="623"/>
                  <a:pt x="275" y="623"/>
                </a:cubicBezTo>
                <a:cubicBezTo>
                  <a:pt x="275" y="623"/>
                  <a:pt x="275" y="622"/>
                  <a:pt x="275" y="621"/>
                </a:cubicBezTo>
                <a:cubicBezTo>
                  <a:pt x="274" y="620"/>
                  <a:pt x="274" y="620"/>
                  <a:pt x="274" y="620"/>
                </a:cubicBezTo>
                <a:cubicBezTo>
                  <a:pt x="275" y="617"/>
                  <a:pt x="275" y="617"/>
                  <a:pt x="275" y="617"/>
                </a:cubicBezTo>
                <a:cubicBezTo>
                  <a:pt x="275" y="617"/>
                  <a:pt x="275" y="617"/>
                  <a:pt x="275" y="617"/>
                </a:cubicBezTo>
                <a:cubicBezTo>
                  <a:pt x="275" y="617"/>
                  <a:pt x="276" y="617"/>
                  <a:pt x="276" y="616"/>
                </a:cubicBezTo>
                <a:cubicBezTo>
                  <a:pt x="276" y="615"/>
                  <a:pt x="275" y="614"/>
                  <a:pt x="274" y="614"/>
                </a:cubicBezTo>
                <a:cubicBezTo>
                  <a:pt x="274" y="613"/>
                  <a:pt x="274" y="613"/>
                  <a:pt x="273" y="612"/>
                </a:cubicBezTo>
                <a:cubicBezTo>
                  <a:pt x="273" y="611"/>
                  <a:pt x="272" y="610"/>
                  <a:pt x="272" y="610"/>
                </a:cubicBezTo>
                <a:cubicBezTo>
                  <a:pt x="273" y="607"/>
                  <a:pt x="273" y="607"/>
                  <a:pt x="273" y="607"/>
                </a:cubicBezTo>
                <a:cubicBezTo>
                  <a:pt x="273" y="607"/>
                  <a:pt x="276" y="607"/>
                  <a:pt x="279" y="608"/>
                </a:cubicBezTo>
                <a:cubicBezTo>
                  <a:pt x="280" y="609"/>
                  <a:pt x="282" y="609"/>
                  <a:pt x="283" y="609"/>
                </a:cubicBezTo>
                <a:cubicBezTo>
                  <a:pt x="284" y="609"/>
                  <a:pt x="285" y="609"/>
                  <a:pt x="287" y="609"/>
                </a:cubicBezTo>
                <a:cubicBezTo>
                  <a:pt x="290" y="610"/>
                  <a:pt x="294" y="609"/>
                  <a:pt x="298" y="609"/>
                </a:cubicBezTo>
                <a:cubicBezTo>
                  <a:pt x="301" y="609"/>
                  <a:pt x="304" y="608"/>
                  <a:pt x="307" y="607"/>
                </a:cubicBezTo>
                <a:cubicBezTo>
                  <a:pt x="310" y="607"/>
                  <a:pt x="310" y="607"/>
                  <a:pt x="310" y="606"/>
                </a:cubicBezTo>
                <a:cubicBezTo>
                  <a:pt x="310" y="604"/>
                  <a:pt x="311" y="603"/>
                  <a:pt x="311" y="600"/>
                </a:cubicBezTo>
                <a:cubicBezTo>
                  <a:pt x="311" y="597"/>
                  <a:pt x="311" y="596"/>
                  <a:pt x="311" y="596"/>
                </a:cubicBezTo>
                <a:cubicBezTo>
                  <a:pt x="311" y="595"/>
                  <a:pt x="310" y="595"/>
                  <a:pt x="310" y="595"/>
                </a:cubicBezTo>
                <a:cubicBezTo>
                  <a:pt x="310" y="595"/>
                  <a:pt x="310" y="594"/>
                  <a:pt x="309" y="592"/>
                </a:cubicBezTo>
                <a:cubicBezTo>
                  <a:pt x="309" y="590"/>
                  <a:pt x="309" y="587"/>
                  <a:pt x="309" y="582"/>
                </a:cubicBezTo>
                <a:cubicBezTo>
                  <a:pt x="308" y="577"/>
                  <a:pt x="308" y="573"/>
                  <a:pt x="308" y="570"/>
                </a:cubicBezTo>
                <a:cubicBezTo>
                  <a:pt x="308" y="567"/>
                  <a:pt x="308" y="567"/>
                  <a:pt x="308" y="567"/>
                </a:cubicBezTo>
                <a:cubicBezTo>
                  <a:pt x="308" y="567"/>
                  <a:pt x="309" y="565"/>
                  <a:pt x="311" y="560"/>
                </a:cubicBezTo>
                <a:cubicBezTo>
                  <a:pt x="313" y="556"/>
                  <a:pt x="314" y="554"/>
                  <a:pt x="315" y="551"/>
                </a:cubicBezTo>
                <a:cubicBezTo>
                  <a:pt x="316" y="549"/>
                  <a:pt x="316" y="549"/>
                  <a:pt x="317" y="548"/>
                </a:cubicBezTo>
                <a:cubicBezTo>
                  <a:pt x="318" y="547"/>
                  <a:pt x="317" y="547"/>
                  <a:pt x="321" y="542"/>
                </a:cubicBezTo>
                <a:cubicBezTo>
                  <a:pt x="324" y="537"/>
                  <a:pt x="327" y="535"/>
                  <a:pt x="332" y="529"/>
                </a:cubicBezTo>
                <a:cubicBezTo>
                  <a:pt x="337" y="524"/>
                  <a:pt x="343" y="516"/>
                  <a:pt x="346" y="513"/>
                </a:cubicBezTo>
                <a:cubicBezTo>
                  <a:pt x="349" y="509"/>
                  <a:pt x="356" y="501"/>
                  <a:pt x="360" y="496"/>
                </a:cubicBezTo>
                <a:cubicBezTo>
                  <a:pt x="363" y="493"/>
                  <a:pt x="365" y="490"/>
                  <a:pt x="367" y="488"/>
                </a:cubicBezTo>
                <a:cubicBezTo>
                  <a:pt x="369" y="486"/>
                  <a:pt x="369" y="485"/>
                  <a:pt x="370" y="484"/>
                </a:cubicBezTo>
                <a:cubicBezTo>
                  <a:pt x="372" y="480"/>
                  <a:pt x="372" y="480"/>
                  <a:pt x="373" y="478"/>
                </a:cubicBezTo>
                <a:cubicBezTo>
                  <a:pt x="373" y="477"/>
                  <a:pt x="374" y="477"/>
                  <a:pt x="375" y="473"/>
                </a:cubicBezTo>
                <a:cubicBezTo>
                  <a:pt x="376" y="469"/>
                  <a:pt x="376" y="467"/>
                  <a:pt x="376" y="466"/>
                </a:cubicBezTo>
                <a:cubicBezTo>
                  <a:pt x="376" y="464"/>
                  <a:pt x="377" y="464"/>
                  <a:pt x="377" y="460"/>
                </a:cubicBezTo>
                <a:cubicBezTo>
                  <a:pt x="377" y="457"/>
                  <a:pt x="377" y="454"/>
                  <a:pt x="378" y="449"/>
                </a:cubicBezTo>
                <a:cubicBezTo>
                  <a:pt x="378" y="445"/>
                  <a:pt x="378" y="436"/>
                  <a:pt x="377" y="429"/>
                </a:cubicBezTo>
                <a:cubicBezTo>
                  <a:pt x="377" y="422"/>
                  <a:pt x="377" y="420"/>
                  <a:pt x="377" y="414"/>
                </a:cubicBezTo>
                <a:cubicBezTo>
                  <a:pt x="376" y="408"/>
                  <a:pt x="376" y="405"/>
                  <a:pt x="376" y="400"/>
                </a:cubicBezTo>
                <a:cubicBezTo>
                  <a:pt x="375" y="395"/>
                  <a:pt x="375" y="391"/>
                  <a:pt x="375" y="386"/>
                </a:cubicBezTo>
                <a:cubicBezTo>
                  <a:pt x="375" y="380"/>
                  <a:pt x="374" y="377"/>
                  <a:pt x="374" y="373"/>
                </a:cubicBezTo>
                <a:cubicBezTo>
                  <a:pt x="374" y="369"/>
                  <a:pt x="374" y="367"/>
                  <a:pt x="374" y="364"/>
                </a:cubicBezTo>
                <a:cubicBezTo>
                  <a:pt x="373" y="361"/>
                  <a:pt x="373" y="360"/>
                  <a:pt x="374" y="358"/>
                </a:cubicBezTo>
                <a:cubicBezTo>
                  <a:pt x="374" y="355"/>
                  <a:pt x="375" y="351"/>
                  <a:pt x="375" y="346"/>
                </a:cubicBezTo>
                <a:cubicBezTo>
                  <a:pt x="376" y="340"/>
                  <a:pt x="376" y="338"/>
                  <a:pt x="376" y="338"/>
                </a:cubicBezTo>
                <a:cubicBezTo>
                  <a:pt x="376" y="338"/>
                  <a:pt x="379" y="338"/>
                  <a:pt x="382" y="337"/>
                </a:cubicBezTo>
                <a:cubicBezTo>
                  <a:pt x="385" y="337"/>
                  <a:pt x="386" y="337"/>
                  <a:pt x="387" y="337"/>
                </a:cubicBezTo>
                <a:cubicBezTo>
                  <a:pt x="389" y="337"/>
                  <a:pt x="395" y="336"/>
                  <a:pt x="400" y="335"/>
                </a:cubicBezTo>
                <a:cubicBezTo>
                  <a:pt x="405" y="334"/>
                  <a:pt x="407" y="333"/>
                  <a:pt x="409" y="332"/>
                </a:cubicBezTo>
                <a:cubicBezTo>
                  <a:pt x="410" y="331"/>
                  <a:pt x="411" y="332"/>
                  <a:pt x="415" y="330"/>
                </a:cubicBezTo>
                <a:cubicBezTo>
                  <a:pt x="418" y="329"/>
                  <a:pt x="421" y="328"/>
                  <a:pt x="424" y="326"/>
                </a:cubicBezTo>
                <a:cubicBezTo>
                  <a:pt x="428" y="325"/>
                  <a:pt x="429" y="325"/>
                  <a:pt x="435" y="323"/>
                </a:cubicBezTo>
                <a:cubicBezTo>
                  <a:pt x="440" y="322"/>
                  <a:pt x="446" y="320"/>
                  <a:pt x="446" y="320"/>
                </a:cubicBezTo>
                <a:cubicBezTo>
                  <a:pt x="446" y="320"/>
                  <a:pt x="447" y="321"/>
                  <a:pt x="448" y="321"/>
                </a:cubicBezTo>
                <a:cubicBezTo>
                  <a:pt x="449" y="321"/>
                  <a:pt x="450" y="321"/>
                  <a:pt x="453" y="321"/>
                </a:cubicBezTo>
                <a:cubicBezTo>
                  <a:pt x="456" y="322"/>
                  <a:pt x="458" y="322"/>
                  <a:pt x="460" y="322"/>
                </a:cubicBezTo>
                <a:cubicBezTo>
                  <a:pt x="462" y="322"/>
                  <a:pt x="464" y="323"/>
                  <a:pt x="464" y="323"/>
                </a:cubicBezTo>
                <a:cubicBezTo>
                  <a:pt x="464" y="323"/>
                  <a:pt x="465" y="323"/>
                  <a:pt x="465" y="324"/>
                </a:cubicBezTo>
                <a:cubicBezTo>
                  <a:pt x="465" y="325"/>
                  <a:pt x="466" y="327"/>
                  <a:pt x="466" y="329"/>
                </a:cubicBezTo>
                <a:cubicBezTo>
                  <a:pt x="467" y="330"/>
                  <a:pt x="468" y="330"/>
                  <a:pt x="470" y="331"/>
                </a:cubicBezTo>
                <a:cubicBezTo>
                  <a:pt x="473" y="331"/>
                  <a:pt x="476" y="332"/>
                  <a:pt x="476" y="332"/>
                </a:cubicBezTo>
                <a:cubicBezTo>
                  <a:pt x="476" y="332"/>
                  <a:pt x="476" y="333"/>
                  <a:pt x="479" y="336"/>
                </a:cubicBezTo>
                <a:cubicBezTo>
                  <a:pt x="481" y="339"/>
                  <a:pt x="484" y="341"/>
                  <a:pt x="490" y="346"/>
                </a:cubicBezTo>
                <a:cubicBezTo>
                  <a:pt x="492" y="348"/>
                  <a:pt x="494" y="350"/>
                  <a:pt x="495" y="351"/>
                </a:cubicBezTo>
                <a:cubicBezTo>
                  <a:pt x="497" y="353"/>
                  <a:pt x="499" y="354"/>
                  <a:pt x="499" y="354"/>
                </a:cubicBezTo>
                <a:cubicBezTo>
                  <a:pt x="499" y="354"/>
                  <a:pt x="498" y="355"/>
                  <a:pt x="498" y="358"/>
                </a:cubicBezTo>
                <a:cubicBezTo>
                  <a:pt x="498" y="361"/>
                  <a:pt x="498" y="362"/>
                  <a:pt x="498" y="362"/>
                </a:cubicBezTo>
                <a:cubicBezTo>
                  <a:pt x="498" y="363"/>
                  <a:pt x="497" y="363"/>
                  <a:pt x="497" y="364"/>
                </a:cubicBezTo>
                <a:cubicBezTo>
                  <a:pt x="497" y="365"/>
                  <a:pt x="498" y="366"/>
                  <a:pt x="500" y="367"/>
                </a:cubicBezTo>
                <a:cubicBezTo>
                  <a:pt x="502" y="368"/>
                  <a:pt x="503" y="369"/>
                  <a:pt x="504" y="370"/>
                </a:cubicBezTo>
                <a:cubicBezTo>
                  <a:pt x="506" y="371"/>
                  <a:pt x="508" y="373"/>
                  <a:pt x="509" y="374"/>
                </a:cubicBezTo>
                <a:cubicBezTo>
                  <a:pt x="511" y="376"/>
                  <a:pt x="513" y="377"/>
                  <a:pt x="514" y="378"/>
                </a:cubicBezTo>
                <a:cubicBezTo>
                  <a:pt x="515" y="380"/>
                  <a:pt x="515" y="379"/>
                  <a:pt x="517" y="381"/>
                </a:cubicBezTo>
                <a:cubicBezTo>
                  <a:pt x="519" y="382"/>
                  <a:pt x="524" y="386"/>
                  <a:pt x="526" y="388"/>
                </a:cubicBezTo>
                <a:cubicBezTo>
                  <a:pt x="529" y="389"/>
                  <a:pt x="531" y="390"/>
                  <a:pt x="531" y="390"/>
                </a:cubicBezTo>
                <a:cubicBezTo>
                  <a:pt x="531" y="390"/>
                  <a:pt x="531" y="391"/>
                  <a:pt x="531" y="392"/>
                </a:cubicBezTo>
                <a:cubicBezTo>
                  <a:pt x="531" y="394"/>
                  <a:pt x="532" y="395"/>
                  <a:pt x="533" y="396"/>
                </a:cubicBezTo>
                <a:cubicBezTo>
                  <a:pt x="533" y="396"/>
                  <a:pt x="533" y="397"/>
                  <a:pt x="534" y="398"/>
                </a:cubicBezTo>
                <a:cubicBezTo>
                  <a:pt x="536" y="399"/>
                  <a:pt x="538" y="401"/>
                  <a:pt x="541" y="403"/>
                </a:cubicBezTo>
                <a:cubicBezTo>
                  <a:pt x="543" y="404"/>
                  <a:pt x="543" y="404"/>
                  <a:pt x="544" y="404"/>
                </a:cubicBezTo>
                <a:cubicBezTo>
                  <a:pt x="545" y="404"/>
                  <a:pt x="546" y="405"/>
                  <a:pt x="548" y="405"/>
                </a:cubicBezTo>
                <a:cubicBezTo>
                  <a:pt x="549" y="405"/>
                  <a:pt x="551" y="405"/>
                  <a:pt x="551" y="405"/>
                </a:cubicBezTo>
                <a:cubicBezTo>
                  <a:pt x="551" y="405"/>
                  <a:pt x="552" y="407"/>
                  <a:pt x="554" y="409"/>
                </a:cubicBezTo>
                <a:cubicBezTo>
                  <a:pt x="555" y="410"/>
                  <a:pt x="557" y="413"/>
                  <a:pt x="558" y="414"/>
                </a:cubicBezTo>
                <a:cubicBezTo>
                  <a:pt x="559" y="416"/>
                  <a:pt x="559" y="416"/>
                  <a:pt x="560" y="417"/>
                </a:cubicBezTo>
                <a:cubicBezTo>
                  <a:pt x="561" y="417"/>
                  <a:pt x="561" y="419"/>
                  <a:pt x="562" y="420"/>
                </a:cubicBezTo>
                <a:cubicBezTo>
                  <a:pt x="563" y="421"/>
                  <a:pt x="562" y="421"/>
                  <a:pt x="563" y="422"/>
                </a:cubicBezTo>
                <a:cubicBezTo>
                  <a:pt x="564" y="422"/>
                  <a:pt x="564" y="423"/>
                  <a:pt x="564" y="424"/>
                </a:cubicBezTo>
                <a:cubicBezTo>
                  <a:pt x="565" y="424"/>
                  <a:pt x="565" y="425"/>
                  <a:pt x="565" y="425"/>
                </a:cubicBezTo>
                <a:cubicBezTo>
                  <a:pt x="565" y="426"/>
                  <a:pt x="566" y="426"/>
                  <a:pt x="566" y="427"/>
                </a:cubicBezTo>
                <a:cubicBezTo>
                  <a:pt x="566" y="428"/>
                  <a:pt x="567" y="428"/>
                  <a:pt x="567" y="429"/>
                </a:cubicBezTo>
                <a:cubicBezTo>
                  <a:pt x="567" y="429"/>
                  <a:pt x="568" y="430"/>
                  <a:pt x="568" y="431"/>
                </a:cubicBezTo>
                <a:cubicBezTo>
                  <a:pt x="569" y="432"/>
                  <a:pt x="569" y="433"/>
                  <a:pt x="570" y="435"/>
                </a:cubicBezTo>
                <a:cubicBezTo>
                  <a:pt x="571" y="437"/>
                  <a:pt x="571" y="438"/>
                  <a:pt x="571" y="438"/>
                </a:cubicBezTo>
                <a:cubicBezTo>
                  <a:pt x="571" y="438"/>
                  <a:pt x="571" y="438"/>
                  <a:pt x="570" y="438"/>
                </a:cubicBezTo>
                <a:cubicBezTo>
                  <a:pt x="570" y="439"/>
                  <a:pt x="571" y="440"/>
                  <a:pt x="571" y="440"/>
                </a:cubicBezTo>
                <a:cubicBezTo>
                  <a:pt x="571" y="440"/>
                  <a:pt x="571" y="440"/>
                  <a:pt x="571" y="441"/>
                </a:cubicBezTo>
                <a:cubicBezTo>
                  <a:pt x="571" y="442"/>
                  <a:pt x="571" y="443"/>
                  <a:pt x="572" y="446"/>
                </a:cubicBezTo>
                <a:cubicBezTo>
                  <a:pt x="573" y="448"/>
                  <a:pt x="576" y="452"/>
                  <a:pt x="578" y="455"/>
                </a:cubicBezTo>
                <a:cubicBezTo>
                  <a:pt x="581" y="458"/>
                  <a:pt x="583" y="459"/>
                  <a:pt x="583" y="459"/>
                </a:cubicBezTo>
                <a:cubicBezTo>
                  <a:pt x="583" y="459"/>
                  <a:pt x="582" y="459"/>
                  <a:pt x="582" y="460"/>
                </a:cubicBezTo>
                <a:cubicBezTo>
                  <a:pt x="582" y="461"/>
                  <a:pt x="582" y="461"/>
                  <a:pt x="583" y="462"/>
                </a:cubicBezTo>
                <a:cubicBezTo>
                  <a:pt x="584" y="464"/>
                  <a:pt x="585" y="465"/>
                  <a:pt x="586" y="466"/>
                </a:cubicBezTo>
                <a:cubicBezTo>
                  <a:pt x="587" y="468"/>
                  <a:pt x="588" y="468"/>
                  <a:pt x="590" y="468"/>
                </a:cubicBezTo>
                <a:cubicBezTo>
                  <a:pt x="591" y="468"/>
                  <a:pt x="592" y="467"/>
                  <a:pt x="593" y="466"/>
                </a:cubicBezTo>
                <a:cubicBezTo>
                  <a:pt x="595" y="466"/>
                  <a:pt x="596" y="465"/>
                  <a:pt x="598" y="463"/>
                </a:cubicBezTo>
                <a:cubicBezTo>
                  <a:pt x="602" y="461"/>
                  <a:pt x="609" y="456"/>
                  <a:pt x="611" y="455"/>
                </a:cubicBezTo>
                <a:cubicBezTo>
                  <a:pt x="613" y="453"/>
                  <a:pt x="613" y="453"/>
                  <a:pt x="613" y="452"/>
                </a:cubicBezTo>
                <a:cubicBezTo>
                  <a:pt x="613" y="451"/>
                  <a:pt x="614" y="449"/>
                  <a:pt x="614" y="449"/>
                </a:cubicBezTo>
                <a:cubicBezTo>
                  <a:pt x="614" y="448"/>
                  <a:pt x="617" y="447"/>
                  <a:pt x="620" y="446"/>
                </a:cubicBezTo>
                <a:cubicBezTo>
                  <a:pt x="622" y="445"/>
                  <a:pt x="623" y="444"/>
                  <a:pt x="624" y="444"/>
                </a:cubicBezTo>
                <a:cubicBezTo>
                  <a:pt x="625" y="444"/>
                  <a:pt x="625" y="444"/>
                  <a:pt x="630" y="441"/>
                </a:cubicBezTo>
                <a:cubicBezTo>
                  <a:pt x="635" y="439"/>
                  <a:pt x="639" y="435"/>
                  <a:pt x="645" y="430"/>
                </a:cubicBezTo>
                <a:cubicBezTo>
                  <a:pt x="652" y="424"/>
                  <a:pt x="656" y="419"/>
                  <a:pt x="662" y="411"/>
                </a:cubicBezTo>
                <a:cubicBezTo>
                  <a:pt x="668" y="404"/>
                  <a:pt x="671" y="398"/>
                  <a:pt x="672" y="396"/>
                </a:cubicBezTo>
                <a:cubicBezTo>
                  <a:pt x="672" y="395"/>
                  <a:pt x="671" y="394"/>
                  <a:pt x="670" y="394"/>
                </a:cubicBezTo>
                <a:cubicBezTo>
                  <a:pt x="670" y="393"/>
                  <a:pt x="668" y="394"/>
                  <a:pt x="668" y="394"/>
                </a:cubicBezTo>
                <a:cubicBezTo>
                  <a:pt x="668" y="394"/>
                  <a:pt x="668" y="394"/>
                  <a:pt x="668" y="393"/>
                </a:cubicBezTo>
                <a:cubicBezTo>
                  <a:pt x="667" y="392"/>
                  <a:pt x="666" y="391"/>
                  <a:pt x="663" y="392"/>
                </a:cubicBezTo>
                <a:cubicBezTo>
                  <a:pt x="661" y="392"/>
                  <a:pt x="659" y="393"/>
                  <a:pt x="656" y="395"/>
                </a:cubicBezTo>
                <a:cubicBezTo>
                  <a:pt x="653" y="397"/>
                  <a:pt x="652" y="398"/>
                  <a:pt x="650" y="399"/>
                </a:cubicBezTo>
                <a:cubicBezTo>
                  <a:pt x="649" y="399"/>
                  <a:pt x="647" y="400"/>
                  <a:pt x="646" y="401"/>
                </a:cubicBezTo>
                <a:cubicBezTo>
                  <a:pt x="645" y="401"/>
                  <a:pt x="645" y="401"/>
                  <a:pt x="643" y="403"/>
                </a:cubicBezTo>
                <a:cubicBezTo>
                  <a:pt x="642" y="404"/>
                  <a:pt x="641" y="404"/>
                  <a:pt x="640" y="404"/>
                </a:cubicBezTo>
                <a:cubicBezTo>
                  <a:pt x="639" y="404"/>
                  <a:pt x="636" y="405"/>
                  <a:pt x="634" y="405"/>
                </a:cubicBezTo>
                <a:cubicBezTo>
                  <a:pt x="632" y="406"/>
                  <a:pt x="631" y="406"/>
                  <a:pt x="630" y="406"/>
                </a:cubicBezTo>
                <a:cubicBezTo>
                  <a:pt x="629" y="406"/>
                  <a:pt x="629" y="406"/>
                  <a:pt x="627" y="406"/>
                </a:cubicBezTo>
                <a:cubicBezTo>
                  <a:pt x="626" y="406"/>
                  <a:pt x="625" y="406"/>
                  <a:pt x="624" y="406"/>
                </a:cubicBezTo>
                <a:cubicBezTo>
                  <a:pt x="623" y="406"/>
                  <a:pt x="622" y="406"/>
                  <a:pt x="622" y="405"/>
                </a:cubicBezTo>
                <a:cubicBezTo>
                  <a:pt x="621" y="405"/>
                  <a:pt x="620" y="405"/>
                  <a:pt x="620" y="406"/>
                </a:cubicBezTo>
                <a:cubicBezTo>
                  <a:pt x="619" y="406"/>
                  <a:pt x="618" y="406"/>
                  <a:pt x="618" y="405"/>
                </a:cubicBezTo>
                <a:cubicBezTo>
                  <a:pt x="617" y="405"/>
                  <a:pt x="617" y="405"/>
                  <a:pt x="616" y="405"/>
                </a:cubicBezTo>
                <a:cubicBezTo>
                  <a:pt x="615" y="406"/>
                  <a:pt x="614" y="405"/>
                  <a:pt x="612" y="404"/>
                </a:cubicBezTo>
                <a:cubicBezTo>
                  <a:pt x="609" y="404"/>
                  <a:pt x="608" y="404"/>
                  <a:pt x="606" y="404"/>
                </a:cubicBezTo>
                <a:cubicBezTo>
                  <a:pt x="606" y="404"/>
                  <a:pt x="605" y="404"/>
                  <a:pt x="604" y="405"/>
                </a:cubicBezTo>
                <a:cubicBezTo>
                  <a:pt x="604" y="405"/>
                  <a:pt x="604" y="405"/>
                  <a:pt x="603" y="405"/>
                </a:cubicBezTo>
                <a:cubicBezTo>
                  <a:pt x="603" y="404"/>
                  <a:pt x="602" y="404"/>
                  <a:pt x="601" y="405"/>
                </a:cubicBezTo>
                <a:cubicBezTo>
                  <a:pt x="600" y="405"/>
                  <a:pt x="601" y="405"/>
                  <a:pt x="601" y="405"/>
                </a:cubicBezTo>
                <a:cubicBezTo>
                  <a:pt x="601" y="405"/>
                  <a:pt x="601" y="405"/>
                  <a:pt x="600" y="406"/>
                </a:cubicBezTo>
                <a:cubicBezTo>
                  <a:pt x="599" y="406"/>
                  <a:pt x="599" y="406"/>
                  <a:pt x="599" y="406"/>
                </a:cubicBezTo>
                <a:cubicBezTo>
                  <a:pt x="598" y="405"/>
                  <a:pt x="598" y="405"/>
                  <a:pt x="598" y="405"/>
                </a:cubicBezTo>
                <a:cubicBezTo>
                  <a:pt x="597" y="405"/>
                  <a:pt x="597" y="405"/>
                  <a:pt x="597" y="405"/>
                </a:cubicBezTo>
                <a:cubicBezTo>
                  <a:pt x="596" y="405"/>
                  <a:pt x="596" y="404"/>
                  <a:pt x="594" y="404"/>
                </a:cubicBezTo>
                <a:cubicBezTo>
                  <a:pt x="593" y="403"/>
                  <a:pt x="592" y="403"/>
                  <a:pt x="592" y="403"/>
                </a:cubicBezTo>
                <a:cubicBezTo>
                  <a:pt x="592" y="402"/>
                  <a:pt x="592" y="402"/>
                  <a:pt x="591" y="402"/>
                </a:cubicBezTo>
                <a:cubicBezTo>
                  <a:pt x="590" y="402"/>
                  <a:pt x="589" y="401"/>
                  <a:pt x="588" y="401"/>
                </a:cubicBezTo>
                <a:cubicBezTo>
                  <a:pt x="587" y="400"/>
                  <a:pt x="587" y="400"/>
                  <a:pt x="586" y="399"/>
                </a:cubicBezTo>
                <a:cubicBezTo>
                  <a:pt x="585" y="399"/>
                  <a:pt x="586" y="399"/>
                  <a:pt x="584" y="398"/>
                </a:cubicBezTo>
                <a:cubicBezTo>
                  <a:pt x="583" y="398"/>
                  <a:pt x="583" y="397"/>
                  <a:pt x="583" y="397"/>
                </a:cubicBezTo>
                <a:cubicBezTo>
                  <a:pt x="582" y="397"/>
                  <a:pt x="582" y="397"/>
                  <a:pt x="582" y="396"/>
                </a:cubicBezTo>
                <a:cubicBezTo>
                  <a:pt x="582" y="395"/>
                  <a:pt x="581" y="396"/>
                  <a:pt x="580" y="395"/>
                </a:cubicBezTo>
                <a:cubicBezTo>
                  <a:pt x="579" y="395"/>
                  <a:pt x="579" y="394"/>
                  <a:pt x="578" y="394"/>
                </a:cubicBezTo>
                <a:cubicBezTo>
                  <a:pt x="577" y="393"/>
                  <a:pt x="577" y="392"/>
                  <a:pt x="576" y="392"/>
                </a:cubicBezTo>
                <a:cubicBezTo>
                  <a:pt x="576" y="392"/>
                  <a:pt x="575" y="391"/>
                  <a:pt x="575" y="391"/>
                </a:cubicBezTo>
                <a:cubicBezTo>
                  <a:pt x="575" y="391"/>
                  <a:pt x="575" y="390"/>
                  <a:pt x="574" y="390"/>
                </a:cubicBezTo>
                <a:cubicBezTo>
                  <a:pt x="573" y="390"/>
                  <a:pt x="572" y="388"/>
                  <a:pt x="571" y="387"/>
                </a:cubicBezTo>
                <a:cubicBezTo>
                  <a:pt x="569" y="386"/>
                  <a:pt x="569" y="385"/>
                  <a:pt x="569" y="385"/>
                </a:cubicBezTo>
                <a:cubicBezTo>
                  <a:pt x="569" y="385"/>
                  <a:pt x="569" y="384"/>
                  <a:pt x="568" y="383"/>
                </a:cubicBezTo>
                <a:cubicBezTo>
                  <a:pt x="567" y="383"/>
                  <a:pt x="566" y="381"/>
                  <a:pt x="565" y="379"/>
                </a:cubicBezTo>
                <a:cubicBezTo>
                  <a:pt x="564" y="378"/>
                  <a:pt x="563" y="378"/>
                  <a:pt x="562" y="377"/>
                </a:cubicBezTo>
                <a:cubicBezTo>
                  <a:pt x="561" y="375"/>
                  <a:pt x="560" y="373"/>
                  <a:pt x="560" y="373"/>
                </a:cubicBezTo>
                <a:cubicBezTo>
                  <a:pt x="559" y="373"/>
                  <a:pt x="559" y="373"/>
                  <a:pt x="559" y="372"/>
                </a:cubicBezTo>
                <a:cubicBezTo>
                  <a:pt x="558" y="371"/>
                  <a:pt x="555" y="369"/>
                  <a:pt x="555" y="368"/>
                </a:cubicBezTo>
                <a:cubicBezTo>
                  <a:pt x="554" y="366"/>
                  <a:pt x="553" y="365"/>
                  <a:pt x="552" y="364"/>
                </a:cubicBezTo>
                <a:cubicBezTo>
                  <a:pt x="552" y="363"/>
                  <a:pt x="551" y="362"/>
                  <a:pt x="550" y="360"/>
                </a:cubicBezTo>
                <a:cubicBezTo>
                  <a:pt x="548" y="357"/>
                  <a:pt x="548" y="356"/>
                  <a:pt x="547" y="356"/>
                </a:cubicBezTo>
                <a:cubicBezTo>
                  <a:pt x="546" y="355"/>
                  <a:pt x="544" y="351"/>
                  <a:pt x="542" y="348"/>
                </a:cubicBezTo>
                <a:cubicBezTo>
                  <a:pt x="541" y="345"/>
                  <a:pt x="538" y="342"/>
                  <a:pt x="537" y="339"/>
                </a:cubicBezTo>
                <a:cubicBezTo>
                  <a:pt x="536" y="338"/>
                  <a:pt x="535" y="336"/>
                  <a:pt x="534" y="334"/>
                </a:cubicBezTo>
                <a:cubicBezTo>
                  <a:pt x="533" y="332"/>
                  <a:pt x="532" y="330"/>
                  <a:pt x="531" y="330"/>
                </a:cubicBezTo>
                <a:cubicBezTo>
                  <a:pt x="531" y="329"/>
                  <a:pt x="531" y="328"/>
                  <a:pt x="527" y="321"/>
                </a:cubicBezTo>
                <a:cubicBezTo>
                  <a:pt x="526" y="320"/>
                  <a:pt x="526" y="318"/>
                  <a:pt x="525" y="317"/>
                </a:cubicBezTo>
                <a:cubicBezTo>
                  <a:pt x="524" y="316"/>
                  <a:pt x="524" y="315"/>
                  <a:pt x="523" y="314"/>
                </a:cubicBezTo>
                <a:cubicBezTo>
                  <a:pt x="522" y="311"/>
                  <a:pt x="520" y="309"/>
                  <a:pt x="519" y="307"/>
                </a:cubicBezTo>
                <a:cubicBezTo>
                  <a:pt x="518" y="304"/>
                  <a:pt x="516" y="301"/>
                  <a:pt x="515" y="299"/>
                </a:cubicBezTo>
                <a:cubicBezTo>
                  <a:pt x="513" y="296"/>
                  <a:pt x="513" y="295"/>
                  <a:pt x="513" y="295"/>
                </a:cubicBezTo>
                <a:cubicBezTo>
                  <a:pt x="513" y="295"/>
                  <a:pt x="513" y="294"/>
                  <a:pt x="512" y="291"/>
                </a:cubicBezTo>
                <a:cubicBezTo>
                  <a:pt x="512" y="288"/>
                  <a:pt x="510" y="286"/>
                  <a:pt x="508" y="283"/>
                </a:cubicBezTo>
                <a:cubicBezTo>
                  <a:pt x="507" y="280"/>
                  <a:pt x="504" y="279"/>
                  <a:pt x="504" y="279"/>
                </a:cubicBezTo>
                <a:cubicBezTo>
                  <a:pt x="504" y="279"/>
                  <a:pt x="503" y="277"/>
                  <a:pt x="501" y="275"/>
                </a:cubicBezTo>
                <a:cubicBezTo>
                  <a:pt x="500" y="273"/>
                  <a:pt x="499" y="273"/>
                  <a:pt x="498" y="273"/>
                </a:cubicBezTo>
                <a:cubicBezTo>
                  <a:pt x="497" y="272"/>
                  <a:pt x="497" y="272"/>
                  <a:pt x="496" y="272"/>
                </a:cubicBezTo>
                <a:cubicBezTo>
                  <a:pt x="495" y="272"/>
                  <a:pt x="494" y="272"/>
                  <a:pt x="493" y="271"/>
                </a:cubicBezTo>
                <a:cubicBezTo>
                  <a:pt x="491" y="270"/>
                  <a:pt x="487" y="270"/>
                  <a:pt x="486" y="270"/>
                </a:cubicBezTo>
                <a:cubicBezTo>
                  <a:pt x="484" y="270"/>
                  <a:pt x="483" y="269"/>
                  <a:pt x="482" y="268"/>
                </a:cubicBezTo>
                <a:cubicBezTo>
                  <a:pt x="480" y="268"/>
                  <a:pt x="478" y="268"/>
                  <a:pt x="477" y="267"/>
                </a:cubicBezTo>
                <a:cubicBezTo>
                  <a:pt x="475" y="267"/>
                  <a:pt x="474" y="267"/>
                  <a:pt x="471" y="267"/>
                </a:cubicBezTo>
                <a:cubicBezTo>
                  <a:pt x="468" y="267"/>
                  <a:pt x="465" y="266"/>
                  <a:pt x="462" y="266"/>
                </a:cubicBezTo>
                <a:cubicBezTo>
                  <a:pt x="460" y="266"/>
                  <a:pt x="458" y="266"/>
                  <a:pt x="456" y="266"/>
                </a:cubicBezTo>
                <a:cubicBezTo>
                  <a:pt x="453" y="265"/>
                  <a:pt x="452" y="266"/>
                  <a:pt x="449" y="266"/>
                </a:cubicBezTo>
                <a:cubicBezTo>
                  <a:pt x="447" y="266"/>
                  <a:pt x="446" y="266"/>
                  <a:pt x="444" y="266"/>
                </a:cubicBezTo>
                <a:cubicBezTo>
                  <a:pt x="441" y="266"/>
                  <a:pt x="438" y="266"/>
                  <a:pt x="435" y="266"/>
                </a:cubicBezTo>
                <a:cubicBezTo>
                  <a:pt x="431" y="266"/>
                  <a:pt x="424" y="266"/>
                  <a:pt x="424" y="266"/>
                </a:cubicBezTo>
                <a:cubicBezTo>
                  <a:pt x="424" y="266"/>
                  <a:pt x="424" y="266"/>
                  <a:pt x="423" y="266"/>
                </a:cubicBezTo>
                <a:cubicBezTo>
                  <a:pt x="422" y="265"/>
                  <a:pt x="422" y="265"/>
                  <a:pt x="420" y="265"/>
                </a:cubicBezTo>
                <a:cubicBezTo>
                  <a:pt x="418" y="265"/>
                  <a:pt x="415" y="265"/>
                  <a:pt x="410" y="264"/>
                </a:cubicBezTo>
                <a:cubicBezTo>
                  <a:pt x="405" y="264"/>
                  <a:pt x="400" y="263"/>
                  <a:pt x="395" y="262"/>
                </a:cubicBezTo>
                <a:cubicBezTo>
                  <a:pt x="393" y="262"/>
                  <a:pt x="391" y="261"/>
                  <a:pt x="389" y="261"/>
                </a:cubicBezTo>
                <a:cubicBezTo>
                  <a:pt x="388" y="261"/>
                  <a:pt x="386" y="261"/>
                  <a:pt x="385" y="260"/>
                </a:cubicBezTo>
                <a:cubicBezTo>
                  <a:pt x="383" y="260"/>
                  <a:pt x="381" y="260"/>
                  <a:pt x="381" y="260"/>
                </a:cubicBezTo>
                <a:cubicBezTo>
                  <a:pt x="381" y="260"/>
                  <a:pt x="381" y="259"/>
                  <a:pt x="382" y="257"/>
                </a:cubicBezTo>
                <a:cubicBezTo>
                  <a:pt x="382" y="255"/>
                  <a:pt x="382" y="253"/>
                  <a:pt x="383" y="251"/>
                </a:cubicBezTo>
                <a:cubicBezTo>
                  <a:pt x="383" y="248"/>
                  <a:pt x="383" y="247"/>
                  <a:pt x="381" y="244"/>
                </a:cubicBezTo>
                <a:cubicBezTo>
                  <a:pt x="379" y="240"/>
                  <a:pt x="377" y="237"/>
                  <a:pt x="377" y="237"/>
                </a:cubicBezTo>
                <a:cubicBezTo>
                  <a:pt x="377" y="237"/>
                  <a:pt x="378" y="237"/>
                  <a:pt x="379" y="236"/>
                </a:cubicBezTo>
                <a:cubicBezTo>
                  <a:pt x="380" y="235"/>
                  <a:pt x="382" y="233"/>
                  <a:pt x="386" y="231"/>
                </a:cubicBezTo>
                <a:cubicBezTo>
                  <a:pt x="390" y="228"/>
                  <a:pt x="394" y="226"/>
                  <a:pt x="397" y="225"/>
                </a:cubicBezTo>
                <a:cubicBezTo>
                  <a:pt x="400" y="223"/>
                  <a:pt x="403" y="222"/>
                  <a:pt x="406" y="221"/>
                </a:cubicBezTo>
                <a:cubicBezTo>
                  <a:pt x="409" y="220"/>
                  <a:pt x="410" y="220"/>
                  <a:pt x="415" y="218"/>
                </a:cubicBezTo>
                <a:cubicBezTo>
                  <a:pt x="419" y="215"/>
                  <a:pt x="422" y="214"/>
                  <a:pt x="426" y="213"/>
                </a:cubicBezTo>
                <a:cubicBezTo>
                  <a:pt x="429" y="211"/>
                  <a:pt x="433" y="210"/>
                  <a:pt x="435" y="209"/>
                </a:cubicBezTo>
                <a:cubicBezTo>
                  <a:pt x="438" y="208"/>
                  <a:pt x="441" y="207"/>
                  <a:pt x="442" y="206"/>
                </a:cubicBezTo>
                <a:cubicBezTo>
                  <a:pt x="443" y="206"/>
                  <a:pt x="444" y="206"/>
                  <a:pt x="443" y="206"/>
                </a:cubicBezTo>
                <a:cubicBezTo>
                  <a:pt x="443" y="205"/>
                  <a:pt x="443" y="205"/>
                  <a:pt x="443" y="203"/>
                </a:cubicBezTo>
                <a:cubicBezTo>
                  <a:pt x="442" y="201"/>
                  <a:pt x="442" y="199"/>
                  <a:pt x="441" y="197"/>
                </a:cubicBezTo>
                <a:cubicBezTo>
                  <a:pt x="441" y="194"/>
                  <a:pt x="440" y="192"/>
                  <a:pt x="440" y="192"/>
                </a:cubicBezTo>
                <a:cubicBezTo>
                  <a:pt x="440" y="192"/>
                  <a:pt x="441" y="191"/>
                  <a:pt x="441" y="191"/>
                </a:cubicBezTo>
                <a:cubicBezTo>
                  <a:pt x="441" y="191"/>
                  <a:pt x="442" y="190"/>
                  <a:pt x="442" y="190"/>
                </a:cubicBezTo>
                <a:cubicBezTo>
                  <a:pt x="443" y="189"/>
                  <a:pt x="443" y="188"/>
                  <a:pt x="443" y="187"/>
                </a:cubicBezTo>
                <a:cubicBezTo>
                  <a:pt x="443" y="187"/>
                  <a:pt x="443" y="187"/>
                  <a:pt x="443" y="185"/>
                </a:cubicBezTo>
                <a:cubicBezTo>
                  <a:pt x="443" y="183"/>
                  <a:pt x="443" y="180"/>
                  <a:pt x="443" y="180"/>
                </a:cubicBezTo>
                <a:cubicBezTo>
                  <a:pt x="443" y="180"/>
                  <a:pt x="447" y="178"/>
                  <a:pt x="450" y="176"/>
                </a:cubicBezTo>
                <a:cubicBezTo>
                  <a:pt x="454" y="173"/>
                  <a:pt x="455" y="172"/>
                  <a:pt x="458" y="170"/>
                </a:cubicBezTo>
                <a:cubicBezTo>
                  <a:pt x="461" y="167"/>
                  <a:pt x="462" y="165"/>
                  <a:pt x="464" y="163"/>
                </a:cubicBezTo>
                <a:cubicBezTo>
                  <a:pt x="465" y="161"/>
                  <a:pt x="467" y="159"/>
                  <a:pt x="468" y="157"/>
                </a:cubicBezTo>
                <a:cubicBezTo>
                  <a:pt x="469" y="155"/>
                  <a:pt x="470" y="154"/>
                  <a:pt x="471" y="153"/>
                </a:cubicBezTo>
                <a:cubicBezTo>
                  <a:pt x="472" y="152"/>
                  <a:pt x="473" y="151"/>
                  <a:pt x="474" y="149"/>
                </a:cubicBezTo>
                <a:cubicBezTo>
                  <a:pt x="475" y="148"/>
                  <a:pt x="476" y="148"/>
                  <a:pt x="477" y="146"/>
                </a:cubicBezTo>
                <a:cubicBezTo>
                  <a:pt x="478" y="145"/>
                  <a:pt x="479" y="145"/>
                  <a:pt x="479" y="144"/>
                </a:cubicBezTo>
                <a:cubicBezTo>
                  <a:pt x="480" y="143"/>
                  <a:pt x="480" y="143"/>
                  <a:pt x="481" y="142"/>
                </a:cubicBezTo>
                <a:cubicBezTo>
                  <a:pt x="482" y="141"/>
                  <a:pt x="483" y="140"/>
                  <a:pt x="483" y="138"/>
                </a:cubicBezTo>
                <a:cubicBezTo>
                  <a:pt x="484" y="136"/>
                  <a:pt x="483" y="135"/>
                  <a:pt x="482" y="135"/>
                </a:cubicBezTo>
                <a:cubicBezTo>
                  <a:pt x="480" y="134"/>
                  <a:pt x="479" y="135"/>
                  <a:pt x="478" y="136"/>
                </a:cubicBezTo>
                <a:cubicBezTo>
                  <a:pt x="477" y="137"/>
                  <a:pt x="476" y="140"/>
                  <a:pt x="475" y="141"/>
                </a:cubicBezTo>
                <a:cubicBezTo>
                  <a:pt x="474" y="142"/>
                  <a:pt x="473" y="142"/>
                  <a:pt x="472" y="143"/>
                </a:cubicBezTo>
                <a:cubicBezTo>
                  <a:pt x="470" y="144"/>
                  <a:pt x="469" y="145"/>
                  <a:pt x="468" y="146"/>
                </a:cubicBezTo>
                <a:cubicBezTo>
                  <a:pt x="468" y="147"/>
                  <a:pt x="467" y="148"/>
                  <a:pt x="467" y="148"/>
                </a:cubicBezTo>
                <a:cubicBezTo>
                  <a:pt x="466" y="148"/>
                  <a:pt x="466" y="147"/>
                  <a:pt x="466" y="146"/>
                </a:cubicBezTo>
                <a:cubicBezTo>
                  <a:pt x="466" y="145"/>
                  <a:pt x="466" y="145"/>
                  <a:pt x="467" y="143"/>
                </a:cubicBezTo>
                <a:cubicBezTo>
                  <a:pt x="468" y="142"/>
                  <a:pt x="469" y="141"/>
                  <a:pt x="471" y="140"/>
                </a:cubicBezTo>
                <a:cubicBezTo>
                  <a:pt x="472" y="138"/>
                  <a:pt x="472" y="137"/>
                  <a:pt x="473" y="136"/>
                </a:cubicBezTo>
                <a:cubicBezTo>
                  <a:pt x="474" y="133"/>
                  <a:pt x="476" y="131"/>
                  <a:pt x="477" y="130"/>
                </a:cubicBezTo>
                <a:cubicBezTo>
                  <a:pt x="478" y="128"/>
                  <a:pt x="479" y="127"/>
                  <a:pt x="479" y="126"/>
                </a:cubicBezTo>
                <a:cubicBezTo>
                  <a:pt x="480" y="124"/>
                  <a:pt x="481" y="124"/>
                  <a:pt x="481" y="122"/>
                </a:cubicBezTo>
                <a:cubicBezTo>
                  <a:pt x="481" y="121"/>
                  <a:pt x="480" y="120"/>
                  <a:pt x="479" y="119"/>
                </a:cubicBezTo>
                <a:cubicBezTo>
                  <a:pt x="477" y="119"/>
                  <a:pt x="476" y="120"/>
                  <a:pt x="475" y="122"/>
                </a:cubicBezTo>
                <a:cubicBezTo>
                  <a:pt x="474" y="123"/>
                  <a:pt x="473" y="125"/>
                  <a:pt x="472" y="127"/>
                </a:cubicBezTo>
                <a:cubicBezTo>
                  <a:pt x="470" y="129"/>
                  <a:pt x="470" y="130"/>
                  <a:pt x="468" y="132"/>
                </a:cubicBezTo>
                <a:cubicBezTo>
                  <a:pt x="467" y="133"/>
                  <a:pt x="466" y="134"/>
                  <a:pt x="466" y="135"/>
                </a:cubicBezTo>
                <a:cubicBezTo>
                  <a:pt x="465" y="136"/>
                  <a:pt x="464" y="137"/>
                  <a:pt x="464" y="138"/>
                </a:cubicBezTo>
                <a:cubicBezTo>
                  <a:pt x="463" y="139"/>
                  <a:pt x="463" y="139"/>
                  <a:pt x="462" y="140"/>
                </a:cubicBezTo>
                <a:cubicBezTo>
                  <a:pt x="462" y="140"/>
                  <a:pt x="461" y="138"/>
                  <a:pt x="461" y="138"/>
                </a:cubicBezTo>
                <a:cubicBezTo>
                  <a:pt x="461" y="138"/>
                  <a:pt x="461" y="138"/>
                  <a:pt x="462" y="137"/>
                </a:cubicBezTo>
                <a:cubicBezTo>
                  <a:pt x="462" y="136"/>
                  <a:pt x="464" y="134"/>
                  <a:pt x="465" y="133"/>
                </a:cubicBezTo>
                <a:cubicBezTo>
                  <a:pt x="466" y="131"/>
                  <a:pt x="466" y="130"/>
                  <a:pt x="466" y="129"/>
                </a:cubicBezTo>
                <a:cubicBezTo>
                  <a:pt x="467" y="128"/>
                  <a:pt x="468" y="126"/>
                  <a:pt x="469" y="124"/>
                </a:cubicBezTo>
                <a:cubicBezTo>
                  <a:pt x="470" y="122"/>
                  <a:pt x="470" y="122"/>
                  <a:pt x="471" y="120"/>
                </a:cubicBezTo>
                <a:cubicBezTo>
                  <a:pt x="472" y="119"/>
                  <a:pt x="472" y="118"/>
                  <a:pt x="473" y="117"/>
                </a:cubicBezTo>
                <a:cubicBezTo>
                  <a:pt x="473" y="115"/>
                  <a:pt x="474" y="115"/>
                  <a:pt x="474" y="113"/>
                </a:cubicBezTo>
                <a:cubicBezTo>
                  <a:pt x="474" y="111"/>
                  <a:pt x="472" y="110"/>
                  <a:pt x="471" y="110"/>
                </a:cubicBezTo>
                <a:cubicBezTo>
                  <a:pt x="469" y="110"/>
                  <a:pt x="468" y="112"/>
                  <a:pt x="467" y="114"/>
                </a:cubicBezTo>
                <a:cubicBezTo>
                  <a:pt x="466" y="116"/>
                  <a:pt x="465" y="118"/>
                  <a:pt x="464" y="120"/>
                </a:cubicBezTo>
                <a:cubicBezTo>
                  <a:pt x="463" y="122"/>
                  <a:pt x="462" y="123"/>
                  <a:pt x="461" y="124"/>
                </a:cubicBezTo>
                <a:cubicBezTo>
                  <a:pt x="460" y="125"/>
                  <a:pt x="460" y="126"/>
                  <a:pt x="460" y="127"/>
                </a:cubicBezTo>
                <a:cubicBezTo>
                  <a:pt x="460" y="128"/>
                  <a:pt x="459" y="128"/>
                  <a:pt x="459" y="129"/>
                </a:cubicBezTo>
                <a:cubicBezTo>
                  <a:pt x="458" y="130"/>
                  <a:pt x="458" y="131"/>
                  <a:pt x="457" y="132"/>
                </a:cubicBezTo>
                <a:cubicBezTo>
                  <a:pt x="457" y="133"/>
                  <a:pt x="456" y="134"/>
                  <a:pt x="456" y="134"/>
                </a:cubicBezTo>
                <a:cubicBezTo>
                  <a:pt x="455" y="135"/>
                  <a:pt x="455" y="134"/>
                  <a:pt x="455" y="134"/>
                </a:cubicBezTo>
                <a:cubicBezTo>
                  <a:pt x="454" y="134"/>
                  <a:pt x="454" y="132"/>
                  <a:pt x="455" y="131"/>
                </a:cubicBezTo>
                <a:cubicBezTo>
                  <a:pt x="455" y="129"/>
                  <a:pt x="455" y="128"/>
                  <a:pt x="456" y="127"/>
                </a:cubicBezTo>
                <a:cubicBezTo>
                  <a:pt x="456" y="125"/>
                  <a:pt x="456" y="124"/>
                  <a:pt x="457" y="121"/>
                </a:cubicBezTo>
                <a:cubicBezTo>
                  <a:pt x="458" y="119"/>
                  <a:pt x="459" y="118"/>
                  <a:pt x="460" y="116"/>
                </a:cubicBezTo>
                <a:cubicBezTo>
                  <a:pt x="461" y="114"/>
                  <a:pt x="461" y="112"/>
                  <a:pt x="462" y="110"/>
                </a:cubicBezTo>
                <a:cubicBezTo>
                  <a:pt x="462" y="108"/>
                  <a:pt x="460" y="107"/>
                  <a:pt x="458" y="108"/>
                </a:cubicBezTo>
                <a:cubicBezTo>
                  <a:pt x="456" y="108"/>
                  <a:pt x="455" y="111"/>
                  <a:pt x="454" y="112"/>
                </a:cubicBezTo>
                <a:cubicBezTo>
                  <a:pt x="454" y="113"/>
                  <a:pt x="453" y="115"/>
                  <a:pt x="453" y="116"/>
                </a:cubicBezTo>
                <a:cubicBezTo>
                  <a:pt x="452" y="117"/>
                  <a:pt x="452" y="118"/>
                  <a:pt x="451" y="119"/>
                </a:cubicBezTo>
                <a:cubicBezTo>
                  <a:pt x="450" y="121"/>
                  <a:pt x="450" y="121"/>
                  <a:pt x="449" y="124"/>
                </a:cubicBezTo>
                <a:cubicBezTo>
                  <a:pt x="448" y="126"/>
                  <a:pt x="448" y="127"/>
                  <a:pt x="448" y="130"/>
                </a:cubicBezTo>
                <a:cubicBezTo>
                  <a:pt x="447" y="132"/>
                  <a:pt x="446" y="133"/>
                  <a:pt x="446" y="134"/>
                </a:cubicBezTo>
                <a:cubicBezTo>
                  <a:pt x="445" y="135"/>
                  <a:pt x="445" y="136"/>
                  <a:pt x="444" y="137"/>
                </a:cubicBezTo>
                <a:cubicBezTo>
                  <a:pt x="444" y="139"/>
                  <a:pt x="442" y="139"/>
                  <a:pt x="441" y="140"/>
                </a:cubicBezTo>
                <a:cubicBezTo>
                  <a:pt x="440" y="140"/>
                  <a:pt x="437" y="142"/>
                  <a:pt x="437" y="142"/>
                </a:cubicBezTo>
                <a:cubicBezTo>
                  <a:pt x="436" y="143"/>
                  <a:pt x="436" y="142"/>
                  <a:pt x="436" y="142"/>
                </a:cubicBezTo>
                <a:cubicBezTo>
                  <a:pt x="435" y="141"/>
                  <a:pt x="435" y="141"/>
                  <a:pt x="435" y="140"/>
                </a:cubicBezTo>
                <a:cubicBezTo>
                  <a:pt x="435" y="139"/>
                  <a:pt x="435" y="138"/>
                  <a:pt x="435" y="137"/>
                </a:cubicBezTo>
                <a:cubicBezTo>
                  <a:pt x="434" y="136"/>
                  <a:pt x="434" y="135"/>
                  <a:pt x="433" y="134"/>
                </a:cubicBezTo>
                <a:cubicBezTo>
                  <a:pt x="433" y="133"/>
                  <a:pt x="433" y="132"/>
                  <a:pt x="431" y="129"/>
                </a:cubicBezTo>
                <a:cubicBezTo>
                  <a:pt x="430" y="127"/>
                  <a:pt x="428" y="126"/>
                  <a:pt x="427" y="125"/>
                </a:cubicBezTo>
                <a:cubicBezTo>
                  <a:pt x="426" y="125"/>
                  <a:pt x="425" y="125"/>
                  <a:pt x="424" y="126"/>
                </a:cubicBezTo>
                <a:cubicBezTo>
                  <a:pt x="423" y="127"/>
                  <a:pt x="424" y="128"/>
                  <a:pt x="424" y="129"/>
                </a:cubicBezTo>
                <a:cubicBezTo>
                  <a:pt x="425" y="129"/>
                  <a:pt x="425" y="131"/>
                  <a:pt x="426" y="133"/>
                </a:cubicBezTo>
                <a:cubicBezTo>
                  <a:pt x="426" y="135"/>
                  <a:pt x="427" y="136"/>
                  <a:pt x="427" y="138"/>
                </a:cubicBezTo>
                <a:cubicBezTo>
                  <a:pt x="427" y="140"/>
                  <a:pt x="427" y="141"/>
                  <a:pt x="427" y="143"/>
                </a:cubicBezTo>
                <a:cubicBezTo>
                  <a:pt x="427" y="144"/>
                  <a:pt x="426" y="145"/>
                  <a:pt x="426" y="147"/>
                </a:cubicBezTo>
                <a:cubicBezTo>
                  <a:pt x="426" y="149"/>
                  <a:pt x="427" y="152"/>
                  <a:pt x="428" y="154"/>
                </a:cubicBezTo>
                <a:cubicBezTo>
                  <a:pt x="428" y="157"/>
                  <a:pt x="428" y="158"/>
                  <a:pt x="429" y="160"/>
                </a:cubicBezTo>
                <a:cubicBezTo>
                  <a:pt x="429" y="163"/>
                  <a:pt x="429" y="163"/>
                  <a:pt x="429" y="164"/>
                </a:cubicBezTo>
                <a:cubicBezTo>
                  <a:pt x="428" y="165"/>
                  <a:pt x="426" y="167"/>
                  <a:pt x="426" y="167"/>
                </a:cubicBezTo>
                <a:cubicBezTo>
                  <a:pt x="426" y="167"/>
                  <a:pt x="426" y="167"/>
                  <a:pt x="425" y="167"/>
                </a:cubicBezTo>
                <a:cubicBezTo>
                  <a:pt x="425" y="167"/>
                  <a:pt x="425" y="167"/>
                  <a:pt x="424" y="168"/>
                </a:cubicBezTo>
                <a:cubicBezTo>
                  <a:pt x="424" y="168"/>
                  <a:pt x="423" y="169"/>
                  <a:pt x="421" y="170"/>
                </a:cubicBezTo>
                <a:cubicBezTo>
                  <a:pt x="419" y="171"/>
                  <a:pt x="417" y="173"/>
                  <a:pt x="413" y="175"/>
                </a:cubicBezTo>
                <a:cubicBezTo>
                  <a:pt x="409" y="177"/>
                  <a:pt x="407" y="178"/>
                  <a:pt x="406" y="179"/>
                </a:cubicBezTo>
                <a:cubicBezTo>
                  <a:pt x="404" y="179"/>
                  <a:pt x="401" y="182"/>
                  <a:pt x="400" y="183"/>
                </a:cubicBezTo>
                <a:cubicBezTo>
                  <a:pt x="399" y="184"/>
                  <a:pt x="398" y="186"/>
                  <a:pt x="398" y="186"/>
                </a:cubicBezTo>
                <a:cubicBezTo>
                  <a:pt x="398" y="186"/>
                  <a:pt x="398" y="186"/>
                  <a:pt x="397" y="185"/>
                </a:cubicBezTo>
                <a:cubicBezTo>
                  <a:pt x="396" y="185"/>
                  <a:pt x="394" y="185"/>
                  <a:pt x="393" y="186"/>
                </a:cubicBezTo>
                <a:cubicBezTo>
                  <a:pt x="391" y="186"/>
                  <a:pt x="387" y="188"/>
                  <a:pt x="386" y="189"/>
                </a:cubicBezTo>
                <a:cubicBezTo>
                  <a:pt x="385" y="190"/>
                  <a:pt x="383" y="190"/>
                  <a:pt x="383" y="192"/>
                </a:cubicBezTo>
                <a:cubicBezTo>
                  <a:pt x="382" y="193"/>
                  <a:pt x="381" y="194"/>
                  <a:pt x="381" y="194"/>
                </a:cubicBezTo>
                <a:cubicBezTo>
                  <a:pt x="381" y="194"/>
                  <a:pt x="380" y="195"/>
                  <a:pt x="378" y="195"/>
                </a:cubicBezTo>
                <a:cubicBezTo>
                  <a:pt x="375" y="196"/>
                  <a:pt x="374" y="196"/>
                  <a:pt x="373" y="196"/>
                </a:cubicBezTo>
                <a:cubicBezTo>
                  <a:pt x="373" y="196"/>
                  <a:pt x="372" y="196"/>
                  <a:pt x="371" y="196"/>
                </a:cubicBezTo>
                <a:cubicBezTo>
                  <a:pt x="371" y="196"/>
                  <a:pt x="371" y="195"/>
                  <a:pt x="370" y="195"/>
                </a:cubicBezTo>
                <a:cubicBezTo>
                  <a:pt x="369" y="195"/>
                  <a:pt x="369" y="195"/>
                  <a:pt x="369" y="195"/>
                </a:cubicBezTo>
                <a:cubicBezTo>
                  <a:pt x="369" y="195"/>
                  <a:pt x="368" y="194"/>
                  <a:pt x="367" y="191"/>
                </a:cubicBezTo>
                <a:cubicBezTo>
                  <a:pt x="367" y="189"/>
                  <a:pt x="366" y="187"/>
                  <a:pt x="365" y="185"/>
                </a:cubicBezTo>
                <a:cubicBezTo>
                  <a:pt x="365" y="184"/>
                  <a:pt x="364" y="182"/>
                  <a:pt x="363" y="181"/>
                </a:cubicBezTo>
                <a:cubicBezTo>
                  <a:pt x="362" y="178"/>
                  <a:pt x="361" y="176"/>
                  <a:pt x="360" y="174"/>
                </a:cubicBezTo>
                <a:cubicBezTo>
                  <a:pt x="359" y="173"/>
                  <a:pt x="358" y="171"/>
                  <a:pt x="357" y="170"/>
                </a:cubicBezTo>
                <a:cubicBezTo>
                  <a:pt x="355" y="168"/>
                  <a:pt x="354" y="166"/>
                  <a:pt x="353" y="164"/>
                </a:cubicBezTo>
                <a:cubicBezTo>
                  <a:pt x="352" y="163"/>
                  <a:pt x="352" y="162"/>
                  <a:pt x="352" y="161"/>
                </a:cubicBezTo>
                <a:cubicBezTo>
                  <a:pt x="351" y="160"/>
                  <a:pt x="350" y="157"/>
                  <a:pt x="347" y="152"/>
                </a:cubicBezTo>
                <a:cubicBezTo>
                  <a:pt x="346" y="149"/>
                  <a:pt x="344" y="147"/>
                  <a:pt x="343" y="145"/>
                </a:cubicBezTo>
                <a:cubicBezTo>
                  <a:pt x="341" y="142"/>
                  <a:pt x="339" y="140"/>
                  <a:pt x="338" y="139"/>
                </a:cubicBezTo>
                <a:cubicBezTo>
                  <a:pt x="336" y="137"/>
                  <a:pt x="335" y="135"/>
                  <a:pt x="333" y="134"/>
                </a:cubicBezTo>
                <a:cubicBezTo>
                  <a:pt x="332" y="133"/>
                  <a:pt x="332" y="132"/>
                  <a:pt x="331" y="132"/>
                </a:cubicBezTo>
                <a:cubicBezTo>
                  <a:pt x="330" y="130"/>
                  <a:pt x="329" y="130"/>
                  <a:pt x="328" y="128"/>
                </a:cubicBezTo>
                <a:cubicBezTo>
                  <a:pt x="327" y="127"/>
                  <a:pt x="326" y="126"/>
                  <a:pt x="323" y="123"/>
                </a:cubicBezTo>
                <a:cubicBezTo>
                  <a:pt x="320" y="119"/>
                  <a:pt x="316" y="116"/>
                  <a:pt x="314" y="113"/>
                </a:cubicBezTo>
                <a:cubicBezTo>
                  <a:pt x="311" y="111"/>
                  <a:pt x="310" y="109"/>
                  <a:pt x="309" y="108"/>
                </a:cubicBezTo>
                <a:cubicBezTo>
                  <a:pt x="308" y="108"/>
                  <a:pt x="307" y="106"/>
                  <a:pt x="306" y="105"/>
                </a:cubicBezTo>
                <a:cubicBezTo>
                  <a:pt x="304" y="103"/>
                  <a:pt x="302" y="102"/>
                  <a:pt x="302" y="102"/>
                </a:cubicBezTo>
                <a:cubicBezTo>
                  <a:pt x="302" y="100"/>
                  <a:pt x="302" y="100"/>
                  <a:pt x="302" y="100"/>
                </a:cubicBezTo>
                <a:cubicBezTo>
                  <a:pt x="302" y="100"/>
                  <a:pt x="302" y="100"/>
                  <a:pt x="303" y="99"/>
                </a:cubicBezTo>
                <a:cubicBezTo>
                  <a:pt x="304" y="98"/>
                  <a:pt x="304" y="97"/>
                  <a:pt x="304" y="96"/>
                </a:cubicBezTo>
                <a:cubicBezTo>
                  <a:pt x="303" y="96"/>
                  <a:pt x="304" y="96"/>
                  <a:pt x="304" y="96"/>
                </a:cubicBezTo>
                <a:cubicBezTo>
                  <a:pt x="305" y="96"/>
                  <a:pt x="305" y="95"/>
                  <a:pt x="306" y="95"/>
                </a:cubicBezTo>
                <a:cubicBezTo>
                  <a:pt x="307" y="94"/>
                  <a:pt x="309" y="93"/>
                  <a:pt x="310" y="93"/>
                </a:cubicBezTo>
                <a:cubicBezTo>
                  <a:pt x="311" y="92"/>
                  <a:pt x="311" y="92"/>
                  <a:pt x="312" y="91"/>
                </a:cubicBezTo>
                <a:cubicBezTo>
                  <a:pt x="313" y="90"/>
                  <a:pt x="314" y="90"/>
                  <a:pt x="316" y="89"/>
                </a:cubicBezTo>
                <a:cubicBezTo>
                  <a:pt x="317" y="88"/>
                  <a:pt x="318" y="87"/>
                  <a:pt x="319" y="86"/>
                </a:cubicBezTo>
                <a:cubicBezTo>
                  <a:pt x="320" y="84"/>
                  <a:pt x="319" y="83"/>
                  <a:pt x="319" y="82"/>
                </a:cubicBezTo>
                <a:cubicBezTo>
                  <a:pt x="319" y="81"/>
                  <a:pt x="318" y="79"/>
                  <a:pt x="318" y="79"/>
                </a:cubicBezTo>
                <a:cubicBezTo>
                  <a:pt x="318" y="79"/>
                  <a:pt x="318" y="78"/>
                  <a:pt x="318" y="77"/>
                </a:cubicBezTo>
                <a:cubicBezTo>
                  <a:pt x="319" y="76"/>
                  <a:pt x="320" y="75"/>
                  <a:pt x="320" y="74"/>
                </a:cubicBezTo>
                <a:cubicBezTo>
                  <a:pt x="321" y="74"/>
                  <a:pt x="320" y="72"/>
                  <a:pt x="319" y="71"/>
                </a:cubicBezTo>
                <a:cubicBezTo>
                  <a:pt x="318" y="70"/>
                  <a:pt x="317" y="70"/>
                  <a:pt x="317" y="70"/>
                </a:cubicBezTo>
                <a:cubicBezTo>
                  <a:pt x="317" y="70"/>
                  <a:pt x="318" y="69"/>
                  <a:pt x="319" y="68"/>
                </a:cubicBezTo>
                <a:cubicBezTo>
                  <a:pt x="320" y="68"/>
                  <a:pt x="320" y="67"/>
                  <a:pt x="321" y="66"/>
                </a:cubicBezTo>
                <a:cubicBezTo>
                  <a:pt x="322" y="65"/>
                  <a:pt x="322" y="64"/>
                  <a:pt x="321" y="63"/>
                </a:cubicBezTo>
                <a:cubicBezTo>
                  <a:pt x="321" y="62"/>
                  <a:pt x="321" y="61"/>
                  <a:pt x="321" y="59"/>
                </a:cubicBezTo>
                <a:cubicBezTo>
                  <a:pt x="321" y="58"/>
                  <a:pt x="321" y="57"/>
                  <a:pt x="322" y="57"/>
                </a:cubicBezTo>
                <a:cubicBezTo>
                  <a:pt x="323" y="56"/>
                  <a:pt x="324" y="56"/>
                  <a:pt x="325" y="56"/>
                </a:cubicBezTo>
                <a:cubicBezTo>
                  <a:pt x="326" y="56"/>
                  <a:pt x="327" y="55"/>
                  <a:pt x="327" y="54"/>
                </a:cubicBezTo>
                <a:cubicBezTo>
                  <a:pt x="328" y="52"/>
                  <a:pt x="326" y="51"/>
                  <a:pt x="325" y="49"/>
                </a:cubicBezTo>
                <a:cubicBezTo>
                  <a:pt x="323" y="48"/>
                  <a:pt x="322" y="46"/>
                  <a:pt x="320" y="44"/>
                </a:cubicBezTo>
                <a:cubicBezTo>
                  <a:pt x="318" y="43"/>
                  <a:pt x="317" y="43"/>
                  <a:pt x="316" y="42"/>
                </a:cubicBezTo>
                <a:cubicBezTo>
                  <a:pt x="316" y="41"/>
                  <a:pt x="316" y="41"/>
                  <a:pt x="315" y="41"/>
                </a:cubicBezTo>
                <a:cubicBezTo>
                  <a:pt x="314" y="39"/>
                  <a:pt x="315" y="36"/>
                  <a:pt x="315" y="35"/>
                </a:cubicBezTo>
                <a:cubicBezTo>
                  <a:pt x="316" y="34"/>
                  <a:pt x="315" y="33"/>
                  <a:pt x="315" y="33"/>
                </a:cubicBezTo>
                <a:cubicBezTo>
                  <a:pt x="314" y="33"/>
                  <a:pt x="315" y="32"/>
                  <a:pt x="314" y="31"/>
                </a:cubicBezTo>
                <a:cubicBezTo>
                  <a:pt x="313" y="29"/>
                  <a:pt x="313" y="30"/>
                  <a:pt x="313" y="30"/>
                </a:cubicBezTo>
                <a:cubicBezTo>
                  <a:pt x="313" y="30"/>
                  <a:pt x="313" y="29"/>
                  <a:pt x="312" y="28"/>
                </a:cubicBezTo>
                <a:cubicBezTo>
                  <a:pt x="312" y="28"/>
                  <a:pt x="312" y="26"/>
                  <a:pt x="311" y="26"/>
                </a:cubicBezTo>
                <a:cubicBezTo>
                  <a:pt x="310" y="25"/>
                  <a:pt x="310" y="25"/>
                  <a:pt x="310" y="24"/>
                </a:cubicBezTo>
                <a:cubicBezTo>
                  <a:pt x="310" y="24"/>
                  <a:pt x="310" y="23"/>
                  <a:pt x="310" y="23"/>
                </a:cubicBezTo>
                <a:cubicBezTo>
                  <a:pt x="309" y="23"/>
                  <a:pt x="309" y="22"/>
                  <a:pt x="309" y="22"/>
                </a:cubicBezTo>
                <a:cubicBezTo>
                  <a:pt x="309" y="21"/>
                  <a:pt x="308" y="20"/>
                  <a:pt x="308" y="20"/>
                </a:cubicBezTo>
                <a:cubicBezTo>
                  <a:pt x="307" y="20"/>
                  <a:pt x="307" y="19"/>
                  <a:pt x="307" y="18"/>
                </a:cubicBezTo>
                <a:cubicBezTo>
                  <a:pt x="306" y="17"/>
                  <a:pt x="305" y="16"/>
                  <a:pt x="305" y="16"/>
                </a:cubicBezTo>
                <a:cubicBezTo>
                  <a:pt x="305" y="16"/>
                  <a:pt x="306" y="16"/>
                  <a:pt x="306" y="16"/>
                </a:cubicBezTo>
                <a:cubicBezTo>
                  <a:pt x="306" y="15"/>
                  <a:pt x="307" y="15"/>
                  <a:pt x="307" y="12"/>
                </a:cubicBezTo>
                <a:cubicBezTo>
                  <a:pt x="307" y="10"/>
                  <a:pt x="305" y="8"/>
                  <a:pt x="303" y="6"/>
                </a:cubicBezTo>
                <a:cubicBezTo>
                  <a:pt x="301" y="5"/>
                  <a:pt x="298" y="3"/>
                  <a:pt x="296" y="2"/>
                </a:cubicBezTo>
                <a:cubicBezTo>
                  <a:pt x="294" y="1"/>
                  <a:pt x="291" y="1"/>
                  <a:pt x="290" y="1"/>
                </a:cubicBezTo>
                <a:cubicBezTo>
                  <a:pt x="288" y="1"/>
                  <a:pt x="285" y="1"/>
                  <a:pt x="283" y="1"/>
                </a:cubicBezTo>
                <a:cubicBezTo>
                  <a:pt x="281" y="1"/>
                  <a:pt x="280" y="0"/>
                  <a:pt x="278" y="1"/>
                </a:cubicBezTo>
                <a:cubicBezTo>
                  <a:pt x="276" y="1"/>
                  <a:pt x="275" y="2"/>
                  <a:pt x="274" y="2"/>
                </a:cubicBezTo>
                <a:cubicBezTo>
                  <a:pt x="273" y="2"/>
                  <a:pt x="271" y="2"/>
                  <a:pt x="269" y="2"/>
                </a:cubicBezTo>
                <a:cubicBezTo>
                  <a:pt x="268" y="2"/>
                  <a:pt x="266" y="3"/>
                  <a:pt x="265" y="3"/>
                </a:cubicBezTo>
                <a:cubicBezTo>
                  <a:pt x="263" y="3"/>
                  <a:pt x="261" y="4"/>
                  <a:pt x="260" y="4"/>
                </a:cubicBezTo>
                <a:cubicBezTo>
                  <a:pt x="259" y="5"/>
                  <a:pt x="257" y="5"/>
                  <a:pt x="256" y="6"/>
                </a:cubicBezTo>
                <a:cubicBezTo>
                  <a:pt x="255" y="6"/>
                  <a:pt x="254" y="7"/>
                  <a:pt x="253" y="8"/>
                </a:cubicBezTo>
                <a:cubicBezTo>
                  <a:pt x="251" y="8"/>
                  <a:pt x="250" y="10"/>
                  <a:pt x="248" y="11"/>
                </a:cubicBezTo>
                <a:cubicBezTo>
                  <a:pt x="247" y="13"/>
                  <a:pt x="246" y="14"/>
                  <a:pt x="243" y="17"/>
                </a:cubicBezTo>
                <a:cubicBezTo>
                  <a:pt x="240" y="20"/>
                  <a:pt x="241" y="22"/>
                  <a:pt x="240" y="23"/>
                </a:cubicBezTo>
                <a:cubicBezTo>
                  <a:pt x="239" y="25"/>
                  <a:pt x="239" y="26"/>
                  <a:pt x="238" y="28"/>
                </a:cubicBezTo>
                <a:cubicBezTo>
                  <a:pt x="238" y="29"/>
                  <a:pt x="238" y="30"/>
                  <a:pt x="237" y="31"/>
                </a:cubicBezTo>
                <a:cubicBezTo>
                  <a:pt x="237" y="33"/>
                  <a:pt x="237" y="34"/>
                  <a:pt x="237" y="37"/>
                </a:cubicBezTo>
                <a:cubicBezTo>
                  <a:pt x="237" y="39"/>
                  <a:pt x="237" y="40"/>
                  <a:pt x="237" y="41"/>
                </a:cubicBezTo>
                <a:cubicBezTo>
                  <a:pt x="237" y="42"/>
                  <a:pt x="238" y="42"/>
                  <a:pt x="238" y="43"/>
                </a:cubicBezTo>
                <a:cubicBezTo>
                  <a:pt x="238" y="44"/>
                  <a:pt x="237" y="44"/>
                  <a:pt x="237" y="45"/>
                </a:cubicBezTo>
                <a:cubicBezTo>
                  <a:pt x="237" y="47"/>
                  <a:pt x="238" y="48"/>
                  <a:pt x="238" y="49"/>
                </a:cubicBezTo>
                <a:cubicBezTo>
                  <a:pt x="238" y="49"/>
                  <a:pt x="238" y="50"/>
                  <a:pt x="238" y="51"/>
                </a:cubicBezTo>
                <a:cubicBezTo>
                  <a:pt x="238" y="51"/>
                  <a:pt x="238" y="52"/>
                  <a:pt x="238" y="53"/>
                </a:cubicBezTo>
                <a:cubicBezTo>
                  <a:pt x="238" y="56"/>
                  <a:pt x="239" y="57"/>
                  <a:pt x="239" y="59"/>
                </a:cubicBezTo>
                <a:cubicBezTo>
                  <a:pt x="239" y="60"/>
                  <a:pt x="240" y="60"/>
                  <a:pt x="240" y="61"/>
                </a:cubicBezTo>
                <a:cubicBezTo>
                  <a:pt x="240" y="61"/>
                  <a:pt x="240" y="61"/>
                  <a:pt x="240" y="62"/>
                </a:cubicBezTo>
                <a:cubicBezTo>
                  <a:pt x="240" y="62"/>
                  <a:pt x="241" y="63"/>
                  <a:pt x="241" y="64"/>
                </a:cubicBezTo>
                <a:cubicBezTo>
                  <a:pt x="242" y="65"/>
                  <a:pt x="242" y="66"/>
                  <a:pt x="243" y="66"/>
                </a:cubicBezTo>
                <a:cubicBezTo>
                  <a:pt x="243" y="67"/>
                  <a:pt x="243" y="68"/>
                  <a:pt x="244" y="69"/>
                </a:cubicBezTo>
                <a:cubicBezTo>
                  <a:pt x="244" y="69"/>
                  <a:pt x="244" y="70"/>
                  <a:pt x="244" y="70"/>
                </a:cubicBezTo>
                <a:cubicBezTo>
                  <a:pt x="244" y="71"/>
                  <a:pt x="244" y="72"/>
                  <a:pt x="244" y="73"/>
                </a:cubicBezTo>
                <a:cubicBezTo>
                  <a:pt x="245" y="73"/>
                  <a:pt x="245" y="74"/>
                  <a:pt x="246" y="74"/>
                </a:cubicBezTo>
                <a:cubicBezTo>
                  <a:pt x="246" y="75"/>
                  <a:pt x="246" y="75"/>
                  <a:pt x="246" y="76"/>
                </a:cubicBezTo>
                <a:cubicBezTo>
                  <a:pt x="246" y="76"/>
                  <a:pt x="247" y="76"/>
                  <a:pt x="247" y="77"/>
                </a:cubicBezTo>
                <a:cubicBezTo>
                  <a:pt x="248" y="78"/>
                  <a:pt x="249" y="78"/>
                  <a:pt x="249" y="79"/>
                </a:cubicBezTo>
                <a:cubicBezTo>
                  <a:pt x="250" y="79"/>
                  <a:pt x="251" y="80"/>
                  <a:pt x="252" y="79"/>
                </a:cubicBezTo>
                <a:cubicBezTo>
                  <a:pt x="253" y="79"/>
                  <a:pt x="254" y="79"/>
                  <a:pt x="254" y="79"/>
                </a:cubicBezTo>
                <a:cubicBezTo>
                  <a:pt x="254" y="79"/>
                  <a:pt x="254" y="80"/>
                  <a:pt x="254" y="81"/>
                </a:cubicBezTo>
                <a:cubicBezTo>
                  <a:pt x="254" y="82"/>
                  <a:pt x="253" y="83"/>
                  <a:pt x="252" y="85"/>
                </a:cubicBezTo>
                <a:cubicBezTo>
                  <a:pt x="252" y="86"/>
                  <a:pt x="251" y="87"/>
                  <a:pt x="251" y="88"/>
                </a:cubicBezTo>
                <a:cubicBezTo>
                  <a:pt x="250" y="88"/>
                  <a:pt x="248" y="87"/>
                  <a:pt x="246" y="86"/>
                </a:cubicBezTo>
                <a:cubicBezTo>
                  <a:pt x="244" y="86"/>
                  <a:pt x="244" y="86"/>
                  <a:pt x="239" y="86"/>
                </a:cubicBezTo>
                <a:cubicBezTo>
                  <a:pt x="238" y="86"/>
                  <a:pt x="236" y="86"/>
                  <a:pt x="235" y="86"/>
                </a:cubicBezTo>
                <a:cubicBezTo>
                  <a:pt x="234" y="86"/>
                  <a:pt x="232" y="87"/>
                  <a:pt x="230" y="87"/>
                </a:cubicBezTo>
                <a:cubicBezTo>
                  <a:pt x="229" y="87"/>
                  <a:pt x="228" y="88"/>
                  <a:pt x="227" y="88"/>
                </a:cubicBezTo>
                <a:cubicBezTo>
                  <a:pt x="224" y="89"/>
                  <a:pt x="223" y="90"/>
                  <a:pt x="220" y="92"/>
                </a:cubicBezTo>
                <a:cubicBezTo>
                  <a:pt x="218" y="93"/>
                  <a:pt x="215" y="95"/>
                  <a:pt x="214" y="97"/>
                </a:cubicBezTo>
                <a:cubicBezTo>
                  <a:pt x="212" y="98"/>
                  <a:pt x="211" y="99"/>
                  <a:pt x="209" y="101"/>
                </a:cubicBezTo>
                <a:cubicBezTo>
                  <a:pt x="207" y="103"/>
                  <a:pt x="206" y="104"/>
                  <a:pt x="205" y="106"/>
                </a:cubicBezTo>
                <a:cubicBezTo>
                  <a:pt x="204" y="108"/>
                  <a:pt x="204" y="108"/>
                  <a:pt x="203" y="110"/>
                </a:cubicBezTo>
                <a:cubicBezTo>
                  <a:pt x="203" y="112"/>
                  <a:pt x="203" y="113"/>
                  <a:pt x="203" y="114"/>
                </a:cubicBezTo>
                <a:cubicBezTo>
                  <a:pt x="202" y="116"/>
                  <a:pt x="202" y="117"/>
                  <a:pt x="202" y="117"/>
                </a:cubicBezTo>
                <a:cubicBezTo>
                  <a:pt x="202" y="117"/>
                  <a:pt x="201" y="118"/>
                  <a:pt x="200" y="119"/>
                </a:cubicBezTo>
                <a:cubicBezTo>
                  <a:pt x="198" y="119"/>
                  <a:pt x="197" y="121"/>
                  <a:pt x="196" y="122"/>
                </a:cubicBezTo>
                <a:cubicBezTo>
                  <a:pt x="195" y="122"/>
                  <a:pt x="194" y="122"/>
                  <a:pt x="194" y="122"/>
                </a:cubicBezTo>
                <a:cubicBezTo>
                  <a:pt x="193" y="122"/>
                  <a:pt x="193" y="122"/>
                  <a:pt x="191" y="124"/>
                </a:cubicBezTo>
                <a:cubicBezTo>
                  <a:pt x="189" y="125"/>
                  <a:pt x="188" y="127"/>
                  <a:pt x="187" y="129"/>
                </a:cubicBezTo>
                <a:cubicBezTo>
                  <a:pt x="186" y="130"/>
                  <a:pt x="186" y="131"/>
                  <a:pt x="185" y="132"/>
                </a:cubicBezTo>
                <a:cubicBezTo>
                  <a:pt x="184" y="132"/>
                  <a:pt x="183" y="133"/>
                  <a:pt x="183" y="133"/>
                </a:cubicBezTo>
                <a:cubicBezTo>
                  <a:pt x="182" y="133"/>
                  <a:pt x="181" y="134"/>
                  <a:pt x="180" y="134"/>
                </a:cubicBezTo>
                <a:cubicBezTo>
                  <a:pt x="178" y="134"/>
                  <a:pt x="178" y="134"/>
                  <a:pt x="175" y="135"/>
                </a:cubicBezTo>
                <a:cubicBezTo>
                  <a:pt x="173" y="136"/>
                  <a:pt x="171" y="137"/>
                  <a:pt x="170" y="138"/>
                </a:cubicBezTo>
                <a:cubicBezTo>
                  <a:pt x="169" y="139"/>
                  <a:pt x="168" y="140"/>
                  <a:pt x="167" y="141"/>
                </a:cubicBezTo>
                <a:cubicBezTo>
                  <a:pt x="165" y="142"/>
                  <a:pt x="165" y="142"/>
                  <a:pt x="161" y="144"/>
                </a:cubicBezTo>
                <a:cubicBezTo>
                  <a:pt x="160" y="145"/>
                  <a:pt x="158" y="146"/>
                  <a:pt x="157" y="147"/>
                </a:cubicBezTo>
                <a:cubicBezTo>
                  <a:pt x="156" y="148"/>
                  <a:pt x="155" y="148"/>
                  <a:pt x="154" y="149"/>
                </a:cubicBezTo>
                <a:cubicBezTo>
                  <a:pt x="152" y="151"/>
                  <a:pt x="150" y="152"/>
                  <a:pt x="147" y="154"/>
                </a:cubicBezTo>
                <a:cubicBezTo>
                  <a:pt x="144" y="156"/>
                  <a:pt x="141" y="159"/>
                  <a:pt x="140" y="162"/>
                </a:cubicBezTo>
                <a:cubicBezTo>
                  <a:pt x="138" y="165"/>
                  <a:pt x="137" y="174"/>
                  <a:pt x="135" y="180"/>
                </a:cubicBezTo>
                <a:cubicBezTo>
                  <a:pt x="134" y="187"/>
                  <a:pt x="132" y="200"/>
                  <a:pt x="130" y="205"/>
                </a:cubicBezTo>
                <a:cubicBezTo>
                  <a:pt x="129" y="211"/>
                  <a:pt x="129" y="214"/>
                  <a:pt x="128" y="218"/>
                </a:cubicBezTo>
                <a:cubicBezTo>
                  <a:pt x="127" y="222"/>
                  <a:pt x="127" y="224"/>
                  <a:pt x="126" y="228"/>
                </a:cubicBezTo>
                <a:cubicBezTo>
                  <a:pt x="126" y="232"/>
                  <a:pt x="126" y="232"/>
                  <a:pt x="125" y="237"/>
                </a:cubicBezTo>
                <a:cubicBezTo>
                  <a:pt x="124" y="242"/>
                  <a:pt x="124" y="248"/>
                  <a:pt x="123" y="252"/>
                </a:cubicBezTo>
                <a:cubicBezTo>
                  <a:pt x="123" y="256"/>
                  <a:pt x="122" y="259"/>
                  <a:pt x="122" y="261"/>
                </a:cubicBezTo>
                <a:cubicBezTo>
                  <a:pt x="122" y="262"/>
                  <a:pt x="122" y="264"/>
                  <a:pt x="121" y="265"/>
                </a:cubicBezTo>
                <a:cubicBezTo>
                  <a:pt x="121" y="266"/>
                  <a:pt x="121" y="268"/>
                  <a:pt x="120" y="269"/>
                </a:cubicBezTo>
                <a:cubicBezTo>
                  <a:pt x="120" y="272"/>
                  <a:pt x="119" y="274"/>
                  <a:pt x="119" y="275"/>
                </a:cubicBezTo>
                <a:cubicBezTo>
                  <a:pt x="119" y="275"/>
                  <a:pt x="119" y="275"/>
                  <a:pt x="120" y="275"/>
                </a:cubicBezTo>
                <a:cubicBezTo>
                  <a:pt x="121" y="275"/>
                  <a:pt x="122" y="275"/>
                  <a:pt x="125" y="276"/>
                </a:cubicBezTo>
                <a:cubicBezTo>
                  <a:pt x="129" y="277"/>
                  <a:pt x="134" y="278"/>
                  <a:pt x="134" y="278"/>
                </a:cubicBezTo>
                <a:cubicBezTo>
                  <a:pt x="134" y="278"/>
                  <a:pt x="134" y="279"/>
                  <a:pt x="134" y="279"/>
                </a:cubicBezTo>
                <a:cubicBezTo>
                  <a:pt x="134" y="280"/>
                  <a:pt x="134" y="280"/>
                  <a:pt x="135" y="280"/>
                </a:cubicBezTo>
                <a:cubicBezTo>
                  <a:pt x="135" y="280"/>
                  <a:pt x="136" y="280"/>
                  <a:pt x="136" y="281"/>
                </a:cubicBezTo>
                <a:cubicBezTo>
                  <a:pt x="136" y="281"/>
                  <a:pt x="135" y="281"/>
                  <a:pt x="135" y="282"/>
                </a:cubicBezTo>
                <a:cubicBezTo>
                  <a:pt x="134" y="284"/>
                  <a:pt x="134" y="284"/>
                  <a:pt x="134" y="286"/>
                </a:cubicBezTo>
                <a:cubicBezTo>
                  <a:pt x="133" y="289"/>
                  <a:pt x="133" y="290"/>
                  <a:pt x="133" y="290"/>
                </a:cubicBezTo>
                <a:cubicBezTo>
                  <a:pt x="133" y="290"/>
                  <a:pt x="132" y="291"/>
                  <a:pt x="132" y="291"/>
                </a:cubicBezTo>
                <a:cubicBezTo>
                  <a:pt x="131" y="292"/>
                  <a:pt x="131" y="292"/>
                  <a:pt x="131" y="293"/>
                </a:cubicBezTo>
                <a:cubicBezTo>
                  <a:pt x="130" y="295"/>
                  <a:pt x="128" y="298"/>
                  <a:pt x="128" y="299"/>
                </a:cubicBezTo>
                <a:cubicBezTo>
                  <a:pt x="127" y="301"/>
                  <a:pt x="127" y="301"/>
                  <a:pt x="127" y="301"/>
                </a:cubicBezTo>
                <a:cubicBezTo>
                  <a:pt x="127" y="302"/>
                  <a:pt x="127" y="302"/>
                  <a:pt x="126" y="302"/>
                </a:cubicBezTo>
                <a:cubicBezTo>
                  <a:pt x="126" y="303"/>
                  <a:pt x="126" y="304"/>
                  <a:pt x="126" y="304"/>
                </a:cubicBezTo>
                <a:cubicBezTo>
                  <a:pt x="126" y="304"/>
                  <a:pt x="119" y="300"/>
                  <a:pt x="114" y="296"/>
                </a:cubicBezTo>
                <a:cubicBezTo>
                  <a:pt x="108" y="293"/>
                  <a:pt x="103" y="290"/>
                  <a:pt x="103" y="290"/>
                </a:cubicBezTo>
                <a:cubicBezTo>
                  <a:pt x="103" y="290"/>
                  <a:pt x="103" y="289"/>
                  <a:pt x="103" y="288"/>
                </a:cubicBezTo>
                <a:cubicBezTo>
                  <a:pt x="103" y="288"/>
                  <a:pt x="102" y="287"/>
                  <a:pt x="101" y="287"/>
                </a:cubicBezTo>
                <a:cubicBezTo>
                  <a:pt x="100" y="286"/>
                  <a:pt x="99" y="285"/>
                  <a:pt x="98" y="285"/>
                </a:cubicBezTo>
                <a:cubicBezTo>
                  <a:pt x="97" y="284"/>
                  <a:pt x="96" y="284"/>
                  <a:pt x="95" y="284"/>
                </a:cubicBezTo>
                <a:cubicBezTo>
                  <a:pt x="95" y="284"/>
                  <a:pt x="94" y="284"/>
                  <a:pt x="94" y="284"/>
                </a:cubicBezTo>
                <a:cubicBezTo>
                  <a:pt x="93" y="284"/>
                  <a:pt x="91" y="282"/>
                  <a:pt x="88" y="280"/>
                </a:cubicBezTo>
                <a:cubicBezTo>
                  <a:pt x="84" y="278"/>
                  <a:pt x="84" y="278"/>
                  <a:pt x="82" y="277"/>
                </a:cubicBezTo>
                <a:cubicBezTo>
                  <a:pt x="81" y="276"/>
                  <a:pt x="80" y="275"/>
                  <a:pt x="80" y="274"/>
                </a:cubicBezTo>
                <a:cubicBezTo>
                  <a:pt x="79" y="273"/>
                  <a:pt x="77" y="274"/>
                  <a:pt x="77" y="274"/>
                </a:cubicBezTo>
                <a:cubicBezTo>
                  <a:pt x="76" y="274"/>
                  <a:pt x="75" y="274"/>
                  <a:pt x="75" y="275"/>
                </a:cubicBezTo>
                <a:cubicBezTo>
                  <a:pt x="75" y="275"/>
                  <a:pt x="75" y="275"/>
                  <a:pt x="73" y="275"/>
                </a:cubicBezTo>
                <a:cubicBezTo>
                  <a:pt x="72" y="275"/>
                  <a:pt x="72" y="275"/>
                  <a:pt x="71" y="275"/>
                </a:cubicBezTo>
                <a:cubicBezTo>
                  <a:pt x="70" y="275"/>
                  <a:pt x="69" y="274"/>
                  <a:pt x="68" y="274"/>
                </a:cubicBezTo>
                <a:cubicBezTo>
                  <a:pt x="67" y="274"/>
                  <a:pt x="67" y="274"/>
                  <a:pt x="66" y="274"/>
                </a:cubicBezTo>
                <a:cubicBezTo>
                  <a:pt x="65" y="274"/>
                  <a:pt x="65" y="276"/>
                  <a:pt x="65" y="276"/>
                </a:cubicBezTo>
                <a:cubicBezTo>
                  <a:pt x="64" y="277"/>
                  <a:pt x="64" y="278"/>
                  <a:pt x="64" y="279"/>
                </a:cubicBezTo>
                <a:cubicBezTo>
                  <a:pt x="63" y="280"/>
                  <a:pt x="63" y="281"/>
                  <a:pt x="63" y="281"/>
                </a:cubicBezTo>
                <a:cubicBezTo>
                  <a:pt x="63" y="281"/>
                  <a:pt x="55" y="296"/>
                  <a:pt x="44" y="314"/>
                </a:cubicBezTo>
                <a:cubicBezTo>
                  <a:pt x="39" y="325"/>
                  <a:pt x="33" y="336"/>
                  <a:pt x="27" y="346"/>
                </a:cubicBezTo>
                <a:cubicBezTo>
                  <a:pt x="15" y="369"/>
                  <a:pt x="5" y="388"/>
                  <a:pt x="5" y="388"/>
                </a:cubicBezTo>
                <a:cubicBezTo>
                  <a:pt x="5" y="388"/>
                  <a:pt x="4" y="388"/>
                  <a:pt x="4" y="388"/>
                </a:cubicBezTo>
                <a:cubicBezTo>
                  <a:pt x="3" y="388"/>
                  <a:pt x="3" y="389"/>
                  <a:pt x="3" y="390"/>
                </a:cubicBezTo>
                <a:cubicBezTo>
                  <a:pt x="3" y="391"/>
                  <a:pt x="2" y="391"/>
                  <a:pt x="2" y="391"/>
                </a:cubicBezTo>
                <a:cubicBezTo>
                  <a:pt x="1" y="392"/>
                  <a:pt x="0" y="393"/>
                  <a:pt x="1" y="394"/>
                </a:cubicBezTo>
                <a:cubicBezTo>
                  <a:pt x="1" y="396"/>
                  <a:pt x="3" y="396"/>
                  <a:pt x="4" y="397"/>
                </a:cubicBezTo>
                <a:close/>
                <a:moveTo>
                  <a:pt x="132" y="307"/>
                </a:moveTo>
                <a:cubicBezTo>
                  <a:pt x="132" y="307"/>
                  <a:pt x="132" y="306"/>
                  <a:pt x="132" y="306"/>
                </a:cubicBezTo>
                <a:cubicBezTo>
                  <a:pt x="133" y="305"/>
                  <a:pt x="133" y="304"/>
                  <a:pt x="134" y="303"/>
                </a:cubicBezTo>
                <a:cubicBezTo>
                  <a:pt x="134" y="302"/>
                  <a:pt x="135" y="301"/>
                  <a:pt x="135" y="300"/>
                </a:cubicBezTo>
                <a:cubicBezTo>
                  <a:pt x="136" y="300"/>
                  <a:pt x="136" y="300"/>
                  <a:pt x="136" y="300"/>
                </a:cubicBezTo>
                <a:cubicBezTo>
                  <a:pt x="136" y="300"/>
                  <a:pt x="136" y="300"/>
                  <a:pt x="136" y="301"/>
                </a:cubicBezTo>
                <a:cubicBezTo>
                  <a:pt x="136" y="302"/>
                  <a:pt x="136" y="302"/>
                  <a:pt x="137" y="303"/>
                </a:cubicBezTo>
                <a:cubicBezTo>
                  <a:pt x="138" y="304"/>
                  <a:pt x="139" y="304"/>
                  <a:pt x="139" y="304"/>
                </a:cubicBezTo>
                <a:cubicBezTo>
                  <a:pt x="139" y="304"/>
                  <a:pt x="140" y="305"/>
                  <a:pt x="141" y="305"/>
                </a:cubicBezTo>
                <a:cubicBezTo>
                  <a:pt x="141" y="306"/>
                  <a:pt x="141" y="306"/>
                  <a:pt x="142" y="306"/>
                </a:cubicBezTo>
                <a:cubicBezTo>
                  <a:pt x="142" y="305"/>
                  <a:pt x="143" y="305"/>
                  <a:pt x="143" y="305"/>
                </a:cubicBezTo>
                <a:cubicBezTo>
                  <a:pt x="143" y="305"/>
                  <a:pt x="142" y="307"/>
                  <a:pt x="144" y="308"/>
                </a:cubicBezTo>
                <a:cubicBezTo>
                  <a:pt x="145" y="309"/>
                  <a:pt x="145" y="309"/>
                  <a:pt x="146" y="309"/>
                </a:cubicBezTo>
                <a:cubicBezTo>
                  <a:pt x="148" y="310"/>
                  <a:pt x="148" y="310"/>
                  <a:pt x="148" y="309"/>
                </a:cubicBezTo>
                <a:cubicBezTo>
                  <a:pt x="149" y="309"/>
                  <a:pt x="149" y="309"/>
                  <a:pt x="149" y="309"/>
                </a:cubicBezTo>
                <a:cubicBezTo>
                  <a:pt x="149" y="309"/>
                  <a:pt x="149" y="311"/>
                  <a:pt x="150" y="312"/>
                </a:cubicBezTo>
                <a:cubicBezTo>
                  <a:pt x="151" y="313"/>
                  <a:pt x="152" y="313"/>
                  <a:pt x="153" y="314"/>
                </a:cubicBezTo>
                <a:cubicBezTo>
                  <a:pt x="154" y="314"/>
                  <a:pt x="155" y="314"/>
                  <a:pt x="155" y="313"/>
                </a:cubicBezTo>
                <a:cubicBezTo>
                  <a:pt x="156" y="313"/>
                  <a:pt x="156" y="313"/>
                  <a:pt x="156" y="313"/>
                </a:cubicBezTo>
                <a:cubicBezTo>
                  <a:pt x="156" y="313"/>
                  <a:pt x="156" y="316"/>
                  <a:pt x="157" y="316"/>
                </a:cubicBezTo>
                <a:cubicBezTo>
                  <a:pt x="157" y="317"/>
                  <a:pt x="158" y="317"/>
                  <a:pt x="159" y="318"/>
                </a:cubicBezTo>
                <a:cubicBezTo>
                  <a:pt x="160" y="318"/>
                  <a:pt x="161" y="318"/>
                  <a:pt x="162" y="317"/>
                </a:cubicBezTo>
                <a:cubicBezTo>
                  <a:pt x="163" y="317"/>
                  <a:pt x="163" y="317"/>
                  <a:pt x="164" y="316"/>
                </a:cubicBezTo>
                <a:cubicBezTo>
                  <a:pt x="164" y="316"/>
                  <a:pt x="165" y="316"/>
                  <a:pt x="165" y="316"/>
                </a:cubicBezTo>
                <a:cubicBezTo>
                  <a:pt x="165" y="316"/>
                  <a:pt x="165" y="317"/>
                  <a:pt x="164" y="319"/>
                </a:cubicBezTo>
                <a:cubicBezTo>
                  <a:pt x="163" y="321"/>
                  <a:pt x="162" y="323"/>
                  <a:pt x="162" y="323"/>
                </a:cubicBezTo>
                <a:cubicBezTo>
                  <a:pt x="162" y="323"/>
                  <a:pt x="162" y="322"/>
                  <a:pt x="161" y="323"/>
                </a:cubicBezTo>
                <a:cubicBezTo>
                  <a:pt x="161" y="323"/>
                  <a:pt x="160" y="324"/>
                  <a:pt x="160" y="324"/>
                </a:cubicBezTo>
                <a:cubicBezTo>
                  <a:pt x="160" y="324"/>
                  <a:pt x="160" y="324"/>
                  <a:pt x="160" y="324"/>
                </a:cubicBezTo>
                <a:cubicBezTo>
                  <a:pt x="160" y="324"/>
                  <a:pt x="156" y="322"/>
                  <a:pt x="152" y="320"/>
                </a:cubicBezTo>
                <a:cubicBezTo>
                  <a:pt x="148" y="317"/>
                  <a:pt x="132" y="307"/>
                  <a:pt x="132" y="307"/>
                </a:cubicBezTo>
                <a:close/>
              </a:path>
            </a:pathLst>
          </a:custGeom>
          <a:solidFill>
            <a:schemeClr val="bg1">
              <a:lumMod val="50000"/>
            </a:schemeClr>
          </a:solidFill>
          <a:ln w="44450">
            <a:noFill/>
          </a:ln>
          <a:effectLst>
            <a:outerShdw blurRad="152400" dist="317500" dir="5400000" sx="90000" sy="-19000" rotWithShape="0">
              <a:prstClr val="black">
                <a:alpha val="15000"/>
              </a:prstClr>
            </a:outerShdw>
          </a:effectLst>
        </p:spPr>
        <p:txBody>
          <a:bodyPr vert="horz" wrap="square" lIns="68580" tIns="34290" rIns="68580" bIns="34290" numCol="1" anchor="t" anchorCtr="0" compatLnSpc="1"/>
          <a:lstStyle/>
          <a:p>
            <a:endParaRPr lang="id-ID" sz="1350"/>
          </a:p>
        </p:txBody>
      </p:sp>
      <p:sp>
        <p:nvSpPr>
          <p:cNvPr id="47" name="Text Placeholder 8"/>
          <p:cNvSpPr>
            <a:spLocks noGrp="1"/>
          </p:cNvSpPr>
          <p:nvPr>
            <p:ph type="body" sz="quarter" idx="18"/>
          </p:nvPr>
        </p:nvSpPr>
        <p:spPr>
          <a:xfrm>
            <a:off x="629841" y="1527374"/>
            <a:ext cx="1242502" cy="251655"/>
          </a:xfrm>
        </p:spPr>
        <p:txBody>
          <a:bodyPr>
            <a:normAutofit fontScale="92500" lnSpcReduction="20000"/>
          </a:bodyPr>
          <a:lstStyle/>
          <a:p>
            <a:r>
              <a:rPr lang="zh-CN" altLang="en-US" dirty="0"/>
              <a:t>输入您的标题 </a:t>
            </a:r>
            <a:endParaRPr lang="en-AU" dirty="0"/>
          </a:p>
        </p:txBody>
      </p:sp>
      <p:sp>
        <p:nvSpPr>
          <p:cNvPr id="48" name="Text Placeholder 9"/>
          <p:cNvSpPr>
            <a:spLocks noGrp="1"/>
          </p:cNvSpPr>
          <p:nvPr>
            <p:ph type="body" sz="quarter" idx="19"/>
          </p:nvPr>
        </p:nvSpPr>
        <p:spPr>
          <a:xfrm>
            <a:off x="629841" y="1779029"/>
            <a:ext cx="1242502" cy="517857"/>
          </a:xfrm>
        </p:spPr>
        <p:txBody>
          <a:bodyPr>
            <a:normAutofit/>
          </a:bodyPr>
          <a:lstStyle/>
          <a:p>
            <a:r>
              <a:rPr lang="zh-CN" altLang="en-US" dirty="0"/>
              <a:t>单击此处添加文本单击此处添加文本</a:t>
            </a:r>
            <a:endParaRPr lang="en-AU" dirty="0"/>
          </a:p>
        </p:txBody>
      </p:sp>
      <p:sp>
        <p:nvSpPr>
          <p:cNvPr id="57" name="Text Placeholder 8"/>
          <p:cNvSpPr>
            <a:spLocks noGrp="1"/>
          </p:cNvSpPr>
          <p:nvPr>
            <p:ph type="body" sz="quarter" idx="18"/>
          </p:nvPr>
        </p:nvSpPr>
        <p:spPr>
          <a:xfrm>
            <a:off x="629841" y="2421505"/>
            <a:ext cx="1242502" cy="251655"/>
          </a:xfrm>
        </p:spPr>
        <p:txBody>
          <a:bodyPr>
            <a:normAutofit fontScale="92500" lnSpcReduction="20000"/>
          </a:bodyPr>
          <a:lstStyle/>
          <a:p>
            <a:r>
              <a:rPr lang="zh-CN" altLang="en-US" dirty="0"/>
              <a:t>输入您的标题 </a:t>
            </a:r>
            <a:endParaRPr lang="en-AU" dirty="0"/>
          </a:p>
        </p:txBody>
      </p:sp>
      <p:sp>
        <p:nvSpPr>
          <p:cNvPr id="58" name="Text Placeholder 9"/>
          <p:cNvSpPr>
            <a:spLocks noGrp="1"/>
          </p:cNvSpPr>
          <p:nvPr>
            <p:ph type="body" sz="quarter" idx="19"/>
          </p:nvPr>
        </p:nvSpPr>
        <p:spPr>
          <a:xfrm>
            <a:off x="629841" y="2673159"/>
            <a:ext cx="1242502" cy="517857"/>
          </a:xfrm>
        </p:spPr>
        <p:txBody>
          <a:bodyPr>
            <a:normAutofit/>
          </a:bodyPr>
          <a:lstStyle/>
          <a:p>
            <a:r>
              <a:rPr lang="zh-CN" altLang="en-US" dirty="0"/>
              <a:t>单击此处添加文本单击此处添加文本</a:t>
            </a:r>
            <a:endParaRPr lang="en-AU" dirty="0"/>
          </a:p>
        </p:txBody>
      </p:sp>
      <p:sp>
        <p:nvSpPr>
          <p:cNvPr id="59" name="Text Placeholder 8"/>
          <p:cNvSpPr>
            <a:spLocks noGrp="1"/>
          </p:cNvSpPr>
          <p:nvPr>
            <p:ph type="body" sz="quarter" idx="18"/>
          </p:nvPr>
        </p:nvSpPr>
        <p:spPr>
          <a:xfrm>
            <a:off x="629841" y="3379448"/>
            <a:ext cx="1242502" cy="251655"/>
          </a:xfrm>
        </p:spPr>
        <p:txBody>
          <a:bodyPr>
            <a:normAutofit fontScale="92500" lnSpcReduction="20000"/>
          </a:bodyPr>
          <a:lstStyle/>
          <a:p>
            <a:r>
              <a:rPr lang="zh-CN" altLang="en-US" dirty="0"/>
              <a:t>输入您的标题 </a:t>
            </a:r>
            <a:endParaRPr lang="en-AU" dirty="0"/>
          </a:p>
        </p:txBody>
      </p:sp>
      <p:sp>
        <p:nvSpPr>
          <p:cNvPr id="60" name="Text Placeholder 9"/>
          <p:cNvSpPr>
            <a:spLocks noGrp="1"/>
          </p:cNvSpPr>
          <p:nvPr>
            <p:ph type="body" sz="quarter" idx="19"/>
          </p:nvPr>
        </p:nvSpPr>
        <p:spPr>
          <a:xfrm>
            <a:off x="629841" y="3631103"/>
            <a:ext cx="1242502" cy="517857"/>
          </a:xfrm>
        </p:spPr>
        <p:txBody>
          <a:bodyPr>
            <a:normAutofit/>
          </a:bodyPr>
          <a:lstStyle/>
          <a:p>
            <a:r>
              <a:rPr lang="zh-CN" altLang="en-US" dirty="0"/>
              <a:t>单击此处添加文本单击此处添加文本</a:t>
            </a:r>
            <a:endParaRPr lang="en-AU" dirty="0"/>
          </a:p>
        </p:txBody>
      </p:sp>
      <p:sp>
        <p:nvSpPr>
          <p:cNvPr id="61" name="Text Placeholder 8"/>
          <p:cNvSpPr>
            <a:spLocks noGrp="1"/>
          </p:cNvSpPr>
          <p:nvPr>
            <p:ph type="body" sz="quarter" idx="18"/>
          </p:nvPr>
        </p:nvSpPr>
        <p:spPr>
          <a:xfrm>
            <a:off x="2465860" y="1527374"/>
            <a:ext cx="1242502" cy="251655"/>
          </a:xfrm>
        </p:spPr>
        <p:txBody>
          <a:bodyPr>
            <a:normAutofit fontScale="92500" lnSpcReduction="20000"/>
          </a:bodyPr>
          <a:lstStyle/>
          <a:p>
            <a:r>
              <a:rPr lang="zh-CN" altLang="en-US" dirty="0"/>
              <a:t>输入您的标题 </a:t>
            </a:r>
            <a:endParaRPr lang="en-AU" dirty="0"/>
          </a:p>
        </p:txBody>
      </p:sp>
      <p:sp>
        <p:nvSpPr>
          <p:cNvPr id="62" name="Text Placeholder 9"/>
          <p:cNvSpPr>
            <a:spLocks noGrp="1"/>
          </p:cNvSpPr>
          <p:nvPr>
            <p:ph type="body" sz="quarter" idx="19"/>
          </p:nvPr>
        </p:nvSpPr>
        <p:spPr>
          <a:xfrm>
            <a:off x="2465860" y="1779029"/>
            <a:ext cx="1242502" cy="517857"/>
          </a:xfrm>
        </p:spPr>
        <p:txBody>
          <a:bodyPr>
            <a:normAutofit/>
          </a:bodyPr>
          <a:lstStyle/>
          <a:p>
            <a:r>
              <a:rPr lang="zh-CN" altLang="en-US" dirty="0"/>
              <a:t>单击此处添加文本单击此处添加文本</a:t>
            </a:r>
            <a:endParaRPr lang="en-AU" dirty="0"/>
          </a:p>
        </p:txBody>
      </p:sp>
      <p:sp>
        <p:nvSpPr>
          <p:cNvPr id="63" name="Text Placeholder 8"/>
          <p:cNvSpPr>
            <a:spLocks noGrp="1"/>
          </p:cNvSpPr>
          <p:nvPr>
            <p:ph type="body" sz="quarter" idx="18"/>
          </p:nvPr>
        </p:nvSpPr>
        <p:spPr>
          <a:xfrm>
            <a:off x="2448132" y="2421505"/>
            <a:ext cx="1242502" cy="251655"/>
          </a:xfrm>
        </p:spPr>
        <p:txBody>
          <a:bodyPr>
            <a:normAutofit fontScale="92500" lnSpcReduction="20000"/>
          </a:bodyPr>
          <a:lstStyle/>
          <a:p>
            <a:r>
              <a:rPr lang="zh-CN" altLang="en-US" dirty="0"/>
              <a:t>输入您的标题 </a:t>
            </a:r>
            <a:endParaRPr lang="en-AU" dirty="0"/>
          </a:p>
        </p:txBody>
      </p:sp>
      <p:sp>
        <p:nvSpPr>
          <p:cNvPr id="64" name="Text Placeholder 9"/>
          <p:cNvSpPr>
            <a:spLocks noGrp="1"/>
          </p:cNvSpPr>
          <p:nvPr>
            <p:ph type="body" sz="quarter" idx="19"/>
          </p:nvPr>
        </p:nvSpPr>
        <p:spPr>
          <a:xfrm>
            <a:off x="2448132" y="2673159"/>
            <a:ext cx="1242502" cy="517857"/>
          </a:xfrm>
        </p:spPr>
        <p:txBody>
          <a:bodyPr>
            <a:normAutofit/>
          </a:bodyPr>
          <a:lstStyle/>
          <a:p>
            <a:r>
              <a:rPr lang="zh-CN" altLang="en-US" dirty="0"/>
              <a:t>单击此处添加文本单击此处添加文本</a:t>
            </a:r>
            <a:endParaRPr lang="en-AU" dirty="0"/>
          </a:p>
        </p:txBody>
      </p:sp>
      <p:sp>
        <p:nvSpPr>
          <p:cNvPr id="65" name="Oval 64"/>
          <p:cNvSpPr/>
          <p:nvPr/>
        </p:nvSpPr>
        <p:spPr>
          <a:xfrm>
            <a:off x="355612" y="1550315"/>
            <a:ext cx="157163" cy="158149"/>
          </a:xfrm>
          <a:prstGeom prst="ellipse">
            <a:avLst/>
          </a:prstGeom>
          <a:solidFill>
            <a:schemeClr val="accent6"/>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US" sz="8800">
              <a:solidFill>
                <a:schemeClr val="bg1"/>
              </a:solidFill>
            </a:endParaRPr>
          </a:p>
        </p:txBody>
      </p:sp>
      <p:sp>
        <p:nvSpPr>
          <p:cNvPr id="66" name="Oval 65"/>
          <p:cNvSpPr/>
          <p:nvPr/>
        </p:nvSpPr>
        <p:spPr>
          <a:xfrm>
            <a:off x="355612" y="2468258"/>
            <a:ext cx="157163" cy="158149"/>
          </a:xfrm>
          <a:prstGeom prst="ellipse">
            <a:avLst/>
          </a:prstGeom>
          <a:solidFill>
            <a:schemeClr val="accent5"/>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US" sz="8800">
              <a:solidFill>
                <a:schemeClr val="bg1"/>
              </a:solidFill>
            </a:endParaRPr>
          </a:p>
        </p:txBody>
      </p:sp>
      <p:sp>
        <p:nvSpPr>
          <p:cNvPr id="67" name="Oval 66"/>
          <p:cNvSpPr/>
          <p:nvPr/>
        </p:nvSpPr>
        <p:spPr>
          <a:xfrm>
            <a:off x="355612" y="3392986"/>
            <a:ext cx="157163" cy="158149"/>
          </a:xfrm>
          <a:prstGeom prst="ellipse">
            <a:avLst/>
          </a:prstGeom>
          <a:solidFill>
            <a:schemeClr val="accent4"/>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US" sz="8800">
              <a:solidFill>
                <a:schemeClr val="bg1"/>
              </a:solidFill>
            </a:endParaRPr>
          </a:p>
        </p:txBody>
      </p:sp>
      <p:sp>
        <p:nvSpPr>
          <p:cNvPr id="68" name="Oval 67"/>
          <p:cNvSpPr/>
          <p:nvPr/>
        </p:nvSpPr>
        <p:spPr>
          <a:xfrm>
            <a:off x="2196268" y="1550315"/>
            <a:ext cx="157163" cy="158149"/>
          </a:xfrm>
          <a:prstGeom prst="ellipse">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US" sz="8800">
              <a:solidFill>
                <a:schemeClr val="bg1"/>
              </a:solidFill>
            </a:endParaRPr>
          </a:p>
        </p:txBody>
      </p:sp>
      <p:sp>
        <p:nvSpPr>
          <p:cNvPr id="69" name="Oval 68"/>
          <p:cNvSpPr/>
          <p:nvPr/>
        </p:nvSpPr>
        <p:spPr>
          <a:xfrm>
            <a:off x="2196268" y="2468258"/>
            <a:ext cx="157163" cy="158149"/>
          </a:xfrm>
          <a:prstGeom prst="ellipse">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US" sz="8800">
              <a:solidFill>
                <a:schemeClr val="bg1"/>
              </a:solidFill>
            </a:endParaRPr>
          </a:p>
        </p:txBody>
      </p:sp>
      <p:sp>
        <p:nvSpPr>
          <p:cNvPr id="70" name="Text Placeholder 8"/>
          <p:cNvSpPr>
            <a:spLocks noGrp="1"/>
          </p:cNvSpPr>
          <p:nvPr>
            <p:ph type="body" sz="quarter" idx="18"/>
          </p:nvPr>
        </p:nvSpPr>
        <p:spPr>
          <a:xfrm>
            <a:off x="4219232" y="1527374"/>
            <a:ext cx="1242502" cy="251655"/>
          </a:xfrm>
        </p:spPr>
        <p:txBody>
          <a:bodyPr>
            <a:normAutofit fontScale="92500" lnSpcReduction="20000"/>
          </a:bodyPr>
          <a:lstStyle/>
          <a:p>
            <a:r>
              <a:rPr lang="zh-CN" altLang="en-US" dirty="0"/>
              <a:t>输入您的标题 </a:t>
            </a:r>
            <a:endParaRPr lang="en-AU" dirty="0"/>
          </a:p>
        </p:txBody>
      </p:sp>
      <p:sp>
        <p:nvSpPr>
          <p:cNvPr id="71" name="Text Placeholder 9"/>
          <p:cNvSpPr>
            <a:spLocks noGrp="1"/>
          </p:cNvSpPr>
          <p:nvPr>
            <p:ph type="body" sz="quarter" idx="19"/>
          </p:nvPr>
        </p:nvSpPr>
        <p:spPr>
          <a:xfrm>
            <a:off x="4219232" y="1779029"/>
            <a:ext cx="1242502" cy="517857"/>
          </a:xfrm>
        </p:spPr>
        <p:txBody>
          <a:bodyPr>
            <a:normAutofit/>
          </a:bodyPr>
          <a:lstStyle/>
          <a:p>
            <a:r>
              <a:rPr lang="zh-CN" altLang="en-US" dirty="0"/>
              <a:t>单击此处添加文本单击此处添加文本</a:t>
            </a:r>
            <a:endParaRPr lang="en-AU" dirty="0"/>
          </a:p>
        </p:txBody>
      </p:sp>
      <p:sp>
        <p:nvSpPr>
          <p:cNvPr id="72" name="Oval 71"/>
          <p:cNvSpPr/>
          <p:nvPr/>
        </p:nvSpPr>
        <p:spPr>
          <a:xfrm>
            <a:off x="3967368" y="1574127"/>
            <a:ext cx="157163" cy="158149"/>
          </a:xfrm>
          <a:prstGeom prst="ellipse">
            <a:avLst/>
          </a:pr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US" sz="8800">
              <a:solidFill>
                <a:schemeClr val="bg1"/>
              </a:solidFill>
            </a:endParaRPr>
          </a:p>
        </p:txBody>
      </p:sp>
      <p:sp>
        <p:nvSpPr>
          <p:cNvPr id="51" name="矩形 50"/>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peelOff"/>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2" presetClass="entr" presetSubtype="12" fill="hold" grpId="0" nodeType="afterEffect">
                                  <p:stCondLst>
                                    <p:cond delay="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fill="hold"/>
                                        <p:tgtEl>
                                          <p:spTgt spid="43"/>
                                        </p:tgtEl>
                                        <p:attrNameLst>
                                          <p:attrName>ppt_x</p:attrName>
                                        </p:attrNameLst>
                                      </p:cBhvr>
                                      <p:tavLst>
                                        <p:tav tm="0">
                                          <p:val>
                                            <p:strVal val="0-#ppt_w/2"/>
                                          </p:val>
                                        </p:tav>
                                        <p:tav tm="100000">
                                          <p:val>
                                            <p:strVal val="#ppt_x"/>
                                          </p:val>
                                        </p:tav>
                                      </p:tavLst>
                                    </p:anim>
                                    <p:anim calcmode="lin" valueType="num">
                                      <p:cBhvr additive="base">
                                        <p:cTn id="12" dur="500" fill="hold"/>
                                        <p:tgtEl>
                                          <p:spTgt spid="43"/>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53" presetClass="entr" presetSubtype="16" fill="hold" grpId="0" nodeType="afterEffect">
                                  <p:stCondLst>
                                    <p:cond delay="0"/>
                                  </p:stCondLst>
                                  <p:childTnLst>
                                    <p:set>
                                      <p:cBhvr>
                                        <p:cTn id="15" dur="1" fill="hold">
                                          <p:stCondLst>
                                            <p:cond delay="0"/>
                                          </p:stCondLst>
                                        </p:cTn>
                                        <p:tgtEl>
                                          <p:spTgt spid="65"/>
                                        </p:tgtEl>
                                        <p:attrNameLst>
                                          <p:attrName>style.visibility</p:attrName>
                                        </p:attrNameLst>
                                      </p:cBhvr>
                                      <p:to>
                                        <p:strVal val="visible"/>
                                      </p:to>
                                    </p:set>
                                    <p:anim calcmode="lin" valueType="num">
                                      <p:cBhvr>
                                        <p:cTn id="16" dur="500" fill="hold"/>
                                        <p:tgtEl>
                                          <p:spTgt spid="65"/>
                                        </p:tgtEl>
                                        <p:attrNameLst>
                                          <p:attrName>ppt_w</p:attrName>
                                        </p:attrNameLst>
                                      </p:cBhvr>
                                      <p:tavLst>
                                        <p:tav tm="0">
                                          <p:val>
                                            <p:fltVal val="0"/>
                                          </p:val>
                                        </p:tav>
                                        <p:tav tm="100000">
                                          <p:val>
                                            <p:strVal val="#ppt_w"/>
                                          </p:val>
                                        </p:tav>
                                      </p:tavLst>
                                    </p:anim>
                                    <p:anim calcmode="lin" valueType="num">
                                      <p:cBhvr>
                                        <p:cTn id="17" dur="500" fill="hold"/>
                                        <p:tgtEl>
                                          <p:spTgt spid="65"/>
                                        </p:tgtEl>
                                        <p:attrNameLst>
                                          <p:attrName>ppt_h</p:attrName>
                                        </p:attrNameLst>
                                      </p:cBhvr>
                                      <p:tavLst>
                                        <p:tav tm="0">
                                          <p:val>
                                            <p:fltVal val="0"/>
                                          </p:val>
                                        </p:tav>
                                        <p:tav tm="100000">
                                          <p:val>
                                            <p:strVal val="#ppt_h"/>
                                          </p:val>
                                        </p:tav>
                                      </p:tavLst>
                                    </p:anim>
                                    <p:animEffect transition="in" filter="fade">
                                      <p:cBhvr>
                                        <p:cTn id="18" dur="500"/>
                                        <p:tgtEl>
                                          <p:spTgt spid="65"/>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47">
                                            <p:txEl>
                                              <p:pRg st="0" end="0"/>
                                            </p:txEl>
                                          </p:spTgt>
                                        </p:tgtEl>
                                        <p:attrNameLst>
                                          <p:attrName>style.visibility</p:attrName>
                                        </p:attrNameLst>
                                      </p:cBhvr>
                                      <p:to>
                                        <p:strVal val="visible"/>
                                      </p:to>
                                    </p:set>
                                    <p:animEffect transition="in" filter="fade">
                                      <p:cBhvr>
                                        <p:cTn id="22" dur="500"/>
                                        <p:tgtEl>
                                          <p:spTgt spid="47">
                                            <p:txEl>
                                              <p:pRg st="0" end="0"/>
                                            </p:txEl>
                                          </p:spTgt>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48">
                                            <p:txEl>
                                              <p:pRg st="0" end="0"/>
                                            </p:txEl>
                                          </p:spTgt>
                                        </p:tgtEl>
                                        <p:attrNameLst>
                                          <p:attrName>style.visibility</p:attrName>
                                        </p:attrNameLst>
                                      </p:cBhvr>
                                      <p:to>
                                        <p:strVal val="visible"/>
                                      </p:to>
                                    </p:set>
                                    <p:animEffect transition="in" filter="fade">
                                      <p:cBhvr>
                                        <p:cTn id="26" dur="500"/>
                                        <p:tgtEl>
                                          <p:spTgt spid="48">
                                            <p:txEl>
                                              <p:pRg st="0" end="0"/>
                                            </p:txEl>
                                          </p:spTgt>
                                        </p:tgtEl>
                                      </p:cBhvr>
                                    </p:animEffect>
                                  </p:childTnLst>
                                </p:cTn>
                              </p:par>
                            </p:childTnLst>
                          </p:cTn>
                        </p:par>
                        <p:par>
                          <p:cTn id="27" fill="hold">
                            <p:stCondLst>
                              <p:cond delay="2500"/>
                            </p:stCondLst>
                            <p:childTnLst>
                              <p:par>
                                <p:cTn id="28" presetID="53" presetClass="entr" presetSubtype="16" fill="hold" grpId="0" nodeType="afterEffect">
                                  <p:stCondLst>
                                    <p:cond delay="0"/>
                                  </p:stCondLst>
                                  <p:childTnLst>
                                    <p:set>
                                      <p:cBhvr>
                                        <p:cTn id="29" dur="1" fill="hold">
                                          <p:stCondLst>
                                            <p:cond delay="0"/>
                                          </p:stCondLst>
                                        </p:cTn>
                                        <p:tgtEl>
                                          <p:spTgt spid="66"/>
                                        </p:tgtEl>
                                        <p:attrNameLst>
                                          <p:attrName>style.visibility</p:attrName>
                                        </p:attrNameLst>
                                      </p:cBhvr>
                                      <p:to>
                                        <p:strVal val="visible"/>
                                      </p:to>
                                    </p:set>
                                    <p:anim calcmode="lin" valueType="num">
                                      <p:cBhvr>
                                        <p:cTn id="30" dur="500" fill="hold"/>
                                        <p:tgtEl>
                                          <p:spTgt spid="66"/>
                                        </p:tgtEl>
                                        <p:attrNameLst>
                                          <p:attrName>ppt_w</p:attrName>
                                        </p:attrNameLst>
                                      </p:cBhvr>
                                      <p:tavLst>
                                        <p:tav tm="0">
                                          <p:val>
                                            <p:fltVal val="0"/>
                                          </p:val>
                                        </p:tav>
                                        <p:tav tm="100000">
                                          <p:val>
                                            <p:strVal val="#ppt_w"/>
                                          </p:val>
                                        </p:tav>
                                      </p:tavLst>
                                    </p:anim>
                                    <p:anim calcmode="lin" valueType="num">
                                      <p:cBhvr>
                                        <p:cTn id="31" dur="500" fill="hold"/>
                                        <p:tgtEl>
                                          <p:spTgt spid="66"/>
                                        </p:tgtEl>
                                        <p:attrNameLst>
                                          <p:attrName>ppt_h</p:attrName>
                                        </p:attrNameLst>
                                      </p:cBhvr>
                                      <p:tavLst>
                                        <p:tav tm="0">
                                          <p:val>
                                            <p:fltVal val="0"/>
                                          </p:val>
                                        </p:tav>
                                        <p:tav tm="100000">
                                          <p:val>
                                            <p:strVal val="#ppt_h"/>
                                          </p:val>
                                        </p:tav>
                                      </p:tavLst>
                                    </p:anim>
                                    <p:animEffect transition="in" filter="fade">
                                      <p:cBhvr>
                                        <p:cTn id="32" dur="500"/>
                                        <p:tgtEl>
                                          <p:spTgt spid="66"/>
                                        </p:tgtEl>
                                      </p:cBhvr>
                                    </p:animEffect>
                                  </p:childTnLst>
                                </p:cTn>
                              </p:par>
                            </p:childTnLst>
                          </p:cTn>
                        </p:par>
                        <p:par>
                          <p:cTn id="33" fill="hold">
                            <p:stCondLst>
                              <p:cond delay="3000"/>
                            </p:stCondLst>
                            <p:childTnLst>
                              <p:par>
                                <p:cTn id="34" presetID="10" presetClass="entr" presetSubtype="0" fill="hold" grpId="0" nodeType="afterEffect">
                                  <p:stCondLst>
                                    <p:cond delay="0"/>
                                  </p:stCondLst>
                                  <p:childTnLst>
                                    <p:set>
                                      <p:cBhvr>
                                        <p:cTn id="35" dur="1" fill="hold">
                                          <p:stCondLst>
                                            <p:cond delay="0"/>
                                          </p:stCondLst>
                                        </p:cTn>
                                        <p:tgtEl>
                                          <p:spTgt spid="57">
                                            <p:txEl>
                                              <p:pRg st="0" end="0"/>
                                            </p:txEl>
                                          </p:spTgt>
                                        </p:tgtEl>
                                        <p:attrNameLst>
                                          <p:attrName>style.visibility</p:attrName>
                                        </p:attrNameLst>
                                      </p:cBhvr>
                                      <p:to>
                                        <p:strVal val="visible"/>
                                      </p:to>
                                    </p:set>
                                    <p:animEffect transition="in" filter="fade">
                                      <p:cBhvr>
                                        <p:cTn id="36" dur="500"/>
                                        <p:tgtEl>
                                          <p:spTgt spid="57">
                                            <p:txEl>
                                              <p:pRg st="0" end="0"/>
                                            </p:txEl>
                                          </p:spTgt>
                                        </p:tgtEl>
                                      </p:cBhvr>
                                    </p:animEffect>
                                  </p:childTnLst>
                                </p:cTn>
                              </p:par>
                            </p:childTnLst>
                          </p:cTn>
                        </p:par>
                        <p:par>
                          <p:cTn id="37" fill="hold">
                            <p:stCondLst>
                              <p:cond delay="3500"/>
                            </p:stCondLst>
                            <p:childTnLst>
                              <p:par>
                                <p:cTn id="38" presetID="10" presetClass="entr" presetSubtype="0" fill="hold" grpId="0" nodeType="afterEffect">
                                  <p:stCondLst>
                                    <p:cond delay="0"/>
                                  </p:stCondLst>
                                  <p:childTnLst>
                                    <p:set>
                                      <p:cBhvr>
                                        <p:cTn id="39" dur="1" fill="hold">
                                          <p:stCondLst>
                                            <p:cond delay="0"/>
                                          </p:stCondLst>
                                        </p:cTn>
                                        <p:tgtEl>
                                          <p:spTgt spid="58">
                                            <p:txEl>
                                              <p:pRg st="0" end="0"/>
                                            </p:txEl>
                                          </p:spTgt>
                                        </p:tgtEl>
                                        <p:attrNameLst>
                                          <p:attrName>style.visibility</p:attrName>
                                        </p:attrNameLst>
                                      </p:cBhvr>
                                      <p:to>
                                        <p:strVal val="visible"/>
                                      </p:to>
                                    </p:set>
                                    <p:animEffect transition="in" filter="fade">
                                      <p:cBhvr>
                                        <p:cTn id="40" dur="500"/>
                                        <p:tgtEl>
                                          <p:spTgt spid="58">
                                            <p:txEl>
                                              <p:pRg st="0" end="0"/>
                                            </p:txEl>
                                          </p:spTgt>
                                        </p:tgtEl>
                                      </p:cBhvr>
                                    </p:animEffect>
                                  </p:childTnLst>
                                </p:cTn>
                              </p:par>
                            </p:childTnLst>
                          </p:cTn>
                        </p:par>
                        <p:par>
                          <p:cTn id="41" fill="hold">
                            <p:stCondLst>
                              <p:cond delay="4000"/>
                            </p:stCondLst>
                            <p:childTnLst>
                              <p:par>
                                <p:cTn id="42" presetID="53" presetClass="entr" presetSubtype="16" fill="hold" grpId="0" nodeType="afterEffect">
                                  <p:stCondLst>
                                    <p:cond delay="0"/>
                                  </p:stCondLst>
                                  <p:childTnLst>
                                    <p:set>
                                      <p:cBhvr>
                                        <p:cTn id="43" dur="1" fill="hold">
                                          <p:stCondLst>
                                            <p:cond delay="0"/>
                                          </p:stCondLst>
                                        </p:cTn>
                                        <p:tgtEl>
                                          <p:spTgt spid="67"/>
                                        </p:tgtEl>
                                        <p:attrNameLst>
                                          <p:attrName>style.visibility</p:attrName>
                                        </p:attrNameLst>
                                      </p:cBhvr>
                                      <p:to>
                                        <p:strVal val="visible"/>
                                      </p:to>
                                    </p:set>
                                    <p:anim calcmode="lin" valueType="num">
                                      <p:cBhvr>
                                        <p:cTn id="44" dur="500" fill="hold"/>
                                        <p:tgtEl>
                                          <p:spTgt spid="67"/>
                                        </p:tgtEl>
                                        <p:attrNameLst>
                                          <p:attrName>ppt_w</p:attrName>
                                        </p:attrNameLst>
                                      </p:cBhvr>
                                      <p:tavLst>
                                        <p:tav tm="0">
                                          <p:val>
                                            <p:fltVal val="0"/>
                                          </p:val>
                                        </p:tav>
                                        <p:tav tm="100000">
                                          <p:val>
                                            <p:strVal val="#ppt_w"/>
                                          </p:val>
                                        </p:tav>
                                      </p:tavLst>
                                    </p:anim>
                                    <p:anim calcmode="lin" valueType="num">
                                      <p:cBhvr>
                                        <p:cTn id="45" dur="500" fill="hold"/>
                                        <p:tgtEl>
                                          <p:spTgt spid="67"/>
                                        </p:tgtEl>
                                        <p:attrNameLst>
                                          <p:attrName>ppt_h</p:attrName>
                                        </p:attrNameLst>
                                      </p:cBhvr>
                                      <p:tavLst>
                                        <p:tav tm="0">
                                          <p:val>
                                            <p:fltVal val="0"/>
                                          </p:val>
                                        </p:tav>
                                        <p:tav tm="100000">
                                          <p:val>
                                            <p:strVal val="#ppt_h"/>
                                          </p:val>
                                        </p:tav>
                                      </p:tavLst>
                                    </p:anim>
                                    <p:animEffect transition="in" filter="fade">
                                      <p:cBhvr>
                                        <p:cTn id="46" dur="500"/>
                                        <p:tgtEl>
                                          <p:spTgt spid="67"/>
                                        </p:tgtEl>
                                      </p:cBhvr>
                                    </p:animEffect>
                                  </p:childTnLst>
                                </p:cTn>
                              </p:par>
                            </p:childTnLst>
                          </p:cTn>
                        </p:par>
                        <p:par>
                          <p:cTn id="47" fill="hold">
                            <p:stCondLst>
                              <p:cond delay="4500"/>
                            </p:stCondLst>
                            <p:childTnLst>
                              <p:par>
                                <p:cTn id="48" presetID="10" presetClass="entr" presetSubtype="0" fill="hold" grpId="0" nodeType="afterEffect">
                                  <p:stCondLst>
                                    <p:cond delay="0"/>
                                  </p:stCondLst>
                                  <p:childTnLst>
                                    <p:set>
                                      <p:cBhvr>
                                        <p:cTn id="49" dur="1" fill="hold">
                                          <p:stCondLst>
                                            <p:cond delay="0"/>
                                          </p:stCondLst>
                                        </p:cTn>
                                        <p:tgtEl>
                                          <p:spTgt spid="59">
                                            <p:txEl>
                                              <p:pRg st="0" end="0"/>
                                            </p:txEl>
                                          </p:spTgt>
                                        </p:tgtEl>
                                        <p:attrNameLst>
                                          <p:attrName>style.visibility</p:attrName>
                                        </p:attrNameLst>
                                      </p:cBhvr>
                                      <p:to>
                                        <p:strVal val="visible"/>
                                      </p:to>
                                    </p:set>
                                    <p:animEffect transition="in" filter="fade">
                                      <p:cBhvr>
                                        <p:cTn id="50" dur="500"/>
                                        <p:tgtEl>
                                          <p:spTgt spid="59">
                                            <p:txEl>
                                              <p:pRg st="0" end="0"/>
                                            </p:txEl>
                                          </p:spTgt>
                                        </p:tgtEl>
                                      </p:cBhvr>
                                    </p:animEffect>
                                  </p:childTnLst>
                                </p:cTn>
                              </p:par>
                            </p:childTnLst>
                          </p:cTn>
                        </p:par>
                        <p:par>
                          <p:cTn id="51" fill="hold">
                            <p:stCondLst>
                              <p:cond delay="5000"/>
                            </p:stCondLst>
                            <p:childTnLst>
                              <p:par>
                                <p:cTn id="52" presetID="10" presetClass="entr" presetSubtype="0" fill="hold" grpId="0" nodeType="afterEffect">
                                  <p:stCondLst>
                                    <p:cond delay="0"/>
                                  </p:stCondLst>
                                  <p:childTnLst>
                                    <p:set>
                                      <p:cBhvr>
                                        <p:cTn id="53" dur="1" fill="hold">
                                          <p:stCondLst>
                                            <p:cond delay="0"/>
                                          </p:stCondLst>
                                        </p:cTn>
                                        <p:tgtEl>
                                          <p:spTgt spid="60">
                                            <p:txEl>
                                              <p:pRg st="0" end="0"/>
                                            </p:txEl>
                                          </p:spTgt>
                                        </p:tgtEl>
                                        <p:attrNameLst>
                                          <p:attrName>style.visibility</p:attrName>
                                        </p:attrNameLst>
                                      </p:cBhvr>
                                      <p:to>
                                        <p:strVal val="visible"/>
                                      </p:to>
                                    </p:set>
                                    <p:animEffect transition="in" filter="fade">
                                      <p:cBhvr>
                                        <p:cTn id="54" dur="500"/>
                                        <p:tgtEl>
                                          <p:spTgt spid="60">
                                            <p:txEl>
                                              <p:pRg st="0" end="0"/>
                                            </p:txEl>
                                          </p:spTgt>
                                        </p:tgtEl>
                                      </p:cBhvr>
                                    </p:animEffect>
                                  </p:childTnLst>
                                </p:cTn>
                              </p:par>
                            </p:childTnLst>
                          </p:cTn>
                        </p:par>
                        <p:par>
                          <p:cTn id="55" fill="hold">
                            <p:stCondLst>
                              <p:cond delay="5500"/>
                            </p:stCondLst>
                            <p:childTnLst>
                              <p:par>
                                <p:cTn id="56" presetID="53" presetClass="entr" presetSubtype="16" fill="hold" grpId="0" nodeType="afterEffect">
                                  <p:stCondLst>
                                    <p:cond delay="0"/>
                                  </p:stCondLst>
                                  <p:childTnLst>
                                    <p:set>
                                      <p:cBhvr>
                                        <p:cTn id="57" dur="1" fill="hold">
                                          <p:stCondLst>
                                            <p:cond delay="0"/>
                                          </p:stCondLst>
                                        </p:cTn>
                                        <p:tgtEl>
                                          <p:spTgt spid="68"/>
                                        </p:tgtEl>
                                        <p:attrNameLst>
                                          <p:attrName>style.visibility</p:attrName>
                                        </p:attrNameLst>
                                      </p:cBhvr>
                                      <p:to>
                                        <p:strVal val="visible"/>
                                      </p:to>
                                    </p:set>
                                    <p:anim calcmode="lin" valueType="num">
                                      <p:cBhvr>
                                        <p:cTn id="58" dur="500" fill="hold"/>
                                        <p:tgtEl>
                                          <p:spTgt spid="68"/>
                                        </p:tgtEl>
                                        <p:attrNameLst>
                                          <p:attrName>ppt_w</p:attrName>
                                        </p:attrNameLst>
                                      </p:cBhvr>
                                      <p:tavLst>
                                        <p:tav tm="0">
                                          <p:val>
                                            <p:fltVal val="0"/>
                                          </p:val>
                                        </p:tav>
                                        <p:tav tm="100000">
                                          <p:val>
                                            <p:strVal val="#ppt_w"/>
                                          </p:val>
                                        </p:tav>
                                      </p:tavLst>
                                    </p:anim>
                                    <p:anim calcmode="lin" valueType="num">
                                      <p:cBhvr>
                                        <p:cTn id="59" dur="500" fill="hold"/>
                                        <p:tgtEl>
                                          <p:spTgt spid="68"/>
                                        </p:tgtEl>
                                        <p:attrNameLst>
                                          <p:attrName>ppt_h</p:attrName>
                                        </p:attrNameLst>
                                      </p:cBhvr>
                                      <p:tavLst>
                                        <p:tav tm="0">
                                          <p:val>
                                            <p:fltVal val="0"/>
                                          </p:val>
                                        </p:tav>
                                        <p:tav tm="100000">
                                          <p:val>
                                            <p:strVal val="#ppt_h"/>
                                          </p:val>
                                        </p:tav>
                                      </p:tavLst>
                                    </p:anim>
                                    <p:animEffect transition="in" filter="fade">
                                      <p:cBhvr>
                                        <p:cTn id="60" dur="500"/>
                                        <p:tgtEl>
                                          <p:spTgt spid="68"/>
                                        </p:tgtEl>
                                      </p:cBhvr>
                                    </p:animEffect>
                                  </p:childTnLst>
                                </p:cTn>
                              </p:par>
                            </p:childTnLst>
                          </p:cTn>
                        </p:par>
                        <p:par>
                          <p:cTn id="61" fill="hold">
                            <p:stCondLst>
                              <p:cond delay="6000"/>
                            </p:stCondLst>
                            <p:childTnLst>
                              <p:par>
                                <p:cTn id="62" presetID="10" presetClass="entr" presetSubtype="0" fill="hold" grpId="0" nodeType="afterEffect">
                                  <p:stCondLst>
                                    <p:cond delay="0"/>
                                  </p:stCondLst>
                                  <p:childTnLst>
                                    <p:set>
                                      <p:cBhvr>
                                        <p:cTn id="63" dur="1" fill="hold">
                                          <p:stCondLst>
                                            <p:cond delay="0"/>
                                          </p:stCondLst>
                                        </p:cTn>
                                        <p:tgtEl>
                                          <p:spTgt spid="61">
                                            <p:txEl>
                                              <p:pRg st="0" end="0"/>
                                            </p:txEl>
                                          </p:spTgt>
                                        </p:tgtEl>
                                        <p:attrNameLst>
                                          <p:attrName>style.visibility</p:attrName>
                                        </p:attrNameLst>
                                      </p:cBhvr>
                                      <p:to>
                                        <p:strVal val="visible"/>
                                      </p:to>
                                    </p:set>
                                    <p:animEffect transition="in" filter="fade">
                                      <p:cBhvr>
                                        <p:cTn id="64" dur="500"/>
                                        <p:tgtEl>
                                          <p:spTgt spid="61">
                                            <p:txEl>
                                              <p:pRg st="0" end="0"/>
                                            </p:txEl>
                                          </p:spTgt>
                                        </p:tgtEl>
                                      </p:cBhvr>
                                    </p:animEffect>
                                  </p:childTnLst>
                                </p:cTn>
                              </p:par>
                            </p:childTnLst>
                          </p:cTn>
                        </p:par>
                        <p:par>
                          <p:cTn id="65" fill="hold">
                            <p:stCondLst>
                              <p:cond delay="6500"/>
                            </p:stCondLst>
                            <p:childTnLst>
                              <p:par>
                                <p:cTn id="66" presetID="10" presetClass="entr" presetSubtype="0" fill="hold" grpId="0" nodeType="afterEffect">
                                  <p:stCondLst>
                                    <p:cond delay="0"/>
                                  </p:stCondLst>
                                  <p:childTnLst>
                                    <p:set>
                                      <p:cBhvr>
                                        <p:cTn id="67" dur="1" fill="hold">
                                          <p:stCondLst>
                                            <p:cond delay="0"/>
                                          </p:stCondLst>
                                        </p:cTn>
                                        <p:tgtEl>
                                          <p:spTgt spid="62">
                                            <p:txEl>
                                              <p:pRg st="0" end="0"/>
                                            </p:txEl>
                                          </p:spTgt>
                                        </p:tgtEl>
                                        <p:attrNameLst>
                                          <p:attrName>style.visibility</p:attrName>
                                        </p:attrNameLst>
                                      </p:cBhvr>
                                      <p:to>
                                        <p:strVal val="visible"/>
                                      </p:to>
                                    </p:set>
                                    <p:animEffect transition="in" filter="fade">
                                      <p:cBhvr>
                                        <p:cTn id="68" dur="500"/>
                                        <p:tgtEl>
                                          <p:spTgt spid="62">
                                            <p:txEl>
                                              <p:pRg st="0" end="0"/>
                                            </p:txEl>
                                          </p:spTgt>
                                        </p:tgtEl>
                                      </p:cBhvr>
                                    </p:animEffect>
                                  </p:childTnLst>
                                </p:cTn>
                              </p:par>
                            </p:childTnLst>
                          </p:cTn>
                        </p:par>
                        <p:par>
                          <p:cTn id="69" fill="hold">
                            <p:stCondLst>
                              <p:cond delay="7000"/>
                            </p:stCondLst>
                            <p:childTnLst>
                              <p:par>
                                <p:cTn id="70" presetID="53" presetClass="entr" presetSubtype="16" fill="hold" grpId="0" nodeType="afterEffect">
                                  <p:stCondLst>
                                    <p:cond delay="0"/>
                                  </p:stCondLst>
                                  <p:childTnLst>
                                    <p:set>
                                      <p:cBhvr>
                                        <p:cTn id="71" dur="1" fill="hold">
                                          <p:stCondLst>
                                            <p:cond delay="0"/>
                                          </p:stCondLst>
                                        </p:cTn>
                                        <p:tgtEl>
                                          <p:spTgt spid="69"/>
                                        </p:tgtEl>
                                        <p:attrNameLst>
                                          <p:attrName>style.visibility</p:attrName>
                                        </p:attrNameLst>
                                      </p:cBhvr>
                                      <p:to>
                                        <p:strVal val="visible"/>
                                      </p:to>
                                    </p:set>
                                    <p:anim calcmode="lin" valueType="num">
                                      <p:cBhvr>
                                        <p:cTn id="72" dur="500" fill="hold"/>
                                        <p:tgtEl>
                                          <p:spTgt spid="69"/>
                                        </p:tgtEl>
                                        <p:attrNameLst>
                                          <p:attrName>ppt_w</p:attrName>
                                        </p:attrNameLst>
                                      </p:cBhvr>
                                      <p:tavLst>
                                        <p:tav tm="0">
                                          <p:val>
                                            <p:fltVal val="0"/>
                                          </p:val>
                                        </p:tav>
                                        <p:tav tm="100000">
                                          <p:val>
                                            <p:strVal val="#ppt_w"/>
                                          </p:val>
                                        </p:tav>
                                      </p:tavLst>
                                    </p:anim>
                                    <p:anim calcmode="lin" valueType="num">
                                      <p:cBhvr>
                                        <p:cTn id="73" dur="500" fill="hold"/>
                                        <p:tgtEl>
                                          <p:spTgt spid="69"/>
                                        </p:tgtEl>
                                        <p:attrNameLst>
                                          <p:attrName>ppt_h</p:attrName>
                                        </p:attrNameLst>
                                      </p:cBhvr>
                                      <p:tavLst>
                                        <p:tav tm="0">
                                          <p:val>
                                            <p:fltVal val="0"/>
                                          </p:val>
                                        </p:tav>
                                        <p:tav tm="100000">
                                          <p:val>
                                            <p:strVal val="#ppt_h"/>
                                          </p:val>
                                        </p:tav>
                                      </p:tavLst>
                                    </p:anim>
                                    <p:animEffect transition="in" filter="fade">
                                      <p:cBhvr>
                                        <p:cTn id="74" dur="500"/>
                                        <p:tgtEl>
                                          <p:spTgt spid="69"/>
                                        </p:tgtEl>
                                      </p:cBhvr>
                                    </p:animEffect>
                                  </p:childTnLst>
                                </p:cTn>
                              </p:par>
                            </p:childTnLst>
                          </p:cTn>
                        </p:par>
                        <p:par>
                          <p:cTn id="75" fill="hold">
                            <p:stCondLst>
                              <p:cond delay="7500"/>
                            </p:stCondLst>
                            <p:childTnLst>
                              <p:par>
                                <p:cTn id="76" presetID="10" presetClass="entr" presetSubtype="0" fill="hold" grpId="0" nodeType="afterEffect">
                                  <p:stCondLst>
                                    <p:cond delay="0"/>
                                  </p:stCondLst>
                                  <p:childTnLst>
                                    <p:set>
                                      <p:cBhvr>
                                        <p:cTn id="77" dur="1" fill="hold">
                                          <p:stCondLst>
                                            <p:cond delay="0"/>
                                          </p:stCondLst>
                                        </p:cTn>
                                        <p:tgtEl>
                                          <p:spTgt spid="63">
                                            <p:txEl>
                                              <p:pRg st="0" end="0"/>
                                            </p:txEl>
                                          </p:spTgt>
                                        </p:tgtEl>
                                        <p:attrNameLst>
                                          <p:attrName>style.visibility</p:attrName>
                                        </p:attrNameLst>
                                      </p:cBhvr>
                                      <p:to>
                                        <p:strVal val="visible"/>
                                      </p:to>
                                    </p:set>
                                    <p:animEffect transition="in" filter="fade">
                                      <p:cBhvr>
                                        <p:cTn id="78" dur="500"/>
                                        <p:tgtEl>
                                          <p:spTgt spid="63">
                                            <p:txEl>
                                              <p:pRg st="0" end="0"/>
                                            </p:txEl>
                                          </p:spTgt>
                                        </p:tgtEl>
                                      </p:cBhvr>
                                    </p:animEffect>
                                  </p:childTnLst>
                                </p:cTn>
                              </p:par>
                            </p:childTnLst>
                          </p:cTn>
                        </p:par>
                        <p:par>
                          <p:cTn id="79" fill="hold">
                            <p:stCondLst>
                              <p:cond delay="8000"/>
                            </p:stCondLst>
                            <p:childTnLst>
                              <p:par>
                                <p:cTn id="80" presetID="10" presetClass="entr" presetSubtype="0" fill="hold" grpId="0" nodeType="afterEffect">
                                  <p:stCondLst>
                                    <p:cond delay="0"/>
                                  </p:stCondLst>
                                  <p:childTnLst>
                                    <p:set>
                                      <p:cBhvr>
                                        <p:cTn id="81" dur="1" fill="hold">
                                          <p:stCondLst>
                                            <p:cond delay="0"/>
                                          </p:stCondLst>
                                        </p:cTn>
                                        <p:tgtEl>
                                          <p:spTgt spid="64">
                                            <p:txEl>
                                              <p:pRg st="0" end="0"/>
                                            </p:txEl>
                                          </p:spTgt>
                                        </p:tgtEl>
                                        <p:attrNameLst>
                                          <p:attrName>style.visibility</p:attrName>
                                        </p:attrNameLst>
                                      </p:cBhvr>
                                      <p:to>
                                        <p:strVal val="visible"/>
                                      </p:to>
                                    </p:set>
                                    <p:animEffect transition="in" filter="fade">
                                      <p:cBhvr>
                                        <p:cTn id="82" dur="500"/>
                                        <p:tgtEl>
                                          <p:spTgt spid="64">
                                            <p:txEl>
                                              <p:pRg st="0" end="0"/>
                                            </p:txEl>
                                          </p:spTgt>
                                        </p:tgtEl>
                                      </p:cBhvr>
                                    </p:animEffect>
                                  </p:childTnLst>
                                </p:cTn>
                              </p:par>
                            </p:childTnLst>
                          </p:cTn>
                        </p:par>
                        <p:par>
                          <p:cTn id="83" fill="hold">
                            <p:stCondLst>
                              <p:cond delay="8500"/>
                            </p:stCondLst>
                            <p:childTnLst>
                              <p:par>
                                <p:cTn id="84" presetID="53" presetClass="entr" presetSubtype="16" fill="hold" grpId="0" nodeType="afterEffect">
                                  <p:stCondLst>
                                    <p:cond delay="0"/>
                                  </p:stCondLst>
                                  <p:childTnLst>
                                    <p:set>
                                      <p:cBhvr>
                                        <p:cTn id="85" dur="1" fill="hold">
                                          <p:stCondLst>
                                            <p:cond delay="0"/>
                                          </p:stCondLst>
                                        </p:cTn>
                                        <p:tgtEl>
                                          <p:spTgt spid="72"/>
                                        </p:tgtEl>
                                        <p:attrNameLst>
                                          <p:attrName>style.visibility</p:attrName>
                                        </p:attrNameLst>
                                      </p:cBhvr>
                                      <p:to>
                                        <p:strVal val="visible"/>
                                      </p:to>
                                    </p:set>
                                    <p:anim calcmode="lin" valueType="num">
                                      <p:cBhvr>
                                        <p:cTn id="86" dur="500" fill="hold"/>
                                        <p:tgtEl>
                                          <p:spTgt spid="72"/>
                                        </p:tgtEl>
                                        <p:attrNameLst>
                                          <p:attrName>ppt_w</p:attrName>
                                        </p:attrNameLst>
                                      </p:cBhvr>
                                      <p:tavLst>
                                        <p:tav tm="0">
                                          <p:val>
                                            <p:fltVal val="0"/>
                                          </p:val>
                                        </p:tav>
                                        <p:tav tm="100000">
                                          <p:val>
                                            <p:strVal val="#ppt_w"/>
                                          </p:val>
                                        </p:tav>
                                      </p:tavLst>
                                    </p:anim>
                                    <p:anim calcmode="lin" valueType="num">
                                      <p:cBhvr>
                                        <p:cTn id="87" dur="500" fill="hold"/>
                                        <p:tgtEl>
                                          <p:spTgt spid="72"/>
                                        </p:tgtEl>
                                        <p:attrNameLst>
                                          <p:attrName>ppt_h</p:attrName>
                                        </p:attrNameLst>
                                      </p:cBhvr>
                                      <p:tavLst>
                                        <p:tav tm="0">
                                          <p:val>
                                            <p:fltVal val="0"/>
                                          </p:val>
                                        </p:tav>
                                        <p:tav tm="100000">
                                          <p:val>
                                            <p:strVal val="#ppt_h"/>
                                          </p:val>
                                        </p:tav>
                                      </p:tavLst>
                                    </p:anim>
                                    <p:animEffect transition="in" filter="fade">
                                      <p:cBhvr>
                                        <p:cTn id="88" dur="500"/>
                                        <p:tgtEl>
                                          <p:spTgt spid="72"/>
                                        </p:tgtEl>
                                      </p:cBhvr>
                                    </p:animEffect>
                                  </p:childTnLst>
                                </p:cTn>
                              </p:par>
                            </p:childTnLst>
                          </p:cTn>
                        </p:par>
                        <p:par>
                          <p:cTn id="89" fill="hold">
                            <p:stCondLst>
                              <p:cond delay="9000"/>
                            </p:stCondLst>
                            <p:childTnLst>
                              <p:par>
                                <p:cTn id="90" presetID="10" presetClass="entr" presetSubtype="0" fill="hold" grpId="0" nodeType="afterEffect">
                                  <p:stCondLst>
                                    <p:cond delay="0"/>
                                  </p:stCondLst>
                                  <p:childTnLst>
                                    <p:set>
                                      <p:cBhvr>
                                        <p:cTn id="91" dur="1" fill="hold">
                                          <p:stCondLst>
                                            <p:cond delay="0"/>
                                          </p:stCondLst>
                                        </p:cTn>
                                        <p:tgtEl>
                                          <p:spTgt spid="70">
                                            <p:txEl>
                                              <p:pRg st="0" end="0"/>
                                            </p:txEl>
                                          </p:spTgt>
                                        </p:tgtEl>
                                        <p:attrNameLst>
                                          <p:attrName>style.visibility</p:attrName>
                                        </p:attrNameLst>
                                      </p:cBhvr>
                                      <p:to>
                                        <p:strVal val="visible"/>
                                      </p:to>
                                    </p:set>
                                    <p:animEffect transition="in" filter="fade">
                                      <p:cBhvr>
                                        <p:cTn id="92" dur="500"/>
                                        <p:tgtEl>
                                          <p:spTgt spid="70">
                                            <p:txEl>
                                              <p:pRg st="0" end="0"/>
                                            </p:txEl>
                                          </p:spTgt>
                                        </p:tgtEl>
                                      </p:cBhvr>
                                    </p:animEffect>
                                  </p:childTnLst>
                                </p:cTn>
                              </p:par>
                            </p:childTnLst>
                          </p:cTn>
                        </p:par>
                        <p:par>
                          <p:cTn id="93" fill="hold">
                            <p:stCondLst>
                              <p:cond delay="9500"/>
                            </p:stCondLst>
                            <p:childTnLst>
                              <p:par>
                                <p:cTn id="94" presetID="10" presetClass="entr" presetSubtype="0" fill="hold" grpId="0" nodeType="afterEffect">
                                  <p:stCondLst>
                                    <p:cond delay="0"/>
                                  </p:stCondLst>
                                  <p:childTnLst>
                                    <p:set>
                                      <p:cBhvr>
                                        <p:cTn id="95" dur="1" fill="hold">
                                          <p:stCondLst>
                                            <p:cond delay="0"/>
                                          </p:stCondLst>
                                        </p:cTn>
                                        <p:tgtEl>
                                          <p:spTgt spid="71">
                                            <p:txEl>
                                              <p:pRg st="0" end="0"/>
                                            </p:txEl>
                                          </p:spTgt>
                                        </p:tgtEl>
                                        <p:attrNameLst>
                                          <p:attrName>style.visibility</p:attrName>
                                        </p:attrNameLst>
                                      </p:cBhvr>
                                      <p:to>
                                        <p:strVal val="visible"/>
                                      </p:to>
                                    </p:set>
                                    <p:animEffect transition="in" filter="fade">
                                      <p:cBhvr>
                                        <p:cTn id="96" dur="500"/>
                                        <p:tgtEl>
                                          <p:spTgt spid="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7" grpId="0" build="p"/>
      <p:bldP spid="48" grpId="0" build="p"/>
      <p:bldP spid="57" grpId="0" build="p"/>
      <p:bldP spid="58" grpId="0" build="p"/>
      <p:bldP spid="59" grpId="0" build="p"/>
      <p:bldP spid="60" grpId="0" build="p"/>
      <p:bldP spid="61" grpId="0" build="p"/>
      <p:bldP spid="62" grpId="0" build="p"/>
      <p:bldP spid="63" grpId="0" build="p"/>
      <p:bldP spid="64" grpId="0" build="p"/>
      <p:bldP spid="65" grpId="0" animBg="1"/>
      <p:bldP spid="66" grpId="0" animBg="1"/>
      <p:bldP spid="67" grpId="0" animBg="1"/>
      <p:bldP spid="68" grpId="0" animBg="1"/>
      <p:bldP spid="69" grpId="0" animBg="1"/>
      <p:bldP spid="70" grpId="0" build="p"/>
      <p:bldP spid="71" grpId="0" build="p"/>
      <p:bldP spid="7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Oval 25"/>
          <p:cNvSpPr/>
          <p:nvPr/>
        </p:nvSpPr>
        <p:spPr>
          <a:xfrm>
            <a:off x="2914500" y="1054835"/>
            <a:ext cx="2917112" cy="29171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grpSp>
        <p:nvGrpSpPr>
          <p:cNvPr id="18" name="Group 17"/>
          <p:cNvGrpSpPr/>
          <p:nvPr/>
        </p:nvGrpSpPr>
        <p:grpSpPr>
          <a:xfrm>
            <a:off x="3721695" y="1356280"/>
            <a:ext cx="1288319" cy="2343212"/>
            <a:chOff x="2777030" y="1276350"/>
            <a:chExt cx="1871170" cy="3403312"/>
          </a:xfrm>
          <a:effectLst>
            <a:outerShdw blurRad="50800" dist="38100" dir="2700000" algn="tl" rotWithShape="0">
              <a:prstClr val="black">
                <a:alpha val="40000"/>
              </a:prstClr>
            </a:outerShdw>
          </a:effectLst>
        </p:grpSpPr>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77030" y="1276350"/>
              <a:ext cx="1871170" cy="3403312"/>
            </a:xfrm>
            <a:prstGeom prst="rect">
              <a:avLst/>
            </a:prstGeom>
          </p:spPr>
        </p:pic>
        <p:sp>
          <p:nvSpPr>
            <p:cNvPr id="20" name="Rectangle 19"/>
            <p:cNvSpPr/>
            <p:nvPr/>
          </p:nvSpPr>
          <p:spPr>
            <a:xfrm>
              <a:off x="2961703" y="1874759"/>
              <a:ext cx="1501824" cy="221146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5201379" y="1231685"/>
            <a:ext cx="643345" cy="643347"/>
            <a:chOff x="8197836" y="1898395"/>
            <a:chExt cx="1017919" cy="1017922"/>
          </a:xfrm>
        </p:grpSpPr>
        <p:sp>
          <p:nvSpPr>
            <p:cNvPr id="27" name="Shape 255"/>
            <p:cNvSpPr/>
            <p:nvPr/>
          </p:nvSpPr>
          <p:spPr>
            <a:xfrm>
              <a:off x="8197836" y="1898395"/>
              <a:ext cx="1017919" cy="101792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accent3"/>
            </a:solidFill>
            <a:ln w="76200" cap="flat">
              <a:solidFill>
                <a:schemeClr val="bg1"/>
              </a:solidFill>
              <a:miter lim="400000"/>
            </a:ln>
            <a:effectLst/>
          </p:spPr>
          <p:txBody>
            <a:bodyPr wrap="square" lIns="28575" tIns="28575" rIns="28575" bIns="28575" numCol="1" anchor="ctr">
              <a:noAutofit/>
            </a:bodyPr>
            <a:lstStyle/>
            <a:p>
              <a:pPr algn="ctr">
                <a:defRPr sz="3200">
                  <a:solidFill>
                    <a:srgbClr val="FFFFFF"/>
                  </a:solidFill>
                  <a:latin typeface="+mn-lt"/>
                  <a:ea typeface="+mn-ea"/>
                  <a:cs typeface="+mn-cs"/>
                  <a:sym typeface="Helvetica Light"/>
                </a:defRPr>
              </a:pPr>
              <a:endParaRPr sz="2400"/>
            </a:p>
          </p:txBody>
        </p:sp>
        <p:sp>
          <p:nvSpPr>
            <p:cNvPr id="28" name="Shape 256"/>
            <p:cNvSpPr/>
            <p:nvPr/>
          </p:nvSpPr>
          <p:spPr>
            <a:xfrm>
              <a:off x="8505560" y="2180961"/>
              <a:ext cx="402470" cy="452790"/>
            </a:xfrm>
            <a:custGeom>
              <a:avLst/>
              <a:gdLst/>
              <a:ahLst/>
              <a:cxnLst>
                <a:cxn ang="0">
                  <a:pos x="wd2" y="hd2"/>
                </a:cxn>
                <a:cxn ang="5400000">
                  <a:pos x="wd2" y="hd2"/>
                </a:cxn>
                <a:cxn ang="10800000">
                  <a:pos x="wd2" y="hd2"/>
                </a:cxn>
                <a:cxn ang="16200000">
                  <a:pos x="wd2" y="hd2"/>
                </a:cxn>
              </a:cxnLst>
              <a:rect l="0" t="0" r="r" b="b"/>
              <a:pathLst>
                <a:path w="21600" h="20960" extrusionOk="0">
                  <a:moveTo>
                    <a:pt x="4050" y="7519"/>
                  </a:moveTo>
                  <a:cubicBezTo>
                    <a:pt x="3162" y="7519"/>
                    <a:pt x="0" y="7985"/>
                    <a:pt x="0" y="11155"/>
                  </a:cubicBezTo>
                  <a:lnTo>
                    <a:pt x="0" y="16801"/>
                  </a:lnTo>
                  <a:cubicBezTo>
                    <a:pt x="0" y="19969"/>
                    <a:pt x="3162" y="20318"/>
                    <a:pt x="4050" y="20318"/>
                  </a:cubicBezTo>
                  <a:cubicBezTo>
                    <a:pt x="4937" y="20318"/>
                    <a:pt x="2700" y="19652"/>
                    <a:pt x="2700" y="17687"/>
                  </a:cubicBezTo>
                  <a:lnTo>
                    <a:pt x="2700" y="10266"/>
                  </a:lnTo>
                  <a:cubicBezTo>
                    <a:pt x="2700" y="8207"/>
                    <a:pt x="4937" y="7519"/>
                    <a:pt x="4050" y="7519"/>
                  </a:cubicBezTo>
                  <a:close/>
                  <a:moveTo>
                    <a:pt x="15725" y="7408"/>
                  </a:moveTo>
                  <a:cubicBezTo>
                    <a:pt x="15545" y="6995"/>
                    <a:pt x="20503" y="3177"/>
                    <a:pt x="17612" y="83"/>
                  </a:cubicBezTo>
                  <a:cubicBezTo>
                    <a:pt x="16936" y="-640"/>
                    <a:pt x="14641" y="3547"/>
                    <a:pt x="11382" y="5443"/>
                  </a:cubicBezTo>
                  <a:cubicBezTo>
                    <a:pt x="9584" y="6488"/>
                    <a:pt x="5400" y="8715"/>
                    <a:pt x="5400" y="9946"/>
                  </a:cubicBezTo>
                  <a:lnTo>
                    <a:pt x="5400" y="17913"/>
                  </a:lnTo>
                  <a:cubicBezTo>
                    <a:pt x="5400" y="19393"/>
                    <a:pt x="12034" y="20960"/>
                    <a:pt x="17075" y="20960"/>
                  </a:cubicBezTo>
                  <a:cubicBezTo>
                    <a:pt x="18923" y="20960"/>
                    <a:pt x="21600" y="10974"/>
                    <a:pt x="21600" y="9388"/>
                  </a:cubicBezTo>
                  <a:cubicBezTo>
                    <a:pt x="21600" y="7795"/>
                    <a:pt x="15902" y="7823"/>
                    <a:pt x="15725" y="7408"/>
                  </a:cubicBezTo>
                  <a:close/>
                </a:path>
              </a:pathLst>
            </a:custGeom>
            <a:solidFill>
              <a:srgbClr val="FFFFFF"/>
            </a:solidFill>
            <a:ln w="12700" cap="flat">
              <a:noFill/>
              <a:miter lim="400000"/>
            </a:ln>
            <a:effectLst/>
          </p:spPr>
          <p:txBody>
            <a:bodyPr wrap="square" lIns="32742" tIns="32742" rIns="32742" bIns="32742" numCol="1" anchor="ctr">
              <a:noAutofit/>
            </a:bodyPr>
            <a:lstStyle/>
            <a:p>
              <a:pPr algn="ctr">
                <a:defRPr sz="3200">
                  <a:solidFill>
                    <a:srgbClr val="FFFFFF"/>
                  </a:solidFill>
                  <a:latin typeface="+mn-lt"/>
                  <a:ea typeface="+mn-ea"/>
                  <a:cs typeface="+mn-cs"/>
                  <a:sym typeface="Helvetica Light"/>
                </a:defRPr>
              </a:pPr>
              <a:endParaRPr sz="2400"/>
            </a:p>
          </p:txBody>
        </p:sp>
      </p:grpSp>
      <p:grpSp>
        <p:nvGrpSpPr>
          <p:cNvPr id="31" name="Group 30"/>
          <p:cNvGrpSpPr/>
          <p:nvPr/>
        </p:nvGrpSpPr>
        <p:grpSpPr>
          <a:xfrm>
            <a:off x="2886986" y="1233887"/>
            <a:ext cx="643345" cy="643347"/>
            <a:chOff x="8197836" y="1898395"/>
            <a:chExt cx="1017919" cy="1017922"/>
          </a:xfrm>
        </p:grpSpPr>
        <p:sp>
          <p:nvSpPr>
            <p:cNvPr id="32" name="Shape 255"/>
            <p:cNvSpPr/>
            <p:nvPr/>
          </p:nvSpPr>
          <p:spPr>
            <a:xfrm>
              <a:off x="8197836" y="1898395"/>
              <a:ext cx="1017919" cy="101792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accent2"/>
            </a:solidFill>
            <a:ln w="76200" cap="flat">
              <a:solidFill>
                <a:schemeClr val="bg1"/>
              </a:solidFill>
              <a:miter lim="400000"/>
            </a:ln>
            <a:effectLst/>
          </p:spPr>
          <p:txBody>
            <a:bodyPr wrap="square" lIns="28575" tIns="28575" rIns="28575" bIns="28575" numCol="1" anchor="ctr">
              <a:noAutofit/>
            </a:bodyPr>
            <a:lstStyle/>
            <a:p>
              <a:pPr algn="ctr">
                <a:defRPr sz="3200">
                  <a:solidFill>
                    <a:srgbClr val="FFFFFF"/>
                  </a:solidFill>
                  <a:latin typeface="+mn-lt"/>
                  <a:ea typeface="+mn-ea"/>
                  <a:cs typeface="+mn-cs"/>
                  <a:sym typeface="Helvetica Light"/>
                </a:defRPr>
              </a:pPr>
              <a:endParaRPr sz="2400"/>
            </a:p>
          </p:txBody>
        </p:sp>
        <p:sp>
          <p:nvSpPr>
            <p:cNvPr id="33" name="Shape 256"/>
            <p:cNvSpPr/>
            <p:nvPr/>
          </p:nvSpPr>
          <p:spPr>
            <a:xfrm flipH="1">
              <a:off x="8505560" y="2180961"/>
              <a:ext cx="402470" cy="452790"/>
            </a:xfrm>
            <a:custGeom>
              <a:avLst/>
              <a:gdLst/>
              <a:ahLst/>
              <a:cxnLst>
                <a:cxn ang="0">
                  <a:pos x="wd2" y="hd2"/>
                </a:cxn>
                <a:cxn ang="5400000">
                  <a:pos x="wd2" y="hd2"/>
                </a:cxn>
                <a:cxn ang="10800000">
                  <a:pos x="wd2" y="hd2"/>
                </a:cxn>
                <a:cxn ang="16200000">
                  <a:pos x="wd2" y="hd2"/>
                </a:cxn>
              </a:cxnLst>
              <a:rect l="0" t="0" r="r" b="b"/>
              <a:pathLst>
                <a:path w="21600" h="20960" extrusionOk="0">
                  <a:moveTo>
                    <a:pt x="4050" y="7519"/>
                  </a:moveTo>
                  <a:cubicBezTo>
                    <a:pt x="3162" y="7519"/>
                    <a:pt x="0" y="7985"/>
                    <a:pt x="0" y="11155"/>
                  </a:cubicBezTo>
                  <a:lnTo>
                    <a:pt x="0" y="16801"/>
                  </a:lnTo>
                  <a:cubicBezTo>
                    <a:pt x="0" y="19969"/>
                    <a:pt x="3162" y="20318"/>
                    <a:pt x="4050" y="20318"/>
                  </a:cubicBezTo>
                  <a:cubicBezTo>
                    <a:pt x="4937" y="20318"/>
                    <a:pt x="2700" y="19652"/>
                    <a:pt x="2700" y="17687"/>
                  </a:cubicBezTo>
                  <a:lnTo>
                    <a:pt x="2700" y="10266"/>
                  </a:lnTo>
                  <a:cubicBezTo>
                    <a:pt x="2700" y="8207"/>
                    <a:pt x="4937" y="7519"/>
                    <a:pt x="4050" y="7519"/>
                  </a:cubicBezTo>
                  <a:close/>
                  <a:moveTo>
                    <a:pt x="15725" y="7408"/>
                  </a:moveTo>
                  <a:cubicBezTo>
                    <a:pt x="15545" y="6995"/>
                    <a:pt x="20503" y="3177"/>
                    <a:pt x="17612" y="83"/>
                  </a:cubicBezTo>
                  <a:cubicBezTo>
                    <a:pt x="16936" y="-640"/>
                    <a:pt x="14641" y="3547"/>
                    <a:pt x="11382" y="5443"/>
                  </a:cubicBezTo>
                  <a:cubicBezTo>
                    <a:pt x="9584" y="6488"/>
                    <a:pt x="5400" y="8715"/>
                    <a:pt x="5400" y="9946"/>
                  </a:cubicBezTo>
                  <a:lnTo>
                    <a:pt x="5400" y="17913"/>
                  </a:lnTo>
                  <a:cubicBezTo>
                    <a:pt x="5400" y="19393"/>
                    <a:pt x="12034" y="20960"/>
                    <a:pt x="17075" y="20960"/>
                  </a:cubicBezTo>
                  <a:cubicBezTo>
                    <a:pt x="18923" y="20960"/>
                    <a:pt x="21600" y="10974"/>
                    <a:pt x="21600" y="9388"/>
                  </a:cubicBezTo>
                  <a:cubicBezTo>
                    <a:pt x="21600" y="7795"/>
                    <a:pt x="15902" y="7823"/>
                    <a:pt x="15725" y="7408"/>
                  </a:cubicBezTo>
                  <a:close/>
                </a:path>
              </a:pathLst>
            </a:custGeom>
            <a:solidFill>
              <a:srgbClr val="FFFFFF"/>
            </a:solidFill>
            <a:ln w="12700" cap="flat">
              <a:noFill/>
              <a:miter lim="400000"/>
            </a:ln>
            <a:effectLst/>
          </p:spPr>
          <p:txBody>
            <a:bodyPr wrap="square" lIns="32742" tIns="32742" rIns="32742" bIns="32742" numCol="1" anchor="ctr">
              <a:noAutofit/>
            </a:bodyPr>
            <a:lstStyle/>
            <a:p>
              <a:pPr algn="ctr">
                <a:defRPr sz="3200">
                  <a:solidFill>
                    <a:srgbClr val="FFFFFF"/>
                  </a:solidFill>
                  <a:latin typeface="+mn-lt"/>
                  <a:ea typeface="+mn-ea"/>
                  <a:cs typeface="+mn-cs"/>
                  <a:sym typeface="Helvetica Light"/>
                </a:defRPr>
              </a:pPr>
              <a:endParaRPr sz="2400"/>
            </a:p>
          </p:txBody>
        </p:sp>
      </p:grpSp>
      <p:grpSp>
        <p:nvGrpSpPr>
          <p:cNvPr id="40" name="Group 39"/>
          <p:cNvGrpSpPr/>
          <p:nvPr/>
        </p:nvGrpSpPr>
        <p:grpSpPr>
          <a:xfrm>
            <a:off x="5198272" y="3145881"/>
            <a:ext cx="643345" cy="643347"/>
            <a:chOff x="8197836" y="1898395"/>
            <a:chExt cx="1017919" cy="1017922"/>
          </a:xfrm>
        </p:grpSpPr>
        <p:sp>
          <p:nvSpPr>
            <p:cNvPr id="41" name="Shape 255"/>
            <p:cNvSpPr/>
            <p:nvPr/>
          </p:nvSpPr>
          <p:spPr>
            <a:xfrm>
              <a:off x="8197836" y="1898395"/>
              <a:ext cx="1017919" cy="101792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accent5"/>
            </a:solidFill>
            <a:ln w="76200" cap="flat">
              <a:solidFill>
                <a:schemeClr val="bg1"/>
              </a:solidFill>
              <a:miter lim="400000"/>
            </a:ln>
            <a:effectLst/>
          </p:spPr>
          <p:txBody>
            <a:bodyPr wrap="square" lIns="28575" tIns="28575" rIns="28575" bIns="28575" numCol="1" anchor="ctr">
              <a:noAutofit/>
            </a:bodyPr>
            <a:lstStyle/>
            <a:p>
              <a:pPr algn="ctr">
                <a:defRPr sz="3200">
                  <a:solidFill>
                    <a:srgbClr val="FFFFFF"/>
                  </a:solidFill>
                  <a:latin typeface="+mn-lt"/>
                  <a:ea typeface="+mn-ea"/>
                  <a:cs typeface="+mn-cs"/>
                  <a:sym typeface="Helvetica Light"/>
                </a:defRPr>
              </a:pPr>
              <a:endParaRPr sz="2400"/>
            </a:p>
          </p:txBody>
        </p:sp>
        <p:sp>
          <p:nvSpPr>
            <p:cNvPr id="42" name="Shape 256"/>
            <p:cNvSpPr/>
            <p:nvPr/>
          </p:nvSpPr>
          <p:spPr>
            <a:xfrm>
              <a:off x="8505560" y="2180961"/>
              <a:ext cx="402470" cy="452790"/>
            </a:xfrm>
            <a:custGeom>
              <a:avLst/>
              <a:gdLst/>
              <a:ahLst/>
              <a:cxnLst>
                <a:cxn ang="0">
                  <a:pos x="wd2" y="hd2"/>
                </a:cxn>
                <a:cxn ang="5400000">
                  <a:pos x="wd2" y="hd2"/>
                </a:cxn>
                <a:cxn ang="10800000">
                  <a:pos x="wd2" y="hd2"/>
                </a:cxn>
                <a:cxn ang="16200000">
                  <a:pos x="wd2" y="hd2"/>
                </a:cxn>
              </a:cxnLst>
              <a:rect l="0" t="0" r="r" b="b"/>
              <a:pathLst>
                <a:path w="21600" h="20960" extrusionOk="0">
                  <a:moveTo>
                    <a:pt x="4050" y="7519"/>
                  </a:moveTo>
                  <a:cubicBezTo>
                    <a:pt x="3162" y="7519"/>
                    <a:pt x="0" y="7985"/>
                    <a:pt x="0" y="11155"/>
                  </a:cubicBezTo>
                  <a:lnTo>
                    <a:pt x="0" y="16801"/>
                  </a:lnTo>
                  <a:cubicBezTo>
                    <a:pt x="0" y="19969"/>
                    <a:pt x="3162" y="20318"/>
                    <a:pt x="4050" y="20318"/>
                  </a:cubicBezTo>
                  <a:cubicBezTo>
                    <a:pt x="4937" y="20318"/>
                    <a:pt x="2700" y="19652"/>
                    <a:pt x="2700" y="17687"/>
                  </a:cubicBezTo>
                  <a:lnTo>
                    <a:pt x="2700" y="10266"/>
                  </a:lnTo>
                  <a:cubicBezTo>
                    <a:pt x="2700" y="8207"/>
                    <a:pt x="4937" y="7519"/>
                    <a:pt x="4050" y="7519"/>
                  </a:cubicBezTo>
                  <a:close/>
                  <a:moveTo>
                    <a:pt x="15725" y="7408"/>
                  </a:moveTo>
                  <a:cubicBezTo>
                    <a:pt x="15545" y="6995"/>
                    <a:pt x="20503" y="3177"/>
                    <a:pt x="17612" y="83"/>
                  </a:cubicBezTo>
                  <a:cubicBezTo>
                    <a:pt x="16936" y="-640"/>
                    <a:pt x="14641" y="3547"/>
                    <a:pt x="11382" y="5443"/>
                  </a:cubicBezTo>
                  <a:cubicBezTo>
                    <a:pt x="9584" y="6488"/>
                    <a:pt x="5400" y="8715"/>
                    <a:pt x="5400" y="9946"/>
                  </a:cubicBezTo>
                  <a:lnTo>
                    <a:pt x="5400" y="17913"/>
                  </a:lnTo>
                  <a:cubicBezTo>
                    <a:pt x="5400" y="19393"/>
                    <a:pt x="12034" y="20960"/>
                    <a:pt x="17075" y="20960"/>
                  </a:cubicBezTo>
                  <a:cubicBezTo>
                    <a:pt x="18923" y="20960"/>
                    <a:pt x="21600" y="10974"/>
                    <a:pt x="21600" y="9388"/>
                  </a:cubicBezTo>
                  <a:cubicBezTo>
                    <a:pt x="21600" y="7795"/>
                    <a:pt x="15902" y="7823"/>
                    <a:pt x="15725" y="7408"/>
                  </a:cubicBezTo>
                  <a:close/>
                </a:path>
              </a:pathLst>
            </a:custGeom>
            <a:solidFill>
              <a:srgbClr val="FFFFFF"/>
            </a:solidFill>
            <a:ln w="12700" cap="flat">
              <a:noFill/>
              <a:miter lim="400000"/>
            </a:ln>
            <a:effectLst/>
          </p:spPr>
          <p:txBody>
            <a:bodyPr wrap="square" lIns="32742" tIns="32742" rIns="32742" bIns="32742" numCol="1" anchor="ctr">
              <a:noAutofit/>
            </a:bodyPr>
            <a:lstStyle/>
            <a:p>
              <a:pPr algn="ctr">
                <a:defRPr sz="3200">
                  <a:solidFill>
                    <a:srgbClr val="FFFFFF"/>
                  </a:solidFill>
                  <a:latin typeface="+mn-lt"/>
                  <a:ea typeface="+mn-ea"/>
                  <a:cs typeface="+mn-cs"/>
                  <a:sym typeface="Helvetica Light"/>
                </a:defRPr>
              </a:pPr>
              <a:endParaRPr sz="2400"/>
            </a:p>
          </p:txBody>
        </p:sp>
      </p:grpSp>
      <p:grpSp>
        <p:nvGrpSpPr>
          <p:cNvPr id="43" name="Group 42"/>
          <p:cNvGrpSpPr/>
          <p:nvPr/>
        </p:nvGrpSpPr>
        <p:grpSpPr>
          <a:xfrm>
            <a:off x="2910138" y="3148855"/>
            <a:ext cx="643345" cy="643347"/>
            <a:chOff x="8197836" y="1898395"/>
            <a:chExt cx="1017919" cy="1017922"/>
          </a:xfrm>
        </p:grpSpPr>
        <p:sp>
          <p:nvSpPr>
            <p:cNvPr id="44" name="Shape 255"/>
            <p:cNvSpPr/>
            <p:nvPr/>
          </p:nvSpPr>
          <p:spPr>
            <a:xfrm>
              <a:off x="8197836" y="1898395"/>
              <a:ext cx="1017919" cy="101792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accent4"/>
            </a:solidFill>
            <a:ln w="76200" cap="flat">
              <a:solidFill>
                <a:schemeClr val="bg1"/>
              </a:solidFill>
              <a:miter lim="400000"/>
            </a:ln>
            <a:effectLst/>
          </p:spPr>
          <p:txBody>
            <a:bodyPr wrap="square" lIns="28575" tIns="28575" rIns="28575" bIns="28575" numCol="1" anchor="ctr">
              <a:noAutofit/>
            </a:bodyPr>
            <a:lstStyle/>
            <a:p>
              <a:pPr algn="ctr">
                <a:defRPr sz="3200">
                  <a:solidFill>
                    <a:srgbClr val="FFFFFF"/>
                  </a:solidFill>
                  <a:latin typeface="+mn-lt"/>
                  <a:ea typeface="+mn-ea"/>
                  <a:cs typeface="+mn-cs"/>
                  <a:sym typeface="Helvetica Light"/>
                </a:defRPr>
              </a:pPr>
              <a:endParaRPr sz="2400"/>
            </a:p>
          </p:txBody>
        </p:sp>
        <p:sp>
          <p:nvSpPr>
            <p:cNvPr id="45" name="Shape 256"/>
            <p:cNvSpPr/>
            <p:nvPr/>
          </p:nvSpPr>
          <p:spPr>
            <a:xfrm flipH="1">
              <a:off x="8505560" y="2180961"/>
              <a:ext cx="402470" cy="452790"/>
            </a:xfrm>
            <a:custGeom>
              <a:avLst/>
              <a:gdLst/>
              <a:ahLst/>
              <a:cxnLst>
                <a:cxn ang="0">
                  <a:pos x="wd2" y="hd2"/>
                </a:cxn>
                <a:cxn ang="5400000">
                  <a:pos x="wd2" y="hd2"/>
                </a:cxn>
                <a:cxn ang="10800000">
                  <a:pos x="wd2" y="hd2"/>
                </a:cxn>
                <a:cxn ang="16200000">
                  <a:pos x="wd2" y="hd2"/>
                </a:cxn>
              </a:cxnLst>
              <a:rect l="0" t="0" r="r" b="b"/>
              <a:pathLst>
                <a:path w="21600" h="20960" extrusionOk="0">
                  <a:moveTo>
                    <a:pt x="4050" y="7519"/>
                  </a:moveTo>
                  <a:cubicBezTo>
                    <a:pt x="3162" y="7519"/>
                    <a:pt x="0" y="7985"/>
                    <a:pt x="0" y="11155"/>
                  </a:cubicBezTo>
                  <a:lnTo>
                    <a:pt x="0" y="16801"/>
                  </a:lnTo>
                  <a:cubicBezTo>
                    <a:pt x="0" y="19969"/>
                    <a:pt x="3162" y="20318"/>
                    <a:pt x="4050" y="20318"/>
                  </a:cubicBezTo>
                  <a:cubicBezTo>
                    <a:pt x="4937" y="20318"/>
                    <a:pt x="2700" y="19652"/>
                    <a:pt x="2700" y="17687"/>
                  </a:cubicBezTo>
                  <a:lnTo>
                    <a:pt x="2700" y="10266"/>
                  </a:lnTo>
                  <a:cubicBezTo>
                    <a:pt x="2700" y="8207"/>
                    <a:pt x="4937" y="7519"/>
                    <a:pt x="4050" y="7519"/>
                  </a:cubicBezTo>
                  <a:close/>
                  <a:moveTo>
                    <a:pt x="15725" y="7408"/>
                  </a:moveTo>
                  <a:cubicBezTo>
                    <a:pt x="15545" y="6995"/>
                    <a:pt x="20503" y="3177"/>
                    <a:pt x="17612" y="83"/>
                  </a:cubicBezTo>
                  <a:cubicBezTo>
                    <a:pt x="16936" y="-640"/>
                    <a:pt x="14641" y="3547"/>
                    <a:pt x="11382" y="5443"/>
                  </a:cubicBezTo>
                  <a:cubicBezTo>
                    <a:pt x="9584" y="6488"/>
                    <a:pt x="5400" y="8715"/>
                    <a:pt x="5400" y="9946"/>
                  </a:cubicBezTo>
                  <a:lnTo>
                    <a:pt x="5400" y="17913"/>
                  </a:lnTo>
                  <a:cubicBezTo>
                    <a:pt x="5400" y="19393"/>
                    <a:pt x="12034" y="20960"/>
                    <a:pt x="17075" y="20960"/>
                  </a:cubicBezTo>
                  <a:cubicBezTo>
                    <a:pt x="18923" y="20960"/>
                    <a:pt x="21600" y="10974"/>
                    <a:pt x="21600" y="9388"/>
                  </a:cubicBezTo>
                  <a:cubicBezTo>
                    <a:pt x="21600" y="7795"/>
                    <a:pt x="15902" y="7823"/>
                    <a:pt x="15725" y="7408"/>
                  </a:cubicBezTo>
                  <a:close/>
                </a:path>
              </a:pathLst>
            </a:custGeom>
            <a:solidFill>
              <a:srgbClr val="FFFFFF"/>
            </a:solidFill>
            <a:ln w="12700" cap="flat">
              <a:noFill/>
              <a:miter lim="400000"/>
            </a:ln>
            <a:effectLst/>
          </p:spPr>
          <p:txBody>
            <a:bodyPr wrap="square" lIns="32742" tIns="32742" rIns="32742" bIns="32742" numCol="1" anchor="ctr">
              <a:noAutofit/>
            </a:bodyPr>
            <a:lstStyle/>
            <a:p>
              <a:pPr algn="ctr">
                <a:defRPr sz="3200">
                  <a:solidFill>
                    <a:srgbClr val="FFFFFF"/>
                  </a:solidFill>
                  <a:latin typeface="+mn-lt"/>
                  <a:ea typeface="+mn-ea"/>
                  <a:cs typeface="+mn-cs"/>
                  <a:sym typeface="Helvetica Light"/>
                </a:defRPr>
              </a:pPr>
              <a:endParaRPr sz="2400"/>
            </a:p>
          </p:txBody>
        </p:sp>
      </p:grpSp>
      <p:sp>
        <p:nvSpPr>
          <p:cNvPr id="48" name="Text Placeholder 10"/>
          <p:cNvSpPr>
            <a:spLocks noGrp="1"/>
          </p:cNvSpPr>
          <p:nvPr>
            <p:ph type="body" sz="quarter" idx="13"/>
          </p:nvPr>
        </p:nvSpPr>
        <p:spPr>
          <a:xfrm>
            <a:off x="887872" y="1233905"/>
            <a:ext cx="1766375" cy="353700"/>
          </a:xfrm>
        </p:spPr>
        <p:txBody>
          <a:bodyPr/>
          <a:lstStyle/>
          <a:p>
            <a:pPr algn="ctr"/>
            <a:r>
              <a:rPr lang="zh-CN" altLang="en-US" dirty="0"/>
              <a:t>输入您的标题</a:t>
            </a:r>
            <a:endParaRPr lang="en-AU" dirty="0"/>
          </a:p>
        </p:txBody>
      </p:sp>
      <p:sp>
        <p:nvSpPr>
          <p:cNvPr id="49" name="Text Placeholder 11"/>
          <p:cNvSpPr>
            <a:spLocks noGrp="1"/>
          </p:cNvSpPr>
          <p:nvPr>
            <p:ph type="body" sz="quarter" idx="14"/>
          </p:nvPr>
        </p:nvSpPr>
        <p:spPr>
          <a:xfrm>
            <a:off x="887873" y="1599035"/>
            <a:ext cx="1766374" cy="703107"/>
          </a:xfrm>
        </p:spPr>
        <p:txBody>
          <a:bodyPr>
            <a:normAutofit/>
          </a:bodyPr>
          <a:lstStyle/>
          <a:p>
            <a:pPr algn="ctr"/>
            <a:r>
              <a:rPr lang="zh-CN" altLang="en-US" dirty="0"/>
              <a:t>单击此处添加文本单击此处添加文本</a:t>
            </a:r>
            <a:endParaRPr lang="en-AU" dirty="0"/>
          </a:p>
        </p:txBody>
      </p:sp>
      <p:sp>
        <p:nvSpPr>
          <p:cNvPr id="50" name="Text Placeholder 10"/>
          <p:cNvSpPr>
            <a:spLocks noGrp="1"/>
          </p:cNvSpPr>
          <p:nvPr>
            <p:ph type="body" sz="quarter" idx="13"/>
          </p:nvPr>
        </p:nvSpPr>
        <p:spPr>
          <a:xfrm>
            <a:off x="887872" y="3075755"/>
            <a:ext cx="1766375" cy="353700"/>
          </a:xfrm>
        </p:spPr>
        <p:txBody>
          <a:bodyPr/>
          <a:lstStyle/>
          <a:p>
            <a:pPr algn="ctr"/>
            <a:r>
              <a:rPr lang="zh-CN" altLang="en-US" dirty="0"/>
              <a:t>输入您的标题</a:t>
            </a:r>
            <a:endParaRPr lang="en-AU" dirty="0"/>
          </a:p>
        </p:txBody>
      </p:sp>
      <p:sp>
        <p:nvSpPr>
          <p:cNvPr id="51" name="Text Placeholder 11"/>
          <p:cNvSpPr>
            <a:spLocks noGrp="1"/>
          </p:cNvSpPr>
          <p:nvPr>
            <p:ph type="body" sz="quarter" idx="14"/>
          </p:nvPr>
        </p:nvSpPr>
        <p:spPr>
          <a:xfrm>
            <a:off x="887872" y="3440885"/>
            <a:ext cx="1766374" cy="703107"/>
          </a:xfrm>
        </p:spPr>
        <p:txBody>
          <a:bodyPr>
            <a:normAutofit/>
          </a:bodyPr>
          <a:lstStyle/>
          <a:p>
            <a:pPr algn="ctr"/>
            <a:r>
              <a:rPr lang="zh-CN" altLang="en-US" dirty="0"/>
              <a:t>单击此处添加文本单击此处添加文本</a:t>
            </a:r>
            <a:endParaRPr lang="en-AU" dirty="0"/>
          </a:p>
        </p:txBody>
      </p:sp>
      <p:sp>
        <p:nvSpPr>
          <p:cNvPr id="52" name="Text Placeholder 10"/>
          <p:cNvSpPr>
            <a:spLocks noGrp="1"/>
          </p:cNvSpPr>
          <p:nvPr>
            <p:ph type="body" sz="quarter" idx="13"/>
          </p:nvPr>
        </p:nvSpPr>
        <p:spPr>
          <a:xfrm>
            <a:off x="6061854" y="1245335"/>
            <a:ext cx="1766375" cy="353700"/>
          </a:xfrm>
        </p:spPr>
        <p:txBody>
          <a:bodyPr/>
          <a:lstStyle/>
          <a:p>
            <a:pPr algn="ctr"/>
            <a:r>
              <a:rPr lang="zh-CN" altLang="en-US" dirty="0"/>
              <a:t>输入您的标题</a:t>
            </a:r>
            <a:endParaRPr lang="en-AU" dirty="0"/>
          </a:p>
        </p:txBody>
      </p:sp>
      <p:sp>
        <p:nvSpPr>
          <p:cNvPr id="53" name="Text Placeholder 11"/>
          <p:cNvSpPr>
            <a:spLocks noGrp="1"/>
          </p:cNvSpPr>
          <p:nvPr>
            <p:ph type="body" sz="quarter" idx="14"/>
          </p:nvPr>
        </p:nvSpPr>
        <p:spPr>
          <a:xfrm>
            <a:off x="6061854" y="1610465"/>
            <a:ext cx="1766374" cy="703107"/>
          </a:xfrm>
        </p:spPr>
        <p:txBody>
          <a:bodyPr>
            <a:normAutofit/>
          </a:bodyPr>
          <a:lstStyle/>
          <a:p>
            <a:pPr algn="ctr"/>
            <a:r>
              <a:rPr lang="zh-CN" altLang="en-US" dirty="0"/>
              <a:t>单击此处添加文本单击此处添加文本</a:t>
            </a:r>
            <a:endParaRPr lang="en-AU" dirty="0"/>
          </a:p>
        </p:txBody>
      </p:sp>
      <p:sp>
        <p:nvSpPr>
          <p:cNvPr id="54" name="Text Placeholder 10"/>
          <p:cNvSpPr>
            <a:spLocks noGrp="1"/>
          </p:cNvSpPr>
          <p:nvPr>
            <p:ph type="body" sz="quarter" idx="13"/>
          </p:nvPr>
        </p:nvSpPr>
        <p:spPr>
          <a:xfrm>
            <a:off x="6061854" y="3064325"/>
            <a:ext cx="1766375" cy="353700"/>
          </a:xfrm>
        </p:spPr>
        <p:txBody>
          <a:bodyPr/>
          <a:lstStyle/>
          <a:p>
            <a:pPr algn="ctr"/>
            <a:r>
              <a:rPr lang="zh-CN" altLang="en-US" dirty="0"/>
              <a:t>输入您的标题</a:t>
            </a:r>
            <a:endParaRPr lang="en-AU" dirty="0"/>
          </a:p>
        </p:txBody>
      </p:sp>
      <p:sp>
        <p:nvSpPr>
          <p:cNvPr id="55" name="Text Placeholder 11"/>
          <p:cNvSpPr>
            <a:spLocks noGrp="1"/>
          </p:cNvSpPr>
          <p:nvPr>
            <p:ph type="body" sz="quarter" idx="14"/>
          </p:nvPr>
        </p:nvSpPr>
        <p:spPr>
          <a:xfrm>
            <a:off x="6061854" y="3429455"/>
            <a:ext cx="1766374" cy="703107"/>
          </a:xfrm>
        </p:spPr>
        <p:txBody>
          <a:bodyPr>
            <a:normAutofit/>
          </a:bodyPr>
          <a:lstStyle/>
          <a:p>
            <a:pPr algn="ctr"/>
            <a:r>
              <a:rPr lang="zh-CN" altLang="en-US" dirty="0"/>
              <a:t>单击此处添加文本单击此处添加文本</a:t>
            </a:r>
            <a:endParaRPr lang="en-AU" dirty="0"/>
          </a:p>
        </p:txBody>
      </p:sp>
      <p:sp>
        <p:nvSpPr>
          <p:cNvPr id="30" name="矩形 29"/>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2" presetClass="entr" presetSubtype="4" fill="hold" nodeType="after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par>
                          <p:cTn id="15" fill="hold">
                            <p:stCondLst>
                              <p:cond delay="1000"/>
                            </p:stCondLst>
                            <p:childTnLst>
                              <p:par>
                                <p:cTn id="16" presetID="49" presetClass="entr" presetSubtype="0" decel="100000" fill="hold" nodeType="afterEffect">
                                  <p:stCondLst>
                                    <p:cond delay="0"/>
                                  </p:stCondLst>
                                  <p:childTnLst>
                                    <p:set>
                                      <p:cBhvr>
                                        <p:cTn id="17" dur="1" fill="hold">
                                          <p:stCondLst>
                                            <p:cond delay="0"/>
                                          </p:stCondLst>
                                        </p:cTn>
                                        <p:tgtEl>
                                          <p:spTgt spid="31"/>
                                        </p:tgtEl>
                                        <p:attrNameLst>
                                          <p:attrName>style.visibility</p:attrName>
                                        </p:attrNameLst>
                                      </p:cBhvr>
                                      <p:to>
                                        <p:strVal val="visible"/>
                                      </p:to>
                                    </p:set>
                                    <p:anim calcmode="lin" valueType="num">
                                      <p:cBhvr>
                                        <p:cTn id="18" dur="500" fill="hold"/>
                                        <p:tgtEl>
                                          <p:spTgt spid="31"/>
                                        </p:tgtEl>
                                        <p:attrNameLst>
                                          <p:attrName>ppt_w</p:attrName>
                                        </p:attrNameLst>
                                      </p:cBhvr>
                                      <p:tavLst>
                                        <p:tav tm="0">
                                          <p:val>
                                            <p:fltVal val="0"/>
                                          </p:val>
                                        </p:tav>
                                        <p:tav tm="100000">
                                          <p:val>
                                            <p:strVal val="#ppt_w"/>
                                          </p:val>
                                        </p:tav>
                                      </p:tavLst>
                                    </p:anim>
                                    <p:anim calcmode="lin" valueType="num">
                                      <p:cBhvr>
                                        <p:cTn id="19" dur="500" fill="hold"/>
                                        <p:tgtEl>
                                          <p:spTgt spid="31"/>
                                        </p:tgtEl>
                                        <p:attrNameLst>
                                          <p:attrName>ppt_h</p:attrName>
                                        </p:attrNameLst>
                                      </p:cBhvr>
                                      <p:tavLst>
                                        <p:tav tm="0">
                                          <p:val>
                                            <p:fltVal val="0"/>
                                          </p:val>
                                        </p:tav>
                                        <p:tav tm="100000">
                                          <p:val>
                                            <p:strVal val="#ppt_h"/>
                                          </p:val>
                                        </p:tav>
                                      </p:tavLst>
                                    </p:anim>
                                    <p:anim calcmode="lin" valueType="num">
                                      <p:cBhvr>
                                        <p:cTn id="20" dur="500" fill="hold"/>
                                        <p:tgtEl>
                                          <p:spTgt spid="31"/>
                                        </p:tgtEl>
                                        <p:attrNameLst>
                                          <p:attrName>style.rotation</p:attrName>
                                        </p:attrNameLst>
                                      </p:cBhvr>
                                      <p:tavLst>
                                        <p:tav tm="0">
                                          <p:val>
                                            <p:fltVal val="360"/>
                                          </p:val>
                                        </p:tav>
                                        <p:tav tm="100000">
                                          <p:val>
                                            <p:fltVal val="0"/>
                                          </p:val>
                                        </p:tav>
                                      </p:tavLst>
                                    </p:anim>
                                    <p:animEffect transition="in" filter="fade">
                                      <p:cBhvr>
                                        <p:cTn id="21" dur="500"/>
                                        <p:tgtEl>
                                          <p:spTgt spid="31"/>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48">
                                            <p:txEl>
                                              <p:pRg st="0" end="0"/>
                                            </p:txEl>
                                          </p:spTgt>
                                        </p:tgtEl>
                                        <p:attrNameLst>
                                          <p:attrName>style.visibility</p:attrName>
                                        </p:attrNameLst>
                                      </p:cBhvr>
                                      <p:to>
                                        <p:strVal val="visible"/>
                                      </p:to>
                                    </p:set>
                                    <p:animEffect transition="in" filter="fade">
                                      <p:cBhvr>
                                        <p:cTn id="25" dur="500"/>
                                        <p:tgtEl>
                                          <p:spTgt spid="48">
                                            <p:txEl>
                                              <p:pRg st="0" end="0"/>
                                            </p:txEl>
                                          </p:spTgt>
                                        </p:tgtEl>
                                      </p:cBhvr>
                                    </p:animEffect>
                                  </p:childTnLst>
                                </p:cTn>
                              </p:par>
                            </p:childTnLst>
                          </p:cTn>
                        </p:par>
                        <p:par>
                          <p:cTn id="26" fill="hold">
                            <p:stCondLst>
                              <p:cond delay="2000"/>
                            </p:stCondLst>
                            <p:childTnLst>
                              <p:par>
                                <p:cTn id="27" presetID="22" presetClass="entr" presetSubtype="4" fill="hold" grpId="0" nodeType="afterEffect">
                                  <p:stCondLst>
                                    <p:cond delay="0"/>
                                  </p:stCondLst>
                                  <p:childTnLst>
                                    <p:set>
                                      <p:cBhvr>
                                        <p:cTn id="28" dur="1" fill="hold">
                                          <p:stCondLst>
                                            <p:cond delay="0"/>
                                          </p:stCondLst>
                                        </p:cTn>
                                        <p:tgtEl>
                                          <p:spTgt spid="49">
                                            <p:txEl>
                                              <p:pRg st="0" end="0"/>
                                            </p:txEl>
                                          </p:spTgt>
                                        </p:tgtEl>
                                        <p:attrNameLst>
                                          <p:attrName>style.visibility</p:attrName>
                                        </p:attrNameLst>
                                      </p:cBhvr>
                                      <p:to>
                                        <p:strVal val="visible"/>
                                      </p:to>
                                    </p:set>
                                    <p:animEffect transition="in" filter="wipe(down)">
                                      <p:cBhvr>
                                        <p:cTn id="29" dur="500"/>
                                        <p:tgtEl>
                                          <p:spTgt spid="49">
                                            <p:txEl>
                                              <p:pRg st="0" end="0"/>
                                            </p:txEl>
                                          </p:spTgt>
                                        </p:tgtEl>
                                      </p:cBhvr>
                                    </p:animEffect>
                                  </p:childTnLst>
                                </p:cTn>
                              </p:par>
                            </p:childTnLst>
                          </p:cTn>
                        </p:par>
                        <p:par>
                          <p:cTn id="30" fill="hold">
                            <p:stCondLst>
                              <p:cond delay="2500"/>
                            </p:stCondLst>
                            <p:childTnLst>
                              <p:par>
                                <p:cTn id="31" presetID="49" presetClass="entr" presetSubtype="0" decel="100000" fill="hold" nodeType="after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p:cTn id="33" dur="500" fill="hold"/>
                                        <p:tgtEl>
                                          <p:spTgt spid="29"/>
                                        </p:tgtEl>
                                        <p:attrNameLst>
                                          <p:attrName>ppt_w</p:attrName>
                                        </p:attrNameLst>
                                      </p:cBhvr>
                                      <p:tavLst>
                                        <p:tav tm="0">
                                          <p:val>
                                            <p:fltVal val="0"/>
                                          </p:val>
                                        </p:tav>
                                        <p:tav tm="100000">
                                          <p:val>
                                            <p:strVal val="#ppt_w"/>
                                          </p:val>
                                        </p:tav>
                                      </p:tavLst>
                                    </p:anim>
                                    <p:anim calcmode="lin" valueType="num">
                                      <p:cBhvr>
                                        <p:cTn id="34" dur="500" fill="hold"/>
                                        <p:tgtEl>
                                          <p:spTgt spid="29"/>
                                        </p:tgtEl>
                                        <p:attrNameLst>
                                          <p:attrName>ppt_h</p:attrName>
                                        </p:attrNameLst>
                                      </p:cBhvr>
                                      <p:tavLst>
                                        <p:tav tm="0">
                                          <p:val>
                                            <p:fltVal val="0"/>
                                          </p:val>
                                        </p:tav>
                                        <p:tav tm="100000">
                                          <p:val>
                                            <p:strVal val="#ppt_h"/>
                                          </p:val>
                                        </p:tav>
                                      </p:tavLst>
                                    </p:anim>
                                    <p:anim calcmode="lin" valueType="num">
                                      <p:cBhvr>
                                        <p:cTn id="35" dur="500" fill="hold"/>
                                        <p:tgtEl>
                                          <p:spTgt spid="29"/>
                                        </p:tgtEl>
                                        <p:attrNameLst>
                                          <p:attrName>style.rotation</p:attrName>
                                        </p:attrNameLst>
                                      </p:cBhvr>
                                      <p:tavLst>
                                        <p:tav tm="0">
                                          <p:val>
                                            <p:fltVal val="360"/>
                                          </p:val>
                                        </p:tav>
                                        <p:tav tm="100000">
                                          <p:val>
                                            <p:fltVal val="0"/>
                                          </p:val>
                                        </p:tav>
                                      </p:tavLst>
                                    </p:anim>
                                    <p:animEffect transition="in" filter="fade">
                                      <p:cBhvr>
                                        <p:cTn id="36" dur="500"/>
                                        <p:tgtEl>
                                          <p:spTgt spid="29"/>
                                        </p:tgtEl>
                                      </p:cBhvr>
                                    </p:animEffect>
                                  </p:childTnLst>
                                </p:cTn>
                              </p:par>
                            </p:childTnLst>
                          </p:cTn>
                        </p:par>
                        <p:par>
                          <p:cTn id="37" fill="hold">
                            <p:stCondLst>
                              <p:cond delay="3000"/>
                            </p:stCondLst>
                            <p:childTnLst>
                              <p:par>
                                <p:cTn id="38" presetID="10" presetClass="entr" presetSubtype="0" fill="hold" grpId="0" nodeType="afterEffect">
                                  <p:stCondLst>
                                    <p:cond delay="0"/>
                                  </p:stCondLst>
                                  <p:childTnLst>
                                    <p:set>
                                      <p:cBhvr>
                                        <p:cTn id="39" dur="1" fill="hold">
                                          <p:stCondLst>
                                            <p:cond delay="0"/>
                                          </p:stCondLst>
                                        </p:cTn>
                                        <p:tgtEl>
                                          <p:spTgt spid="52">
                                            <p:txEl>
                                              <p:pRg st="0" end="0"/>
                                            </p:txEl>
                                          </p:spTgt>
                                        </p:tgtEl>
                                        <p:attrNameLst>
                                          <p:attrName>style.visibility</p:attrName>
                                        </p:attrNameLst>
                                      </p:cBhvr>
                                      <p:to>
                                        <p:strVal val="visible"/>
                                      </p:to>
                                    </p:set>
                                    <p:animEffect transition="in" filter="fade">
                                      <p:cBhvr>
                                        <p:cTn id="40" dur="500"/>
                                        <p:tgtEl>
                                          <p:spTgt spid="52">
                                            <p:txEl>
                                              <p:pRg st="0" end="0"/>
                                            </p:txEl>
                                          </p:spTgt>
                                        </p:tgtEl>
                                      </p:cBhvr>
                                    </p:animEffect>
                                  </p:childTnLst>
                                </p:cTn>
                              </p:par>
                            </p:childTnLst>
                          </p:cTn>
                        </p:par>
                        <p:par>
                          <p:cTn id="41" fill="hold">
                            <p:stCondLst>
                              <p:cond delay="3500"/>
                            </p:stCondLst>
                            <p:childTnLst>
                              <p:par>
                                <p:cTn id="42" presetID="22" presetClass="entr" presetSubtype="4" fill="hold" grpId="0" nodeType="afterEffect">
                                  <p:stCondLst>
                                    <p:cond delay="0"/>
                                  </p:stCondLst>
                                  <p:childTnLst>
                                    <p:set>
                                      <p:cBhvr>
                                        <p:cTn id="43" dur="1" fill="hold">
                                          <p:stCondLst>
                                            <p:cond delay="0"/>
                                          </p:stCondLst>
                                        </p:cTn>
                                        <p:tgtEl>
                                          <p:spTgt spid="53">
                                            <p:txEl>
                                              <p:pRg st="0" end="0"/>
                                            </p:txEl>
                                          </p:spTgt>
                                        </p:tgtEl>
                                        <p:attrNameLst>
                                          <p:attrName>style.visibility</p:attrName>
                                        </p:attrNameLst>
                                      </p:cBhvr>
                                      <p:to>
                                        <p:strVal val="visible"/>
                                      </p:to>
                                    </p:set>
                                    <p:animEffect transition="in" filter="wipe(down)">
                                      <p:cBhvr>
                                        <p:cTn id="44" dur="500"/>
                                        <p:tgtEl>
                                          <p:spTgt spid="53">
                                            <p:txEl>
                                              <p:pRg st="0" end="0"/>
                                            </p:txEl>
                                          </p:spTgt>
                                        </p:tgtEl>
                                      </p:cBhvr>
                                    </p:animEffect>
                                  </p:childTnLst>
                                </p:cTn>
                              </p:par>
                            </p:childTnLst>
                          </p:cTn>
                        </p:par>
                        <p:par>
                          <p:cTn id="45" fill="hold">
                            <p:stCondLst>
                              <p:cond delay="4000"/>
                            </p:stCondLst>
                            <p:childTnLst>
                              <p:par>
                                <p:cTn id="46" presetID="49" presetClass="entr" presetSubtype="0" decel="100000" fill="hold" nodeType="afterEffect">
                                  <p:stCondLst>
                                    <p:cond delay="0"/>
                                  </p:stCondLst>
                                  <p:childTnLst>
                                    <p:set>
                                      <p:cBhvr>
                                        <p:cTn id="47" dur="1" fill="hold">
                                          <p:stCondLst>
                                            <p:cond delay="0"/>
                                          </p:stCondLst>
                                        </p:cTn>
                                        <p:tgtEl>
                                          <p:spTgt spid="43"/>
                                        </p:tgtEl>
                                        <p:attrNameLst>
                                          <p:attrName>style.visibility</p:attrName>
                                        </p:attrNameLst>
                                      </p:cBhvr>
                                      <p:to>
                                        <p:strVal val="visible"/>
                                      </p:to>
                                    </p:set>
                                    <p:anim calcmode="lin" valueType="num">
                                      <p:cBhvr>
                                        <p:cTn id="48" dur="500" fill="hold"/>
                                        <p:tgtEl>
                                          <p:spTgt spid="43"/>
                                        </p:tgtEl>
                                        <p:attrNameLst>
                                          <p:attrName>ppt_w</p:attrName>
                                        </p:attrNameLst>
                                      </p:cBhvr>
                                      <p:tavLst>
                                        <p:tav tm="0">
                                          <p:val>
                                            <p:fltVal val="0"/>
                                          </p:val>
                                        </p:tav>
                                        <p:tav tm="100000">
                                          <p:val>
                                            <p:strVal val="#ppt_w"/>
                                          </p:val>
                                        </p:tav>
                                      </p:tavLst>
                                    </p:anim>
                                    <p:anim calcmode="lin" valueType="num">
                                      <p:cBhvr>
                                        <p:cTn id="49" dur="500" fill="hold"/>
                                        <p:tgtEl>
                                          <p:spTgt spid="43"/>
                                        </p:tgtEl>
                                        <p:attrNameLst>
                                          <p:attrName>ppt_h</p:attrName>
                                        </p:attrNameLst>
                                      </p:cBhvr>
                                      <p:tavLst>
                                        <p:tav tm="0">
                                          <p:val>
                                            <p:fltVal val="0"/>
                                          </p:val>
                                        </p:tav>
                                        <p:tav tm="100000">
                                          <p:val>
                                            <p:strVal val="#ppt_h"/>
                                          </p:val>
                                        </p:tav>
                                      </p:tavLst>
                                    </p:anim>
                                    <p:anim calcmode="lin" valueType="num">
                                      <p:cBhvr>
                                        <p:cTn id="50" dur="500" fill="hold"/>
                                        <p:tgtEl>
                                          <p:spTgt spid="43"/>
                                        </p:tgtEl>
                                        <p:attrNameLst>
                                          <p:attrName>style.rotation</p:attrName>
                                        </p:attrNameLst>
                                      </p:cBhvr>
                                      <p:tavLst>
                                        <p:tav tm="0">
                                          <p:val>
                                            <p:fltVal val="360"/>
                                          </p:val>
                                        </p:tav>
                                        <p:tav tm="100000">
                                          <p:val>
                                            <p:fltVal val="0"/>
                                          </p:val>
                                        </p:tav>
                                      </p:tavLst>
                                    </p:anim>
                                    <p:animEffect transition="in" filter="fade">
                                      <p:cBhvr>
                                        <p:cTn id="51" dur="500"/>
                                        <p:tgtEl>
                                          <p:spTgt spid="43"/>
                                        </p:tgtEl>
                                      </p:cBhvr>
                                    </p:animEffect>
                                  </p:childTnLst>
                                </p:cTn>
                              </p:par>
                            </p:childTnLst>
                          </p:cTn>
                        </p:par>
                        <p:par>
                          <p:cTn id="52" fill="hold">
                            <p:stCondLst>
                              <p:cond delay="4500"/>
                            </p:stCondLst>
                            <p:childTnLst>
                              <p:par>
                                <p:cTn id="53" presetID="10" presetClass="entr" presetSubtype="0" fill="hold" grpId="0" nodeType="afterEffect">
                                  <p:stCondLst>
                                    <p:cond delay="0"/>
                                  </p:stCondLst>
                                  <p:childTnLst>
                                    <p:set>
                                      <p:cBhvr>
                                        <p:cTn id="54" dur="1" fill="hold">
                                          <p:stCondLst>
                                            <p:cond delay="0"/>
                                          </p:stCondLst>
                                        </p:cTn>
                                        <p:tgtEl>
                                          <p:spTgt spid="50">
                                            <p:txEl>
                                              <p:pRg st="0" end="0"/>
                                            </p:txEl>
                                          </p:spTgt>
                                        </p:tgtEl>
                                        <p:attrNameLst>
                                          <p:attrName>style.visibility</p:attrName>
                                        </p:attrNameLst>
                                      </p:cBhvr>
                                      <p:to>
                                        <p:strVal val="visible"/>
                                      </p:to>
                                    </p:set>
                                    <p:animEffect transition="in" filter="fade">
                                      <p:cBhvr>
                                        <p:cTn id="55" dur="500"/>
                                        <p:tgtEl>
                                          <p:spTgt spid="50">
                                            <p:txEl>
                                              <p:pRg st="0" end="0"/>
                                            </p:txEl>
                                          </p:spTgt>
                                        </p:tgtEl>
                                      </p:cBhvr>
                                    </p:animEffect>
                                  </p:childTnLst>
                                </p:cTn>
                              </p:par>
                            </p:childTnLst>
                          </p:cTn>
                        </p:par>
                        <p:par>
                          <p:cTn id="56" fill="hold">
                            <p:stCondLst>
                              <p:cond delay="5000"/>
                            </p:stCondLst>
                            <p:childTnLst>
                              <p:par>
                                <p:cTn id="57" presetID="22" presetClass="entr" presetSubtype="4" fill="hold" grpId="0" nodeType="afterEffect">
                                  <p:stCondLst>
                                    <p:cond delay="0"/>
                                  </p:stCondLst>
                                  <p:childTnLst>
                                    <p:set>
                                      <p:cBhvr>
                                        <p:cTn id="58" dur="1" fill="hold">
                                          <p:stCondLst>
                                            <p:cond delay="0"/>
                                          </p:stCondLst>
                                        </p:cTn>
                                        <p:tgtEl>
                                          <p:spTgt spid="51">
                                            <p:txEl>
                                              <p:pRg st="0" end="0"/>
                                            </p:txEl>
                                          </p:spTgt>
                                        </p:tgtEl>
                                        <p:attrNameLst>
                                          <p:attrName>style.visibility</p:attrName>
                                        </p:attrNameLst>
                                      </p:cBhvr>
                                      <p:to>
                                        <p:strVal val="visible"/>
                                      </p:to>
                                    </p:set>
                                    <p:animEffect transition="in" filter="wipe(down)">
                                      <p:cBhvr>
                                        <p:cTn id="59" dur="500"/>
                                        <p:tgtEl>
                                          <p:spTgt spid="51">
                                            <p:txEl>
                                              <p:pRg st="0" end="0"/>
                                            </p:txEl>
                                          </p:spTgt>
                                        </p:tgtEl>
                                      </p:cBhvr>
                                    </p:animEffect>
                                  </p:childTnLst>
                                </p:cTn>
                              </p:par>
                            </p:childTnLst>
                          </p:cTn>
                        </p:par>
                        <p:par>
                          <p:cTn id="60" fill="hold">
                            <p:stCondLst>
                              <p:cond delay="5500"/>
                            </p:stCondLst>
                            <p:childTnLst>
                              <p:par>
                                <p:cTn id="61" presetID="49" presetClass="entr" presetSubtype="0" decel="100000" fill="hold" nodeType="afterEffect">
                                  <p:stCondLst>
                                    <p:cond delay="0"/>
                                  </p:stCondLst>
                                  <p:childTnLst>
                                    <p:set>
                                      <p:cBhvr>
                                        <p:cTn id="62" dur="1" fill="hold">
                                          <p:stCondLst>
                                            <p:cond delay="0"/>
                                          </p:stCondLst>
                                        </p:cTn>
                                        <p:tgtEl>
                                          <p:spTgt spid="40"/>
                                        </p:tgtEl>
                                        <p:attrNameLst>
                                          <p:attrName>style.visibility</p:attrName>
                                        </p:attrNameLst>
                                      </p:cBhvr>
                                      <p:to>
                                        <p:strVal val="visible"/>
                                      </p:to>
                                    </p:set>
                                    <p:anim calcmode="lin" valueType="num">
                                      <p:cBhvr>
                                        <p:cTn id="63" dur="500" fill="hold"/>
                                        <p:tgtEl>
                                          <p:spTgt spid="40"/>
                                        </p:tgtEl>
                                        <p:attrNameLst>
                                          <p:attrName>ppt_w</p:attrName>
                                        </p:attrNameLst>
                                      </p:cBhvr>
                                      <p:tavLst>
                                        <p:tav tm="0">
                                          <p:val>
                                            <p:fltVal val="0"/>
                                          </p:val>
                                        </p:tav>
                                        <p:tav tm="100000">
                                          <p:val>
                                            <p:strVal val="#ppt_w"/>
                                          </p:val>
                                        </p:tav>
                                      </p:tavLst>
                                    </p:anim>
                                    <p:anim calcmode="lin" valueType="num">
                                      <p:cBhvr>
                                        <p:cTn id="64" dur="500" fill="hold"/>
                                        <p:tgtEl>
                                          <p:spTgt spid="40"/>
                                        </p:tgtEl>
                                        <p:attrNameLst>
                                          <p:attrName>ppt_h</p:attrName>
                                        </p:attrNameLst>
                                      </p:cBhvr>
                                      <p:tavLst>
                                        <p:tav tm="0">
                                          <p:val>
                                            <p:fltVal val="0"/>
                                          </p:val>
                                        </p:tav>
                                        <p:tav tm="100000">
                                          <p:val>
                                            <p:strVal val="#ppt_h"/>
                                          </p:val>
                                        </p:tav>
                                      </p:tavLst>
                                    </p:anim>
                                    <p:anim calcmode="lin" valueType="num">
                                      <p:cBhvr>
                                        <p:cTn id="65" dur="500" fill="hold"/>
                                        <p:tgtEl>
                                          <p:spTgt spid="40"/>
                                        </p:tgtEl>
                                        <p:attrNameLst>
                                          <p:attrName>style.rotation</p:attrName>
                                        </p:attrNameLst>
                                      </p:cBhvr>
                                      <p:tavLst>
                                        <p:tav tm="0">
                                          <p:val>
                                            <p:fltVal val="360"/>
                                          </p:val>
                                        </p:tav>
                                        <p:tav tm="100000">
                                          <p:val>
                                            <p:fltVal val="0"/>
                                          </p:val>
                                        </p:tav>
                                      </p:tavLst>
                                    </p:anim>
                                    <p:animEffect transition="in" filter="fade">
                                      <p:cBhvr>
                                        <p:cTn id="66" dur="500"/>
                                        <p:tgtEl>
                                          <p:spTgt spid="40"/>
                                        </p:tgtEl>
                                      </p:cBhvr>
                                    </p:animEffect>
                                  </p:childTnLst>
                                </p:cTn>
                              </p:par>
                            </p:childTnLst>
                          </p:cTn>
                        </p:par>
                        <p:par>
                          <p:cTn id="67" fill="hold">
                            <p:stCondLst>
                              <p:cond delay="6000"/>
                            </p:stCondLst>
                            <p:childTnLst>
                              <p:par>
                                <p:cTn id="68" presetID="10" presetClass="entr" presetSubtype="0" fill="hold" grpId="0" nodeType="afterEffect">
                                  <p:stCondLst>
                                    <p:cond delay="0"/>
                                  </p:stCondLst>
                                  <p:childTnLst>
                                    <p:set>
                                      <p:cBhvr>
                                        <p:cTn id="69" dur="1" fill="hold">
                                          <p:stCondLst>
                                            <p:cond delay="0"/>
                                          </p:stCondLst>
                                        </p:cTn>
                                        <p:tgtEl>
                                          <p:spTgt spid="54">
                                            <p:txEl>
                                              <p:pRg st="0" end="0"/>
                                            </p:txEl>
                                          </p:spTgt>
                                        </p:tgtEl>
                                        <p:attrNameLst>
                                          <p:attrName>style.visibility</p:attrName>
                                        </p:attrNameLst>
                                      </p:cBhvr>
                                      <p:to>
                                        <p:strVal val="visible"/>
                                      </p:to>
                                    </p:set>
                                    <p:animEffect transition="in" filter="fade">
                                      <p:cBhvr>
                                        <p:cTn id="70" dur="500"/>
                                        <p:tgtEl>
                                          <p:spTgt spid="54">
                                            <p:txEl>
                                              <p:pRg st="0" end="0"/>
                                            </p:txEl>
                                          </p:spTgt>
                                        </p:tgtEl>
                                      </p:cBhvr>
                                    </p:animEffect>
                                  </p:childTnLst>
                                </p:cTn>
                              </p:par>
                            </p:childTnLst>
                          </p:cTn>
                        </p:par>
                        <p:par>
                          <p:cTn id="71" fill="hold">
                            <p:stCondLst>
                              <p:cond delay="6500"/>
                            </p:stCondLst>
                            <p:childTnLst>
                              <p:par>
                                <p:cTn id="72" presetID="22" presetClass="entr" presetSubtype="4" fill="hold" grpId="0" nodeType="afterEffect">
                                  <p:stCondLst>
                                    <p:cond delay="0"/>
                                  </p:stCondLst>
                                  <p:childTnLst>
                                    <p:set>
                                      <p:cBhvr>
                                        <p:cTn id="73" dur="1" fill="hold">
                                          <p:stCondLst>
                                            <p:cond delay="0"/>
                                          </p:stCondLst>
                                        </p:cTn>
                                        <p:tgtEl>
                                          <p:spTgt spid="55">
                                            <p:txEl>
                                              <p:pRg st="0" end="0"/>
                                            </p:txEl>
                                          </p:spTgt>
                                        </p:tgtEl>
                                        <p:attrNameLst>
                                          <p:attrName>style.visibility</p:attrName>
                                        </p:attrNameLst>
                                      </p:cBhvr>
                                      <p:to>
                                        <p:strVal val="visible"/>
                                      </p:to>
                                    </p:set>
                                    <p:animEffect transition="in" filter="wipe(down)">
                                      <p:cBhvr>
                                        <p:cTn id="74" dur="500"/>
                                        <p:tgtEl>
                                          <p:spTgt spid="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48" grpId="0" build="p"/>
      <p:bldP spid="49" grpId="0" build="p"/>
      <p:bldP spid="50" grpId="0" build="p"/>
      <p:bldP spid="51" grpId="0" build="p"/>
      <p:bldP spid="52" grpId="0" build="p"/>
      <p:bldP spid="53" grpId="0" build="p"/>
      <p:bldP spid="54" grpId="0" build="p"/>
      <p:bldP spid="5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0" y="0"/>
            <a:ext cx="9144000" cy="514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pic>
        <p:nvPicPr>
          <p:cNvPr id="6" name="图片占位符 5"/>
          <p:cNvPicPr>
            <a:picLocks noGrp="1" noChangeAspect="1"/>
          </p:cNvPicPr>
          <p:nvPr>
            <p:ph type="pic" sz="quarter" idx="16"/>
          </p:nvPr>
        </p:nvPicPr>
        <p:blipFill>
          <a:blip r:embed="rId3" cstate="print">
            <a:extLst>
              <a:ext uri="{28A0092B-C50C-407E-A947-70E740481C1C}">
                <a14:useLocalDpi xmlns:a14="http://schemas.microsoft.com/office/drawing/2010/main" val="0"/>
              </a:ext>
            </a:extLst>
          </a:blip>
          <a:srcRect t="6054" b="6054"/>
          <a:stretch>
            <a:fillRect/>
          </a:stretch>
        </p:blipFill>
        <p:spPr>
          <a:xfrm>
            <a:off x="1619672" y="1563638"/>
            <a:ext cx="1625132" cy="1625132"/>
          </a:xfrm>
        </p:spPr>
      </p:pic>
      <p:sp>
        <p:nvSpPr>
          <p:cNvPr id="29" name="Text Placeholder 20"/>
          <p:cNvSpPr>
            <a:spLocks noGrp="1"/>
          </p:cNvSpPr>
          <p:nvPr>
            <p:ph type="body" sz="quarter" idx="22"/>
          </p:nvPr>
        </p:nvSpPr>
        <p:spPr>
          <a:xfrm>
            <a:off x="3507186" y="1923678"/>
            <a:ext cx="3891908" cy="353615"/>
          </a:xfrm>
        </p:spPr>
        <p:txBody>
          <a:bodyPr>
            <a:noAutofit/>
          </a:bodyPr>
          <a:lstStyle/>
          <a:p>
            <a:r>
              <a:rPr lang="zh-CN" altLang="en-US" sz="3600" b="1" dirty="0"/>
              <a:t>输入您的标题</a:t>
            </a:r>
            <a:endParaRPr lang="en-AU" sz="3600" b="1" dirty="0"/>
          </a:p>
        </p:txBody>
      </p:sp>
      <p:sp>
        <p:nvSpPr>
          <p:cNvPr id="30" name="Text Placeholder 21"/>
          <p:cNvSpPr>
            <a:spLocks noGrp="1"/>
          </p:cNvSpPr>
          <p:nvPr>
            <p:ph type="body" sz="quarter" idx="23"/>
          </p:nvPr>
        </p:nvSpPr>
        <p:spPr>
          <a:xfrm>
            <a:off x="3491880" y="2605143"/>
            <a:ext cx="4104456" cy="1622791"/>
          </a:xfrm>
        </p:spPr>
        <p:txBody>
          <a:bodyPr>
            <a:noAutofit/>
          </a:bodyPr>
          <a:lstStyle/>
          <a:p>
            <a:r>
              <a:rPr lang="zh-CN" altLang="en-US" sz="1050" b="1" dirty="0"/>
              <a:t>单击此处添加文本单击此处添加文本单击此处添加文本单击此处添加文本单击此处添加文本单击此处添加文本单击</a:t>
            </a:r>
            <a:endParaRPr lang="en-US" altLang="zh-CN" sz="1050" b="1" dirty="0"/>
          </a:p>
          <a:p>
            <a:r>
              <a:rPr lang="zh-CN" altLang="en-US" sz="1050" b="1" dirty="0"/>
              <a:t>此处添加文本单击此处添加文本</a:t>
            </a:r>
            <a:endParaRPr lang="en-AU" altLang="zh-CN" sz="1050" b="1" dirty="0"/>
          </a:p>
          <a:p>
            <a:endParaRPr lang="en-AU" altLang="zh-CN" sz="1600" b="1" dirty="0"/>
          </a:p>
          <a:p>
            <a:endParaRPr lang="en-AU" altLang="zh-CN" sz="1050" b="1" dirty="0"/>
          </a:p>
          <a:p>
            <a:endParaRPr lang="en-AU" altLang="zh-CN" sz="1600" b="1" dirty="0"/>
          </a:p>
          <a:p>
            <a:endParaRPr lang="en-AU" altLang="zh-CN" sz="1050" b="1" dirty="0"/>
          </a:p>
          <a:p>
            <a:endParaRPr lang="en-AU" altLang="zh-CN" sz="1600" b="1" dirty="0"/>
          </a:p>
          <a:p>
            <a:endParaRPr lang="en-AU" altLang="zh-CN" sz="1600" b="1" dirty="0"/>
          </a:p>
          <a:p>
            <a:endParaRPr lang="en-AU" sz="1050" b="1" dirty="0"/>
          </a:p>
          <a:p>
            <a:endParaRPr lang="en-AU" sz="1600" b="1" dirty="0"/>
          </a:p>
        </p:txBody>
      </p:sp>
    </p:spTree>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par>
                          <p:cTn id="8" fill="hold">
                            <p:stCondLst>
                              <p:cond delay="2000"/>
                            </p:stCondLst>
                            <p:childTnLst>
                              <p:par>
                                <p:cTn id="9" presetID="42" presetClass="entr" presetSubtype="0" fill="hold" grpId="0" nodeType="afterEffect">
                                  <p:stCondLst>
                                    <p:cond delay="0"/>
                                  </p:stCondLst>
                                  <p:childTnLst>
                                    <p:set>
                                      <p:cBhvr>
                                        <p:cTn id="10" dur="1" fill="hold">
                                          <p:stCondLst>
                                            <p:cond delay="0"/>
                                          </p:stCondLst>
                                        </p:cTn>
                                        <p:tgtEl>
                                          <p:spTgt spid="29">
                                            <p:txEl>
                                              <p:pRg st="0" end="0"/>
                                            </p:txEl>
                                          </p:spTgt>
                                        </p:tgtEl>
                                        <p:attrNameLst>
                                          <p:attrName>style.visibility</p:attrName>
                                        </p:attrNameLst>
                                      </p:cBhvr>
                                      <p:to>
                                        <p:strVal val="visible"/>
                                      </p:to>
                                    </p:set>
                                    <p:animEffect transition="in" filter="fade">
                                      <p:cBhvr>
                                        <p:cTn id="11" dur="1000"/>
                                        <p:tgtEl>
                                          <p:spTgt spid="29">
                                            <p:txEl>
                                              <p:pRg st="0" end="0"/>
                                            </p:txEl>
                                          </p:spTgt>
                                        </p:tgtEl>
                                      </p:cBhvr>
                                    </p:animEffect>
                                    <p:anim calcmode="lin" valueType="num">
                                      <p:cBhvr>
                                        <p:cTn id="12" dur="1000" fill="hold"/>
                                        <p:tgtEl>
                                          <p:spTgt spid="29">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29">
                                            <p:txEl>
                                              <p:pRg st="0" end="0"/>
                                            </p:txEl>
                                          </p:spTgt>
                                        </p:tgtEl>
                                        <p:attrNameLst>
                                          <p:attrName>ppt_y</p:attrName>
                                        </p:attrNameLst>
                                      </p:cBhvr>
                                      <p:tavLst>
                                        <p:tav tm="0">
                                          <p:val>
                                            <p:strVal val="#ppt_y+.1"/>
                                          </p:val>
                                        </p:tav>
                                        <p:tav tm="100000">
                                          <p:val>
                                            <p:strVal val="#ppt_y"/>
                                          </p:val>
                                        </p:tav>
                                      </p:tavLst>
                                    </p:anim>
                                  </p:childTnLst>
                                </p:cTn>
                              </p:par>
                            </p:childTnLst>
                          </p:cTn>
                        </p:par>
                        <p:par>
                          <p:cTn id="14" fill="hold">
                            <p:stCondLst>
                              <p:cond delay="3000"/>
                            </p:stCondLst>
                            <p:childTnLst>
                              <p:par>
                                <p:cTn id="15" presetID="42" presetClass="entr" presetSubtype="0" fill="hold" grpId="0" nodeType="afterEffect">
                                  <p:stCondLst>
                                    <p:cond delay="0"/>
                                  </p:stCondLst>
                                  <p:childTnLst>
                                    <p:set>
                                      <p:cBhvr>
                                        <p:cTn id="16" dur="1" fill="hold">
                                          <p:stCondLst>
                                            <p:cond delay="0"/>
                                          </p:stCondLst>
                                        </p:cTn>
                                        <p:tgtEl>
                                          <p:spTgt spid="30">
                                            <p:txEl>
                                              <p:pRg st="0" end="0"/>
                                            </p:txEl>
                                          </p:spTgt>
                                        </p:tgtEl>
                                        <p:attrNameLst>
                                          <p:attrName>style.visibility</p:attrName>
                                        </p:attrNameLst>
                                      </p:cBhvr>
                                      <p:to>
                                        <p:strVal val="visible"/>
                                      </p:to>
                                    </p:set>
                                    <p:animEffect transition="in" filter="fade">
                                      <p:cBhvr>
                                        <p:cTn id="17" dur="1000"/>
                                        <p:tgtEl>
                                          <p:spTgt spid="30">
                                            <p:txEl>
                                              <p:pRg st="0" end="0"/>
                                            </p:txEl>
                                          </p:spTgt>
                                        </p:tgtEl>
                                      </p:cBhvr>
                                    </p:animEffect>
                                    <p:anim calcmode="lin" valueType="num">
                                      <p:cBhvr>
                                        <p:cTn id="18" dur="1000" fill="hold"/>
                                        <p:tgtEl>
                                          <p:spTgt spid="30">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0">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4000"/>
                            </p:stCondLst>
                            <p:childTnLst>
                              <p:par>
                                <p:cTn id="21" presetID="42" presetClass="entr" presetSubtype="0" fill="hold" grpId="0" nodeType="afterEffect">
                                  <p:stCondLst>
                                    <p:cond delay="0"/>
                                  </p:stCondLst>
                                  <p:childTnLst>
                                    <p:set>
                                      <p:cBhvr>
                                        <p:cTn id="22" dur="1" fill="hold">
                                          <p:stCondLst>
                                            <p:cond delay="0"/>
                                          </p:stCondLst>
                                        </p:cTn>
                                        <p:tgtEl>
                                          <p:spTgt spid="30">
                                            <p:txEl>
                                              <p:pRg st="1" end="1"/>
                                            </p:txEl>
                                          </p:spTgt>
                                        </p:tgtEl>
                                        <p:attrNameLst>
                                          <p:attrName>style.visibility</p:attrName>
                                        </p:attrNameLst>
                                      </p:cBhvr>
                                      <p:to>
                                        <p:strVal val="visible"/>
                                      </p:to>
                                    </p:set>
                                    <p:animEffect transition="in" filter="fade">
                                      <p:cBhvr>
                                        <p:cTn id="23" dur="1000"/>
                                        <p:tgtEl>
                                          <p:spTgt spid="30">
                                            <p:txEl>
                                              <p:pRg st="1" end="1"/>
                                            </p:txEl>
                                          </p:spTgt>
                                        </p:tgtEl>
                                      </p:cBhvr>
                                    </p:animEffect>
                                    <p:anim calcmode="lin" valueType="num">
                                      <p:cBhvr>
                                        <p:cTn id="24" dur="1000" fill="hold"/>
                                        <p:tgtEl>
                                          <p:spTgt spid="30">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3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P spid="3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Isosceles Triangle 24"/>
          <p:cNvSpPr/>
          <p:nvPr/>
        </p:nvSpPr>
        <p:spPr>
          <a:xfrm rot="10800000">
            <a:off x="3758633" y="2000250"/>
            <a:ext cx="1626734" cy="1117370"/>
          </a:xfrm>
          <a:prstGeom prst="triangle">
            <a:avLst/>
          </a:prstGeom>
          <a:ln w="64770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sp>
        <p:nvSpPr>
          <p:cNvPr id="26" name="Oval 25"/>
          <p:cNvSpPr/>
          <p:nvPr/>
        </p:nvSpPr>
        <p:spPr>
          <a:xfrm>
            <a:off x="4250531" y="2094115"/>
            <a:ext cx="642938" cy="64293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sp>
        <p:nvSpPr>
          <p:cNvPr id="27" name="Freeform 5"/>
          <p:cNvSpPr>
            <a:spLocks noEditPoints="1"/>
          </p:cNvSpPr>
          <p:nvPr/>
        </p:nvSpPr>
        <p:spPr bwMode="auto">
          <a:xfrm>
            <a:off x="4388575" y="2286066"/>
            <a:ext cx="366850" cy="259036"/>
          </a:xfrm>
          <a:custGeom>
            <a:avLst/>
            <a:gdLst>
              <a:gd name="T0" fmla="*/ 218 w 219"/>
              <a:gd name="T1" fmla="*/ 117 h 154"/>
              <a:gd name="T2" fmla="*/ 219 w 219"/>
              <a:gd name="T3" fmla="*/ 118 h 154"/>
              <a:gd name="T4" fmla="*/ 218 w 219"/>
              <a:gd name="T5" fmla="*/ 119 h 154"/>
              <a:gd name="T6" fmla="*/ 174 w 219"/>
              <a:gd name="T7" fmla="*/ 153 h 154"/>
              <a:gd name="T8" fmla="*/ 172 w 219"/>
              <a:gd name="T9" fmla="*/ 153 h 154"/>
              <a:gd name="T10" fmla="*/ 171 w 219"/>
              <a:gd name="T11" fmla="*/ 151 h 154"/>
              <a:gd name="T12" fmla="*/ 179 w 219"/>
              <a:gd name="T13" fmla="*/ 133 h 154"/>
              <a:gd name="T14" fmla="*/ 113 w 219"/>
              <a:gd name="T15" fmla="*/ 106 h 154"/>
              <a:gd name="T16" fmla="*/ 126 w 219"/>
              <a:gd name="T17" fmla="*/ 89 h 154"/>
              <a:gd name="T18" fmla="*/ 131 w 219"/>
              <a:gd name="T19" fmla="*/ 82 h 154"/>
              <a:gd name="T20" fmla="*/ 179 w 219"/>
              <a:gd name="T21" fmla="*/ 103 h 154"/>
              <a:gd name="T22" fmla="*/ 171 w 219"/>
              <a:gd name="T23" fmla="*/ 85 h 154"/>
              <a:gd name="T24" fmla="*/ 172 w 219"/>
              <a:gd name="T25" fmla="*/ 83 h 154"/>
              <a:gd name="T26" fmla="*/ 173 w 219"/>
              <a:gd name="T27" fmla="*/ 82 h 154"/>
              <a:gd name="T28" fmla="*/ 174 w 219"/>
              <a:gd name="T29" fmla="*/ 83 h 154"/>
              <a:gd name="T30" fmla="*/ 218 w 219"/>
              <a:gd name="T31" fmla="*/ 117 h 154"/>
              <a:gd name="T32" fmla="*/ 45 w 219"/>
              <a:gd name="T33" fmla="*/ 71 h 154"/>
              <a:gd name="T34" fmla="*/ 46 w 219"/>
              <a:gd name="T35" fmla="*/ 71 h 154"/>
              <a:gd name="T36" fmla="*/ 47 w 219"/>
              <a:gd name="T37" fmla="*/ 71 h 154"/>
              <a:gd name="T38" fmla="*/ 47 w 219"/>
              <a:gd name="T39" fmla="*/ 69 h 154"/>
              <a:gd name="T40" fmla="*/ 40 w 219"/>
              <a:gd name="T41" fmla="*/ 50 h 154"/>
              <a:gd name="T42" fmla="*/ 87 w 219"/>
              <a:gd name="T43" fmla="*/ 72 h 154"/>
              <a:gd name="T44" fmla="*/ 93 w 219"/>
              <a:gd name="T45" fmla="*/ 65 h 154"/>
              <a:gd name="T46" fmla="*/ 106 w 219"/>
              <a:gd name="T47" fmla="*/ 49 h 154"/>
              <a:gd name="T48" fmla="*/ 40 w 219"/>
              <a:gd name="T49" fmla="*/ 21 h 154"/>
              <a:gd name="T50" fmla="*/ 47 w 219"/>
              <a:gd name="T51" fmla="*/ 2 h 154"/>
              <a:gd name="T52" fmla="*/ 47 w 219"/>
              <a:gd name="T53" fmla="*/ 0 h 154"/>
              <a:gd name="T54" fmla="*/ 45 w 219"/>
              <a:gd name="T55" fmla="*/ 0 h 154"/>
              <a:gd name="T56" fmla="*/ 0 w 219"/>
              <a:gd name="T57" fmla="*/ 34 h 154"/>
              <a:gd name="T58" fmla="*/ 0 w 219"/>
              <a:gd name="T59" fmla="*/ 35 h 154"/>
              <a:gd name="T60" fmla="*/ 0 w 219"/>
              <a:gd name="T61" fmla="*/ 37 h 154"/>
              <a:gd name="T62" fmla="*/ 45 w 219"/>
              <a:gd name="T63" fmla="*/ 71 h 154"/>
              <a:gd name="T64" fmla="*/ 121 w 219"/>
              <a:gd name="T65" fmla="*/ 86 h 154"/>
              <a:gd name="T66" fmla="*/ 179 w 219"/>
              <a:gd name="T67" fmla="*/ 50 h 154"/>
              <a:gd name="T68" fmla="*/ 171 w 219"/>
              <a:gd name="T69" fmla="*/ 69 h 154"/>
              <a:gd name="T70" fmla="*/ 172 w 219"/>
              <a:gd name="T71" fmla="*/ 71 h 154"/>
              <a:gd name="T72" fmla="*/ 173 w 219"/>
              <a:gd name="T73" fmla="*/ 71 h 154"/>
              <a:gd name="T74" fmla="*/ 174 w 219"/>
              <a:gd name="T75" fmla="*/ 71 h 154"/>
              <a:gd name="T76" fmla="*/ 218 w 219"/>
              <a:gd name="T77" fmla="*/ 37 h 154"/>
              <a:gd name="T78" fmla="*/ 219 w 219"/>
              <a:gd name="T79" fmla="*/ 35 h 154"/>
              <a:gd name="T80" fmla="*/ 218 w 219"/>
              <a:gd name="T81" fmla="*/ 34 h 154"/>
              <a:gd name="T82" fmla="*/ 174 w 219"/>
              <a:gd name="T83" fmla="*/ 0 h 154"/>
              <a:gd name="T84" fmla="*/ 172 w 219"/>
              <a:gd name="T85" fmla="*/ 0 h 154"/>
              <a:gd name="T86" fmla="*/ 171 w 219"/>
              <a:gd name="T87" fmla="*/ 2 h 154"/>
              <a:gd name="T88" fmla="*/ 179 w 219"/>
              <a:gd name="T89" fmla="*/ 21 h 154"/>
              <a:gd name="T90" fmla="*/ 97 w 219"/>
              <a:gd name="T91" fmla="*/ 69 h 154"/>
              <a:gd name="T92" fmla="*/ 40 w 219"/>
              <a:gd name="T93" fmla="*/ 103 h 154"/>
              <a:gd name="T94" fmla="*/ 47 w 219"/>
              <a:gd name="T95" fmla="*/ 85 h 154"/>
              <a:gd name="T96" fmla="*/ 47 w 219"/>
              <a:gd name="T97" fmla="*/ 83 h 154"/>
              <a:gd name="T98" fmla="*/ 46 w 219"/>
              <a:gd name="T99" fmla="*/ 82 h 154"/>
              <a:gd name="T100" fmla="*/ 45 w 219"/>
              <a:gd name="T101" fmla="*/ 83 h 154"/>
              <a:gd name="T102" fmla="*/ 0 w 219"/>
              <a:gd name="T103" fmla="*/ 117 h 154"/>
              <a:gd name="T104" fmla="*/ 0 w 219"/>
              <a:gd name="T105" fmla="*/ 118 h 154"/>
              <a:gd name="T106" fmla="*/ 0 w 219"/>
              <a:gd name="T107" fmla="*/ 119 h 154"/>
              <a:gd name="T108" fmla="*/ 45 w 219"/>
              <a:gd name="T109" fmla="*/ 153 h 154"/>
              <a:gd name="T110" fmla="*/ 47 w 219"/>
              <a:gd name="T111" fmla="*/ 153 h 154"/>
              <a:gd name="T112" fmla="*/ 47 w 219"/>
              <a:gd name="T113" fmla="*/ 151 h 154"/>
              <a:gd name="T114" fmla="*/ 40 w 219"/>
              <a:gd name="T115" fmla="*/ 133 h 154"/>
              <a:gd name="T116" fmla="*/ 121 w 219"/>
              <a:gd name="T117" fmla="*/ 8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9" h="154">
                <a:moveTo>
                  <a:pt x="218" y="117"/>
                </a:moveTo>
                <a:cubicBezTo>
                  <a:pt x="219" y="117"/>
                  <a:pt x="219" y="117"/>
                  <a:pt x="219" y="118"/>
                </a:cubicBezTo>
                <a:cubicBezTo>
                  <a:pt x="219" y="119"/>
                  <a:pt x="219" y="119"/>
                  <a:pt x="218" y="119"/>
                </a:cubicBezTo>
                <a:cubicBezTo>
                  <a:pt x="174" y="153"/>
                  <a:pt x="174" y="153"/>
                  <a:pt x="174" y="153"/>
                </a:cubicBezTo>
                <a:cubicBezTo>
                  <a:pt x="174" y="154"/>
                  <a:pt x="173" y="154"/>
                  <a:pt x="172" y="153"/>
                </a:cubicBezTo>
                <a:cubicBezTo>
                  <a:pt x="171" y="153"/>
                  <a:pt x="171" y="152"/>
                  <a:pt x="171" y="151"/>
                </a:cubicBezTo>
                <a:cubicBezTo>
                  <a:pt x="179" y="133"/>
                  <a:pt x="179" y="133"/>
                  <a:pt x="179" y="133"/>
                </a:cubicBezTo>
                <a:cubicBezTo>
                  <a:pt x="145" y="131"/>
                  <a:pt x="126" y="119"/>
                  <a:pt x="113" y="106"/>
                </a:cubicBezTo>
                <a:cubicBezTo>
                  <a:pt x="118" y="100"/>
                  <a:pt x="122" y="94"/>
                  <a:pt x="126" y="89"/>
                </a:cubicBezTo>
                <a:cubicBezTo>
                  <a:pt x="128" y="86"/>
                  <a:pt x="130" y="84"/>
                  <a:pt x="131" y="82"/>
                </a:cubicBezTo>
                <a:cubicBezTo>
                  <a:pt x="141" y="93"/>
                  <a:pt x="154" y="102"/>
                  <a:pt x="179" y="103"/>
                </a:cubicBezTo>
                <a:cubicBezTo>
                  <a:pt x="171" y="85"/>
                  <a:pt x="171" y="85"/>
                  <a:pt x="171" y="85"/>
                </a:cubicBezTo>
                <a:cubicBezTo>
                  <a:pt x="171" y="84"/>
                  <a:pt x="171" y="83"/>
                  <a:pt x="172" y="83"/>
                </a:cubicBezTo>
                <a:cubicBezTo>
                  <a:pt x="172" y="82"/>
                  <a:pt x="173" y="82"/>
                  <a:pt x="173" y="82"/>
                </a:cubicBezTo>
                <a:cubicBezTo>
                  <a:pt x="173" y="82"/>
                  <a:pt x="174" y="82"/>
                  <a:pt x="174" y="83"/>
                </a:cubicBezTo>
                <a:lnTo>
                  <a:pt x="218" y="117"/>
                </a:lnTo>
                <a:close/>
                <a:moveTo>
                  <a:pt x="45" y="71"/>
                </a:moveTo>
                <a:cubicBezTo>
                  <a:pt x="45" y="71"/>
                  <a:pt x="45" y="71"/>
                  <a:pt x="46" y="71"/>
                </a:cubicBezTo>
                <a:cubicBezTo>
                  <a:pt x="46" y="71"/>
                  <a:pt x="46" y="71"/>
                  <a:pt x="47" y="71"/>
                </a:cubicBezTo>
                <a:cubicBezTo>
                  <a:pt x="47" y="70"/>
                  <a:pt x="48" y="69"/>
                  <a:pt x="47" y="69"/>
                </a:cubicBezTo>
                <a:cubicBezTo>
                  <a:pt x="40" y="50"/>
                  <a:pt x="40" y="50"/>
                  <a:pt x="40" y="50"/>
                </a:cubicBezTo>
                <a:cubicBezTo>
                  <a:pt x="65" y="52"/>
                  <a:pt x="77" y="61"/>
                  <a:pt x="87" y="72"/>
                </a:cubicBezTo>
                <a:cubicBezTo>
                  <a:pt x="89" y="70"/>
                  <a:pt x="91" y="68"/>
                  <a:pt x="93" y="65"/>
                </a:cubicBezTo>
                <a:cubicBezTo>
                  <a:pt x="96" y="60"/>
                  <a:pt x="101" y="54"/>
                  <a:pt x="106" y="49"/>
                </a:cubicBezTo>
                <a:cubicBezTo>
                  <a:pt x="92" y="35"/>
                  <a:pt x="73" y="23"/>
                  <a:pt x="40" y="21"/>
                </a:cubicBezTo>
                <a:cubicBezTo>
                  <a:pt x="47" y="2"/>
                  <a:pt x="47" y="2"/>
                  <a:pt x="47" y="2"/>
                </a:cubicBezTo>
                <a:cubicBezTo>
                  <a:pt x="48" y="1"/>
                  <a:pt x="47" y="1"/>
                  <a:pt x="47" y="0"/>
                </a:cubicBezTo>
                <a:cubicBezTo>
                  <a:pt x="46" y="0"/>
                  <a:pt x="45" y="0"/>
                  <a:pt x="45" y="0"/>
                </a:cubicBezTo>
                <a:cubicBezTo>
                  <a:pt x="0" y="34"/>
                  <a:pt x="0" y="34"/>
                  <a:pt x="0" y="34"/>
                </a:cubicBezTo>
                <a:cubicBezTo>
                  <a:pt x="0" y="34"/>
                  <a:pt x="0" y="35"/>
                  <a:pt x="0" y="35"/>
                </a:cubicBezTo>
                <a:cubicBezTo>
                  <a:pt x="0" y="36"/>
                  <a:pt x="0" y="36"/>
                  <a:pt x="0" y="37"/>
                </a:cubicBezTo>
                <a:lnTo>
                  <a:pt x="45" y="71"/>
                </a:lnTo>
                <a:close/>
                <a:moveTo>
                  <a:pt x="121" y="86"/>
                </a:moveTo>
                <a:cubicBezTo>
                  <a:pt x="134" y="67"/>
                  <a:pt x="145" y="53"/>
                  <a:pt x="179" y="50"/>
                </a:cubicBezTo>
                <a:cubicBezTo>
                  <a:pt x="171" y="69"/>
                  <a:pt x="171" y="69"/>
                  <a:pt x="171" y="69"/>
                </a:cubicBezTo>
                <a:cubicBezTo>
                  <a:pt x="171" y="69"/>
                  <a:pt x="171" y="70"/>
                  <a:pt x="172" y="71"/>
                </a:cubicBezTo>
                <a:cubicBezTo>
                  <a:pt x="172" y="71"/>
                  <a:pt x="173" y="71"/>
                  <a:pt x="173" y="71"/>
                </a:cubicBezTo>
                <a:cubicBezTo>
                  <a:pt x="173" y="71"/>
                  <a:pt x="174" y="71"/>
                  <a:pt x="174" y="71"/>
                </a:cubicBezTo>
                <a:cubicBezTo>
                  <a:pt x="218" y="37"/>
                  <a:pt x="218" y="37"/>
                  <a:pt x="218" y="37"/>
                </a:cubicBezTo>
                <a:cubicBezTo>
                  <a:pt x="219" y="36"/>
                  <a:pt x="219" y="36"/>
                  <a:pt x="219" y="35"/>
                </a:cubicBezTo>
                <a:cubicBezTo>
                  <a:pt x="219" y="35"/>
                  <a:pt x="219" y="34"/>
                  <a:pt x="218" y="34"/>
                </a:cubicBezTo>
                <a:cubicBezTo>
                  <a:pt x="174" y="0"/>
                  <a:pt x="174" y="0"/>
                  <a:pt x="174" y="0"/>
                </a:cubicBezTo>
                <a:cubicBezTo>
                  <a:pt x="174" y="0"/>
                  <a:pt x="173" y="0"/>
                  <a:pt x="172" y="0"/>
                </a:cubicBezTo>
                <a:cubicBezTo>
                  <a:pt x="171" y="1"/>
                  <a:pt x="171" y="1"/>
                  <a:pt x="171" y="2"/>
                </a:cubicBezTo>
                <a:cubicBezTo>
                  <a:pt x="179" y="21"/>
                  <a:pt x="179" y="21"/>
                  <a:pt x="179" y="21"/>
                </a:cubicBezTo>
                <a:cubicBezTo>
                  <a:pt x="130" y="23"/>
                  <a:pt x="112" y="48"/>
                  <a:pt x="97" y="69"/>
                </a:cubicBezTo>
                <a:cubicBezTo>
                  <a:pt x="84" y="87"/>
                  <a:pt x="74" y="101"/>
                  <a:pt x="40" y="103"/>
                </a:cubicBezTo>
                <a:cubicBezTo>
                  <a:pt x="47" y="85"/>
                  <a:pt x="47" y="85"/>
                  <a:pt x="47" y="85"/>
                </a:cubicBezTo>
                <a:cubicBezTo>
                  <a:pt x="48" y="84"/>
                  <a:pt x="47" y="83"/>
                  <a:pt x="47" y="83"/>
                </a:cubicBezTo>
                <a:cubicBezTo>
                  <a:pt x="46" y="82"/>
                  <a:pt x="46" y="82"/>
                  <a:pt x="46" y="82"/>
                </a:cubicBezTo>
                <a:cubicBezTo>
                  <a:pt x="45" y="82"/>
                  <a:pt x="45" y="82"/>
                  <a:pt x="45" y="83"/>
                </a:cubicBezTo>
                <a:cubicBezTo>
                  <a:pt x="0" y="117"/>
                  <a:pt x="0" y="117"/>
                  <a:pt x="0" y="117"/>
                </a:cubicBezTo>
                <a:cubicBezTo>
                  <a:pt x="0" y="117"/>
                  <a:pt x="0" y="117"/>
                  <a:pt x="0" y="118"/>
                </a:cubicBezTo>
                <a:cubicBezTo>
                  <a:pt x="0" y="119"/>
                  <a:pt x="0" y="119"/>
                  <a:pt x="0" y="119"/>
                </a:cubicBezTo>
                <a:cubicBezTo>
                  <a:pt x="45" y="153"/>
                  <a:pt x="45" y="153"/>
                  <a:pt x="45" y="153"/>
                </a:cubicBezTo>
                <a:cubicBezTo>
                  <a:pt x="45" y="154"/>
                  <a:pt x="46" y="154"/>
                  <a:pt x="47" y="153"/>
                </a:cubicBezTo>
                <a:cubicBezTo>
                  <a:pt x="47" y="153"/>
                  <a:pt x="48" y="152"/>
                  <a:pt x="47" y="151"/>
                </a:cubicBezTo>
                <a:cubicBezTo>
                  <a:pt x="40" y="133"/>
                  <a:pt x="40" y="133"/>
                  <a:pt x="40" y="133"/>
                </a:cubicBezTo>
                <a:cubicBezTo>
                  <a:pt x="89" y="131"/>
                  <a:pt x="107" y="106"/>
                  <a:pt x="121" y="86"/>
                </a:cubicBezTo>
              </a:path>
            </a:pathLst>
          </a:custGeom>
          <a:solidFill>
            <a:schemeClr val="accent1"/>
          </a:solidFill>
          <a:ln>
            <a:noFill/>
          </a:ln>
        </p:spPr>
        <p:txBody>
          <a:bodyPr vert="horz" wrap="square" lIns="91440" tIns="45720" rIns="91440" bIns="45720" numCol="1" anchor="t" anchorCtr="0" compatLnSpc="1"/>
          <a:lstStyle/>
          <a:p>
            <a:endParaRPr lang="id-ID"/>
          </a:p>
        </p:txBody>
      </p:sp>
      <p:sp>
        <p:nvSpPr>
          <p:cNvPr id="38" name="Text Placeholder 11"/>
          <p:cNvSpPr>
            <a:spLocks noGrp="1"/>
          </p:cNvSpPr>
          <p:nvPr>
            <p:ph type="body" sz="quarter" idx="14"/>
          </p:nvPr>
        </p:nvSpPr>
        <p:spPr>
          <a:xfrm>
            <a:off x="1389992" y="1946525"/>
            <a:ext cx="1241090" cy="353615"/>
          </a:xfrm>
        </p:spPr>
        <p:txBody>
          <a:bodyPr>
            <a:normAutofit lnSpcReduction="10000"/>
          </a:bodyPr>
          <a:lstStyle/>
          <a:p>
            <a:pPr algn="ctr"/>
            <a:r>
              <a:rPr lang="zh-CN" altLang="en-US" dirty="0"/>
              <a:t>单击此处添加文本单击此处添加文本</a:t>
            </a:r>
            <a:endParaRPr lang="en-AU" dirty="0"/>
          </a:p>
        </p:txBody>
      </p:sp>
      <p:sp>
        <p:nvSpPr>
          <p:cNvPr id="39" name="Text Placeholder 8"/>
          <p:cNvSpPr>
            <a:spLocks noGrp="1"/>
          </p:cNvSpPr>
          <p:nvPr>
            <p:ph type="body" sz="quarter" idx="4294967295"/>
          </p:nvPr>
        </p:nvSpPr>
        <p:spPr>
          <a:xfrm>
            <a:off x="1085350" y="1631004"/>
            <a:ext cx="1853419" cy="301445"/>
          </a:xfrm>
          <a:prstGeom prst="rect">
            <a:avLst/>
          </a:prstGeom>
        </p:spPr>
        <p:txBody>
          <a:bodyPr>
            <a:normAutofit fontScale="47500" lnSpcReduction="20000"/>
          </a:bodyPr>
          <a:lstStyle/>
          <a:p>
            <a:pPr marL="0" indent="0" algn="ctr">
              <a:buNone/>
            </a:pPr>
            <a:r>
              <a:rPr lang="zh-CN" altLang="en-US" dirty="0"/>
              <a:t>输入您的标题</a:t>
            </a:r>
            <a:endParaRPr lang="en-AU" dirty="0"/>
          </a:p>
        </p:txBody>
      </p:sp>
      <p:sp>
        <p:nvSpPr>
          <p:cNvPr id="40" name="Text Placeholder 11"/>
          <p:cNvSpPr>
            <a:spLocks noGrp="1"/>
          </p:cNvSpPr>
          <p:nvPr>
            <p:ph type="body" sz="quarter" idx="14"/>
          </p:nvPr>
        </p:nvSpPr>
        <p:spPr>
          <a:xfrm>
            <a:off x="3566192" y="4151621"/>
            <a:ext cx="1853419" cy="353615"/>
          </a:xfrm>
        </p:spPr>
        <p:txBody>
          <a:bodyPr>
            <a:normAutofit lnSpcReduction="10000"/>
          </a:bodyPr>
          <a:lstStyle/>
          <a:p>
            <a:pPr algn="ctr"/>
            <a:r>
              <a:rPr lang="zh-CN" altLang="en-US" dirty="0"/>
              <a:t>单击此处添加文本单击此处添加文本</a:t>
            </a:r>
            <a:endParaRPr lang="en-AU" altLang="zh-CN" dirty="0"/>
          </a:p>
        </p:txBody>
      </p:sp>
      <p:sp>
        <p:nvSpPr>
          <p:cNvPr id="41" name="Text Placeholder 8"/>
          <p:cNvSpPr>
            <a:spLocks noGrp="1"/>
          </p:cNvSpPr>
          <p:nvPr>
            <p:ph type="body" sz="quarter" idx="4294967295"/>
          </p:nvPr>
        </p:nvSpPr>
        <p:spPr>
          <a:xfrm>
            <a:off x="3566192" y="3850175"/>
            <a:ext cx="1853419" cy="301445"/>
          </a:xfrm>
          <a:prstGeom prst="rect">
            <a:avLst/>
          </a:prstGeom>
        </p:spPr>
        <p:txBody>
          <a:bodyPr>
            <a:normAutofit fontScale="47500" lnSpcReduction="20000"/>
          </a:bodyPr>
          <a:lstStyle/>
          <a:p>
            <a:pPr marL="0" indent="0" algn="ctr">
              <a:buNone/>
            </a:pPr>
            <a:r>
              <a:rPr lang="zh-CN" altLang="en-US" dirty="0"/>
              <a:t>输入您的标题</a:t>
            </a:r>
            <a:endParaRPr lang="en-AU" dirty="0"/>
          </a:p>
        </p:txBody>
      </p:sp>
      <p:sp>
        <p:nvSpPr>
          <p:cNvPr id="42" name="Text Placeholder 11"/>
          <p:cNvSpPr>
            <a:spLocks noGrp="1"/>
          </p:cNvSpPr>
          <p:nvPr>
            <p:ph type="body" sz="quarter" idx="14"/>
          </p:nvPr>
        </p:nvSpPr>
        <p:spPr>
          <a:xfrm>
            <a:off x="6205230" y="1917306"/>
            <a:ext cx="1853419" cy="353615"/>
          </a:xfrm>
        </p:spPr>
        <p:txBody>
          <a:bodyPr>
            <a:normAutofit lnSpcReduction="10000"/>
          </a:bodyPr>
          <a:lstStyle/>
          <a:p>
            <a:pPr algn="ctr"/>
            <a:r>
              <a:rPr lang="zh-CN" altLang="en-US" dirty="0"/>
              <a:t>单击此处添加文本单击此处添加文本</a:t>
            </a:r>
            <a:endParaRPr lang="en-AU" dirty="0"/>
          </a:p>
        </p:txBody>
      </p:sp>
      <p:sp>
        <p:nvSpPr>
          <p:cNvPr id="43" name="Text Placeholder 8"/>
          <p:cNvSpPr>
            <a:spLocks noGrp="1"/>
          </p:cNvSpPr>
          <p:nvPr>
            <p:ph type="body" sz="quarter" idx="4294967295"/>
          </p:nvPr>
        </p:nvSpPr>
        <p:spPr>
          <a:xfrm>
            <a:off x="6205230" y="1615860"/>
            <a:ext cx="1853419" cy="301445"/>
          </a:xfrm>
          <a:prstGeom prst="rect">
            <a:avLst/>
          </a:prstGeom>
        </p:spPr>
        <p:txBody>
          <a:bodyPr>
            <a:normAutofit fontScale="47500" lnSpcReduction="20000"/>
          </a:bodyPr>
          <a:lstStyle/>
          <a:p>
            <a:pPr marL="0" indent="0" algn="ctr">
              <a:buNone/>
            </a:pPr>
            <a:r>
              <a:rPr lang="zh-CN" altLang="en-US" dirty="0"/>
              <a:t>输入您的标题</a:t>
            </a:r>
            <a:endParaRPr lang="en-AU" dirty="0"/>
          </a:p>
        </p:txBody>
      </p:sp>
      <p:grpSp>
        <p:nvGrpSpPr>
          <p:cNvPr id="48" name="Group 47"/>
          <p:cNvGrpSpPr/>
          <p:nvPr/>
        </p:nvGrpSpPr>
        <p:grpSpPr>
          <a:xfrm>
            <a:off x="5309847" y="1643128"/>
            <a:ext cx="642938" cy="642938"/>
            <a:chOff x="7079796" y="2190837"/>
            <a:chExt cx="857250" cy="857250"/>
          </a:xfrm>
        </p:grpSpPr>
        <p:sp>
          <p:nvSpPr>
            <p:cNvPr id="33" name="Oval 32"/>
            <p:cNvSpPr/>
            <p:nvPr/>
          </p:nvSpPr>
          <p:spPr>
            <a:xfrm>
              <a:off x="7079796" y="2190837"/>
              <a:ext cx="857250" cy="857250"/>
            </a:xfrm>
            <a:prstGeom prst="ellipse">
              <a:avLst/>
            </a:prstGeom>
            <a:solidFill>
              <a:schemeClr val="accent4"/>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grpSp>
          <p:nvGrpSpPr>
            <p:cNvPr id="44" name="Group 43"/>
            <p:cNvGrpSpPr/>
            <p:nvPr/>
          </p:nvGrpSpPr>
          <p:grpSpPr>
            <a:xfrm>
              <a:off x="7226147" y="2446770"/>
              <a:ext cx="562939" cy="357074"/>
              <a:chOff x="6351" y="0"/>
              <a:chExt cx="490538" cy="311150"/>
            </a:xfrm>
            <a:solidFill>
              <a:schemeClr val="bg1"/>
            </a:solidFill>
          </p:grpSpPr>
          <p:sp>
            <p:nvSpPr>
              <p:cNvPr id="45" name="Freeform 144"/>
              <p:cNvSpPr>
                <a:spLocks noEditPoints="1"/>
              </p:cNvSpPr>
              <p:nvPr/>
            </p:nvSpPr>
            <p:spPr bwMode="auto">
              <a:xfrm>
                <a:off x="6351" y="0"/>
                <a:ext cx="490538" cy="311150"/>
              </a:xfrm>
              <a:custGeom>
                <a:avLst/>
                <a:gdLst>
                  <a:gd name="T0" fmla="*/ 128 w 128"/>
                  <a:gd name="T1" fmla="*/ 39 h 80"/>
                  <a:gd name="T2" fmla="*/ 128 w 128"/>
                  <a:gd name="T3" fmla="*/ 39 h 80"/>
                  <a:gd name="T4" fmla="*/ 127 w 128"/>
                  <a:gd name="T5" fmla="*/ 38 h 80"/>
                  <a:gd name="T6" fmla="*/ 127 w 128"/>
                  <a:gd name="T7" fmla="*/ 38 h 80"/>
                  <a:gd name="T8" fmla="*/ 64 w 128"/>
                  <a:gd name="T9" fmla="*/ 0 h 80"/>
                  <a:gd name="T10" fmla="*/ 0 w 128"/>
                  <a:gd name="T11" fmla="*/ 38 h 80"/>
                  <a:gd name="T12" fmla="*/ 0 w 128"/>
                  <a:gd name="T13" fmla="*/ 38 h 80"/>
                  <a:gd name="T14" fmla="*/ 0 w 128"/>
                  <a:gd name="T15" fmla="*/ 39 h 80"/>
                  <a:gd name="T16" fmla="*/ 0 w 128"/>
                  <a:gd name="T17" fmla="*/ 39 h 80"/>
                  <a:gd name="T18" fmla="*/ 0 w 128"/>
                  <a:gd name="T19" fmla="*/ 40 h 80"/>
                  <a:gd name="T20" fmla="*/ 0 w 128"/>
                  <a:gd name="T21" fmla="*/ 41 h 80"/>
                  <a:gd name="T22" fmla="*/ 0 w 128"/>
                  <a:gd name="T23" fmla="*/ 41 h 80"/>
                  <a:gd name="T24" fmla="*/ 0 w 128"/>
                  <a:gd name="T25" fmla="*/ 42 h 80"/>
                  <a:gd name="T26" fmla="*/ 0 w 128"/>
                  <a:gd name="T27" fmla="*/ 42 h 80"/>
                  <a:gd name="T28" fmla="*/ 64 w 128"/>
                  <a:gd name="T29" fmla="*/ 80 h 80"/>
                  <a:gd name="T30" fmla="*/ 127 w 128"/>
                  <a:gd name="T31" fmla="*/ 42 h 80"/>
                  <a:gd name="T32" fmla="*/ 127 w 128"/>
                  <a:gd name="T33" fmla="*/ 42 h 80"/>
                  <a:gd name="T34" fmla="*/ 128 w 128"/>
                  <a:gd name="T35" fmla="*/ 41 h 80"/>
                  <a:gd name="T36" fmla="*/ 128 w 128"/>
                  <a:gd name="T37" fmla="*/ 41 h 80"/>
                  <a:gd name="T38" fmla="*/ 128 w 128"/>
                  <a:gd name="T39" fmla="*/ 40 h 80"/>
                  <a:gd name="T40" fmla="*/ 128 w 128"/>
                  <a:gd name="T41" fmla="*/ 39 h 80"/>
                  <a:gd name="T42" fmla="*/ 64 w 128"/>
                  <a:gd name="T43" fmla="*/ 72 h 80"/>
                  <a:gd name="T44" fmla="*/ 9 w 128"/>
                  <a:gd name="T45" fmla="*/ 40 h 80"/>
                  <a:gd name="T46" fmla="*/ 64 w 128"/>
                  <a:gd name="T47" fmla="*/ 8 h 80"/>
                  <a:gd name="T48" fmla="*/ 119 w 128"/>
                  <a:gd name="T49" fmla="*/ 40 h 80"/>
                  <a:gd name="T50" fmla="*/ 64 w 128"/>
                  <a:gd name="T51" fmla="*/ 7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8" h="80">
                    <a:moveTo>
                      <a:pt x="128" y="39"/>
                    </a:moveTo>
                    <a:cubicBezTo>
                      <a:pt x="128" y="39"/>
                      <a:pt x="128" y="39"/>
                      <a:pt x="128" y="39"/>
                    </a:cubicBezTo>
                    <a:cubicBezTo>
                      <a:pt x="128" y="39"/>
                      <a:pt x="128" y="38"/>
                      <a:pt x="127" y="38"/>
                    </a:cubicBezTo>
                    <a:cubicBezTo>
                      <a:pt x="127" y="38"/>
                      <a:pt x="127" y="38"/>
                      <a:pt x="127" y="38"/>
                    </a:cubicBezTo>
                    <a:cubicBezTo>
                      <a:pt x="116" y="16"/>
                      <a:pt x="91" y="0"/>
                      <a:pt x="64" y="0"/>
                    </a:cubicBezTo>
                    <a:cubicBezTo>
                      <a:pt x="37" y="0"/>
                      <a:pt x="12" y="16"/>
                      <a:pt x="0" y="38"/>
                    </a:cubicBezTo>
                    <a:cubicBezTo>
                      <a:pt x="0" y="38"/>
                      <a:pt x="0" y="38"/>
                      <a:pt x="0" y="38"/>
                    </a:cubicBezTo>
                    <a:cubicBezTo>
                      <a:pt x="0" y="38"/>
                      <a:pt x="0" y="38"/>
                      <a:pt x="0" y="39"/>
                    </a:cubicBezTo>
                    <a:cubicBezTo>
                      <a:pt x="0" y="39"/>
                      <a:pt x="0" y="39"/>
                      <a:pt x="0" y="39"/>
                    </a:cubicBezTo>
                    <a:cubicBezTo>
                      <a:pt x="0" y="39"/>
                      <a:pt x="0" y="40"/>
                      <a:pt x="0" y="40"/>
                    </a:cubicBezTo>
                    <a:cubicBezTo>
                      <a:pt x="0" y="40"/>
                      <a:pt x="0" y="41"/>
                      <a:pt x="0" y="41"/>
                    </a:cubicBezTo>
                    <a:cubicBezTo>
                      <a:pt x="0" y="41"/>
                      <a:pt x="0" y="41"/>
                      <a:pt x="0" y="41"/>
                    </a:cubicBezTo>
                    <a:cubicBezTo>
                      <a:pt x="0" y="41"/>
                      <a:pt x="0" y="41"/>
                      <a:pt x="0" y="42"/>
                    </a:cubicBezTo>
                    <a:cubicBezTo>
                      <a:pt x="0" y="42"/>
                      <a:pt x="0" y="42"/>
                      <a:pt x="0" y="42"/>
                    </a:cubicBezTo>
                    <a:cubicBezTo>
                      <a:pt x="12" y="64"/>
                      <a:pt x="37" y="80"/>
                      <a:pt x="64" y="80"/>
                    </a:cubicBezTo>
                    <a:cubicBezTo>
                      <a:pt x="91" y="80"/>
                      <a:pt x="116" y="64"/>
                      <a:pt x="127" y="42"/>
                    </a:cubicBezTo>
                    <a:cubicBezTo>
                      <a:pt x="127" y="42"/>
                      <a:pt x="127" y="42"/>
                      <a:pt x="127" y="42"/>
                    </a:cubicBezTo>
                    <a:cubicBezTo>
                      <a:pt x="128" y="41"/>
                      <a:pt x="128" y="41"/>
                      <a:pt x="128" y="41"/>
                    </a:cubicBezTo>
                    <a:cubicBezTo>
                      <a:pt x="128" y="41"/>
                      <a:pt x="128" y="41"/>
                      <a:pt x="128" y="41"/>
                    </a:cubicBezTo>
                    <a:cubicBezTo>
                      <a:pt x="128" y="41"/>
                      <a:pt x="128" y="40"/>
                      <a:pt x="128" y="40"/>
                    </a:cubicBezTo>
                    <a:cubicBezTo>
                      <a:pt x="128" y="40"/>
                      <a:pt x="128" y="39"/>
                      <a:pt x="128" y="39"/>
                    </a:cubicBezTo>
                    <a:close/>
                    <a:moveTo>
                      <a:pt x="64" y="72"/>
                    </a:moveTo>
                    <a:cubicBezTo>
                      <a:pt x="41" y="72"/>
                      <a:pt x="19" y="59"/>
                      <a:pt x="9" y="40"/>
                    </a:cubicBezTo>
                    <a:cubicBezTo>
                      <a:pt x="20" y="21"/>
                      <a:pt x="41" y="8"/>
                      <a:pt x="64" y="8"/>
                    </a:cubicBezTo>
                    <a:cubicBezTo>
                      <a:pt x="86" y="8"/>
                      <a:pt x="108" y="21"/>
                      <a:pt x="119" y="40"/>
                    </a:cubicBezTo>
                    <a:cubicBezTo>
                      <a:pt x="108" y="59"/>
                      <a:pt x="86" y="72"/>
                      <a:pt x="64" y="72"/>
                    </a:cubicBezTo>
                    <a:close/>
                  </a:path>
                </a:pathLst>
              </a:custGeom>
              <a:grpFill/>
              <a:ln>
                <a:noFill/>
              </a:ln>
            </p:spPr>
            <p:txBody>
              <a:bodyPr vert="horz" wrap="square" lIns="68580" tIns="34290" rIns="68580" bIns="34290" numCol="1" anchor="t" anchorCtr="0" compatLnSpc="1"/>
              <a:lstStyle/>
              <a:p>
                <a:endParaRPr lang="id-ID" sz="1350"/>
              </a:p>
            </p:txBody>
          </p:sp>
          <p:sp>
            <p:nvSpPr>
              <p:cNvPr id="46" name="Freeform 145"/>
              <p:cNvSpPr/>
              <p:nvPr/>
            </p:nvSpPr>
            <p:spPr bwMode="auto">
              <a:xfrm>
                <a:off x="190501" y="93663"/>
                <a:ext cx="68263" cy="69850"/>
              </a:xfrm>
              <a:custGeom>
                <a:avLst/>
                <a:gdLst>
                  <a:gd name="T0" fmla="*/ 16 w 18"/>
                  <a:gd name="T1" fmla="*/ 0 h 18"/>
                  <a:gd name="T2" fmla="*/ 16 w 18"/>
                  <a:gd name="T3" fmla="*/ 0 h 18"/>
                  <a:gd name="T4" fmla="*/ 0 w 18"/>
                  <a:gd name="T5" fmla="*/ 16 h 18"/>
                  <a:gd name="T6" fmla="*/ 2 w 18"/>
                  <a:gd name="T7" fmla="*/ 18 h 18"/>
                  <a:gd name="T8" fmla="*/ 4 w 18"/>
                  <a:gd name="T9" fmla="*/ 16 h 18"/>
                  <a:gd name="T10" fmla="*/ 16 w 18"/>
                  <a:gd name="T11" fmla="*/ 4 h 18"/>
                  <a:gd name="T12" fmla="*/ 16 w 18"/>
                  <a:gd name="T13" fmla="*/ 4 h 18"/>
                  <a:gd name="T14" fmla="*/ 18 w 18"/>
                  <a:gd name="T15" fmla="*/ 2 h 18"/>
                  <a:gd name="T16" fmla="*/ 16 w 18"/>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8">
                    <a:moveTo>
                      <a:pt x="16" y="0"/>
                    </a:moveTo>
                    <a:cubicBezTo>
                      <a:pt x="16" y="0"/>
                      <a:pt x="16" y="0"/>
                      <a:pt x="16" y="0"/>
                    </a:cubicBezTo>
                    <a:cubicBezTo>
                      <a:pt x="7" y="0"/>
                      <a:pt x="0" y="7"/>
                      <a:pt x="0" y="16"/>
                    </a:cubicBezTo>
                    <a:cubicBezTo>
                      <a:pt x="0" y="17"/>
                      <a:pt x="1" y="18"/>
                      <a:pt x="2" y="18"/>
                    </a:cubicBezTo>
                    <a:cubicBezTo>
                      <a:pt x="3" y="18"/>
                      <a:pt x="4" y="17"/>
                      <a:pt x="4" y="16"/>
                    </a:cubicBezTo>
                    <a:cubicBezTo>
                      <a:pt x="4" y="9"/>
                      <a:pt x="9" y="4"/>
                      <a:pt x="16" y="4"/>
                    </a:cubicBezTo>
                    <a:cubicBezTo>
                      <a:pt x="16" y="4"/>
                      <a:pt x="16" y="4"/>
                      <a:pt x="16" y="4"/>
                    </a:cubicBezTo>
                    <a:cubicBezTo>
                      <a:pt x="17" y="4"/>
                      <a:pt x="18" y="3"/>
                      <a:pt x="18" y="2"/>
                    </a:cubicBezTo>
                    <a:cubicBezTo>
                      <a:pt x="18" y="1"/>
                      <a:pt x="17" y="0"/>
                      <a:pt x="16" y="0"/>
                    </a:cubicBezTo>
                    <a:close/>
                  </a:path>
                </a:pathLst>
              </a:custGeom>
              <a:grpFill/>
              <a:ln>
                <a:noFill/>
              </a:ln>
            </p:spPr>
            <p:txBody>
              <a:bodyPr vert="horz" wrap="square" lIns="68580" tIns="34290" rIns="68580" bIns="34290" numCol="1" anchor="t" anchorCtr="0" compatLnSpc="1"/>
              <a:lstStyle/>
              <a:p>
                <a:endParaRPr lang="id-ID" sz="1350"/>
              </a:p>
            </p:txBody>
          </p:sp>
          <p:sp>
            <p:nvSpPr>
              <p:cNvPr id="47" name="Freeform 146"/>
              <p:cNvSpPr>
                <a:spLocks noEditPoints="1"/>
              </p:cNvSpPr>
              <p:nvPr/>
            </p:nvSpPr>
            <p:spPr bwMode="auto">
              <a:xfrm>
                <a:off x="144463" y="46038"/>
                <a:ext cx="214313" cy="219075"/>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2 h 56"/>
                  <a:gd name="T12" fmla="*/ 4 w 56"/>
                  <a:gd name="T13" fmla="*/ 28 h 56"/>
                  <a:gd name="T14" fmla="*/ 28 w 56"/>
                  <a:gd name="T15" fmla="*/ 4 h 56"/>
                  <a:gd name="T16" fmla="*/ 52 w 56"/>
                  <a:gd name="T17" fmla="*/ 28 h 56"/>
                  <a:gd name="T18" fmla="*/ 28 w 56"/>
                  <a:gd name="T19" fmla="*/ 5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2" y="0"/>
                      <a:pt x="0" y="13"/>
                      <a:pt x="0" y="28"/>
                    </a:cubicBezTo>
                    <a:cubicBezTo>
                      <a:pt x="0" y="43"/>
                      <a:pt x="12" y="56"/>
                      <a:pt x="28" y="56"/>
                    </a:cubicBezTo>
                    <a:cubicBezTo>
                      <a:pt x="43" y="56"/>
                      <a:pt x="56" y="43"/>
                      <a:pt x="56" y="28"/>
                    </a:cubicBezTo>
                    <a:cubicBezTo>
                      <a:pt x="56" y="13"/>
                      <a:pt x="43" y="0"/>
                      <a:pt x="28" y="0"/>
                    </a:cubicBezTo>
                    <a:close/>
                    <a:moveTo>
                      <a:pt x="28" y="52"/>
                    </a:moveTo>
                    <a:cubicBezTo>
                      <a:pt x="15" y="52"/>
                      <a:pt x="4" y="41"/>
                      <a:pt x="4" y="28"/>
                    </a:cubicBezTo>
                    <a:cubicBezTo>
                      <a:pt x="4" y="15"/>
                      <a:pt x="15" y="4"/>
                      <a:pt x="28" y="4"/>
                    </a:cubicBezTo>
                    <a:cubicBezTo>
                      <a:pt x="41" y="4"/>
                      <a:pt x="52" y="15"/>
                      <a:pt x="52" y="28"/>
                    </a:cubicBezTo>
                    <a:cubicBezTo>
                      <a:pt x="52" y="41"/>
                      <a:pt x="41" y="52"/>
                      <a:pt x="28" y="52"/>
                    </a:cubicBezTo>
                    <a:close/>
                  </a:path>
                </a:pathLst>
              </a:custGeom>
              <a:grpFill/>
              <a:ln>
                <a:noFill/>
              </a:ln>
            </p:spPr>
            <p:txBody>
              <a:bodyPr vert="horz" wrap="square" lIns="68580" tIns="34290" rIns="68580" bIns="34290" numCol="1" anchor="t" anchorCtr="0" compatLnSpc="1"/>
              <a:lstStyle/>
              <a:p>
                <a:endParaRPr lang="id-ID" sz="1350"/>
              </a:p>
            </p:txBody>
          </p:sp>
        </p:grpSp>
      </p:grpSp>
      <p:grpSp>
        <p:nvGrpSpPr>
          <p:cNvPr id="52" name="Group 51"/>
          <p:cNvGrpSpPr/>
          <p:nvPr/>
        </p:nvGrpSpPr>
        <p:grpSpPr>
          <a:xfrm>
            <a:off x="4250530" y="2988101"/>
            <a:ext cx="642938" cy="642938"/>
            <a:chOff x="5667374" y="3984135"/>
            <a:chExt cx="857250" cy="857250"/>
          </a:xfrm>
        </p:grpSpPr>
        <p:sp>
          <p:nvSpPr>
            <p:cNvPr id="36" name="Oval 35"/>
            <p:cNvSpPr/>
            <p:nvPr/>
          </p:nvSpPr>
          <p:spPr>
            <a:xfrm>
              <a:off x="5667374" y="3984135"/>
              <a:ext cx="857250" cy="857250"/>
            </a:xfrm>
            <a:prstGeom prst="ellipse">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grpSp>
          <p:nvGrpSpPr>
            <p:cNvPr id="49" name="Group 48"/>
            <p:cNvGrpSpPr/>
            <p:nvPr/>
          </p:nvGrpSpPr>
          <p:grpSpPr>
            <a:xfrm>
              <a:off x="5862985" y="4194050"/>
              <a:ext cx="474996" cy="416581"/>
              <a:chOff x="3175" y="-1587"/>
              <a:chExt cx="490538" cy="430212"/>
            </a:xfrm>
            <a:solidFill>
              <a:schemeClr val="bg1"/>
            </a:solidFill>
          </p:grpSpPr>
          <p:sp>
            <p:nvSpPr>
              <p:cNvPr id="50" name="Freeform 175"/>
              <p:cNvSpPr>
                <a:spLocks noEditPoints="1"/>
              </p:cNvSpPr>
              <p:nvPr/>
            </p:nvSpPr>
            <p:spPr bwMode="auto">
              <a:xfrm>
                <a:off x="3175" y="-1587"/>
                <a:ext cx="490538" cy="430212"/>
              </a:xfrm>
              <a:custGeom>
                <a:avLst/>
                <a:gdLst>
                  <a:gd name="T0" fmla="*/ 128 w 128"/>
                  <a:gd name="T1" fmla="*/ 66 h 112"/>
                  <a:gd name="T2" fmla="*/ 112 w 128"/>
                  <a:gd name="T3" fmla="*/ 6 h 112"/>
                  <a:gd name="T4" fmla="*/ 104 w 128"/>
                  <a:gd name="T5" fmla="*/ 0 h 112"/>
                  <a:gd name="T6" fmla="*/ 64 w 128"/>
                  <a:gd name="T7" fmla="*/ 0 h 112"/>
                  <a:gd name="T8" fmla="*/ 24 w 128"/>
                  <a:gd name="T9" fmla="*/ 0 h 112"/>
                  <a:gd name="T10" fmla="*/ 16 w 128"/>
                  <a:gd name="T11" fmla="*/ 6 h 112"/>
                  <a:gd name="T12" fmla="*/ 0 w 128"/>
                  <a:gd name="T13" fmla="*/ 66 h 112"/>
                  <a:gd name="T14" fmla="*/ 0 w 128"/>
                  <a:gd name="T15" fmla="*/ 68 h 112"/>
                  <a:gd name="T16" fmla="*/ 0 w 128"/>
                  <a:gd name="T17" fmla="*/ 96 h 112"/>
                  <a:gd name="T18" fmla="*/ 16 w 128"/>
                  <a:gd name="T19" fmla="*/ 112 h 112"/>
                  <a:gd name="T20" fmla="*/ 112 w 128"/>
                  <a:gd name="T21" fmla="*/ 112 h 112"/>
                  <a:gd name="T22" fmla="*/ 128 w 128"/>
                  <a:gd name="T23" fmla="*/ 96 h 112"/>
                  <a:gd name="T24" fmla="*/ 128 w 128"/>
                  <a:gd name="T25" fmla="*/ 68 h 112"/>
                  <a:gd name="T26" fmla="*/ 128 w 128"/>
                  <a:gd name="T27" fmla="*/ 66 h 112"/>
                  <a:gd name="T28" fmla="*/ 120 w 128"/>
                  <a:gd name="T29" fmla="*/ 96 h 112"/>
                  <a:gd name="T30" fmla="*/ 112 w 128"/>
                  <a:gd name="T31" fmla="*/ 104 h 112"/>
                  <a:gd name="T32" fmla="*/ 16 w 128"/>
                  <a:gd name="T33" fmla="*/ 104 h 112"/>
                  <a:gd name="T34" fmla="*/ 8 w 128"/>
                  <a:gd name="T35" fmla="*/ 96 h 112"/>
                  <a:gd name="T36" fmla="*/ 8 w 128"/>
                  <a:gd name="T37" fmla="*/ 68 h 112"/>
                  <a:gd name="T38" fmla="*/ 24 w 128"/>
                  <a:gd name="T39" fmla="*/ 8 h 112"/>
                  <a:gd name="T40" fmla="*/ 104 w 128"/>
                  <a:gd name="T41" fmla="*/ 8 h 112"/>
                  <a:gd name="T42" fmla="*/ 120 w 128"/>
                  <a:gd name="T43" fmla="*/ 68 h 112"/>
                  <a:gd name="T44" fmla="*/ 120 w 128"/>
                  <a:gd name="T45" fmla="*/ 9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8" h="112">
                    <a:moveTo>
                      <a:pt x="128" y="66"/>
                    </a:moveTo>
                    <a:cubicBezTo>
                      <a:pt x="112" y="6"/>
                      <a:pt x="112" y="6"/>
                      <a:pt x="112" y="6"/>
                    </a:cubicBezTo>
                    <a:cubicBezTo>
                      <a:pt x="111" y="2"/>
                      <a:pt x="108" y="0"/>
                      <a:pt x="104" y="0"/>
                    </a:cubicBezTo>
                    <a:cubicBezTo>
                      <a:pt x="64" y="0"/>
                      <a:pt x="64" y="0"/>
                      <a:pt x="64" y="0"/>
                    </a:cubicBezTo>
                    <a:cubicBezTo>
                      <a:pt x="24" y="0"/>
                      <a:pt x="24" y="0"/>
                      <a:pt x="24" y="0"/>
                    </a:cubicBezTo>
                    <a:cubicBezTo>
                      <a:pt x="20" y="0"/>
                      <a:pt x="17" y="2"/>
                      <a:pt x="16" y="6"/>
                    </a:cubicBezTo>
                    <a:cubicBezTo>
                      <a:pt x="0" y="66"/>
                      <a:pt x="0" y="66"/>
                      <a:pt x="0" y="66"/>
                    </a:cubicBezTo>
                    <a:cubicBezTo>
                      <a:pt x="0" y="67"/>
                      <a:pt x="0" y="67"/>
                      <a:pt x="0" y="68"/>
                    </a:cubicBezTo>
                    <a:cubicBezTo>
                      <a:pt x="0" y="96"/>
                      <a:pt x="0" y="96"/>
                      <a:pt x="0" y="96"/>
                    </a:cubicBezTo>
                    <a:cubicBezTo>
                      <a:pt x="0" y="105"/>
                      <a:pt x="7" y="112"/>
                      <a:pt x="16" y="112"/>
                    </a:cubicBezTo>
                    <a:cubicBezTo>
                      <a:pt x="112" y="112"/>
                      <a:pt x="112" y="112"/>
                      <a:pt x="112" y="112"/>
                    </a:cubicBezTo>
                    <a:cubicBezTo>
                      <a:pt x="121" y="112"/>
                      <a:pt x="128" y="105"/>
                      <a:pt x="128" y="96"/>
                    </a:cubicBezTo>
                    <a:cubicBezTo>
                      <a:pt x="128" y="68"/>
                      <a:pt x="128" y="68"/>
                      <a:pt x="128" y="68"/>
                    </a:cubicBezTo>
                    <a:cubicBezTo>
                      <a:pt x="128" y="67"/>
                      <a:pt x="128" y="67"/>
                      <a:pt x="128" y="66"/>
                    </a:cubicBezTo>
                    <a:close/>
                    <a:moveTo>
                      <a:pt x="120" y="96"/>
                    </a:moveTo>
                    <a:cubicBezTo>
                      <a:pt x="120" y="100"/>
                      <a:pt x="116" y="104"/>
                      <a:pt x="112" y="104"/>
                    </a:cubicBezTo>
                    <a:cubicBezTo>
                      <a:pt x="16" y="104"/>
                      <a:pt x="16" y="104"/>
                      <a:pt x="16" y="104"/>
                    </a:cubicBezTo>
                    <a:cubicBezTo>
                      <a:pt x="12" y="104"/>
                      <a:pt x="8" y="100"/>
                      <a:pt x="8" y="96"/>
                    </a:cubicBezTo>
                    <a:cubicBezTo>
                      <a:pt x="8" y="68"/>
                      <a:pt x="8" y="68"/>
                      <a:pt x="8" y="68"/>
                    </a:cubicBezTo>
                    <a:cubicBezTo>
                      <a:pt x="24" y="8"/>
                      <a:pt x="24" y="8"/>
                      <a:pt x="24" y="8"/>
                    </a:cubicBezTo>
                    <a:cubicBezTo>
                      <a:pt x="104" y="8"/>
                      <a:pt x="104" y="8"/>
                      <a:pt x="104" y="8"/>
                    </a:cubicBezTo>
                    <a:cubicBezTo>
                      <a:pt x="120" y="68"/>
                      <a:pt x="120" y="68"/>
                      <a:pt x="120" y="68"/>
                    </a:cubicBezTo>
                    <a:lnTo>
                      <a:pt x="120" y="96"/>
                    </a:lnTo>
                    <a:close/>
                  </a:path>
                </a:pathLst>
              </a:custGeom>
              <a:grpFill/>
              <a:ln>
                <a:noFill/>
              </a:ln>
            </p:spPr>
            <p:txBody>
              <a:bodyPr vert="horz" wrap="square" lIns="68580" tIns="34290" rIns="68580" bIns="34290" numCol="1" anchor="t" anchorCtr="0" compatLnSpc="1"/>
              <a:lstStyle/>
              <a:p>
                <a:endParaRPr lang="id-ID" sz="1350"/>
              </a:p>
            </p:txBody>
          </p:sp>
          <p:sp>
            <p:nvSpPr>
              <p:cNvPr id="51" name="Freeform 176"/>
              <p:cNvSpPr>
                <a:spLocks noEditPoints="1"/>
              </p:cNvSpPr>
              <p:nvPr/>
            </p:nvSpPr>
            <p:spPr bwMode="auto">
              <a:xfrm>
                <a:off x="60325" y="58738"/>
                <a:ext cx="374650" cy="277812"/>
              </a:xfrm>
              <a:custGeom>
                <a:avLst/>
                <a:gdLst>
                  <a:gd name="T0" fmla="*/ 80 w 98"/>
                  <a:gd name="T1" fmla="*/ 0 h 72"/>
                  <a:gd name="T2" fmla="*/ 18 w 98"/>
                  <a:gd name="T3" fmla="*/ 0 h 72"/>
                  <a:gd name="T4" fmla="*/ 14 w 98"/>
                  <a:gd name="T5" fmla="*/ 3 h 72"/>
                  <a:gd name="T6" fmla="*/ 0 w 98"/>
                  <a:gd name="T7" fmla="*/ 51 h 72"/>
                  <a:gd name="T8" fmla="*/ 1 w 98"/>
                  <a:gd name="T9" fmla="*/ 54 h 72"/>
                  <a:gd name="T10" fmla="*/ 4 w 98"/>
                  <a:gd name="T11" fmla="*/ 56 h 72"/>
                  <a:gd name="T12" fmla="*/ 16 w 98"/>
                  <a:gd name="T13" fmla="*/ 56 h 72"/>
                  <a:gd name="T14" fmla="*/ 20 w 98"/>
                  <a:gd name="T15" fmla="*/ 56 h 72"/>
                  <a:gd name="T16" fmla="*/ 23 w 98"/>
                  <a:gd name="T17" fmla="*/ 56 h 72"/>
                  <a:gd name="T18" fmla="*/ 28 w 98"/>
                  <a:gd name="T19" fmla="*/ 68 h 72"/>
                  <a:gd name="T20" fmla="*/ 35 w 98"/>
                  <a:gd name="T21" fmla="*/ 72 h 72"/>
                  <a:gd name="T22" fmla="*/ 63 w 98"/>
                  <a:gd name="T23" fmla="*/ 72 h 72"/>
                  <a:gd name="T24" fmla="*/ 70 w 98"/>
                  <a:gd name="T25" fmla="*/ 68 h 72"/>
                  <a:gd name="T26" fmla="*/ 75 w 98"/>
                  <a:gd name="T27" fmla="*/ 56 h 72"/>
                  <a:gd name="T28" fmla="*/ 78 w 98"/>
                  <a:gd name="T29" fmla="*/ 56 h 72"/>
                  <a:gd name="T30" fmla="*/ 82 w 98"/>
                  <a:gd name="T31" fmla="*/ 56 h 72"/>
                  <a:gd name="T32" fmla="*/ 94 w 98"/>
                  <a:gd name="T33" fmla="*/ 56 h 72"/>
                  <a:gd name="T34" fmla="*/ 97 w 98"/>
                  <a:gd name="T35" fmla="*/ 54 h 72"/>
                  <a:gd name="T36" fmla="*/ 98 w 98"/>
                  <a:gd name="T37" fmla="*/ 51 h 72"/>
                  <a:gd name="T38" fmla="*/ 84 w 98"/>
                  <a:gd name="T39" fmla="*/ 3 h 72"/>
                  <a:gd name="T40" fmla="*/ 80 w 98"/>
                  <a:gd name="T41" fmla="*/ 0 h 72"/>
                  <a:gd name="T42" fmla="*/ 82 w 98"/>
                  <a:gd name="T43" fmla="*/ 48 h 72"/>
                  <a:gd name="T44" fmla="*/ 75 w 98"/>
                  <a:gd name="T45" fmla="*/ 48 h 72"/>
                  <a:gd name="T46" fmla="*/ 68 w 98"/>
                  <a:gd name="T47" fmla="*/ 52 h 72"/>
                  <a:gd name="T48" fmla="*/ 63 w 98"/>
                  <a:gd name="T49" fmla="*/ 64 h 72"/>
                  <a:gd name="T50" fmla="*/ 35 w 98"/>
                  <a:gd name="T51" fmla="*/ 64 h 72"/>
                  <a:gd name="T52" fmla="*/ 30 w 98"/>
                  <a:gd name="T53" fmla="*/ 52 h 72"/>
                  <a:gd name="T54" fmla="*/ 23 w 98"/>
                  <a:gd name="T55" fmla="*/ 48 h 72"/>
                  <a:gd name="T56" fmla="*/ 16 w 98"/>
                  <a:gd name="T57" fmla="*/ 48 h 72"/>
                  <a:gd name="T58" fmla="*/ 6 w 98"/>
                  <a:gd name="T59" fmla="*/ 48 h 72"/>
                  <a:gd name="T60" fmla="*/ 18 w 98"/>
                  <a:gd name="T61" fmla="*/ 4 h 72"/>
                  <a:gd name="T62" fmla="*/ 80 w 98"/>
                  <a:gd name="T63" fmla="*/ 4 h 72"/>
                  <a:gd name="T64" fmla="*/ 92 w 98"/>
                  <a:gd name="T65" fmla="*/ 48 h 72"/>
                  <a:gd name="T66" fmla="*/ 82 w 98"/>
                  <a:gd name="T67" fmla="*/ 48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8" h="72">
                    <a:moveTo>
                      <a:pt x="80" y="0"/>
                    </a:moveTo>
                    <a:cubicBezTo>
                      <a:pt x="18" y="0"/>
                      <a:pt x="18" y="0"/>
                      <a:pt x="18" y="0"/>
                    </a:cubicBezTo>
                    <a:cubicBezTo>
                      <a:pt x="16" y="0"/>
                      <a:pt x="15" y="1"/>
                      <a:pt x="14" y="3"/>
                    </a:cubicBezTo>
                    <a:cubicBezTo>
                      <a:pt x="0" y="51"/>
                      <a:pt x="0" y="51"/>
                      <a:pt x="0" y="51"/>
                    </a:cubicBezTo>
                    <a:cubicBezTo>
                      <a:pt x="0" y="52"/>
                      <a:pt x="0" y="53"/>
                      <a:pt x="1" y="54"/>
                    </a:cubicBezTo>
                    <a:cubicBezTo>
                      <a:pt x="2" y="55"/>
                      <a:pt x="3" y="56"/>
                      <a:pt x="4" y="56"/>
                    </a:cubicBezTo>
                    <a:cubicBezTo>
                      <a:pt x="16" y="56"/>
                      <a:pt x="16" y="56"/>
                      <a:pt x="16" y="56"/>
                    </a:cubicBezTo>
                    <a:cubicBezTo>
                      <a:pt x="20" y="56"/>
                      <a:pt x="20" y="56"/>
                      <a:pt x="20" y="56"/>
                    </a:cubicBezTo>
                    <a:cubicBezTo>
                      <a:pt x="23" y="56"/>
                      <a:pt x="23" y="56"/>
                      <a:pt x="23" y="56"/>
                    </a:cubicBezTo>
                    <a:cubicBezTo>
                      <a:pt x="28" y="68"/>
                      <a:pt x="28" y="68"/>
                      <a:pt x="28" y="68"/>
                    </a:cubicBezTo>
                    <a:cubicBezTo>
                      <a:pt x="30" y="70"/>
                      <a:pt x="32" y="72"/>
                      <a:pt x="35" y="72"/>
                    </a:cubicBezTo>
                    <a:cubicBezTo>
                      <a:pt x="63" y="72"/>
                      <a:pt x="63" y="72"/>
                      <a:pt x="63" y="72"/>
                    </a:cubicBezTo>
                    <a:cubicBezTo>
                      <a:pt x="66" y="72"/>
                      <a:pt x="68" y="70"/>
                      <a:pt x="70" y="68"/>
                    </a:cubicBezTo>
                    <a:cubicBezTo>
                      <a:pt x="75" y="56"/>
                      <a:pt x="75" y="56"/>
                      <a:pt x="75" y="56"/>
                    </a:cubicBezTo>
                    <a:cubicBezTo>
                      <a:pt x="78" y="56"/>
                      <a:pt x="78" y="56"/>
                      <a:pt x="78" y="56"/>
                    </a:cubicBezTo>
                    <a:cubicBezTo>
                      <a:pt x="82" y="56"/>
                      <a:pt x="82" y="56"/>
                      <a:pt x="82" y="56"/>
                    </a:cubicBezTo>
                    <a:cubicBezTo>
                      <a:pt x="94" y="56"/>
                      <a:pt x="94" y="56"/>
                      <a:pt x="94" y="56"/>
                    </a:cubicBezTo>
                    <a:cubicBezTo>
                      <a:pt x="95" y="56"/>
                      <a:pt x="96" y="55"/>
                      <a:pt x="97" y="54"/>
                    </a:cubicBezTo>
                    <a:cubicBezTo>
                      <a:pt x="98" y="53"/>
                      <a:pt x="98" y="52"/>
                      <a:pt x="98" y="51"/>
                    </a:cubicBezTo>
                    <a:cubicBezTo>
                      <a:pt x="84" y="3"/>
                      <a:pt x="84" y="3"/>
                      <a:pt x="84" y="3"/>
                    </a:cubicBezTo>
                    <a:cubicBezTo>
                      <a:pt x="83" y="1"/>
                      <a:pt x="82" y="0"/>
                      <a:pt x="80" y="0"/>
                    </a:cubicBezTo>
                    <a:close/>
                    <a:moveTo>
                      <a:pt x="82" y="48"/>
                    </a:moveTo>
                    <a:cubicBezTo>
                      <a:pt x="75" y="48"/>
                      <a:pt x="75" y="48"/>
                      <a:pt x="75" y="48"/>
                    </a:cubicBezTo>
                    <a:cubicBezTo>
                      <a:pt x="72" y="48"/>
                      <a:pt x="70" y="50"/>
                      <a:pt x="68" y="52"/>
                    </a:cubicBezTo>
                    <a:cubicBezTo>
                      <a:pt x="63" y="64"/>
                      <a:pt x="63" y="64"/>
                      <a:pt x="63" y="64"/>
                    </a:cubicBezTo>
                    <a:cubicBezTo>
                      <a:pt x="35" y="64"/>
                      <a:pt x="35" y="64"/>
                      <a:pt x="35" y="64"/>
                    </a:cubicBezTo>
                    <a:cubicBezTo>
                      <a:pt x="30" y="52"/>
                      <a:pt x="30" y="52"/>
                      <a:pt x="30" y="52"/>
                    </a:cubicBezTo>
                    <a:cubicBezTo>
                      <a:pt x="28" y="50"/>
                      <a:pt x="26" y="48"/>
                      <a:pt x="23" y="48"/>
                    </a:cubicBezTo>
                    <a:cubicBezTo>
                      <a:pt x="16" y="48"/>
                      <a:pt x="16" y="48"/>
                      <a:pt x="16" y="48"/>
                    </a:cubicBezTo>
                    <a:cubicBezTo>
                      <a:pt x="6" y="48"/>
                      <a:pt x="6" y="48"/>
                      <a:pt x="6" y="48"/>
                    </a:cubicBezTo>
                    <a:cubicBezTo>
                      <a:pt x="18" y="4"/>
                      <a:pt x="18" y="4"/>
                      <a:pt x="18" y="4"/>
                    </a:cubicBezTo>
                    <a:cubicBezTo>
                      <a:pt x="80" y="4"/>
                      <a:pt x="80" y="4"/>
                      <a:pt x="80" y="4"/>
                    </a:cubicBezTo>
                    <a:cubicBezTo>
                      <a:pt x="92" y="48"/>
                      <a:pt x="92" y="48"/>
                      <a:pt x="92" y="48"/>
                    </a:cubicBezTo>
                    <a:lnTo>
                      <a:pt x="82" y="48"/>
                    </a:lnTo>
                    <a:close/>
                  </a:path>
                </a:pathLst>
              </a:custGeom>
              <a:grpFill/>
              <a:ln>
                <a:noFill/>
              </a:ln>
            </p:spPr>
            <p:txBody>
              <a:bodyPr vert="horz" wrap="square" lIns="68580" tIns="34290" rIns="68580" bIns="34290" numCol="1" anchor="t" anchorCtr="0" compatLnSpc="1"/>
              <a:lstStyle/>
              <a:p>
                <a:endParaRPr lang="id-ID" sz="1350"/>
              </a:p>
            </p:txBody>
          </p:sp>
        </p:grpSp>
      </p:grpSp>
      <p:grpSp>
        <p:nvGrpSpPr>
          <p:cNvPr id="69" name="Group 68"/>
          <p:cNvGrpSpPr/>
          <p:nvPr/>
        </p:nvGrpSpPr>
        <p:grpSpPr>
          <a:xfrm>
            <a:off x="3217103" y="1643127"/>
            <a:ext cx="642938" cy="642938"/>
            <a:chOff x="4289471" y="2190836"/>
            <a:chExt cx="857250" cy="857250"/>
          </a:xfrm>
        </p:grpSpPr>
        <p:sp>
          <p:nvSpPr>
            <p:cNvPr id="30" name="Oval 29"/>
            <p:cNvSpPr/>
            <p:nvPr/>
          </p:nvSpPr>
          <p:spPr>
            <a:xfrm>
              <a:off x="4289471" y="2190836"/>
              <a:ext cx="857250" cy="857250"/>
            </a:xfrm>
            <a:prstGeom prst="ellipse">
              <a:avLst/>
            </a:prstGeom>
            <a:solidFill>
              <a:schemeClr val="accent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grpSp>
          <p:nvGrpSpPr>
            <p:cNvPr id="55" name="Group 54"/>
            <p:cNvGrpSpPr/>
            <p:nvPr/>
          </p:nvGrpSpPr>
          <p:grpSpPr>
            <a:xfrm>
              <a:off x="4508078" y="2424840"/>
              <a:ext cx="420036" cy="420036"/>
              <a:chOff x="4763" y="6350"/>
              <a:chExt cx="2921000" cy="2921000"/>
            </a:xfrm>
            <a:solidFill>
              <a:schemeClr val="bg1"/>
            </a:solidFill>
          </p:grpSpPr>
          <p:sp>
            <p:nvSpPr>
              <p:cNvPr id="56" name="Freeform 17"/>
              <p:cNvSpPr>
                <a:spLocks noEditPoints="1"/>
              </p:cNvSpPr>
              <p:nvPr/>
            </p:nvSpPr>
            <p:spPr bwMode="auto">
              <a:xfrm>
                <a:off x="4763" y="6350"/>
                <a:ext cx="2921000" cy="2921000"/>
              </a:xfrm>
              <a:custGeom>
                <a:avLst/>
                <a:gdLst>
                  <a:gd name="T0" fmla="*/ 703 w 776"/>
                  <a:gd name="T1" fmla="*/ 0 h 776"/>
                  <a:gd name="T2" fmla="*/ 170 w 776"/>
                  <a:gd name="T3" fmla="*/ 0 h 776"/>
                  <a:gd name="T4" fmla="*/ 97 w 776"/>
                  <a:gd name="T5" fmla="*/ 73 h 776"/>
                  <a:gd name="T6" fmla="*/ 97 w 776"/>
                  <a:gd name="T7" fmla="*/ 121 h 776"/>
                  <a:gd name="T8" fmla="*/ 73 w 776"/>
                  <a:gd name="T9" fmla="*/ 121 h 776"/>
                  <a:gd name="T10" fmla="*/ 0 w 776"/>
                  <a:gd name="T11" fmla="*/ 194 h 776"/>
                  <a:gd name="T12" fmla="*/ 0 w 776"/>
                  <a:gd name="T13" fmla="*/ 679 h 776"/>
                  <a:gd name="T14" fmla="*/ 97 w 776"/>
                  <a:gd name="T15" fmla="*/ 776 h 776"/>
                  <a:gd name="T16" fmla="*/ 679 w 776"/>
                  <a:gd name="T17" fmla="*/ 776 h 776"/>
                  <a:gd name="T18" fmla="*/ 776 w 776"/>
                  <a:gd name="T19" fmla="*/ 679 h 776"/>
                  <a:gd name="T20" fmla="*/ 776 w 776"/>
                  <a:gd name="T21" fmla="*/ 73 h 776"/>
                  <a:gd name="T22" fmla="*/ 703 w 776"/>
                  <a:gd name="T23" fmla="*/ 0 h 776"/>
                  <a:gd name="T24" fmla="*/ 728 w 776"/>
                  <a:gd name="T25" fmla="*/ 679 h 776"/>
                  <a:gd name="T26" fmla="*/ 679 w 776"/>
                  <a:gd name="T27" fmla="*/ 728 h 776"/>
                  <a:gd name="T28" fmla="*/ 97 w 776"/>
                  <a:gd name="T29" fmla="*/ 728 h 776"/>
                  <a:gd name="T30" fmla="*/ 49 w 776"/>
                  <a:gd name="T31" fmla="*/ 679 h 776"/>
                  <a:gd name="T32" fmla="*/ 49 w 776"/>
                  <a:gd name="T33" fmla="*/ 194 h 776"/>
                  <a:gd name="T34" fmla="*/ 73 w 776"/>
                  <a:gd name="T35" fmla="*/ 170 h 776"/>
                  <a:gd name="T36" fmla="*/ 97 w 776"/>
                  <a:gd name="T37" fmla="*/ 170 h 776"/>
                  <a:gd name="T38" fmla="*/ 97 w 776"/>
                  <a:gd name="T39" fmla="*/ 655 h 776"/>
                  <a:gd name="T40" fmla="*/ 121 w 776"/>
                  <a:gd name="T41" fmla="*/ 679 h 776"/>
                  <a:gd name="T42" fmla="*/ 146 w 776"/>
                  <a:gd name="T43" fmla="*/ 655 h 776"/>
                  <a:gd name="T44" fmla="*/ 146 w 776"/>
                  <a:gd name="T45" fmla="*/ 73 h 776"/>
                  <a:gd name="T46" fmla="*/ 170 w 776"/>
                  <a:gd name="T47" fmla="*/ 48 h 776"/>
                  <a:gd name="T48" fmla="*/ 703 w 776"/>
                  <a:gd name="T49" fmla="*/ 48 h 776"/>
                  <a:gd name="T50" fmla="*/ 728 w 776"/>
                  <a:gd name="T51" fmla="*/ 73 h 776"/>
                  <a:gd name="T52" fmla="*/ 728 w 776"/>
                  <a:gd name="T53" fmla="*/ 679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76" h="776">
                    <a:moveTo>
                      <a:pt x="703" y="0"/>
                    </a:moveTo>
                    <a:cubicBezTo>
                      <a:pt x="170" y="0"/>
                      <a:pt x="170" y="0"/>
                      <a:pt x="170" y="0"/>
                    </a:cubicBezTo>
                    <a:cubicBezTo>
                      <a:pt x="130" y="0"/>
                      <a:pt x="97" y="33"/>
                      <a:pt x="97" y="73"/>
                    </a:cubicBezTo>
                    <a:cubicBezTo>
                      <a:pt x="97" y="121"/>
                      <a:pt x="97" y="121"/>
                      <a:pt x="97" y="121"/>
                    </a:cubicBezTo>
                    <a:cubicBezTo>
                      <a:pt x="73" y="121"/>
                      <a:pt x="73" y="121"/>
                      <a:pt x="73" y="121"/>
                    </a:cubicBezTo>
                    <a:cubicBezTo>
                      <a:pt x="33" y="121"/>
                      <a:pt x="0" y="154"/>
                      <a:pt x="0" y="194"/>
                    </a:cubicBezTo>
                    <a:cubicBezTo>
                      <a:pt x="0" y="679"/>
                      <a:pt x="0" y="679"/>
                      <a:pt x="0" y="679"/>
                    </a:cubicBezTo>
                    <a:cubicBezTo>
                      <a:pt x="0" y="733"/>
                      <a:pt x="43" y="776"/>
                      <a:pt x="97" y="776"/>
                    </a:cubicBezTo>
                    <a:cubicBezTo>
                      <a:pt x="679" y="776"/>
                      <a:pt x="679" y="776"/>
                      <a:pt x="679" y="776"/>
                    </a:cubicBezTo>
                    <a:cubicBezTo>
                      <a:pt x="733" y="776"/>
                      <a:pt x="776" y="733"/>
                      <a:pt x="776" y="679"/>
                    </a:cubicBezTo>
                    <a:cubicBezTo>
                      <a:pt x="776" y="73"/>
                      <a:pt x="776" y="73"/>
                      <a:pt x="776" y="73"/>
                    </a:cubicBezTo>
                    <a:cubicBezTo>
                      <a:pt x="776" y="33"/>
                      <a:pt x="743" y="0"/>
                      <a:pt x="703" y="0"/>
                    </a:cubicBezTo>
                    <a:close/>
                    <a:moveTo>
                      <a:pt x="728" y="679"/>
                    </a:moveTo>
                    <a:cubicBezTo>
                      <a:pt x="728" y="706"/>
                      <a:pt x="706" y="728"/>
                      <a:pt x="679" y="728"/>
                    </a:cubicBezTo>
                    <a:cubicBezTo>
                      <a:pt x="97" y="728"/>
                      <a:pt x="97" y="728"/>
                      <a:pt x="97" y="728"/>
                    </a:cubicBezTo>
                    <a:cubicBezTo>
                      <a:pt x="70" y="728"/>
                      <a:pt x="49" y="706"/>
                      <a:pt x="49" y="679"/>
                    </a:cubicBezTo>
                    <a:cubicBezTo>
                      <a:pt x="49" y="194"/>
                      <a:pt x="49" y="194"/>
                      <a:pt x="49" y="194"/>
                    </a:cubicBezTo>
                    <a:cubicBezTo>
                      <a:pt x="49" y="181"/>
                      <a:pt x="59" y="170"/>
                      <a:pt x="73" y="170"/>
                    </a:cubicBezTo>
                    <a:cubicBezTo>
                      <a:pt x="97" y="170"/>
                      <a:pt x="97" y="170"/>
                      <a:pt x="97" y="170"/>
                    </a:cubicBezTo>
                    <a:cubicBezTo>
                      <a:pt x="97" y="655"/>
                      <a:pt x="97" y="655"/>
                      <a:pt x="97" y="655"/>
                    </a:cubicBezTo>
                    <a:cubicBezTo>
                      <a:pt x="97" y="668"/>
                      <a:pt x="108" y="679"/>
                      <a:pt x="121" y="679"/>
                    </a:cubicBezTo>
                    <a:cubicBezTo>
                      <a:pt x="135" y="679"/>
                      <a:pt x="146" y="668"/>
                      <a:pt x="146" y="655"/>
                    </a:cubicBezTo>
                    <a:cubicBezTo>
                      <a:pt x="146" y="73"/>
                      <a:pt x="146" y="73"/>
                      <a:pt x="146" y="73"/>
                    </a:cubicBezTo>
                    <a:cubicBezTo>
                      <a:pt x="146" y="59"/>
                      <a:pt x="156" y="48"/>
                      <a:pt x="170" y="48"/>
                    </a:cubicBezTo>
                    <a:cubicBezTo>
                      <a:pt x="703" y="48"/>
                      <a:pt x="703" y="48"/>
                      <a:pt x="703" y="48"/>
                    </a:cubicBezTo>
                    <a:cubicBezTo>
                      <a:pt x="717" y="48"/>
                      <a:pt x="728" y="59"/>
                      <a:pt x="728" y="73"/>
                    </a:cubicBezTo>
                    <a:lnTo>
                      <a:pt x="728" y="679"/>
                    </a:lnTo>
                    <a:close/>
                  </a:path>
                </a:pathLst>
              </a:custGeom>
              <a:grpFill/>
              <a:ln>
                <a:noFill/>
              </a:ln>
            </p:spPr>
            <p:txBody>
              <a:bodyPr vert="horz" wrap="square" lIns="68580" tIns="34290" rIns="68580" bIns="34290" numCol="1" anchor="t" anchorCtr="0" compatLnSpc="1"/>
              <a:lstStyle/>
              <a:p>
                <a:endParaRPr lang="id-ID" sz="1350"/>
              </a:p>
            </p:txBody>
          </p:sp>
          <p:sp>
            <p:nvSpPr>
              <p:cNvPr id="57" name="Freeform 18"/>
              <p:cNvSpPr/>
              <p:nvPr/>
            </p:nvSpPr>
            <p:spPr bwMode="auto">
              <a:xfrm>
                <a:off x="1739901" y="1101725"/>
                <a:ext cx="820738" cy="90488"/>
              </a:xfrm>
              <a:custGeom>
                <a:avLst/>
                <a:gdLst>
                  <a:gd name="T0" fmla="*/ 12 w 218"/>
                  <a:gd name="T1" fmla="*/ 24 h 24"/>
                  <a:gd name="T2" fmla="*/ 206 w 218"/>
                  <a:gd name="T3" fmla="*/ 24 h 24"/>
                  <a:gd name="T4" fmla="*/ 218 w 218"/>
                  <a:gd name="T5" fmla="*/ 12 h 24"/>
                  <a:gd name="T6" fmla="*/ 206 w 218"/>
                  <a:gd name="T7" fmla="*/ 0 h 24"/>
                  <a:gd name="T8" fmla="*/ 12 w 218"/>
                  <a:gd name="T9" fmla="*/ 0 h 24"/>
                  <a:gd name="T10" fmla="*/ 0 w 218"/>
                  <a:gd name="T11" fmla="*/ 12 h 24"/>
                  <a:gd name="T12" fmla="*/ 12 w 218"/>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218" h="24">
                    <a:moveTo>
                      <a:pt x="12" y="24"/>
                    </a:moveTo>
                    <a:cubicBezTo>
                      <a:pt x="206" y="24"/>
                      <a:pt x="206" y="24"/>
                      <a:pt x="206" y="24"/>
                    </a:cubicBezTo>
                    <a:cubicBezTo>
                      <a:pt x="213" y="24"/>
                      <a:pt x="218" y="19"/>
                      <a:pt x="218" y="12"/>
                    </a:cubicBezTo>
                    <a:cubicBezTo>
                      <a:pt x="218" y="6"/>
                      <a:pt x="213" y="0"/>
                      <a:pt x="206" y="0"/>
                    </a:cubicBezTo>
                    <a:cubicBezTo>
                      <a:pt x="12" y="0"/>
                      <a:pt x="12" y="0"/>
                      <a:pt x="12" y="0"/>
                    </a:cubicBezTo>
                    <a:cubicBezTo>
                      <a:pt x="5" y="0"/>
                      <a:pt x="0" y="6"/>
                      <a:pt x="0" y="12"/>
                    </a:cubicBezTo>
                    <a:cubicBezTo>
                      <a:pt x="0" y="19"/>
                      <a:pt x="5" y="24"/>
                      <a:pt x="12" y="24"/>
                    </a:cubicBezTo>
                    <a:close/>
                  </a:path>
                </a:pathLst>
              </a:custGeom>
              <a:grpFill/>
              <a:ln>
                <a:noFill/>
              </a:ln>
            </p:spPr>
            <p:txBody>
              <a:bodyPr vert="horz" wrap="square" lIns="68580" tIns="34290" rIns="68580" bIns="34290" numCol="1" anchor="t" anchorCtr="0" compatLnSpc="1"/>
              <a:lstStyle/>
              <a:p>
                <a:endParaRPr lang="id-ID" sz="1350"/>
              </a:p>
            </p:txBody>
          </p:sp>
          <p:sp>
            <p:nvSpPr>
              <p:cNvPr id="58" name="Freeform 19"/>
              <p:cNvSpPr/>
              <p:nvPr/>
            </p:nvSpPr>
            <p:spPr bwMode="auto">
              <a:xfrm>
                <a:off x="1739901" y="827088"/>
                <a:ext cx="820738" cy="93663"/>
              </a:xfrm>
              <a:custGeom>
                <a:avLst/>
                <a:gdLst>
                  <a:gd name="T0" fmla="*/ 12 w 218"/>
                  <a:gd name="T1" fmla="*/ 25 h 25"/>
                  <a:gd name="T2" fmla="*/ 206 w 218"/>
                  <a:gd name="T3" fmla="*/ 25 h 25"/>
                  <a:gd name="T4" fmla="*/ 218 w 218"/>
                  <a:gd name="T5" fmla="*/ 13 h 25"/>
                  <a:gd name="T6" fmla="*/ 206 w 218"/>
                  <a:gd name="T7" fmla="*/ 0 h 25"/>
                  <a:gd name="T8" fmla="*/ 12 w 218"/>
                  <a:gd name="T9" fmla="*/ 0 h 25"/>
                  <a:gd name="T10" fmla="*/ 0 w 218"/>
                  <a:gd name="T11" fmla="*/ 13 h 25"/>
                  <a:gd name="T12" fmla="*/ 12 w 218"/>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12" y="25"/>
                    </a:moveTo>
                    <a:cubicBezTo>
                      <a:pt x="206" y="25"/>
                      <a:pt x="206" y="25"/>
                      <a:pt x="206" y="25"/>
                    </a:cubicBezTo>
                    <a:cubicBezTo>
                      <a:pt x="213" y="25"/>
                      <a:pt x="218" y="19"/>
                      <a:pt x="218" y="13"/>
                    </a:cubicBezTo>
                    <a:cubicBezTo>
                      <a:pt x="218" y="6"/>
                      <a:pt x="213" y="0"/>
                      <a:pt x="206" y="0"/>
                    </a:cubicBezTo>
                    <a:cubicBezTo>
                      <a:pt x="12" y="0"/>
                      <a:pt x="12" y="0"/>
                      <a:pt x="12" y="0"/>
                    </a:cubicBezTo>
                    <a:cubicBezTo>
                      <a:pt x="5" y="0"/>
                      <a:pt x="0" y="6"/>
                      <a:pt x="0" y="13"/>
                    </a:cubicBezTo>
                    <a:cubicBezTo>
                      <a:pt x="0" y="19"/>
                      <a:pt x="5" y="25"/>
                      <a:pt x="12" y="25"/>
                    </a:cubicBezTo>
                    <a:close/>
                  </a:path>
                </a:pathLst>
              </a:custGeom>
              <a:grpFill/>
              <a:ln>
                <a:noFill/>
              </a:ln>
            </p:spPr>
            <p:txBody>
              <a:bodyPr vert="horz" wrap="square" lIns="68580" tIns="34290" rIns="68580" bIns="34290" numCol="1" anchor="t" anchorCtr="0" compatLnSpc="1"/>
              <a:lstStyle/>
              <a:p>
                <a:endParaRPr lang="id-ID" sz="1350"/>
              </a:p>
            </p:txBody>
          </p:sp>
          <p:sp>
            <p:nvSpPr>
              <p:cNvPr id="59" name="Freeform 20"/>
              <p:cNvSpPr/>
              <p:nvPr/>
            </p:nvSpPr>
            <p:spPr bwMode="auto">
              <a:xfrm>
                <a:off x="1739901" y="557213"/>
                <a:ext cx="820738" cy="88900"/>
              </a:xfrm>
              <a:custGeom>
                <a:avLst/>
                <a:gdLst>
                  <a:gd name="T0" fmla="*/ 12 w 218"/>
                  <a:gd name="T1" fmla="*/ 24 h 24"/>
                  <a:gd name="T2" fmla="*/ 206 w 218"/>
                  <a:gd name="T3" fmla="*/ 24 h 24"/>
                  <a:gd name="T4" fmla="*/ 218 w 218"/>
                  <a:gd name="T5" fmla="*/ 12 h 24"/>
                  <a:gd name="T6" fmla="*/ 206 w 218"/>
                  <a:gd name="T7" fmla="*/ 0 h 24"/>
                  <a:gd name="T8" fmla="*/ 12 w 218"/>
                  <a:gd name="T9" fmla="*/ 0 h 24"/>
                  <a:gd name="T10" fmla="*/ 0 w 218"/>
                  <a:gd name="T11" fmla="*/ 12 h 24"/>
                  <a:gd name="T12" fmla="*/ 12 w 218"/>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218" h="24">
                    <a:moveTo>
                      <a:pt x="12" y="24"/>
                    </a:moveTo>
                    <a:cubicBezTo>
                      <a:pt x="206" y="24"/>
                      <a:pt x="206" y="24"/>
                      <a:pt x="206" y="24"/>
                    </a:cubicBezTo>
                    <a:cubicBezTo>
                      <a:pt x="213" y="24"/>
                      <a:pt x="218" y="18"/>
                      <a:pt x="218" y="12"/>
                    </a:cubicBezTo>
                    <a:cubicBezTo>
                      <a:pt x="218" y="5"/>
                      <a:pt x="213" y="0"/>
                      <a:pt x="206" y="0"/>
                    </a:cubicBezTo>
                    <a:cubicBezTo>
                      <a:pt x="12" y="0"/>
                      <a:pt x="12" y="0"/>
                      <a:pt x="12" y="0"/>
                    </a:cubicBezTo>
                    <a:cubicBezTo>
                      <a:pt x="5" y="0"/>
                      <a:pt x="0" y="5"/>
                      <a:pt x="0" y="12"/>
                    </a:cubicBezTo>
                    <a:cubicBezTo>
                      <a:pt x="0" y="18"/>
                      <a:pt x="5" y="24"/>
                      <a:pt x="12" y="24"/>
                    </a:cubicBezTo>
                    <a:close/>
                  </a:path>
                </a:pathLst>
              </a:custGeom>
              <a:grpFill/>
              <a:ln>
                <a:noFill/>
              </a:ln>
            </p:spPr>
            <p:txBody>
              <a:bodyPr vert="horz" wrap="square" lIns="68580" tIns="34290" rIns="68580" bIns="34290" numCol="1" anchor="t" anchorCtr="0" compatLnSpc="1"/>
              <a:lstStyle/>
              <a:p>
                <a:endParaRPr lang="id-ID" sz="1350"/>
              </a:p>
            </p:txBody>
          </p:sp>
          <p:sp>
            <p:nvSpPr>
              <p:cNvPr id="60" name="Freeform 21"/>
              <p:cNvSpPr/>
              <p:nvPr/>
            </p:nvSpPr>
            <p:spPr bwMode="auto">
              <a:xfrm>
                <a:off x="735013" y="2471738"/>
                <a:ext cx="820738" cy="90488"/>
              </a:xfrm>
              <a:custGeom>
                <a:avLst/>
                <a:gdLst>
                  <a:gd name="T0" fmla="*/ 206 w 218"/>
                  <a:gd name="T1" fmla="*/ 0 h 24"/>
                  <a:gd name="T2" fmla="*/ 12 w 218"/>
                  <a:gd name="T3" fmla="*/ 0 h 24"/>
                  <a:gd name="T4" fmla="*/ 0 w 218"/>
                  <a:gd name="T5" fmla="*/ 12 h 24"/>
                  <a:gd name="T6" fmla="*/ 12 w 218"/>
                  <a:gd name="T7" fmla="*/ 24 h 24"/>
                  <a:gd name="T8" fmla="*/ 206 w 218"/>
                  <a:gd name="T9" fmla="*/ 24 h 24"/>
                  <a:gd name="T10" fmla="*/ 218 w 218"/>
                  <a:gd name="T11" fmla="*/ 12 h 24"/>
                  <a:gd name="T12" fmla="*/ 206 w 218"/>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18" h="24">
                    <a:moveTo>
                      <a:pt x="206" y="0"/>
                    </a:moveTo>
                    <a:cubicBezTo>
                      <a:pt x="12" y="0"/>
                      <a:pt x="12" y="0"/>
                      <a:pt x="12" y="0"/>
                    </a:cubicBezTo>
                    <a:cubicBezTo>
                      <a:pt x="5" y="0"/>
                      <a:pt x="0" y="5"/>
                      <a:pt x="0" y="12"/>
                    </a:cubicBezTo>
                    <a:cubicBezTo>
                      <a:pt x="0" y="19"/>
                      <a:pt x="5" y="24"/>
                      <a:pt x="12" y="24"/>
                    </a:cubicBezTo>
                    <a:cubicBezTo>
                      <a:pt x="206" y="24"/>
                      <a:pt x="206" y="24"/>
                      <a:pt x="206" y="24"/>
                    </a:cubicBezTo>
                    <a:cubicBezTo>
                      <a:pt x="213" y="24"/>
                      <a:pt x="218" y="19"/>
                      <a:pt x="218" y="12"/>
                    </a:cubicBezTo>
                    <a:cubicBezTo>
                      <a:pt x="218" y="5"/>
                      <a:pt x="213" y="0"/>
                      <a:pt x="206" y="0"/>
                    </a:cubicBezTo>
                    <a:close/>
                  </a:path>
                </a:pathLst>
              </a:custGeom>
              <a:grpFill/>
              <a:ln>
                <a:noFill/>
              </a:ln>
            </p:spPr>
            <p:txBody>
              <a:bodyPr vert="horz" wrap="square" lIns="68580" tIns="34290" rIns="68580" bIns="34290" numCol="1" anchor="t" anchorCtr="0" compatLnSpc="1"/>
              <a:lstStyle/>
              <a:p>
                <a:endParaRPr lang="id-ID" sz="1350"/>
              </a:p>
            </p:txBody>
          </p:sp>
          <p:sp>
            <p:nvSpPr>
              <p:cNvPr id="61" name="Freeform 22"/>
              <p:cNvSpPr/>
              <p:nvPr/>
            </p:nvSpPr>
            <p:spPr bwMode="auto">
              <a:xfrm>
                <a:off x="735013" y="2197100"/>
                <a:ext cx="820738" cy="90488"/>
              </a:xfrm>
              <a:custGeom>
                <a:avLst/>
                <a:gdLst>
                  <a:gd name="T0" fmla="*/ 206 w 218"/>
                  <a:gd name="T1" fmla="*/ 0 h 24"/>
                  <a:gd name="T2" fmla="*/ 12 w 218"/>
                  <a:gd name="T3" fmla="*/ 0 h 24"/>
                  <a:gd name="T4" fmla="*/ 0 w 218"/>
                  <a:gd name="T5" fmla="*/ 12 h 24"/>
                  <a:gd name="T6" fmla="*/ 12 w 218"/>
                  <a:gd name="T7" fmla="*/ 24 h 24"/>
                  <a:gd name="T8" fmla="*/ 206 w 218"/>
                  <a:gd name="T9" fmla="*/ 24 h 24"/>
                  <a:gd name="T10" fmla="*/ 218 w 218"/>
                  <a:gd name="T11" fmla="*/ 12 h 24"/>
                  <a:gd name="T12" fmla="*/ 206 w 218"/>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18" h="24">
                    <a:moveTo>
                      <a:pt x="206" y="0"/>
                    </a:moveTo>
                    <a:cubicBezTo>
                      <a:pt x="12" y="0"/>
                      <a:pt x="12" y="0"/>
                      <a:pt x="12" y="0"/>
                    </a:cubicBezTo>
                    <a:cubicBezTo>
                      <a:pt x="5" y="0"/>
                      <a:pt x="0" y="6"/>
                      <a:pt x="0" y="12"/>
                    </a:cubicBezTo>
                    <a:cubicBezTo>
                      <a:pt x="0" y="19"/>
                      <a:pt x="5" y="24"/>
                      <a:pt x="12" y="24"/>
                    </a:cubicBezTo>
                    <a:cubicBezTo>
                      <a:pt x="206" y="24"/>
                      <a:pt x="206" y="24"/>
                      <a:pt x="206" y="24"/>
                    </a:cubicBezTo>
                    <a:cubicBezTo>
                      <a:pt x="213" y="24"/>
                      <a:pt x="218" y="19"/>
                      <a:pt x="218" y="12"/>
                    </a:cubicBezTo>
                    <a:cubicBezTo>
                      <a:pt x="218" y="6"/>
                      <a:pt x="213" y="0"/>
                      <a:pt x="206" y="0"/>
                    </a:cubicBezTo>
                    <a:close/>
                  </a:path>
                </a:pathLst>
              </a:custGeom>
              <a:grpFill/>
              <a:ln>
                <a:noFill/>
              </a:ln>
            </p:spPr>
            <p:txBody>
              <a:bodyPr vert="horz" wrap="square" lIns="68580" tIns="34290" rIns="68580" bIns="34290" numCol="1" anchor="t" anchorCtr="0" compatLnSpc="1"/>
              <a:lstStyle/>
              <a:p>
                <a:endParaRPr lang="id-ID" sz="1350"/>
              </a:p>
            </p:txBody>
          </p:sp>
          <p:sp>
            <p:nvSpPr>
              <p:cNvPr id="62" name="Freeform 23"/>
              <p:cNvSpPr/>
              <p:nvPr/>
            </p:nvSpPr>
            <p:spPr bwMode="auto">
              <a:xfrm>
                <a:off x="735013" y="1922463"/>
                <a:ext cx="820738" cy="93663"/>
              </a:xfrm>
              <a:custGeom>
                <a:avLst/>
                <a:gdLst>
                  <a:gd name="T0" fmla="*/ 206 w 218"/>
                  <a:gd name="T1" fmla="*/ 0 h 25"/>
                  <a:gd name="T2" fmla="*/ 12 w 218"/>
                  <a:gd name="T3" fmla="*/ 0 h 25"/>
                  <a:gd name="T4" fmla="*/ 0 w 218"/>
                  <a:gd name="T5" fmla="*/ 12 h 25"/>
                  <a:gd name="T6" fmla="*/ 12 w 218"/>
                  <a:gd name="T7" fmla="*/ 25 h 25"/>
                  <a:gd name="T8" fmla="*/ 206 w 218"/>
                  <a:gd name="T9" fmla="*/ 25 h 25"/>
                  <a:gd name="T10" fmla="*/ 218 w 218"/>
                  <a:gd name="T11" fmla="*/ 12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2" y="0"/>
                      <a:pt x="12" y="0"/>
                      <a:pt x="12" y="0"/>
                    </a:cubicBezTo>
                    <a:cubicBezTo>
                      <a:pt x="5" y="0"/>
                      <a:pt x="0" y="6"/>
                      <a:pt x="0" y="12"/>
                    </a:cubicBezTo>
                    <a:cubicBezTo>
                      <a:pt x="0" y="19"/>
                      <a:pt x="5" y="25"/>
                      <a:pt x="12" y="25"/>
                    </a:cubicBezTo>
                    <a:cubicBezTo>
                      <a:pt x="206" y="25"/>
                      <a:pt x="206" y="25"/>
                      <a:pt x="206" y="25"/>
                    </a:cubicBezTo>
                    <a:cubicBezTo>
                      <a:pt x="213" y="25"/>
                      <a:pt x="218" y="19"/>
                      <a:pt x="218" y="12"/>
                    </a:cubicBezTo>
                    <a:cubicBezTo>
                      <a:pt x="218" y="6"/>
                      <a:pt x="213" y="0"/>
                      <a:pt x="206" y="0"/>
                    </a:cubicBezTo>
                    <a:close/>
                  </a:path>
                </a:pathLst>
              </a:custGeom>
              <a:grpFill/>
              <a:ln>
                <a:noFill/>
              </a:ln>
            </p:spPr>
            <p:txBody>
              <a:bodyPr vert="horz" wrap="square" lIns="68580" tIns="34290" rIns="68580" bIns="34290" numCol="1" anchor="t" anchorCtr="0" compatLnSpc="1"/>
              <a:lstStyle/>
              <a:p>
                <a:endParaRPr lang="id-ID" sz="1350"/>
              </a:p>
            </p:txBody>
          </p:sp>
          <p:sp>
            <p:nvSpPr>
              <p:cNvPr id="63" name="Freeform 24"/>
              <p:cNvSpPr/>
              <p:nvPr/>
            </p:nvSpPr>
            <p:spPr bwMode="auto">
              <a:xfrm>
                <a:off x="1739901" y="2471738"/>
                <a:ext cx="820738" cy="90488"/>
              </a:xfrm>
              <a:custGeom>
                <a:avLst/>
                <a:gdLst>
                  <a:gd name="T0" fmla="*/ 206 w 218"/>
                  <a:gd name="T1" fmla="*/ 0 h 24"/>
                  <a:gd name="T2" fmla="*/ 12 w 218"/>
                  <a:gd name="T3" fmla="*/ 0 h 24"/>
                  <a:gd name="T4" fmla="*/ 0 w 218"/>
                  <a:gd name="T5" fmla="*/ 12 h 24"/>
                  <a:gd name="T6" fmla="*/ 12 w 218"/>
                  <a:gd name="T7" fmla="*/ 24 h 24"/>
                  <a:gd name="T8" fmla="*/ 206 w 218"/>
                  <a:gd name="T9" fmla="*/ 24 h 24"/>
                  <a:gd name="T10" fmla="*/ 218 w 218"/>
                  <a:gd name="T11" fmla="*/ 12 h 24"/>
                  <a:gd name="T12" fmla="*/ 206 w 218"/>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18" h="24">
                    <a:moveTo>
                      <a:pt x="206" y="0"/>
                    </a:moveTo>
                    <a:cubicBezTo>
                      <a:pt x="12" y="0"/>
                      <a:pt x="12" y="0"/>
                      <a:pt x="12" y="0"/>
                    </a:cubicBezTo>
                    <a:cubicBezTo>
                      <a:pt x="5" y="0"/>
                      <a:pt x="0" y="5"/>
                      <a:pt x="0" y="12"/>
                    </a:cubicBezTo>
                    <a:cubicBezTo>
                      <a:pt x="0" y="19"/>
                      <a:pt x="5" y="24"/>
                      <a:pt x="12" y="24"/>
                    </a:cubicBezTo>
                    <a:cubicBezTo>
                      <a:pt x="206" y="24"/>
                      <a:pt x="206" y="24"/>
                      <a:pt x="206" y="24"/>
                    </a:cubicBezTo>
                    <a:cubicBezTo>
                      <a:pt x="213" y="24"/>
                      <a:pt x="218" y="19"/>
                      <a:pt x="218" y="12"/>
                    </a:cubicBezTo>
                    <a:cubicBezTo>
                      <a:pt x="218" y="5"/>
                      <a:pt x="213" y="0"/>
                      <a:pt x="206" y="0"/>
                    </a:cubicBezTo>
                    <a:close/>
                  </a:path>
                </a:pathLst>
              </a:custGeom>
              <a:grpFill/>
              <a:ln>
                <a:noFill/>
              </a:ln>
            </p:spPr>
            <p:txBody>
              <a:bodyPr vert="horz" wrap="square" lIns="68580" tIns="34290" rIns="68580" bIns="34290" numCol="1" anchor="t" anchorCtr="0" compatLnSpc="1"/>
              <a:lstStyle/>
              <a:p>
                <a:endParaRPr lang="id-ID" sz="1350"/>
              </a:p>
            </p:txBody>
          </p:sp>
          <p:sp>
            <p:nvSpPr>
              <p:cNvPr id="64" name="Freeform 25"/>
              <p:cNvSpPr/>
              <p:nvPr/>
            </p:nvSpPr>
            <p:spPr bwMode="auto">
              <a:xfrm>
                <a:off x="1739901" y="2197100"/>
                <a:ext cx="820738" cy="90488"/>
              </a:xfrm>
              <a:custGeom>
                <a:avLst/>
                <a:gdLst>
                  <a:gd name="T0" fmla="*/ 206 w 218"/>
                  <a:gd name="T1" fmla="*/ 0 h 24"/>
                  <a:gd name="T2" fmla="*/ 12 w 218"/>
                  <a:gd name="T3" fmla="*/ 0 h 24"/>
                  <a:gd name="T4" fmla="*/ 0 w 218"/>
                  <a:gd name="T5" fmla="*/ 12 h 24"/>
                  <a:gd name="T6" fmla="*/ 12 w 218"/>
                  <a:gd name="T7" fmla="*/ 24 h 24"/>
                  <a:gd name="T8" fmla="*/ 206 w 218"/>
                  <a:gd name="T9" fmla="*/ 24 h 24"/>
                  <a:gd name="T10" fmla="*/ 218 w 218"/>
                  <a:gd name="T11" fmla="*/ 12 h 24"/>
                  <a:gd name="T12" fmla="*/ 206 w 218"/>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18" h="24">
                    <a:moveTo>
                      <a:pt x="206" y="0"/>
                    </a:moveTo>
                    <a:cubicBezTo>
                      <a:pt x="12" y="0"/>
                      <a:pt x="12" y="0"/>
                      <a:pt x="12" y="0"/>
                    </a:cubicBezTo>
                    <a:cubicBezTo>
                      <a:pt x="5" y="0"/>
                      <a:pt x="0" y="6"/>
                      <a:pt x="0" y="12"/>
                    </a:cubicBezTo>
                    <a:cubicBezTo>
                      <a:pt x="0" y="19"/>
                      <a:pt x="5" y="24"/>
                      <a:pt x="12" y="24"/>
                    </a:cubicBezTo>
                    <a:cubicBezTo>
                      <a:pt x="206" y="24"/>
                      <a:pt x="206" y="24"/>
                      <a:pt x="206" y="24"/>
                    </a:cubicBezTo>
                    <a:cubicBezTo>
                      <a:pt x="213" y="24"/>
                      <a:pt x="218" y="19"/>
                      <a:pt x="218" y="12"/>
                    </a:cubicBezTo>
                    <a:cubicBezTo>
                      <a:pt x="218" y="6"/>
                      <a:pt x="213" y="0"/>
                      <a:pt x="206" y="0"/>
                    </a:cubicBezTo>
                    <a:close/>
                  </a:path>
                </a:pathLst>
              </a:custGeom>
              <a:grpFill/>
              <a:ln>
                <a:noFill/>
              </a:ln>
            </p:spPr>
            <p:txBody>
              <a:bodyPr vert="horz" wrap="square" lIns="68580" tIns="34290" rIns="68580" bIns="34290" numCol="1" anchor="t" anchorCtr="0" compatLnSpc="1"/>
              <a:lstStyle/>
              <a:p>
                <a:endParaRPr lang="id-ID" sz="1350"/>
              </a:p>
            </p:txBody>
          </p:sp>
          <p:sp>
            <p:nvSpPr>
              <p:cNvPr id="65" name="Freeform 26"/>
              <p:cNvSpPr/>
              <p:nvPr/>
            </p:nvSpPr>
            <p:spPr bwMode="auto">
              <a:xfrm>
                <a:off x="1739901" y="1922463"/>
                <a:ext cx="820738" cy="93663"/>
              </a:xfrm>
              <a:custGeom>
                <a:avLst/>
                <a:gdLst>
                  <a:gd name="T0" fmla="*/ 206 w 218"/>
                  <a:gd name="T1" fmla="*/ 0 h 25"/>
                  <a:gd name="T2" fmla="*/ 12 w 218"/>
                  <a:gd name="T3" fmla="*/ 0 h 25"/>
                  <a:gd name="T4" fmla="*/ 0 w 218"/>
                  <a:gd name="T5" fmla="*/ 12 h 25"/>
                  <a:gd name="T6" fmla="*/ 12 w 218"/>
                  <a:gd name="T7" fmla="*/ 25 h 25"/>
                  <a:gd name="T8" fmla="*/ 206 w 218"/>
                  <a:gd name="T9" fmla="*/ 25 h 25"/>
                  <a:gd name="T10" fmla="*/ 218 w 218"/>
                  <a:gd name="T11" fmla="*/ 12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2" y="0"/>
                      <a:pt x="12" y="0"/>
                      <a:pt x="12" y="0"/>
                    </a:cubicBezTo>
                    <a:cubicBezTo>
                      <a:pt x="5" y="0"/>
                      <a:pt x="0" y="6"/>
                      <a:pt x="0" y="12"/>
                    </a:cubicBezTo>
                    <a:cubicBezTo>
                      <a:pt x="0" y="19"/>
                      <a:pt x="5" y="25"/>
                      <a:pt x="12" y="25"/>
                    </a:cubicBezTo>
                    <a:cubicBezTo>
                      <a:pt x="206" y="25"/>
                      <a:pt x="206" y="25"/>
                      <a:pt x="206" y="25"/>
                    </a:cubicBezTo>
                    <a:cubicBezTo>
                      <a:pt x="213" y="25"/>
                      <a:pt x="218" y="19"/>
                      <a:pt x="218" y="12"/>
                    </a:cubicBezTo>
                    <a:cubicBezTo>
                      <a:pt x="218" y="6"/>
                      <a:pt x="213" y="0"/>
                      <a:pt x="206" y="0"/>
                    </a:cubicBezTo>
                    <a:close/>
                  </a:path>
                </a:pathLst>
              </a:custGeom>
              <a:grpFill/>
              <a:ln>
                <a:noFill/>
              </a:ln>
            </p:spPr>
            <p:txBody>
              <a:bodyPr vert="horz" wrap="square" lIns="68580" tIns="34290" rIns="68580" bIns="34290" numCol="1" anchor="t" anchorCtr="0" compatLnSpc="1"/>
              <a:lstStyle/>
              <a:p>
                <a:endParaRPr lang="id-ID" sz="1350"/>
              </a:p>
            </p:txBody>
          </p:sp>
          <p:sp>
            <p:nvSpPr>
              <p:cNvPr id="66" name="Freeform 27"/>
              <p:cNvSpPr/>
              <p:nvPr/>
            </p:nvSpPr>
            <p:spPr bwMode="auto">
              <a:xfrm>
                <a:off x="735013" y="1376363"/>
                <a:ext cx="1825625" cy="90488"/>
              </a:xfrm>
              <a:custGeom>
                <a:avLst/>
                <a:gdLst>
                  <a:gd name="T0" fmla="*/ 473 w 485"/>
                  <a:gd name="T1" fmla="*/ 0 h 24"/>
                  <a:gd name="T2" fmla="*/ 12 w 485"/>
                  <a:gd name="T3" fmla="*/ 0 h 24"/>
                  <a:gd name="T4" fmla="*/ 0 w 485"/>
                  <a:gd name="T5" fmla="*/ 12 h 24"/>
                  <a:gd name="T6" fmla="*/ 12 w 485"/>
                  <a:gd name="T7" fmla="*/ 24 h 24"/>
                  <a:gd name="T8" fmla="*/ 473 w 485"/>
                  <a:gd name="T9" fmla="*/ 24 h 24"/>
                  <a:gd name="T10" fmla="*/ 485 w 485"/>
                  <a:gd name="T11" fmla="*/ 12 h 24"/>
                  <a:gd name="T12" fmla="*/ 473 w 485"/>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85" h="24">
                    <a:moveTo>
                      <a:pt x="473" y="0"/>
                    </a:moveTo>
                    <a:cubicBezTo>
                      <a:pt x="12" y="0"/>
                      <a:pt x="12" y="0"/>
                      <a:pt x="12" y="0"/>
                    </a:cubicBezTo>
                    <a:cubicBezTo>
                      <a:pt x="5" y="0"/>
                      <a:pt x="0" y="5"/>
                      <a:pt x="0" y="12"/>
                    </a:cubicBezTo>
                    <a:cubicBezTo>
                      <a:pt x="0" y="19"/>
                      <a:pt x="5" y="24"/>
                      <a:pt x="12" y="24"/>
                    </a:cubicBezTo>
                    <a:cubicBezTo>
                      <a:pt x="473" y="24"/>
                      <a:pt x="473" y="24"/>
                      <a:pt x="473" y="24"/>
                    </a:cubicBezTo>
                    <a:cubicBezTo>
                      <a:pt x="480" y="24"/>
                      <a:pt x="485" y="19"/>
                      <a:pt x="485" y="12"/>
                    </a:cubicBezTo>
                    <a:cubicBezTo>
                      <a:pt x="485" y="5"/>
                      <a:pt x="480" y="0"/>
                      <a:pt x="473" y="0"/>
                    </a:cubicBezTo>
                    <a:close/>
                  </a:path>
                </a:pathLst>
              </a:custGeom>
              <a:grpFill/>
              <a:ln>
                <a:noFill/>
              </a:ln>
            </p:spPr>
            <p:txBody>
              <a:bodyPr vert="horz" wrap="square" lIns="68580" tIns="34290" rIns="68580" bIns="34290" numCol="1" anchor="t" anchorCtr="0" compatLnSpc="1"/>
              <a:lstStyle/>
              <a:p>
                <a:endParaRPr lang="id-ID" sz="1350"/>
              </a:p>
            </p:txBody>
          </p:sp>
          <p:sp>
            <p:nvSpPr>
              <p:cNvPr id="67" name="Freeform 28"/>
              <p:cNvSpPr/>
              <p:nvPr/>
            </p:nvSpPr>
            <p:spPr bwMode="auto">
              <a:xfrm>
                <a:off x="735013" y="1651000"/>
                <a:ext cx="1825625" cy="90488"/>
              </a:xfrm>
              <a:custGeom>
                <a:avLst/>
                <a:gdLst>
                  <a:gd name="T0" fmla="*/ 473 w 485"/>
                  <a:gd name="T1" fmla="*/ 0 h 24"/>
                  <a:gd name="T2" fmla="*/ 12 w 485"/>
                  <a:gd name="T3" fmla="*/ 0 h 24"/>
                  <a:gd name="T4" fmla="*/ 0 w 485"/>
                  <a:gd name="T5" fmla="*/ 12 h 24"/>
                  <a:gd name="T6" fmla="*/ 12 w 485"/>
                  <a:gd name="T7" fmla="*/ 24 h 24"/>
                  <a:gd name="T8" fmla="*/ 473 w 485"/>
                  <a:gd name="T9" fmla="*/ 24 h 24"/>
                  <a:gd name="T10" fmla="*/ 485 w 485"/>
                  <a:gd name="T11" fmla="*/ 12 h 24"/>
                  <a:gd name="T12" fmla="*/ 473 w 485"/>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85" h="24">
                    <a:moveTo>
                      <a:pt x="473" y="0"/>
                    </a:moveTo>
                    <a:cubicBezTo>
                      <a:pt x="12" y="0"/>
                      <a:pt x="12" y="0"/>
                      <a:pt x="12" y="0"/>
                    </a:cubicBezTo>
                    <a:cubicBezTo>
                      <a:pt x="5" y="0"/>
                      <a:pt x="0" y="5"/>
                      <a:pt x="0" y="12"/>
                    </a:cubicBezTo>
                    <a:cubicBezTo>
                      <a:pt x="0" y="18"/>
                      <a:pt x="5" y="24"/>
                      <a:pt x="12" y="24"/>
                    </a:cubicBezTo>
                    <a:cubicBezTo>
                      <a:pt x="473" y="24"/>
                      <a:pt x="473" y="24"/>
                      <a:pt x="473" y="24"/>
                    </a:cubicBezTo>
                    <a:cubicBezTo>
                      <a:pt x="480" y="24"/>
                      <a:pt x="485" y="18"/>
                      <a:pt x="485" y="12"/>
                    </a:cubicBezTo>
                    <a:cubicBezTo>
                      <a:pt x="485" y="5"/>
                      <a:pt x="480" y="0"/>
                      <a:pt x="473" y="0"/>
                    </a:cubicBezTo>
                    <a:close/>
                  </a:path>
                </a:pathLst>
              </a:custGeom>
              <a:grpFill/>
              <a:ln>
                <a:noFill/>
              </a:ln>
            </p:spPr>
            <p:txBody>
              <a:bodyPr vert="horz" wrap="square" lIns="68580" tIns="34290" rIns="68580" bIns="34290" numCol="1" anchor="t" anchorCtr="0" compatLnSpc="1"/>
              <a:lstStyle/>
              <a:p>
                <a:endParaRPr lang="id-ID" sz="1350"/>
              </a:p>
            </p:txBody>
          </p:sp>
          <p:sp>
            <p:nvSpPr>
              <p:cNvPr id="68" name="Freeform 29"/>
              <p:cNvSpPr>
                <a:spLocks noEditPoints="1"/>
              </p:cNvSpPr>
              <p:nvPr/>
            </p:nvSpPr>
            <p:spPr bwMode="auto">
              <a:xfrm>
                <a:off x="735013" y="371475"/>
                <a:ext cx="820738" cy="820738"/>
              </a:xfrm>
              <a:custGeom>
                <a:avLst/>
                <a:gdLst>
                  <a:gd name="T0" fmla="*/ 24 w 218"/>
                  <a:gd name="T1" fmla="*/ 218 h 218"/>
                  <a:gd name="T2" fmla="*/ 194 w 218"/>
                  <a:gd name="T3" fmla="*/ 218 h 218"/>
                  <a:gd name="T4" fmla="*/ 218 w 218"/>
                  <a:gd name="T5" fmla="*/ 194 h 218"/>
                  <a:gd name="T6" fmla="*/ 218 w 218"/>
                  <a:gd name="T7" fmla="*/ 24 h 218"/>
                  <a:gd name="T8" fmla="*/ 194 w 218"/>
                  <a:gd name="T9" fmla="*/ 0 h 218"/>
                  <a:gd name="T10" fmla="*/ 24 w 218"/>
                  <a:gd name="T11" fmla="*/ 0 h 218"/>
                  <a:gd name="T12" fmla="*/ 0 w 218"/>
                  <a:gd name="T13" fmla="*/ 24 h 218"/>
                  <a:gd name="T14" fmla="*/ 0 w 218"/>
                  <a:gd name="T15" fmla="*/ 194 h 218"/>
                  <a:gd name="T16" fmla="*/ 24 w 218"/>
                  <a:gd name="T17" fmla="*/ 218 h 218"/>
                  <a:gd name="T18" fmla="*/ 49 w 218"/>
                  <a:gd name="T19" fmla="*/ 48 h 218"/>
                  <a:gd name="T20" fmla="*/ 170 w 218"/>
                  <a:gd name="T21" fmla="*/ 48 h 218"/>
                  <a:gd name="T22" fmla="*/ 170 w 218"/>
                  <a:gd name="T23" fmla="*/ 170 h 218"/>
                  <a:gd name="T24" fmla="*/ 49 w 218"/>
                  <a:gd name="T25" fmla="*/ 170 h 218"/>
                  <a:gd name="T26" fmla="*/ 49 w 218"/>
                  <a:gd name="T27" fmla="*/ 48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8" h="218">
                    <a:moveTo>
                      <a:pt x="24" y="218"/>
                    </a:moveTo>
                    <a:cubicBezTo>
                      <a:pt x="194" y="218"/>
                      <a:pt x="194" y="218"/>
                      <a:pt x="194" y="218"/>
                    </a:cubicBezTo>
                    <a:cubicBezTo>
                      <a:pt x="207" y="218"/>
                      <a:pt x="218" y="207"/>
                      <a:pt x="218" y="194"/>
                    </a:cubicBezTo>
                    <a:cubicBezTo>
                      <a:pt x="218" y="24"/>
                      <a:pt x="218" y="24"/>
                      <a:pt x="218" y="24"/>
                    </a:cubicBezTo>
                    <a:cubicBezTo>
                      <a:pt x="218" y="11"/>
                      <a:pt x="207" y="0"/>
                      <a:pt x="194" y="0"/>
                    </a:cubicBezTo>
                    <a:cubicBezTo>
                      <a:pt x="24" y="0"/>
                      <a:pt x="24" y="0"/>
                      <a:pt x="24" y="0"/>
                    </a:cubicBezTo>
                    <a:cubicBezTo>
                      <a:pt x="11" y="0"/>
                      <a:pt x="0" y="11"/>
                      <a:pt x="0" y="24"/>
                    </a:cubicBezTo>
                    <a:cubicBezTo>
                      <a:pt x="0" y="194"/>
                      <a:pt x="0" y="194"/>
                      <a:pt x="0" y="194"/>
                    </a:cubicBezTo>
                    <a:cubicBezTo>
                      <a:pt x="0" y="207"/>
                      <a:pt x="11" y="218"/>
                      <a:pt x="24" y="218"/>
                    </a:cubicBezTo>
                    <a:close/>
                    <a:moveTo>
                      <a:pt x="49" y="48"/>
                    </a:moveTo>
                    <a:cubicBezTo>
                      <a:pt x="170" y="48"/>
                      <a:pt x="170" y="48"/>
                      <a:pt x="170" y="48"/>
                    </a:cubicBezTo>
                    <a:cubicBezTo>
                      <a:pt x="170" y="170"/>
                      <a:pt x="170" y="170"/>
                      <a:pt x="170" y="170"/>
                    </a:cubicBezTo>
                    <a:cubicBezTo>
                      <a:pt x="49" y="170"/>
                      <a:pt x="49" y="170"/>
                      <a:pt x="49" y="170"/>
                    </a:cubicBezTo>
                    <a:lnTo>
                      <a:pt x="49" y="48"/>
                    </a:lnTo>
                    <a:close/>
                  </a:path>
                </a:pathLst>
              </a:custGeom>
              <a:grpFill/>
              <a:ln>
                <a:noFill/>
              </a:ln>
            </p:spPr>
            <p:txBody>
              <a:bodyPr vert="horz" wrap="square" lIns="68580" tIns="34290" rIns="68580" bIns="34290" numCol="1" anchor="t" anchorCtr="0" compatLnSpc="1"/>
              <a:lstStyle/>
              <a:p>
                <a:endParaRPr lang="id-ID" sz="1350"/>
              </a:p>
            </p:txBody>
          </p:sp>
        </p:grpSp>
      </p:grpSp>
      <p:sp>
        <p:nvSpPr>
          <p:cNvPr id="53" name="矩形 52"/>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par>
                          <p:cTn id="7" fill="hold">
                            <p:stCondLst>
                              <p:cond delay="0"/>
                            </p:stCondLst>
                            <p:childTnLst>
                              <p:par>
                                <p:cTn id="8" presetID="21" presetClass="entr" presetSubtype="1"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heel(1)">
                                      <p:cBhvr>
                                        <p:cTn id="10" dur="2000"/>
                                        <p:tgtEl>
                                          <p:spTgt spid="25"/>
                                        </p:tgtEl>
                                      </p:cBhvr>
                                    </p:animEffect>
                                  </p:childTnLst>
                                </p:cTn>
                              </p:par>
                            </p:childTnLst>
                          </p:cTn>
                        </p:par>
                        <p:par>
                          <p:cTn id="11" fill="hold">
                            <p:stCondLst>
                              <p:cond delay="2000"/>
                            </p:stCondLst>
                            <p:childTnLst>
                              <p:par>
                                <p:cTn id="12" presetID="22" presetClass="entr" presetSubtype="2" fill="hold" grpId="0" nodeType="after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wipe(right)">
                                      <p:cBhvr>
                                        <p:cTn id="14" dur="500"/>
                                        <p:tgtEl>
                                          <p:spTgt spid="27"/>
                                        </p:tgtEl>
                                      </p:cBhvr>
                                    </p:animEffect>
                                  </p:childTnLst>
                                </p:cTn>
                              </p:par>
                            </p:childTnLst>
                          </p:cTn>
                        </p:par>
                        <p:par>
                          <p:cTn id="15" fill="hold">
                            <p:stCondLst>
                              <p:cond delay="2500"/>
                            </p:stCondLst>
                            <p:childTnLst>
                              <p:par>
                                <p:cTn id="16" presetID="53" presetClass="entr" presetSubtype="16" fill="hold" nodeType="afterEffect">
                                  <p:stCondLst>
                                    <p:cond delay="0"/>
                                  </p:stCondLst>
                                  <p:childTnLst>
                                    <p:set>
                                      <p:cBhvr>
                                        <p:cTn id="17" dur="1" fill="hold">
                                          <p:stCondLst>
                                            <p:cond delay="0"/>
                                          </p:stCondLst>
                                        </p:cTn>
                                        <p:tgtEl>
                                          <p:spTgt spid="69"/>
                                        </p:tgtEl>
                                        <p:attrNameLst>
                                          <p:attrName>style.visibility</p:attrName>
                                        </p:attrNameLst>
                                      </p:cBhvr>
                                      <p:to>
                                        <p:strVal val="visible"/>
                                      </p:to>
                                    </p:set>
                                    <p:anim calcmode="lin" valueType="num">
                                      <p:cBhvr>
                                        <p:cTn id="18" dur="500" fill="hold"/>
                                        <p:tgtEl>
                                          <p:spTgt spid="69"/>
                                        </p:tgtEl>
                                        <p:attrNameLst>
                                          <p:attrName>ppt_w</p:attrName>
                                        </p:attrNameLst>
                                      </p:cBhvr>
                                      <p:tavLst>
                                        <p:tav tm="0">
                                          <p:val>
                                            <p:fltVal val="0"/>
                                          </p:val>
                                        </p:tav>
                                        <p:tav tm="100000">
                                          <p:val>
                                            <p:strVal val="#ppt_w"/>
                                          </p:val>
                                        </p:tav>
                                      </p:tavLst>
                                    </p:anim>
                                    <p:anim calcmode="lin" valueType="num">
                                      <p:cBhvr>
                                        <p:cTn id="19" dur="500" fill="hold"/>
                                        <p:tgtEl>
                                          <p:spTgt spid="69"/>
                                        </p:tgtEl>
                                        <p:attrNameLst>
                                          <p:attrName>ppt_h</p:attrName>
                                        </p:attrNameLst>
                                      </p:cBhvr>
                                      <p:tavLst>
                                        <p:tav tm="0">
                                          <p:val>
                                            <p:fltVal val="0"/>
                                          </p:val>
                                        </p:tav>
                                        <p:tav tm="100000">
                                          <p:val>
                                            <p:strVal val="#ppt_h"/>
                                          </p:val>
                                        </p:tav>
                                      </p:tavLst>
                                    </p:anim>
                                    <p:animEffect transition="in" filter="fade">
                                      <p:cBhvr>
                                        <p:cTn id="20" dur="500"/>
                                        <p:tgtEl>
                                          <p:spTgt spid="69"/>
                                        </p:tgtEl>
                                      </p:cBhvr>
                                    </p:animEffect>
                                  </p:childTnLst>
                                </p:cTn>
                              </p:par>
                            </p:childTnLst>
                          </p:cTn>
                        </p:par>
                        <p:par>
                          <p:cTn id="21" fill="hold">
                            <p:stCondLst>
                              <p:cond delay="3000"/>
                            </p:stCondLst>
                            <p:childTnLst>
                              <p:par>
                                <p:cTn id="22" presetID="22" presetClass="entr" presetSubtype="4" fill="hold" grpId="0" nodeType="afterEffect">
                                  <p:stCondLst>
                                    <p:cond delay="0"/>
                                  </p:stCondLst>
                                  <p:childTnLst>
                                    <p:set>
                                      <p:cBhvr>
                                        <p:cTn id="23" dur="1" fill="hold">
                                          <p:stCondLst>
                                            <p:cond delay="0"/>
                                          </p:stCondLst>
                                        </p:cTn>
                                        <p:tgtEl>
                                          <p:spTgt spid="39">
                                            <p:txEl>
                                              <p:pRg st="0" end="0"/>
                                            </p:txEl>
                                          </p:spTgt>
                                        </p:tgtEl>
                                        <p:attrNameLst>
                                          <p:attrName>style.visibility</p:attrName>
                                        </p:attrNameLst>
                                      </p:cBhvr>
                                      <p:to>
                                        <p:strVal val="visible"/>
                                      </p:to>
                                    </p:set>
                                    <p:animEffect transition="in" filter="wipe(down)">
                                      <p:cBhvr>
                                        <p:cTn id="24" dur="500"/>
                                        <p:tgtEl>
                                          <p:spTgt spid="39">
                                            <p:txEl>
                                              <p:pRg st="0" end="0"/>
                                            </p:txEl>
                                          </p:spTgt>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38">
                                            <p:txEl>
                                              <p:pRg st="0" end="0"/>
                                            </p:txEl>
                                          </p:spTgt>
                                        </p:tgtEl>
                                        <p:attrNameLst>
                                          <p:attrName>style.visibility</p:attrName>
                                        </p:attrNameLst>
                                      </p:cBhvr>
                                      <p:to>
                                        <p:strVal val="visible"/>
                                      </p:to>
                                    </p:set>
                                    <p:animEffect transition="in" filter="fade">
                                      <p:cBhvr>
                                        <p:cTn id="28" dur="500"/>
                                        <p:tgtEl>
                                          <p:spTgt spid="38">
                                            <p:txEl>
                                              <p:pRg st="0" end="0"/>
                                            </p:txEl>
                                          </p:spTgt>
                                        </p:tgtEl>
                                      </p:cBhvr>
                                    </p:animEffect>
                                  </p:childTnLst>
                                </p:cTn>
                              </p:par>
                            </p:childTnLst>
                          </p:cTn>
                        </p:par>
                        <p:par>
                          <p:cTn id="29" fill="hold">
                            <p:stCondLst>
                              <p:cond delay="4000"/>
                            </p:stCondLst>
                            <p:childTnLst>
                              <p:par>
                                <p:cTn id="30" presetID="53" presetClass="entr" presetSubtype="16" fill="hold" nodeType="afterEffect">
                                  <p:stCondLst>
                                    <p:cond delay="0"/>
                                  </p:stCondLst>
                                  <p:childTnLst>
                                    <p:set>
                                      <p:cBhvr>
                                        <p:cTn id="31" dur="1" fill="hold">
                                          <p:stCondLst>
                                            <p:cond delay="0"/>
                                          </p:stCondLst>
                                        </p:cTn>
                                        <p:tgtEl>
                                          <p:spTgt spid="52"/>
                                        </p:tgtEl>
                                        <p:attrNameLst>
                                          <p:attrName>style.visibility</p:attrName>
                                        </p:attrNameLst>
                                      </p:cBhvr>
                                      <p:to>
                                        <p:strVal val="visible"/>
                                      </p:to>
                                    </p:set>
                                    <p:anim calcmode="lin" valueType="num">
                                      <p:cBhvr>
                                        <p:cTn id="32" dur="500" fill="hold"/>
                                        <p:tgtEl>
                                          <p:spTgt spid="52"/>
                                        </p:tgtEl>
                                        <p:attrNameLst>
                                          <p:attrName>ppt_w</p:attrName>
                                        </p:attrNameLst>
                                      </p:cBhvr>
                                      <p:tavLst>
                                        <p:tav tm="0">
                                          <p:val>
                                            <p:fltVal val="0"/>
                                          </p:val>
                                        </p:tav>
                                        <p:tav tm="100000">
                                          <p:val>
                                            <p:strVal val="#ppt_w"/>
                                          </p:val>
                                        </p:tav>
                                      </p:tavLst>
                                    </p:anim>
                                    <p:anim calcmode="lin" valueType="num">
                                      <p:cBhvr>
                                        <p:cTn id="33" dur="500" fill="hold"/>
                                        <p:tgtEl>
                                          <p:spTgt spid="52"/>
                                        </p:tgtEl>
                                        <p:attrNameLst>
                                          <p:attrName>ppt_h</p:attrName>
                                        </p:attrNameLst>
                                      </p:cBhvr>
                                      <p:tavLst>
                                        <p:tav tm="0">
                                          <p:val>
                                            <p:fltVal val="0"/>
                                          </p:val>
                                        </p:tav>
                                        <p:tav tm="100000">
                                          <p:val>
                                            <p:strVal val="#ppt_h"/>
                                          </p:val>
                                        </p:tav>
                                      </p:tavLst>
                                    </p:anim>
                                    <p:animEffect transition="in" filter="fade">
                                      <p:cBhvr>
                                        <p:cTn id="34" dur="500"/>
                                        <p:tgtEl>
                                          <p:spTgt spid="52"/>
                                        </p:tgtEl>
                                      </p:cBhvr>
                                    </p:animEffect>
                                  </p:childTnLst>
                                </p:cTn>
                              </p:par>
                            </p:childTnLst>
                          </p:cTn>
                        </p:par>
                        <p:par>
                          <p:cTn id="35" fill="hold">
                            <p:stCondLst>
                              <p:cond delay="4500"/>
                            </p:stCondLst>
                            <p:childTnLst>
                              <p:par>
                                <p:cTn id="36" presetID="22" presetClass="entr" presetSubtype="4" fill="hold" grpId="0" nodeType="afterEffect">
                                  <p:stCondLst>
                                    <p:cond delay="0"/>
                                  </p:stCondLst>
                                  <p:childTnLst>
                                    <p:set>
                                      <p:cBhvr>
                                        <p:cTn id="37" dur="1" fill="hold">
                                          <p:stCondLst>
                                            <p:cond delay="0"/>
                                          </p:stCondLst>
                                        </p:cTn>
                                        <p:tgtEl>
                                          <p:spTgt spid="41">
                                            <p:txEl>
                                              <p:pRg st="0" end="0"/>
                                            </p:txEl>
                                          </p:spTgt>
                                        </p:tgtEl>
                                        <p:attrNameLst>
                                          <p:attrName>style.visibility</p:attrName>
                                        </p:attrNameLst>
                                      </p:cBhvr>
                                      <p:to>
                                        <p:strVal val="visible"/>
                                      </p:to>
                                    </p:set>
                                    <p:animEffect transition="in" filter="wipe(down)">
                                      <p:cBhvr>
                                        <p:cTn id="38" dur="500"/>
                                        <p:tgtEl>
                                          <p:spTgt spid="41">
                                            <p:txEl>
                                              <p:pRg st="0" end="0"/>
                                            </p:txEl>
                                          </p:spTgt>
                                        </p:tgtEl>
                                      </p:cBhvr>
                                    </p:animEffect>
                                  </p:childTnLst>
                                </p:cTn>
                              </p:par>
                            </p:childTnLst>
                          </p:cTn>
                        </p:par>
                        <p:par>
                          <p:cTn id="39" fill="hold">
                            <p:stCondLst>
                              <p:cond delay="5000"/>
                            </p:stCondLst>
                            <p:childTnLst>
                              <p:par>
                                <p:cTn id="40" presetID="10" presetClass="entr" presetSubtype="0" fill="hold" grpId="0" nodeType="afterEffect">
                                  <p:stCondLst>
                                    <p:cond delay="0"/>
                                  </p:stCondLst>
                                  <p:childTnLst>
                                    <p:set>
                                      <p:cBhvr>
                                        <p:cTn id="41" dur="1" fill="hold">
                                          <p:stCondLst>
                                            <p:cond delay="0"/>
                                          </p:stCondLst>
                                        </p:cTn>
                                        <p:tgtEl>
                                          <p:spTgt spid="40">
                                            <p:txEl>
                                              <p:pRg st="0" end="0"/>
                                            </p:txEl>
                                          </p:spTgt>
                                        </p:tgtEl>
                                        <p:attrNameLst>
                                          <p:attrName>style.visibility</p:attrName>
                                        </p:attrNameLst>
                                      </p:cBhvr>
                                      <p:to>
                                        <p:strVal val="visible"/>
                                      </p:to>
                                    </p:set>
                                    <p:animEffect transition="in" filter="fade">
                                      <p:cBhvr>
                                        <p:cTn id="42" dur="500"/>
                                        <p:tgtEl>
                                          <p:spTgt spid="40">
                                            <p:txEl>
                                              <p:pRg st="0" end="0"/>
                                            </p:txEl>
                                          </p:spTgt>
                                        </p:tgtEl>
                                      </p:cBhvr>
                                    </p:animEffect>
                                  </p:childTnLst>
                                </p:cTn>
                              </p:par>
                            </p:childTnLst>
                          </p:cTn>
                        </p:par>
                        <p:par>
                          <p:cTn id="43" fill="hold">
                            <p:stCondLst>
                              <p:cond delay="5500"/>
                            </p:stCondLst>
                            <p:childTnLst>
                              <p:par>
                                <p:cTn id="44" presetID="53" presetClass="entr" presetSubtype="16" fill="hold" nodeType="afterEffect">
                                  <p:stCondLst>
                                    <p:cond delay="0"/>
                                  </p:stCondLst>
                                  <p:childTnLst>
                                    <p:set>
                                      <p:cBhvr>
                                        <p:cTn id="45" dur="1" fill="hold">
                                          <p:stCondLst>
                                            <p:cond delay="0"/>
                                          </p:stCondLst>
                                        </p:cTn>
                                        <p:tgtEl>
                                          <p:spTgt spid="48"/>
                                        </p:tgtEl>
                                        <p:attrNameLst>
                                          <p:attrName>style.visibility</p:attrName>
                                        </p:attrNameLst>
                                      </p:cBhvr>
                                      <p:to>
                                        <p:strVal val="visible"/>
                                      </p:to>
                                    </p:set>
                                    <p:anim calcmode="lin" valueType="num">
                                      <p:cBhvr>
                                        <p:cTn id="46" dur="500" fill="hold"/>
                                        <p:tgtEl>
                                          <p:spTgt spid="48"/>
                                        </p:tgtEl>
                                        <p:attrNameLst>
                                          <p:attrName>ppt_w</p:attrName>
                                        </p:attrNameLst>
                                      </p:cBhvr>
                                      <p:tavLst>
                                        <p:tav tm="0">
                                          <p:val>
                                            <p:fltVal val="0"/>
                                          </p:val>
                                        </p:tav>
                                        <p:tav tm="100000">
                                          <p:val>
                                            <p:strVal val="#ppt_w"/>
                                          </p:val>
                                        </p:tav>
                                      </p:tavLst>
                                    </p:anim>
                                    <p:anim calcmode="lin" valueType="num">
                                      <p:cBhvr>
                                        <p:cTn id="47" dur="500" fill="hold"/>
                                        <p:tgtEl>
                                          <p:spTgt spid="48"/>
                                        </p:tgtEl>
                                        <p:attrNameLst>
                                          <p:attrName>ppt_h</p:attrName>
                                        </p:attrNameLst>
                                      </p:cBhvr>
                                      <p:tavLst>
                                        <p:tav tm="0">
                                          <p:val>
                                            <p:fltVal val="0"/>
                                          </p:val>
                                        </p:tav>
                                        <p:tav tm="100000">
                                          <p:val>
                                            <p:strVal val="#ppt_h"/>
                                          </p:val>
                                        </p:tav>
                                      </p:tavLst>
                                    </p:anim>
                                    <p:animEffect transition="in" filter="fade">
                                      <p:cBhvr>
                                        <p:cTn id="48" dur="500"/>
                                        <p:tgtEl>
                                          <p:spTgt spid="48"/>
                                        </p:tgtEl>
                                      </p:cBhvr>
                                    </p:animEffect>
                                  </p:childTnLst>
                                </p:cTn>
                              </p:par>
                            </p:childTnLst>
                          </p:cTn>
                        </p:par>
                        <p:par>
                          <p:cTn id="49" fill="hold">
                            <p:stCondLst>
                              <p:cond delay="6000"/>
                            </p:stCondLst>
                            <p:childTnLst>
                              <p:par>
                                <p:cTn id="50" presetID="22" presetClass="entr" presetSubtype="4" fill="hold" grpId="0" nodeType="afterEffect">
                                  <p:stCondLst>
                                    <p:cond delay="0"/>
                                  </p:stCondLst>
                                  <p:childTnLst>
                                    <p:set>
                                      <p:cBhvr>
                                        <p:cTn id="51" dur="1" fill="hold">
                                          <p:stCondLst>
                                            <p:cond delay="0"/>
                                          </p:stCondLst>
                                        </p:cTn>
                                        <p:tgtEl>
                                          <p:spTgt spid="43">
                                            <p:txEl>
                                              <p:pRg st="0" end="0"/>
                                            </p:txEl>
                                          </p:spTgt>
                                        </p:tgtEl>
                                        <p:attrNameLst>
                                          <p:attrName>style.visibility</p:attrName>
                                        </p:attrNameLst>
                                      </p:cBhvr>
                                      <p:to>
                                        <p:strVal val="visible"/>
                                      </p:to>
                                    </p:set>
                                    <p:animEffect transition="in" filter="wipe(down)">
                                      <p:cBhvr>
                                        <p:cTn id="52" dur="500"/>
                                        <p:tgtEl>
                                          <p:spTgt spid="43">
                                            <p:txEl>
                                              <p:pRg st="0" end="0"/>
                                            </p:txEl>
                                          </p:spTgt>
                                        </p:tgtEl>
                                      </p:cBhvr>
                                    </p:animEffect>
                                  </p:childTnLst>
                                </p:cTn>
                              </p:par>
                            </p:childTnLst>
                          </p:cTn>
                        </p:par>
                        <p:par>
                          <p:cTn id="53" fill="hold">
                            <p:stCondLst>
                              <p:cond delay="6500"/>
                            </p:stCondLst>
                            <p:childTnLst>
                              <p:par>
                                <p:cTn id="54" presetID="10" presetClass="entr" presetSubtype="0" fill="hold" nodeType="afterEffect">
                                  <p:stCondLst>
                                    <p:cond delay="0"/>
                                  </p:stCondLst>
                                  <p:childTnLst>
                                    <p:set>
                                      <p:cBhvr>
                                        <p:cTn id="55" dur="1" fill="hold">
                                          <p:stCondLst>
                                            <p:cond delay="0"/>
                                          </p:stCondLst>
                                        </p:cTn>
                                        <p:tgtEl>
                                          <p:spTgt spid="42">
                                            <p:txEl>
                                              <p:pRg st="0" end="0"/>
                                            </p:txEl>
                                          </p:spTgt>
                                        </p:tgtEl>
                                        <p:attrNameLst>
                                          <p:attrName>style.visibility</p:attrName>
                                        </p:attrNameLst>
                                      </p:cBhvr>
                                      <p:to>
                                        <p:strVal val="visible"/>
                                      </p:to>
                                    </p:set>
                                    <p:animEffect transition="in" filter="fade">
                                      <p:cBhvr>
                                        <p:cTn id="56" dur="500"/>
                                        <p:tgtEl>
                                          <p:spTgt spid="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38" grpId="0" build="p"/>
      <p:bldP spid="39" grpId="0" build="p"/>
      <p:bldP spid="40" grpId="0" build="p"/>
      <p:bldP spid="41" grpId="0" build="p"/>
      <p:bldP spid="4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p:cNvGrpSpPr/>
          <p:nvPr/>
        </p:nvGrpSpPr>
        <p:grpSpPr>
          <a:xfrm>
            <a:off x="1598006" y="1555358"/>
            <a:ext cx="1762125" cy="3200400"/>
            <a:chOff x="2657475" y="1428750"/>
            <a:chExt cx="1762125" cy="3200400"/>
          </a:xfrm>
        </p:grpSpPr>
        <p:sp>
          <p:nvSpPr>
            <p:cNvPr id="38" name="Rounded Rectangle 37"/>
            <p:cNvSpPr/>
            <p:nvPr/>
          </p:nvSpPr>
          <p:spPr>
            <a:xfrm>
              <a:off x="2657475" y="4019550"/>
              <a:ext cx="1762125" cy="609600"/>
            </a:xfrm>
            <a:prstGeom prst="roundRect">
              <a:avLst>
                <a:gd name="adj" fmla="val 833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9" name="Rounded Rectangle 38"/>
            <p:cNvSpPr/>
            <p:nvPr/>
          </p:nvSpPr>
          <p:spPr>
            <a:xfrm>
              <a:off x="2657475" y="1428750"/>
              <a:ext cx="1762125" cy="838200"/>
            </a:xfrm>
            <a:prstGeom prst="roundRect">
              <a:avLst>
                <a:gd name="adj" fmla="val 83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2657475" y="1847850"/>
              <a:ext cx="1762125" cy="495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41" name="Rectangle 40"/>
            <p:cNvSpPr/>
            <p:nvPr/>
          </p:nvSpPr>
          <p:spPr>
            <a:xfrm>
              <a:off x="2657475" y="2343150"/>
              <a:ext cx="1762125" cy="17383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000" dirty="0">
                <a:solidFill>
                  <a:schemeClr val="tx1">
                    <a:lumMod val="65000"/>
                    <a:lumOff val="35000"/>
                  </a:schemeClr>
                </a:solidFill>
                <a:latin typeface="Open Sans" pitchFamily="34" charset="0"/>
                <a:ea typeface="Open Sans" pitchFamily="34" charset="0"/>
                <a:cs typeface="Open Sans" pitchFamily="34" charset="0"/>
              </a:endParaRPr>
            </a:p>
          </p:txBody>
        </p:sp>
      </p:grpSp>
      <p:grpSp>
        <p:nvGrpSpPr>
          <p:cNvPr id="42" name="Group 41"/>
          <p:cNvGrpSpPr/>
          <p:nvPr/>
        </p:nvGrpSpPr>
        <p:grpSpPr>
          <a:xfrm>
            <a:off x="3604772" y="1379532"/>
            <a:ext cx="1934456" cy="3513388"/>
            <a:chOff x="4638674" y="1428750"/>
            <a:chExt cx="1762126" cy="3200400"/>
          </a:xfrm>
        </p:grpSpPr>
        <p:sp>
          <p:nvSpPr>
            <p:cNvPr id="43" name="Rounded Rectangle 42"/>
            <p:cNvSpPr/>
            <p:nvPr/>
          </p:nvSpPr>
          <p:spPr>
            <a:xfrm>
              <a:off x="4638675" y="4019550"/>
              <a:ext cx="1762125" cy="609600"/>
            </a:xfrm>
            <a:prstGeom prst="roundRect">
              <a:avLst>
                <a:gd name="adj" fmla="val 833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44" name="Rounded Rectangle 43"/>
            <p:cNvSpPr/>
            <p:nvPr/>
          </p:nvSpPr>
          <p:spPr>
            <a:xfrm>
              <a:off x="4638675" y="1428750"/>
              <a:ext cx="1762125" cy="838200"/>
            </a:xfrm>
            <a:prstGeom prst="roundRect">
              <a:avLst>
                <a:gd name="adj" fmla="val 83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4638675" y="1847850"/>
              <a:ext cx="1762125" cy="4953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46" name="Rectangle 45"/>
            <p:cNvSpPr/>
            <p:nvPr/>
          </p:nvSpPr>
          <p:spPr>
            <a:xfrm>
              <a:off x="4638674" y="2343150"/>
              <a:ext cx="1762125" cy="17383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000" dirty="0">
                <a:solidFill>
                  <a:schemeClr val="tx1">
                    <a:lumMod val="65000"/>
                    <a:lumOff val="35000"/>
                  </a:schemeClr>
                </a:solidFill>
                <a:latin typeface="Open Sans" pitchFamily="34" charset="0"/>
                <a:ea typeface="Open Sans" pitchFamily="34" charset="0"/>
                <a:cs typeface="Open Sans" pitchFamily="34" charset="0"/>
              </a:endParaRPr>
            </a:p>
          </p:txBody>
        </p:sp>
      </p:grpSp>
      <p:grpSp>
        <p:nvGrpSpPr>
          <p:cNvPr id="47" name="Group 46"/>
          <p:cNvGrpSpPr/>
          <p:nvPr/>
        </p:nvGrpSpPr>
        <p:grpSpPr>
          <a:xfrm>
            <a:off x="5783869" y="1555358"/>
            <a:ext cx="1762126" cy="3200400"/>
            <a:chOff x="6619874" y="1428750"/>
            <a:chExt cx="1762126" cy="3200400"/>
          </a:xfrm>
        </p:grpSpPr>
        <p:sp>
          <p:nvSpPr>
            <p:cNvPr id="48" name="Rounded Rectangle 47"/>
            <p:cNvSpPr/>
            <p:nvPr/>
          </p:nvSpPr>
          <p:spPr>
            <a:xfrm>
              <a:off x="6619875" y="4019550"/>
              <a:ext cx="1762125" cy="609600"/>
            </a:xfrm>
            <a:prstGeom prst="roundRect">
              <a:avLst>
                <a:gd name="adj" fmla="val 833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49" name="Rounded Rectangle 48"/>
            <p:cNvSpPr/>
            <p:nvPr/>
          </p:nvSpPr>
          <p:spPr>
            <a:xfrm>
              <a:off x="6619875" y="1428750"/>
              <a:ext cx="1762125" cy="838200"/>
            </a:xfrm>
            <a:prstGeom prst="roundRect">
              <a:avLst>
                <a:gd name="adj" fmla="val 83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6619875" y="1847850"/>
              <a:ext cx="1762125" cy="4953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51" name="Rectangle 50"/>
            <p:cNvSpPr/>
            <p:nvPr/>
          </p:nvSpPr>
          <p:spPr>
            <a:xfrm>
              <a:off x="6619874" y="2343150"/>
              <a:ext cx="1762125" cy="17383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000" dirty="0">
                <a:solidFill>
                  <a:schemeClr val="tx1">
                    <a:lumMod val="65000"/>
                    <a:lumOff val="35000"/>
                  </a:schemeClr>
                </a:solidFill>
                <a:latin typeface="Open Sans" pitchFamily="34" charset="0"/>
                <a:ea typeface="Open Sans" pitchFamily="34" charset="0"/>
                <a:cs typeface="Open Sans" pitchFamily="34" charset="0"/>
              </a:endParaRPr>
            </a:p>
          </p:txBody>
        </p:sp>
      </p:grpSp>
      <p:sp>
        <p:nvSpPr>
          <p:cNvPr id="52" name="Text Placeholder 8"/>
          <p:cNvSpPr>
            <a:spLocks noGrp="1"/>
          </p:cNvSpPr>
          <p:nvPr>
            <p:ph type="body" sz="quarter" idx="18"/>
          </p:nvPr>
        </p:nvSpPr>
        <p:spPr>
          <a:xfrm>
            <a:off x="1598006" y="2083401"/>
            <a:ext cx="1762125" cy="277415"/>
          </a:xfrm>
        </p:spPr>
        <p:txBody>
          <a:bodyPr>
            <a:normAutofit lnSpcReduction="10000"/>
          </a:bodyPr>
          <a:lstStyle/>
          <a:p>
            <a:pPr algn="ctr"/>
            <a:r>
              <a:rPr lang="zh-CN" altLang="en-US" dirty="0">
                <a:solidFill>
                  <a:schemeClr val="bg1"/>
                </a:solidFill>
              </a:rPr>
              <a:t>请输入您的内容</a:t>
            </a:r>
            <a:endParaRPr lang="en-AU" dirty="0">
              <a:solidFill>
                <a:schemeClr val="bg1"/>
              </a:solidFill>
            </a:endParaRPr>
          </a:p>
        </p:txBody>
      </p:sp>
      <p:sp>
        <p:nvSpPr>
          <p:cNvPr id="53" name="Text Placeholder 4"/>
          <p:cNvSpPr>
            <a:spLocks noGrp="1"/>
          </p:cNvSpPr>
          <p:nvPr>
            <p:ph type="body" sz="quarter" idx="14"/>
          </p:nvPr>
        </p:nvSpPr>
        <p:spPr>
          <a:xfrm>
            <a:off x="3757612" y="2473602"/>
            <a:ext cx="1628775" cy="1750100"/>
          </a:xfrm>
        </p:spPr>
        <p:txBody>
          <a:bodyPr>
            <a:normAutofit/>
          </a:bodyPr>
          <a:lstStyle/>
          <a:p>
            <a:r>
              <a:rPr lang="zh-CN" altLang="en-US" dirty="0"/>
              <a:t>单击此处添加文本单击此处添加文本</a:t>
            </a:r>
            <a:endParaRPr lang="id-ID" dirty="0"/>
          </a:p>
        </p:txBody>
      </p:sp>
      <p:sp>
        <p:nvSpPr>
          <p:cNvPr id="54" name="Text Placeholder 3"/>
          <p:cNvSpPr>
            <a:spLocks noGrp="1"/>
          </p:cNvSpPr>
          <p:nvPr>
            <p:ph type="body" sz="quarter" idx="13"/>
          </p:nvPr>
        </p:nvSpPr>
        <p:spPr>
          <a:xfrm>
            <a:off x="3604773" y="1989076"/>
            <a:ext cx="1934455" cy="216036"/>
          </a:xfrm>
        </p:spPr>
        <p:txBody>
          <a:bodyPr/>
          <a:lstStyle/>
          <a:p>
            <a:pPr algn="ctr"/>
            <a:r>
              <a:rPr lang="zh-CN" altLang="en-US" dirty="0">
                <a:solidFill>
                  <a:schemeClr val="bg1"/>
                </a:solidFill>
              </a:rPr>
              <a:t>请输入您的内容</a:t>
            </a:r>
            <a:endParaRPr lang="en-AU" dirty="0">
              <a:solidFill>
                <a:schemeClr val="bg1"/>
              </a:solidFill>
            </a:endParaRPr>
          </a:p>
        </p:txBody>
      </p:sp>
      <p:sp>
        <p:nvSpPr>
          <p:cNvPr id="55" name="Text Placeholder 3"/>
          <p:cNvSpPr>
            <a:spLocks noGrp="1"/>
          </p:cNvSpPr>
          <p:nvPr>
            <p:ph type="body" sz="quarter" idx="13"/>
          </p:nvPr>
        </p:nvSpPr>
        <p:spPr>
          <a:xfrm>
            <a:off x="1598006" y="4352074"/>
            <a:ext cx="1763062" cy="238578"/>
          </a:xfrm>
        </p:spPr>
        <p:txBody>
          <a:bodyPr/>
          <a:lstStyle/>
          <a:p>
            <a:pPr algn="ctr"/>
            <a:r>
              <a:rPr lang="id-ID" dirty="0">
                <a:solidFill>
                  <a:schemeClr val="bg1"/>
                </a:solidFill>
              </a:rPr>
              <a:t>$1200</a:t>
            </a:r>
            <a:endParaRPr lang="en-AU" dirty="0">
              <a:solidFill>
                <a:schemeClr val="bg1"/>
              </a:solidFill>
            </a:endParaRPr>
          </a:p>
        </p:txBody>
      </p:sp>
      <p:sp>
        <p:nvSpPr>
          <p:cNvPr id="56" name="Text Placeholder 8"/>
          <p:cNvSpPr>
            <a:spLocks noGrp="1"/>
          </p:cNvSpPr>
          <p:nvPr>
            <p:ph type="body" sz="quarter" idx="18"/>
          </p:nvPr>
        </p:nvSpPr>
        <p:spPr>
          <a:xfrm>
            <a:off x="5783869" y="2083401"/>
            <a:ext cx="1762125" cy="277415"/>
          </a:xfrm>
        </p:spPr>
        <p:txBody>
          <a:bodyPr>
            <a:normAutofit lnSpcReduction="10000"/>
          </a:bodyPr>
          <a:lstStyle/>
          <a:p>
            <a:pPr algn="ctr"/>
            <a:r>
              <a:rPr lang="zh-CN" altLang="en-US" dirty="0">
                <a:solidFill>
                  <a:schemeClr val="bg1"/>
                </a:solidFill>
              </a:rPr>
              <a:t>请输入您的内容</a:t>
            </a:r>
            <a:endParaRPr lang="en-AU" dirty="0">
              <a:solidFill>
                <a:schemeClr val="bg1"/>
              </a:solidFill>
            </a:endParaRPr>
          </a:p>
        </p:txBody>
      </p:sp>
      <p:sp>
        <p:nvSpPr>
          <p:cNvPr id="57" name="Text Placeholder 3"/>
          <p:cNvSpPr>
            <a:spLocks noGrp="1"/>
          </p:cNvSpPr>
          <p:nvPr>
            <p:ph type="body" sz="quarter" idx="13"/>
          </p:nvPr>
        </p:nvSpPr>
        <p:spPr>
          <a:xfrm>
            <a:off x="3604773" y="4396752"/>
            <a:ext cx="1935391" cy="238578"/>
          </a:xfrm>
        </p:spPr>
        <p:txBody>
          <a:bodyPr/>
          <a:lstStyle/>
          <a:p>
            <a:pPr algn="ctr"/>
            <a:r>
              <a:rPr lang="id-ID" sz="2400" dirty="0">
                <a:solidFill>
                  <a:schemeClr val="bg1"/>
                </a:solidFill>
              </a:rPr>
              <a:t>$2200</a:t>
            </a:r>
            <a:endParaRPr lang="en-AU" sz="2400" dirty="0">
              <a:solidFill>
                <a:schemeClr val="bg1"/>
              </a:solidFill>
            </a:endParaRPr>
          </a:p>
        </p:txBody>
      </p:sp>
      <p:sp>
        <p:nvSpPr>
          <p:cNvPr id="58" name="Text Placeholder 3"/>
          <p:cNvSpPr>
            <a:spLocks noGrp="1"/>
          </p:cNvSpPr>
          <p:nvPr>
            <p:ph type="body" sz="quarter" idx="13"/>
          </p:nvPr>
        </p:nvSpPr>
        <p:spPr>
          <a:xfrm>
            <a:off x="5783400" y="4331669"/>
            <a:ext cx="1763062" cy="238578"/>
          </a:xfrm>
        </p:spPr>
        <p:txBody>
          <a:bodyPr/>
          <a:lstStyle/>
          <a:p>
            <a:pPr algn="ctr"/>
            <a:r>
              <a:rPr lang="id-ID" dirty="0">
                <a:solidFill>
                  <a:schemeClr val="bg1"/>
                </a:solidFill>
              </a:rPr>
              <a:t>$3200</a:t>
            </a:r>
            <a:endParaRPr lang="en-AU" dirty="0">
              <a:solidFill>
                <a:schemeClr val="bg1"/>
              </a:solidFill>
            </a:endParaRPr>
          </a:p>
        </p:txBody>
      </p:sp>
      <p:sp>
        <p:nvSpPr>
          <p:cNvPr id="59" name="Text Placeholder 9"/>
          <p:cNvSpPr>
            <a:spLocks noGrp="1"/>
          </p:cNvSpPr>
          <p:nvPr>
            <p:ph type="body" sz="quarter" idx="19"/>
          </p:nvPr>
        </p:nvSpPr>
        <p:spPr>
          <a:xfrm>
            <a:off x="1671637" y="2527360"/>
            <a:ext cx="1614488" cy="1618798"/>
          </a:xfrm>
        </p:spPr>
        <p:txBody>
          <a:bodyPr/>
          <a:lstStyle/>
          <a:p>
            <a:r>
              <a:rPr lang="zh-CN" altLang="en-US" dirty="0"/>
              <a:t>单击此处添加文本单击此处添加文本</a:t>
            </a:r>
            <a:endParaRPr lang="id-ID" dirty="0"/>
          </a:p>
        </p:txBody>
      </p:sp>
      <p:sp>
        <p:nvSpPr>
          <p:cNvPr id="60" name="Text Placeholder 9"/>
          <p:cNvSpPr>
            <a:spLocks noGrp="1"/>
          </p:cNvSpPr>
          <p:nvPr>
            <p:ph type="body" sz="quarter" idx="19"/>
          </p:nvPr>
        </p:nvSpPr>
        <p:spPr>
          <a:xfrm>
            <a:off x="5857687" y="2527360"/>
            <a:ext cx="1614488" cy="1618798"/>
          </a:xfrm>
        </p:spPr>
        <p:txBody>
          <a:bodyPr/>
          <a:lstStyle/>
          <a:p>
            <a:r>
              <a:rPr lang="zh-CN" altLang="en-US" dirty="0"/>
              <a:t>单击此处添加文本单击此处添加文本</a:t>
            </a:r>
            <a:endParaRPr lang="id-ID" dirty="0"/>
          </a:p>
        </p:txBody>
      </p:sp>
      <p:sp>
        <p:nvSpPr>
          <p:cNvPr id="61" name="Text Placeholder 3"/>
          <p:cNvSpPr>
            <a:spLocks noGrp="1"/>
          </p:cNvSpPr>
          <p:nvPr>
            <p:ph type="body" sz="quarter" idx="13"/>
          </p:nvPr>
        </p:nvSpPr>
        <p:spPr>
          <a:xfrm>
            <a:off x="3604773" y="1425970"/>
            <a:ext cx="1935391" cy="238578"/>
          </a:xfrm>
        </p:spPr>
        <p:txBody>
          <a:bodyPr/>
          <a:lstStyle/>
          <a:p>
            <a:pPr algn="ctr"/>
            <a:r>
              <a:rPr lang="id-ID" sz="2400" dirty="0">
                <a:solidFill>
                  <a:schemeClr val="tx1">
                    <a:lumMod val="65000"/>
                    <a:lumOff val="35000"/>
                  </a:schemeClr>
                </a:solidFill>
              </a:rPr>
              <a:t>√</a:t>
            </a:r>
            <a:endParaRPr lang="en-AU" sz="2400" dirty="0">
              <a:solidFill>
                <a:schemeClr val="tx1">
                  <a:lumMod val="65000"/>
                  <a:lumOff val="35000"/>
                </a:schemeClr>
              </a:solidFill>
            </a:endParaRPr>
          </a:p>
        </p:txBody>
      </p:sp>
      <p:sp>
        <p:nvSpPr>
          <p:cNvPr id="27" name="矩形 26"/>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peelOff"/>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400"/>
                                  </p:stCondLst>
                                  <p:childTnLst>
                                    <p:set>
                                      <p:cBhvr>
                                        <p:cTn id="11" dur="1" fill="hold">
                                          <p:stCondLst>
                                            <p:cond delay="0"/>
                                          </p:stCondLst>
                                        </p:cTn>
                                        <p:tgtEl>
                                          <p:spTgt spid="52">
                                            <p:txEl>
                                              <p:pRg st="0" end="0"/>
                                            </p:txEl>
                                          </p:spTgt>
                                        </p:tgtEl>
                                        <p:attrNameLst>
                                          <p:attrName>style.visibility</p:attrName>
                                        </p:attrNameLst>
                                      </p:cBhvr>
                                      <p:to>
                                        <p:strVal val="visible"/>
                                      </p:to>
                                    </p:set>
                                    <p:animEffect transition="in" filter="fade">
                                      <p:cBhvr>
                                        <p:cTn id="12" dur="100"/>
                                        <p:tgtEl>
                                          <p:spTgt spid="52">
                                            <p:txEl>
                                              <p:pRg st="0" end="0"/>
                                            </p:txEl>
                                          </p:spTgt>
                                        </p:tgtEl>
                                      </p:cBhvr>
                                    </p:animEffect>
                                  </p:childTnLst>
                                </p:cTn>
                              </p:par>
                            </p:childTnLst>
                          </p:cTn>
                        </p:par>
                        <p:par>
                          <p:cTn id="13" fill="hold">
                            <p:stCondLst>
                              <p:cond delay="1400"/>
                            </p:stCondLst>
                            <p:childTnLst>
                              <p:par>
                                <p:cTn id="14" presetID="10" presetClass="entr" presetSubtype="0" fill="hold" grpId="0" nodeType="afterEffect">
                                  <p:stCondLst>
                                    <p:cond delay="0"/>
                                  </p:stCondLst>
                                  <p:childTnLst>
                                    <p:set>
                                      <p:cBhvr>
                                        <p:cTn id="15" dur="1" fill="hold">
                                          <p:stCondLst>
                                            <p:cond delay="0"/>
                                          </p:stCondLst>
                                        </p:cTn>
                                        <p:tgtEl>
                                          <p:spTgt spid="59">
                                            <p:txEl>
                                              <p:pRg st="0" end="0"/>
                                            </p:txEl>
                                          </p:spTgt>
                                        </p:tgtEl>
                                        <p:attrNameLst>
                                          <p:attrName>style.visibility</p:attrName>
                                        </p:attrNameLst>
                                      </p:cBhvr>
                                      <p:to>
                                        <p:strVal val="visible"/>
                                      </p:to>
                                    </p:set>
                                    <p:animEffect transition="in" filter="fade">
                                      <p:cBhvr>
                                        <p:cTn id="16" dur="500"/>
                                        <p:tgtEl>
                                          <p:spTgt spid="59">
                                            <p:txEl>
                                              <p:pRg st="0" end="0"/>
                                            </p:txEl>
                                          </p:spTgt>
                                        </p:tgtEl>
                                      </p:cBhvr>
                                    </p:animEffect>
                                  </p:childTnLst>
                                </p:cTn>
                              </p:par>
                            </p:childTnLst>
                          </p:cTn>
                        </p:par>
                        <p:par>
                          <p:cTn id="17" fill="hold">
                            <p:stCondLst>
                              <p:cond delay="1900"/>
                            </p:stCondLst>
                            <p:childTnLst>
                              <p:par>
                                <p:cTn id="18" presetID="53" presetClass="entr" presetSubtype="16" fill="hold" grpId="0" nodeType="afterEffect">
                                  <p:stCondLst>
                                    <p:cond delay="0"/>
                                  </p:stCondLst>
                                  <p:childTnLst>
                                    <p:set>
                                      <p:cBhvr>
                                        <p:cTn id="19" dur="1" fill="hold">
                                          <p:stCondLst>
                                            <p:cond delay="0"/>
                                          </p:stCondLst>
                                        </p:cTn>
                                        <p:tgtEl>
                                          <p:spTgt spid="55">
                                            <p:txEl>
                                              <p:pRg st="0" end="0"/>
                                            </p:txEl>
                                          </p:spTgt>
                                        </p:tgtEl>
                                        <p:attrNameLst>
                                          <p:attrName>style.visibility</p:attrName>
                                        </p:attrNameLst>
                                      </p:cBhvr>
                                      <p:to>
                                        <p:strVal val="visible"/>
                                      </p:to>
                                    </p:set>
                                    <p:anim calcmode="lin" valueType="num">
                                      <p:cBhvr>
                                        <p:cTn id="20" dur="500" fill="hold"/>
                                        <p:tgtEl>
                                          <p:spTgt spid="55">
                                            <p:txEl>
                                              <p:pRg st="0" end="0"/>
                                            </p:txEl>
                                          </p:spTgt>
                                        </p:tgtEl>
                                        <p:attrNameLst>
                                          <p:attrName>ppt_w</p:attrName>
                                        </p:attrNameLst>
                                      </p:cBhvr>
                                      <p:tavLst>
                                        <p:tav tm="0">
                                          <p:val>
                                            <p:fltVal val="0"/>
                                          </p:val>
                                        </p:tav>
                                        <p:tav tm="100000">
                                          <p:val>
                                            <p:strVal val="#ppt_w"/>
                                          </p:val>
                                        </p:tav>
                                      </p:tavLst>
                                    </p:anim>
                                    <p:anim calcmode="lin" valueType="num">
                                      <p:cBhvr>
                                        <p:cTn id="21" dur="500" fill="hold"/>
                                        <p:tgtEl>
                                          <p:spTgt spid="55">
                                            <p:txEl>
                                              <p:pRg st="0" end="0"/>
                                            </p:txEl>
                                          </p:spTgt>
                                        </p:tgtEl>
                                        <p:attrNameLst>
                                          <p:attrName>ppt_h</p:attrName>
                                        </p:attrNameLst>
                                      </p:cBhvr>
                                      <p:tavLst>
                                        <p:tav tm="0">
                                          <p:val>
                                            <p:fltVal val="0"/>
                                          </p:val>
                                        </p:tav>
                                        <p:tav tm="100000">
                                          <p:val>
                                            <p:strVal val="#ppt_h"/>
                                          </p:val>
                                        </p:tav>
                                      </p:tavLst>
                                    </p:anim>
                                    <p:animEffect transition="in" filter="fade">
                                      <p:cBhvr>
                                        <p:cTn id="22" dur="500"/>
                                        <p:tgtEl>
                                          <p:spTgt spid="55">
                                            <p:txEl>
                                              <p:pRg st="0" end="0"/>
                                            </p:txEl>
                                          </p:spTgt>
                                        </p:tgtEl>
                                      </p:cBhvr>
                                    </p:animEffect>
                                  </p:childTnLst>
                                </p:cTn>
                              </p:par>
                            </p:childTnLst>
                          </p:cTn>
                        </p:par>
                        <p:par>
                          <p:cTn id="23" fill="hold">
                            <p:stCondLst>
                              <p:cond delay="2400"/>
                            </p:stCondLst>
                            <p:childTnLst>
                              <p:par>
                                <p:cTn id="24" presetID="2" presetClass="entr" presetSubtype="4" fill="hold" nodeType="after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additive="base">
                                        <p:cTn id="26" dur="500" fill="hold"/>
                                        <p:tgtEl>
                                          <p:spTgt spid="42"/>
                                        </p:tgtEl>
                                        <p:attrNameLst>
                                          <p:attrName>ppt_x</p:attrName>
                                        </p:attrNameLst>
                                      </p:cBhvr>
                                      <p:tavLst>
                                        <p:tav tm="0">
                                          <p:val>
                                            <p:strVal val="#ppt_x"/>
                                          </p:val>
                                        </p:tav>
                                        <p:tav tm="100000">
                                          <p:val>
                                            <p:strVal val="#ppt_x"/>
                                          </p:val>
                                        </p:tav>
                                      </p:tavLst>
                                    </p:anim>
                                    <p:anim calcmode="lin" valueType="num">
                                      <p:cBhvr additive="base">
                                        <p:cTn id="27" dur="500" fill="hold"/>
                                        <p:tgtEl>
                                          <p:spTgt spid="42"/>
                                        </p:tgtEl>
                                        <p:attrNameLst>
                                          <p:attrName>ppt_y</p:attrName>
                                        </p:attrNameLst>
                                      </p:cBhvr>
                                      <p:tavLst>
                                        <p:tav tm="0">
                                          <p:val>
                                            <p:strVal val="1+#ppt_h/2"/>
                                          </p:val>
                                        </p:tav>
                                        <p:tav tm="100000">
                                          <p:val>
                                            <p:strVal val="#ppt_y"/>
                                          </p:val>
                                        </p:tav>
                                      </p:tavLst>
                                    </p:anim>
                                  </p:childTnLst>
                                </p:cTn>
                              </p:par>
                            </p:childTnLst>
                          </p:cTn>
                        </p:par>
                        <p:par>
                          <p:cTn id="28" fill="hold">
                            <p:stCondLst>
                              <p:cond delay="2900"/>
                            </p:stCondLst>
                            <p:childTnLst>
                              <p:par>
                                <p:cTn id="29" presetID="10" presetClass="entr" presetSubtype="0" fill="hold" grpId="0" nodeType="afterEffect">
                                  <p:stCondLst>
                                    <p:cond delay="0"/>
                                  </p:stCondLst>
                                  <p:childTnLst>
                                    <p:set>
                                      <p:cBhvr>
                                        <p:cTn id="30" dur="1" fill="hold">
                                          <p:stCondLst>
                                            <p:cond delay="0"/>
                                          </p:stCondLst>
                                        </p:cTn>
                                        <p:tgtEl>
                                          <p:spTgt spid="54">
                                            <p:txEl>
                                              <p:pRg st="0" end="0"/>
                                            </p:txEl>
                                          </p:spTgt>
                                        </p:tgtEl>
                                        <p:attrNameLst>
                                          <p:attrName>style.visibility</p:attrName>
                                        </p:attrNameLst>
                                      </p:cBhvr>
                                      <p:to>
                                        <p:strVal val="visible"/>
                                      </p:to>
                                    </p:set>
                                    <p:animEffect transition="in" filter="fade">
                                      <p:cBhvr>
                                        <p:cTn id="31" dur="500"/>
                                        <p:tgtEl>
                                          <p:spTgt spid="54">
                                            <p:txEl>
                                              <p:pRg st="0" end="0"/>
                                            </p:txEl>
                                          </p:spTgt>
                                        </p:tgtEl>
                                      </p:cBhvr>
                                    </p:animEffect>
                                  </p:childTnLst>
                                </p:cTn>
                              </p:par>
                            </p:childTnLst>
                          </p:cTn>
                        </p:par>
                        <p:par>
                          <p:cTn id="32" fill="hold">
                            <p:stCondLst>
                              <p:cond delay="3400"/>
                            </p:stCondLst>
                            <p:childTnLst>
                              <p:par>
                                <p:cTn id="33" presetID="10" presetClass="entr" presetSubtype="0" fill="hold" grpId="0" nodeType="afterEffect">
                                  <p:stCondLst>
                                    <p:cond delay="0"/>
                                  </p:stCondLst>
                                  <p:childTnLst>
                                    <p:set>
                                      <p:cBhvr>
                                        <p:cTn id="34" dur="1" fill="hold">
                                          <p:stCondLst>
                                            <p:cond delay="0"/>
                                          </p:stCondLst>
                                        </p:cTn>
                                        <p:tgtEl>
                                          <p:spTgt spid="53">
                                            <p:txEl>
                                              <p:pRg st="0" end="0"/>
                                            </p:txEl>
                                          </p:spTgt>
                                        </p:tgtEl>
                                        <p:attrNameLst>
                                          <p:attrName>style.visibility</p:attrName>
                                        </p:attrNameLst>
                                      </p:cBhvr>
                                      <p:to>
                                        <p:strVal val="visible"/>
                                      </p:to>
                                    </p:set>
                                    <p:animEffect transition="in" filter="fade">
                                      <p:cBhvr>
                                        <p:cTn id="35" dur="500"/>
                                        <p:tgtEl>
                                          <p:spTgt spid="53">
                                            <p:txEl>
                                              <p:pRg st="0" end="0"/>
                                            </p:txEl>
                                          </p:spTgt>
                                        </p:tgtEl>
                                      </p:cBhvr>
                                    </p:animEffect>
                                  </p:childTnLst>
                                </p:cTn>
                              </p:par>
                            </p:childTnLst>
                          </p:cTn>
                        </p:par>
                        <p:par>
                          <p:cTn id="36" fill="hold">
                            <p:stCondLst>
                              <p:cond delay="3900"/>
                            </p:stCondLst>
                            <p:childTnLst>
                              <p:par>
                                <p:cTn id="37" presetID="53" presetClass="entr" presetSubtype="16" fill="hold" grpId="0" nodeType="afterEffect">
                                  <p:stCondLst>
                                    <p:cond delay="0"/>
                                  </p:stCondLst>
                                  <p:childTnLst>
                                    <p:set>
                                      <p:cBhvr>
                                        <p:cTn id="38" dur="1" fill="hold">
                                          <p:stCondLst>
                                            <p:cond delay="0"/>
                                          </p:stCondLst>
                                        </p:cTn>
                                        <p:tgtEl>
                                          <p:spTgt spid="57">
                                            <p:txEl>
                                              <p:pRg st="0" end="0"/>
                                            </p:txEl>
                                          </p:spTgt>
                                        </p:tgtEl>
                                        <p:attrNameLst>
                                          <p:attrName>style.visibility</p:attrName>
                                        </p:attrNameLst>
                                      </p:cBhvr>
                                      <p:to>
                                        <p:strVal val="visible"/>
                                      </p:to>
                                    </p:set>
                                    <p:anim calcmode="lin" valueType="num">
                                      <p:cBhvr>
                                        <p:cTn id="39" dur="500" fill="hold"/>
                                        <p:tgtEl>
                                          <p:spTgt spid="57">
                                            <p:txEl>
                                              <p:pRg st="0" end="0"/>
                                            </p:txEl>
                                          </p:spTgt>
                                        </p:tgtEl>
                                        <p:attrNameLst>
                                          <p:attrName>ppt_w</p:attrName>
                                        </p:attrNameLst>
                                      </p:cBhvr>
                                      <p:tavLst>
                                        <p:tav tm="0">
                                          <p:val>
                                            <p:fltVal val="0"/>
                                          </p:val>
                                        </p:tav>
                                        <p:tav tm="100000">
                                          <p:val>
                                            <p:strVal val="#ppt_w"/>
                                          </p:val>
                                        </p:tav>
                                      </p:tavLst>
                                    </p:anim>
                                    <p:anim calcmode="lin" valueType="num">
                                      <p:cBhvr>
                                        <p:cTn id="40" dur="500" fill="hold"/>
                                        <p:tgtEl>
                                          <p:spTgt spid="57">
                                            <p:txEl>
                                              <p:pRg st="0" end="0"/>
                                            </p:txEl>
                                          </p:spTgt>
                                        </p:tgtEl>
                                        <p:attrNameLst>
                                          <p:attrName>ppt_h</p:attrName>
                                        </p:attrNameLst>
                                      </p:cBhvr>
                                      <p:tavLst>
                                        <p:tav tm="0">
                                          <p:val>
                                            <p:fltVal val="0"/>
                                          </p:val>
                                        </p:tav>
                                        <p:tav tm="100000">
                                          <p:val>
                                            <p:strVal val="#ppt_h"/>
                                          </p:val>
                                        </p:tav>
                                      </p:tavLst>
                                    </p:anim>
                                    <p:animEffect transition="in" filter="fade">
                                      <p:cBhvr>
                                        <p:cTn id="41" dur="500"/>
                                        <p:tgtEl>
                                          <p:spTgt spid="57">
                                            <p:txEl>
                                              <p:pRg st="0" end="0"/>
                                            </p:txEl>
                                          </p:spTgt>
                                        </p:tgtEl>
                                      </p:cBhvr>
                                    </p:animEffect>
                                  </p:childTnLst>
                                </p:cTn>
                              </p:par>
                            </p:childTnLst>
                          </p:cTn>
                        </p:par>
                        <p:par>
                          <p:cTn id="42" fill="hold">
                            <p:stCondLst>
                              <p:cond delay="4400"/>
                            </p:stCondLst>
                            <p:childTnLst>
                              <p:par>
                                <p:cTn id="43" presetID="2" presetClass="entr" presetSubtype="4" fill="hold" nodeType="afterEffect">
                                  <p:stCondLst>
                                    <p:cond delay="0"/>
                                  </p:stCondLst>
                                  <p:childTnLst>
                                    <p:set>
                                      <p:cBhvr>
                                        <p:cTn id="44" dur="1" fill="hold">
                                          <p:stCondLst>
                                            <p:cond delay="0"/>
                                          </p:stCondLst>
                                        </p:cTn>
                                        <p:tgtEl>
                                          <p:spTgt spid="47"/>
                                        </p:tgtEl>
                                        <p:attrNameLst>
                                          <p:attrName>style.visibility</p:attrName>
                                        </p:attrNameLst>
                                      </p:cBhvr>
                                      <p:to>
                                        <p:strVal val="visible"/>
                                      </p:to>
                                    </p:set>
                                    <p:anim calcmode="lin" valueType="num">
                                      <p:cBhvr additive="base">
                                        <p:cTn id="45" dur="500" fill="hold"/>
                                        <p:tgtEl>
                                          <p:spTgt spid="47"/>
                                        </p:tgtEl>
                                        <p:attrNameLst>
                                          <p:attrName>ppt_x</p:attrName>
                                        </p:attrNameLst>
                                      </p:cBhvr>
                                      <p:tavLst>
                                        <p:tav tm="0">
                                          <p:val>
                                            <p:strVal val="#ppt_x"/>
                                          </p:val>
                                        </p:tav>
                                        <p:tav tm="100000">
                                          <p:val>
                                            <p:strVal val="#ppt_x"/>
                                          </p:val>
                                        </p:tav>
                                      </p:tavLst>
                                    </p:anim>
                                    <p:anim calcmode="lin" valueType="num">
                                      <p:cBhvr additive="base">
                                        <p:cTn id="46" dur="500" fill="hold"/>
                                        <p:tgtEl>
                                          <p:spTgt spid="47"/>
                                        </p:tgtEl>
                                        <p:attrNameLst>
                                          <p:attrName>ppt_y</p:attrName>
                                        </p:attrNameLst>
                                      </p:cBhvr>
                                      <p:tavLst>
                                        <p:tav tm="0">
                                          <p:val>
                                            <p:strVal val="1+#ppt_h/2"/>
                                          </p:val>
                                        </p:tav>
                                        <p:tav tm="100000">
                                          <p:val>
                                            <p:strVal val="#ppt_y"/>
                                          </p:val>
                                        </p:tav>
                                      </p:tavLst>
                                    </p:anim>
                                  </p:childTnLst>
                                </p:cTn>
                              </p:par>
                            </p:childTnLst>
                          </p:cTn>
                        </p:par>
                        <p:par>
                          <p:cTn id="47" fill="hold">
                            <p:stCondLst>
                              <p:cond delay="4900"/>
                            </p:stCondLst>
                            <p:childTnLst>
                              <p:par>
                                <p:cTn id="48" presetID="10" presetClass="entr" presetSubtype="0" fill="hold" grpId="0" nodeType="afterEffect">
                                  <p:stCondLst>
                                    <p:cond delay="0"/>
                                  </p:stCondLst>
                                  <p:childTnLst>
                                    <p:set>
                                      <p:cBhvr>
                                        <p:cTn id="49" dur="1" fill="hold">
                                          <p:stCondLst>
                                            <p:cond delay="0"/>
                                          </p:stCondLst>
                                        </p:cTn>
                                        <p:tgtEl>
                                          <p:spTgt spid="56">
                                            <p:txEl>
                                              <p:pRg st="0" end="0"/>
                                            </p:txEl>
                                          </p:spTgt>
                                        </p:tgtEl>
                                        <p:attrNameLst>
                                          <p:attrName>style.visibility</p:attrName>
                                        </p:attrNameLst>
                                      </p:cBhvr>
                                      <p:to>
                                        <p:strVal val="visible"/>
                                      </p:to>
                                    </p:set>
                                    <p:animEffect transition="in" filter="fade">
                                      <p:cBhvr>
                                        <p:cTn id="50" dur="500"/>
                                        <p:tgtEl>
                                          <p:spTgt spid="56">
                                            <p:txEl>
                                              <p:pRg st="0" end="0"/>
                                            </p:txEl>
                                          </p:spTgt>
                                        </p:tgtEl>
                                      </p:cBhvr>
                                    </p:animEffect>
                                  </p:childTnLst>
                                </p:cTn>
                              </p:par>
                            </p:childTnLst>
                          </p:cTn>
                        </p:par>
                        <p:par>
                          <p:cTn id="51" fill="hold">
                            <p:stCondLst>
                              <p:cond delay="5400"/>
                            </p:stCondLst>
                            <p:childTnLst>
                              <p:par>
                                <p:cTn id="52" presetID="10" presetClass="entr" presetSubtype="0" fill="hold" grpId="0" nodeType="afterEffect">
                                  <p:stCondLst>
                                    <p:cond delay="0"/>
                                  </p:stCondLst>
                                  <p:childTnLst>
                                    <p:set>
                                      <p:cBhvr>
                                        <p:cTn id="53" dur="1" fill="hold">
                                          <p:stCondLst>
                                            <p:cond delay="0"/>
                                          </p:stCondLst>
                                        </p:cTn>
                                        <p:tgtEl>
                                          <p:spTgt spid="60">
                                            <p:txEl>
                                              <p:pRg st="0" end="0"/>
                                            </p:txEl>
                                          </p:spTgt>
                                        </p:tgtEl>
                                        <p:attrNameLst>
                                          <p:attrName>style.visibility</p:attrName>
                                        </p:attrNameLst>
                                      </p:cBhvr>
                                      <p:to>
                                        <p:strVal val="visible"/>
                                      </p:to>
                                    </p:set>
                                    <p:animEffect transition="in" filter="fade">
                                      <p:cBhvr>
                                        <p:cTn id="54" dur="500"/>
                                        <p:tgtEl>
                                          <p:spTgt spid="60">
                                            <p:txEl>
                                              <p:pRg st="0" end="0"/>
                                            </p:txEl>
                                          </p:spTgt>
                                        </p:tgtEl>
                                      </p:cBhvr>
                                    </p:animEffect>
                                  </p:childTnLst>
                                </p:cTn>
                              </p:par>
                            </p:childTnLst>
                          </p:cTn>
                        </p:par>
                        <p:par>
                          <p:cTn id="55" fill="hold">
                            <p:stCondLst>
                              <p:cond delay="5900"/>
                            </p:stCondLst>
                            <p:childTnLst>
                              <p:par>
                                <p:cTn id="56" presetID="53" presetClass="entr" presetSubtype="16" fill="hold" grpId="0" nodeType="afterEffect">
                                  <p:stCondLst>
                                    <p:cond delay="0"/>
                                  </p:stCondLst>
                                  <p:childTnLst>
                                    <p:set>
                                      <p:cBhvr>
                                        <p:cTn id="57" dur="1" fill="hold">
                                          <p:stCondLst>
                                            <p:cond delay="0"/>
                                          </p:stCondLst>
                                        </p:cTn>
                                        <p:tgtEl>
                                          <p:spTgt spid="58">
                                            <p:txEl>
                                              <p:pRg st="0" end="0"/>
                                            </p:txEl>
                                          </p:spTgt>
                                        </p:tgtEl>
                                        <p:attrNameLst>
                                          <p:attrName>style.visibility</p:attrName>
                                        </p:attrNameLst>
                                      </p:cBhvr>
                                      <p:to>
                                        <p:strVal val="visible"/>
                                      </p:to>
                                    </p:set>
                                    <p:anim calcmode="lin" valueType="num">
                                      <p:cBhvr>
                                        <p:cTn id="58" dur="500" fill="hold"/>
                                        <p:tgtEl>
                                          <p:spTgt spid="58">
                                            <p:txEl>
                                              <p:pRg st="0" end="0"/>
                                            </p:txEl>
                                          </p:spTgt>
                                        </p:tgtEl>
                                        <p:attrNameLst>
                                          <p:attrName>ppt_w</p:attrName>
                                        </p:attrNameLst>
                                      </p:cBhvr>
                                      <p:tavLst>
                                        <p:tav tm="0">
                                          <p:val>
                                            <p:fltVal val="0"/>
                                          </p:val>
                                        </p:tav>
                                        <p:tav tm="100000">
                                          <p:val>
                                            <p:strVal val="#ppt_w"/>
                                          </p:val>
                                        </p:tav>
                                      </p:tavLst>
                                    </p:anim>
                                    <p:anim calcmode="lin" valueType="num">
                                      <p:cBhvr>
                                        <p:cTn id="59" dur="500" fill="hold"/>
                                        <p:tgtEl>
                                          <p:spTgt spid="58">
                                            <p:txEl>
                                              <p:pRg st="0" end="0"/>
                                            </p:txEl>
                                          </p:spTgt>
                                        </p:tgtEl>
                                        <p:attrNameLst>
                                          <p:attrName>ppt_h</p:attrName>
                                        </p:attrNameLst>
                                      </p:cBhvr>
                                      <p:tavLst>
                                        <p:tav tm="0">
                                          <p:val>
                                            <p:fltVal val="0"/>
                                          </p:val>
                                        </p:tav>
                                        <p:tav tm="100000">
                                          <p:val>
                                            <p:strVal val="#ppt_h"/>
                                          </p:val>
                                        </p:tav>
                                      </p:tavLst>
                                    </p:anim>
                                    <p:animEffect transition="in" filter="fade">
                                      <p:cBhvr>
                                        <p:cTn id="60" dur="500"/>
                                        <p:tgtEl>
                                          <p:spTgt spid="58">
                                            <p:txEl>
                                              <p:pRg st="0" end="0"/>
                                            </p:txEl>
                                          </p:spTgt>
                                        </p:tgtEl>
                                      </p:cBhvr>
                                    </p:animEffect>
                                  </p:childTnLst>
                                </p:cTn>
                              </p:par>
                            </p:childTnLst>
                          </p:cTn>
                        </p:par>
                        <p:par>
                          <p:cTn id="61" fill="hold">
                            <p:stCondLst>
                              <p:cond delay="6400"/>
                            </p:stCondLst>
                            <p:childTnLst>
                              <p:par>
                                <p:cTn id="62" presetID="53" presetClass="entr" presetSubtype="16" fill="hold" grpId="0" nodeType="afterEffect">
                                  <p:stCondLst>
                                    <p:cond delay="0"/>
                                  </p:stCondLst>
                                  <p:childTnLst>
                                    <p:set>
                                      <p:cBhvr>
                                        <p:cTn id="63" dur="1" fill="hold">
                                          <p:stCondLst>
                                            <p:cond delay="0"/>
                                          </p:stCondLst>
                                        </p:cTn>
                                        <p:tgtEl>
                                          <p:spTgt spid="61">
                                            <p:txEl>
                                              <p:pRg st="0" end="0"/>
                                            </p:txEl>
                                          </p:spTgt>
                                        </p:tgtEl>
                                        <p:attrNameLst>
                                          <p:attrName>style.visibility</p:attrName>
                                        </p:attrNameLst>
                                      </p:cBhvr>
                                      <p:to>
                                        <p:strVal val="visible"/>
                                      </p:to>
                                    </p:set>
                                    <p:anim calcmode="lin" valueType="num">
                                      <p:cBhvr>
                                        <p:cTn id="64" dur="500" fill="hold"/>
                                        <p:tgtEl>
                                          <p:spTgt spid="61">
                                            <p:txEl>
                                              <p:pRg st="0" end="0"/>
                                            </p:txEl>
                                          </p:spTgt>
                                        </p:tgtEl>
                                        <p:attrNameLst>
                                          <p:attrName>ppt_w</p:attrName>
                                        </p:attrNameLst>
                                      </p:cBhvr>
                                      <p:tavLst>
                                        <p:tav tm="0">
                                          <p:val>
                                            <p:fltVal val="0"/>
                                          </p:val>
                                        </p:tav>
                                        <p:tav tm="100000">
                                          <p:val>
                                            <p:strVal val="#ppt_w"/>
                                          </p:val>
                                        </p:tav>
                                      </p:tavLst>
                                    </p:anim>
                                    <p:anim calcmode="lin" valueType="num">
                                      <p:cBhvr>
                                        <p:cTn id="65" dur="500" fill="hold"/>
                                        <p:tgtEl>
                                          <p:spTgt spid="61">
                                            <p:txEl>
                                              <p:pRg st="0" end="0"/>
                                            </p:txEl>
                                          </p:spTgt>
                                        </p:tgtEl>
                                        <p:attrNameLst>
                                          <p:attrName>ppt_h</p:attrName>
                                        </p:attrNameLst>
                                      </p:cBhvr>
                                      <p:tavLst>
                                        <p:tav tm="0">
                                          <p:val>
                                            <p:fltVal val="0"/>
                                          </p:val>
                                        </p:tav>
                                        <p:tav tm="100000">
                                          <p:val>
                                            <p:strVal val="#ppt_h"/>
                                          </p:val>
                                        </p:tav>
                                      </p:tavLst>
                                    </p:anim>
                                    <p:animEffect transition="in" filter="fade">
                                      <p:cBhvr>
                                        <p:cTn id="66" dur="500"/>
                                        <p:tgtEl>
                                          <p:spTgt spid="6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uild="p"/>
      <p:bldP spid="53" grpId="0" build="p"/>
      <p:bldP spid="54" grpId="0" build="p"/>
      <p:bldP spid="55" grpId="0" build="p"/>
      <p:bldP spid="56" grpId="0" build="p"/>
      <p:bldP spid="57" grpId="0" build="p"/>
      <p:bldP spid="58" grpId="0" build="p"/>
      <p:bldP spid="59" grpId="0" build="p"/>
      <p:bldP spid="60" grpId="0" build="p"/>
      <p:bldP spid="6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0" y="1323975"/>
            <a:ext cx="4843463" cy="23687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sp>
        <p:nvSpPr>
          <p:cNvPr id="20" name="Text Placeholder 22"/>
          <p:cNvSpPr>
            <a:spLocks noGrp="1"/>
          </p:cNvSpPr>
          <p:nvPr>
            <p:ph type="body" sz="quarter" idx="13"/>
          </p:nvPr>
        </p:nvSpPr>
        <p:spPr/>
        <p:txBody>
          <a:bodyPr>
            <a:normAutofit lnSpcReduction="10000"/>
          </a:bodyPr>
          <a:lstStyle/>
          <a:p>
            <a:r>
              <a:rPr lang="zh-CN" altLang="en-US" dirty="0">
                <a:solidFill>
                  <a:schemeClr val="bg1"/>
                </a:solidFill>
              </a:rPr>
              <a:t>输入您的标题</a:t>
            </a:r>
            <a:endParaRPr lang="en-AU" dirty="0">
              <a:solidFill>
                <a:schemeClr val="bg1"/>
              </a:solidFill>
            </a:endParaRPr>
          </a:p>
        </p:txBody>
      </p:sp>
      <p:sp>
        <p:nvSpPr>
          <p:cNvPr id="21" name="Text Placeholder 23"/>
          <p:cNvSpPr>
            <a:spLocks noGrp="1"/>
          </p:cNvSpPr>
          <p:nvPr>
            <p:ph type="body" sz="quarter" idx="14"/>
          </p:nvPr>
        </p:nvSpPr>
        <p:spPr>
          <a:xfrm>
            <a:off x="450652" y="1954948"/>
            <a:ext cx="3219648" cy="1768175"/>
          </a:xfrm>
        </p:spPr>
        <p:txBody>
          <a:bodyPr>
            <a:normAutofit/>
          </a:bodyPr>
          <a:lstStyle/>
          <a:p>
            <a:r>
              <a:rPr lang="zh-CN" altLang="en-US" b="1" dirty="0">
                <a:solidFill>
                  <a:schemeClr val="bg1"/>
                </a:solidFill>
              </a:rPr>
              <a:t>点击添加文本内容点击添加文本内容点击添加文本内容点击添加文本内容点击添加文本内容点击添加文本内容点击添加文本内容点击添加文本内容点击添加文本内容 </a:t>
            </a:r>
            <a:endParaRPr lang="id-ID" dirty="0">
              <a:solidFill>
                <a:schemeClr val="bg1"/>
              </a:solidFill>
            </a:endParaRPr>
          </a:p>
          <a:p>
            <a:endParaRPr lang="en-AU" dirty="0">
              <a:solidFill>
                <a:schemeClr val="bg1"/>
              </a:solidFill>
            </a:endParaRPr>
          </a:p>
        </p:txBody>
      </p:sp>
      <p:graphicFrame>
        <p:nvGraphicFramePr>
          <p:cNvPr id="17" name="Chart Placeholder 16"/>
          <p:cNvGraphicFramePr>
            <a:graphicFrameLocks noGrp="1"/>
          </p:cNvGraphicFramePr>
          <p:nvPr>
            <p:ph type="chart" sz="quarter" idx="15"/>
          </p:nvPr>
        </p:nvGraphicFramePr>
        <p:xfrm>
          <a:off x="5114925" y="627460"/>
          <a:ext cx="3399235" cy="3888581"/>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down)">
                                      <p:cBhvr>
                                        <p:cTn id="11" dur="500"/>
                                        <p:tgtEl>
                                          <p:spTgt spid="20">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7">
                                            <p:graphicEl>
                                              <a:chart seriesIdx="-3" categoryIdx="-3" bldStep="gridLegend"/>
                                            </p:graphicEl>
                                          </p:spTgt>
                                        </p:tgtEl>
                                        <p:attrNameLst>
                                          <p:attrName>style.visibility</p:attrName>
                                        </p:attrNameLst>
                                      </p:cBhvr>
                                      <p:to>
                                        <p:strVal val="visible"/>
                                      </p:to>
                                    </p:set>
                                    <p:animEffect transition="in" filter="wipe(left)">
                                      <p:cBhvr>
                                        <p:cTn id="15" dur="500"/>
                                        <p:tgtEl>
                                          <p:spTgt spid="17">
                                            <p:graphicEl>
                                              <a:chart seriesIdx="-3" categoryIdx="-3" bldStep="gridLegend"/>
                                            </p:graphic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7">
                                            <p:graphicEl>
                                              <a:chart seriesIdx="0" categoryIdx="-4" bldStep="series"/>
                                            </p:graphicEl>
                                          </p:spTgt>
                                        </p:tgtEl>
                                        <p:attrNameLst>
                                          <p:attrName>style.visibility</p:attrName>
                                        </p:attrNameLst>
                                      </p:cBhvr>
                                      <p:to>
                                        <p:strVal val="visible"/>
                                      </p:to>
                                    </p:set>
                                    <p:animEffect transition="in" filter="wipe(left)">
                                      <p:cBhvr>
                                        <p:cTn id="19" dur="500"/>
                                        <p:tgtEl>
                                          <p:spTgt spid="17">
                                            <p:graphicEl>
                                              <a:chart seriesIdx="0" categoryIdx="-4" bldStep="series"/>
                                            </p:graphic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7">
                                            <p:graphicEl>
                                              <a:chart seriesIdx="1" categoryIdx="-4" bldStep="series"/>
                                            </p:graphicEl>
                                          </p:spTgt>
                                        </p:tgtEl>
                                        <p:attrNameLst>
                                          <p:attrName>style.visibility</p:attrName>
                                        </p:attrNameLst>
                                      </p:cBhvr>
                                      <p:to>
                                        <p:strVal val="visible"/>
                                      </p:to>
                                    </p:set>
                                    <p:animEffect transition="in" filter="wipe(left)">
                                      <p:cBhvr>
                                        <p:cTn id="23" dur="500"/>
                                        <p:tgtEl>
                                          <p:spTgt spid="17">
                                            <p:graphicEl>
                                              <a:chart seriesIdx="1" categoryIdx="-4" bldStep="series"/>
                                            </p:graphic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7">
                                            <p:graphicEl>
                                              <a:chart seriesIdx="2" categoryIdx="-4" bldStep="series"/>
                                            </p:graphicEl>
                                          </p:spTgt>
                                        </p:tgtEl>
                                        <p:attrNameLst>
                                          <p:attrName>style.visibility</p:attrName>
                                        </p:attrNameLst>
                                      </p:cBhvr>
                                      <p:to>
                                        <p:strVal val="visible"/>
                                      </p:to>
                                    </p:set>
                                    <p:animEffect transition="in" filter="wipe(left)">
                                      <p:cBhvr>
                                        <p:cTn id="27" dur="500"/>
                                        <p:tgtEl>
                                          <p:spTgt spid="17">
                                            <p:graphicEl>
                                              <a:chart seriesIdx="2"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0" grpId="0" build="p"/>
      <p:bldGraphic spid="17" grpId="0">
        <p:bldSub>
          <a:bldChart bld="series"/>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3356953" y="3524132"/>
            <a:ext cx="2432378" cy="625001"/>
            <a:chOff x="4475937" y="4698842"/>
            <a:chExt cx="3243170" cy="833335"/>
          </a:xfrm>
        </p:grpSpPr>
        <p:sp>
          <p:nvSpPr>
            <p:cNvPr id="8" name="Oval 7"/>
            <p:cNvSpPr>
              <a:spLocks noChangeArrowheads="1"/>
            </p:cNvSpPr>
            <p:nvPr/>
          </p:nvSpPr>
          <p:spPr bwMode="auto">
            <a:xfrm>
              <a:off x="4475937" y="4698842"/>
              <a:ext cx="3243170" cy="833335"/>
            </a:xfrm>
            <a:prstGeom prst="ellipse">
              <a:avLst/>
            </a:prstGeom>
            <a:solidFill>
              <a:schemeClr val="accent5">
                <a:alpha val="90000"/>
              </a:schemeClr>
            </a:solidFill>
            <a:ln>
              <a:noFill/>
            </a:ln>
          </p:spPr>
          <p:txBody>
            <a:bodyPr vert="horz" wrap="square" lIns="68580" tIns="34290" rIns="68580" bIns="34290" numCol="1" anchor="t" anchorCtr="0" compatLnSpc="1"/>
            <a:lstStyle/>
            <a:p>
              <a:endParaRPr lang="id-ID" sz="1350"/>
            </a:p>
          </p:txBody>
        </p:sp>
        <p:sp>
          <p:nvSpPr>
            <p:cNvPr id="9" name="Freeform 8"/>
            <p:cNvSpPr/>
            <p:nvPr/>
          </p:nvSpPr>
          <p:spPr bwMode="auto">
            <a:xfrm>
              <a:off x="4475937" y="5116237"/>
              <a:ext cx="3243170" cy="415940"/>
            </a:xfrm>
            <a:custGeom>
              <a:avLst/>
              <a:gdLst>
                <a:gd name="T0" fmla="*/ 726 w 1452"/>
                <a:gd name="T1" fmla="*/ 142 h 186"/>
                <a:gd name="T2" fmla="*/ 1452 w 1452"/>
                <a:gd name="T3" fmla="*/ 0 h 186"/>
                <a:gd name="T4" fmla="*/ 1452 w 1452"/>
                <a:gd name="T5" fmla="*/ 0 h 186"/>
                <a:gd name="T6" fmla="*/ 726 w 1452"/>
                <a:gd name="T7" fmla="*/ 186 h 186"/>
                <a:gd name="T8" fmla="*/ 0 w 1452"/>
                <a:gd name="T9" fmla="*/ 0 h 186"/>
                <a:gd name="T10" fmla="*/ 0 w 1452"/>
                <a:gd name="T11" fmla="*/ 0 h 186"/>
                <a:gd name="T12" fmla="*/ 726 w 1452"/>
                <a:gd name="T13" fmla="*/ 142 h 186"/>
              </a:gdLst>
              <a:ahLst/>
              <a:cxnLst>
                <a:cxn ang="0">
                  <a:pos x="T0" y="T1"/>
                </a:cxn>
                <a:cxn ang="0">
                  <a:pos x="T2" y="T3"/>
                </a:cxn>
                <a:cxn ang="0">
                  <a:pos x="T4" y="T5"/>
                </a:cxn>
                <a:cxn ang="0">
                  <a:pos x="T6" y="T7"/>
                </a:cxn>
                <a:cxn ang="0">
                  <a:pos x="T8" y="T9"/>
                </a:cxn>
                <a:cxn ang="0">
                  <a:pos x="T10" y="T11"/>
                </a:cxn>
                <a:cxn ang="0">
                  <a:pos x="T12" y="T13"/>
                </a:cxn>
              </a:cxnLst>
              <a:rect l="0" t="0" r="r" b="b"/>
              <a:pathLst>
                <a:path w="1452" h="186">
                  <a:moveTo>
                    <a:pt x="726" y="142"/>
                  </a:moveTo>
                  <a:cubicBezTo>
                    <a:pt x="1078" y="142"/>
                    <a:pt x="1372" y="81"/>
                    <a:pt x="1452" y="0"/>
                  </a:cubicBezTo>
                  <a:cubicBezTo>
                    <a:pt x="1452" y="0"/>
                    <a:pt x="1452" y="0"/>
                    <a:pt x="1452" y="0"/>
                  </a:cubicBezTo>
                  <a:cubicBezTo>
                    <a:pt x="1452" y="103"/>
                    <a:pt x="1127" y="186"/>
                    <a:pt x="726" y="186"/>
                  </a:cubicBezTo>
                  <a:cubicBezTo>
                    <a:pt x="325" y="186"/>
                    <a:pt x="0" y="103"/>
                    <a:pt x="0" y="0"/>
                  </a:cubicBezTo>
                  <a:cubicBezTo>
                    <a:pt x="0" y="0"/>
                    <a:pt x="0" y="0"/>
                    <a:pt x="0" y="0"/>
                  </a:cubicBezTo>
                  <a:cubicBezTo>
                    <a:pt x="79" y="81"/>
                    <a:pt x="374" y="142"/>
                    <a:pt x="726" y="142"/>
                  </a:cubicBezTo>
                  <a:close/>
                </a:path>
              </a:pathLst>
            </a:custGeom>
            <a:solidFill>
              <a:schemeClr val="tx1">
                <a:lumMod val="95000"/>
                <a:lumOff val="5000"/>
                <a:alpha val="15000"/>
              </a:schemeClr>
            </a:solidFill>
            <a:ln>
              <a:noFill/>
            </a:ln>
          </p:spPr>
          <p:txBody>
            <a:bodyPr vert="horz" wrap="square" lIns="68580" tIns="34290" rIns="68580" bIns="34290" numCol="1" anchor="t" anchorCtr="0" compatLnSpc="1"/>
            <a:lstStyle/>
            <a:p>
              <a:endParaRPr lang="id-ID" sz="1350"/>
            </a:p>
          </p:txBody>
        </p:sp>
      </p:grpSp>
      <p:grpSp>
        <p:nvGrpSpPr>
          <p:cNvPr id="10" name="Group 9"/>
          <p:cNvGrpSpPr/>
          <p:nvPr/>
        </p:nvGrpSpPr>
        <p:grpSpPr>
          <a:xfrm>
            <a:off x="3128986" y="3035474"/>
            <a:ext cx="2888312" cy="731895"/>
            <a:chOff x="4171981" y="4047299"/>
            <a:chExt cx="3851083" cy="975860"/>
          </a:xfrm>
        </p:grpSpPr>
        <p:sp>
          <p:nvSpPr>
            <p:cNvPr id="11" name="Oval 9"/>
            <p:cNvSpPr>
              <a:spLocks noChangeArrowheads="1"/>
            </p:cNvSpPr>
            <p:nvPr/>
          </p:nvSpPr>
          <p:spPr bwMode="auto">
            <a:xfrm>
              <a:off x="4171981" y="4047299"/>
              <a:ext cx="3851083" cy="975860"/>
            </a:xfrm>
            <a:prstGeom prst="ellipse">
              <a:avLst/>
            </a:prstGeom>
            <a:solidFill>
              <a:schemeClr val="accent4">
                <a:alpha val="90000"/>
              </a:schemeClr>
            </a:solidFill>
            <a:ln>
              <a:noFill/>
            </a:ln>
          </p:spPr>
          <p:txBody>
            <a:bodyPr vert="horz" wrap="square" lIns="68580" tIns="34290" rIns="68580" bIns="34290" numCol="1" anchor="t" anchorCtr="0" compatLnSpc="1"/>
            <a:lstStyle/>
            <a:p>
              <a:endParaRPr lang="id-ID" sz="1350"/>
            </a:p>
          </p:txBody>
        </p:sp>
        <p:sp>
          <p:nvSpPr>
            <p:cNvPr id="12" name="Freeform 10"/>
            <p:cNvSpPr/>
            <p:nvPr/>
          </p:nvSpPr>
          <p:spPr bwMode="auto">
            <a:xfrm>
              <a:off x="4171981" y="4533047"/>
              <a:ext cx="3851083" cy="490112"/>
            </a:xfrm>
            <a:custGeom>
              <a:avLst/>
              <a:gdLst>
                <a:gd name="T0" fmla="*/ 862 w 1724"/>
                <a:gd name="T1" fmla="*/ 168 h 219"/>
                <a:gd name="T2" fmla="*/ 1724 w 1724"/>
                <a:gd name="T3" fmla="*/ 0 h 219"/>
                <a:gd name="T4" fmla="*/ 1724 w 1724"/>
                <a:gd name="T5" fmla="*/ 1 h 219"/>
                <a:gd name="T6" fmla="*/ 862 w 1724"/>
                <a:gd name="T7" fmla="*/ 219 h 219"/>
                <a:gd name="T8" fmla="*/ 0 w 1724"/>
                <a:gd name="T9" fmla="*/ 1 h 219"/>
                <a:gd name="T10" fmla="*/ 0 w 1724"/>
                <a:gd name="T11" fmla="*/ 0 h 219"/>
                <a:gd name="T12" fmla="*/ 862 w 1724"/>
                <a:gd name="T13" fmla="*/ 168 h 219"/>
              </a:gdLst>
              <a:ahLst/>
              <a:cxnLst>
                <a:cxn ang="0">
                  <a:pos x="T0" y="T1"/>
                </a:cxn>
                <a:cxn ang="0">
                  <a:pos x="T2" y="T3"/>
                </a:cxn>
                <a:cxn ang="0">
                  <a:pos x="T4" y="T5"/>
                </a:cxn>
                <a:cxn ang="0">
                  <a:pos x="T6" y="T7"/>
                </a:cxn>
                <a:cxn ang="0">
                  <a:pos x="T8" y="T9"/>
                </a:cxn>
                <a:cxn ang="0">
                  <a:pos x="T10" y="T11"/>
                </a:cxn>
                <a:cxn ang="0">
                  <a:pos x="T12" y="T13"/>
                </a:cxn>
              </a:cxnLst>
              <a:rect l="0" t="0" r="r" b="b"/>
              <a:pathLst>
                <a:path w="1724" h="219">
                  <a:moveTo>
                    <a:pt x="862" y="168"/>
                  </a:moveTo>
                  <a:cubicBezTo>
                    <a:pt x="1280" y="168"/>
                    <a:pt x="1630" y="96"/>
                    <a:pt x="1724" y="0"/>
                  </a:cubicBezTo>
                  <a:cubicBezTo>
                    <a:pt x="1724" y="1"/>
                    <a:pt x="1724" y="1"/>
                    <a:pt x="1724" y="1"/>
                  </a:cubicBezTo>
                  <a:cubicBezTo>
                    <a:pt x="1724" y="121"/>
                    <a:pt x="1338" y="219"/>
                    <a:pt x="862" y="219"/>
                  </a:cubicBezTo>
                  <a:cubicBezTo>
                    <a:pt x="386" y="219"/>
                    <a:pt x="0" y="121"/>
                    <a:pt x="0" y="1"/>
                  </a:cubicBezTo>
                  <a:cubicBezTo>
                    <a:pt x="0" y="1"/>
                    <a:pt x="0" y="1"/>
                    <a:pt x="0" y="0"/>
                  </a:cubicBezTo>
                  <a:cubicBezTo>
                    <a:pt x="94" y="96"/>
                    <a:pt x="444" y="168"/>
                    <a:pt x="862" y="168"/>
                  </a:cubicBezTo>
                  <a:close/>
                </a:path>
              </a:pathLst>
            </a:custGeom>
            <a:solidFill>
              <a:schemeClr val="tx1">
                <a:lumMod val="95000"/>
                <a:lumOff val="5000"/>
                <a:alpha val="15000"/>
              </a:schemeClr>
            </a:solidFill>
            <a:ln>
              <a:noFill/>
            </a:ln>
          </p:spPr>
          <p:txBody>
            <a:bodyPr vert="horz" wrap="square" lIns="68580" tIns="34290" rIns="68580" bIns="34290" numCol="1" anchor="t" anchorCtr="0" compatLnSpc="1"/>
            <a:lstStyle/>
            <a:p>
              <a:endParaRPr lang="id-ID" sz="1350"/>
            </a:p>
          </p:txBody>
        </p:sp>
      </p:grpSp>
      <p:grpSp>
        <p:nvGrpSpPr>
          <p:cNvPr id="13" name="Group 12"/>
          <p:cNvGrpSpPr/>
          <p:nvPr/>
        </p:nvGrpSpPr>
        <p:grpSpPr>
          <a:xfrm>
            <a:off x="3042816" y="2497734"/>
            <a:ext cx="3059561" cy="830063"/>
            <a:chOff x="4057088" y="3330311"/>
            <a:chExt cx="4079414" cy="1106751"/>
          </a:xfrm>
        </p:grpSpPr>
        <p:sp>
          <p:nvSpPr>
            <p:cNvPr id="14" name="Oval 11"/>
            <p:cNvSpPr>
              <a:spLocks noChangeArrowheads="1"/>
            </p:cNvSpPr>
            <p:nvPr/>
          </p:nvSpPr>
          <p:spPr bwMode="auto">
            <a:xfrm>
              <a:off x="4057088" y="3330311"/>
              <a:ext cx="4079414" cy="1106751"/>
            </a:xfrm>
            <a:prstGeom prst="ellipse">
              <a:avLst/>
            </a:prstGeom>
            <a:solidFill>
              <a:schemeClr val="accent3">
                <a:alpha val="90000"/>
              </a:schemeClr>
            </a:solidFill>
            <a:ln>
              <a:noFill/>
            </a:ln>
          </p:spPr>
          <p:txBody>
            <a:bodyPr vert="horz" wrap="square" lIns="68580" tIns="34290" rIns="68580" bIns="34290" numCol="1" anchor="t" anchorCtr="0" compatLnSpc="1"/>
            <a:lstStyle/>
            <a:p>
              <a:endParaRPr lang="id-ID" sz="1350"/>
            </a:p>
          </p:txBody>
        </p:sp>
        <p:sp>
          <p:nvSpPr>
            <p:cNvPr id="15" name="Freeform 12"/>
            <p:cNvSpPr/>
            <p:nvPr/>
          </p:nvSpPr>
          <p:spPr bwMode="auto">
            <a:xfrm>
              <a:off x="4057088" y="3884413"/>
              <a:ext cx="4079414" cy="552648"/>
            </a:xfrm>
            <a:custGeom>
              <a:avLst/>
              <a:gdLst>
                <a:gd name="T0" fmla="*/ 913 w 1826"/>
                <a:gd name="T1" fmla="*/ 189 h 248"/>
                <a:gd name="T2" fmla="*/ 0 w 1826"/>
                <a:gd name="T3" fmla="*/ 0 h 248"/>
                <a:gd name="T4" fmla="*/ 0 w 1826"/>
                <a:gd name="T5" fmla="*/ 0 h 248"/>
                <a:gd name="T6" fmla="*/ 913 w 1826"/>
                <a:gd name="T7" fmla="*/ 248 h 248"/>
                <a:gd name="T8" fmla="*/ 1826 w 1826"/>
                <a:gd name="T9" fmla="*/ 0 h 248"/>
                <a:gd name="T10" fmla="*/ 1826 w 1826"/>
                <a:gd name="T11" fmla="*/ 0 h 248"/>
                <a:gd name="T12" fmla="*/ 913 w 1826"/>
                <a:gd name="T13" fmla="*/ 189 h 248"/>
              </a:gdLst>
              <a:ahLst/>
              <a:cxnLst>
                <a:cxn ang="0">
                  <a:pos x="T0" y="T1"/>
                </a:cxn>
                <a:cxn ang="0">
                  <a:pos x="T2" y="T3"/>
                </a:cxn>
                <a:cxn ang="0">
                  <a:pos x="T4" y="T5"/>
                </a:cxn>
                <a:cxn ang="0">
                  <a:pos x="T6" y="T7"/>
                </a:cxn>
                <a:cxn ang="0">
                  <a:pos x="T8" y="T9"/>
                </a:cxn>
                <a:cxn ang="0">
                  <a:pos x="T10" y="T11"/>
                </a:cxn>
                <a:cxn ang="0">
                  <a:pos x="T12" y="T13"/>
                </a:cxn>
              </a:cxnLst>
              <a:rect l="0" t="0" r="r" b="b"/>
              <a:pathLst>
                <a:path w="1826" h="248">
                  <a:moveTo>
                    <a:pt x="913" y="189"/>
                  </a:moveTo>
                  <a:cubicBezTo>
                    <a:pt x="471" y="189"/>
                    <a:pt x="100" y="109"/>
                    <a:pt x="0" y="0"/>
                  </a:cubicBezTo>
                  <a:cubicBezTo>
                    <a:pt x="0" y="0"/>
                    <a:pt x="0" y="0"/>
                    <a:pt x="0" y="0"/>
                  </a:cubicBezTo>
                  <a:cubicBezTo>
                    <a:pt x="0" y="137"/>
                    <a:pt x="409" y="248"/>
                    <a:pt x="913" y="248"/>
                  </a:cubicBezTo>
                  <a:cubicBezTo>
                    <a:pt x="1417" y="248"/>
                    <a:pt x="1826" y="137"/>
                    <a:pt x="1826" y="0"/>
                  </a:cubicBezTo>
                  <a:cubicBezTo>
                    <a:pt x="1826" y="0"/>
                    <a:pt x="1826" y="0"/>
                    <a:pt x="1826" y="0"/>
                  </a:cubicBezTo>
                  <a:cubicBezTo>
                    <a:pt x="1726" y="109"/>
                    <a:pt x="1355" y="189"/>
                    <a:pt x="913" y="189"/>
                  </a:cubicBezTo>
                  <a:close/>
                </a:path>
              </a:pathLst>
            </a:custGeom>
            <a:solidFill>
              <a:schemeClr val="tx1">
                <a:lumMod val="95000"/>
                <a:lumOff val="5000"/>
                <a:alpha val="15000"/>
              </a:schemeClr>
            </a:solidFill>
            <a:ln>
              <a:noFill/>
            </a:ln>
          </p:spPr>
          <p:txBody>
            <a:bodyPr vert="horz" wrap="square" lIns="68580" tIns="34290" rIns="68580" bIns="34290" numCol="1" anchor="t" anchorCtr="0" compatLnSpc="1"/>
            <a:lstStyle/>
            <a:p>
              <a:endParaRPr lang="id-ID" sz="1350"/>
            </a:p>
          </p:txBody>
        </p:sp>
      </p:grpSp>
      <p:grpSp>
        <p:nvGrpSpPr>
          <p:cNvPr id="16" name="Group 15"/>
          <p:cNvGrpSpPr/>
          <p:nvPr/>
        </p:nvGrpSpPr>
        <p:grpSpPr>
          <a:xfrm>
            <a:off x="3128986" y="2090883"/>
            <a:ext cx="2888312" cy="732986"/>
            <a:chOff x="4171981" y="2787843"/>
            <a:chExt cx="3851083" cy="977315"/>
          </a:xfrm>
        </p:grpSpPr>
        <p:sp>
          <p:nvSpPr>
            <p:cNvPr id="17" name="Oval 13"/>
            <p:cNvSpPr>
              <a:spLocks noChangeArrowheads="1"/>
            </p:cNvSpPr>
            <p:nvPr/>
          </p:nvSpPr>
          <p:spPr bwMode="auto">
            <a:xfrm>
              <a:off x="4171981" y="2787843"/>
              <a:ext cx="3851083" cy="977314"/>
            </a:xfrm>
            <a:prstGeom prst="ellipse">
              <a:avLst/>
            </a:prstGeom>
            <a:solidFill>
              <a:schemeClr val="accent2">
                <a:alpha val="90000"/>
              </a:schemeClr>
            </a:solidFill>
            <a:ln>
              <a:noFill/>
            </a:ln>
          </p:spPr>
          <p:txBody>
            <a:bodyPr vert="horz" wrap="square" lIns="68580" tIns="34290" rIns="68580" bIns="34290" numCol="1" anchor="t" anchorCtr="0" compatLnSpc="1"/>
            <a:lstStyle/>
            <a:p>
              <a:endParaRPr lang="id-ID" sz="1350"/>
            </a:p>
          </p:txBody>
        </p:sp>
        <p:sp>
          <p:nvSpPr>
            <p:cNvPr id="18" name="Freeform 14"/>
            <p:cNvSpPr/>
            <p:nvPr/>
          </p:nvSpPr>
          <p:spPr bwMode="auto">
            <a:xfrm>
              <a:off x="4171981" y="3276501"/>
              <a:ext cx="3851083" cy="488657"/>
            </a:xfrm>
            <a:custGeom>
              <a:avLst/>
              <a:gdLst>
                <a:gd name="T0" fmla="*/ 862 w 1724"/>
                <a:gd name="T1" fmla="*/ 167 h 219"/>
                <a:gd name="T2" fmla="*/ 0 w 1724"/>
                <a:gd name="T3" fmla="*/ 0 h 219"/>
                <a:gd name="T4" fmla="*/ 0 w 1724"/>
                <a:gd name="T5" fmla="*/ 0 h 219"/>
                <a:gd name="T6" fmla="*/ 862 w 1724"/>
                <a:gd name="T7" fmla="*/ 219 h 219"/>
                <a:gd name="T8" fmla="*/ 1724 w 1724"/>
                <a:gd name="T9" fmla="*/ 0 h 219"/>
                <a:gd name="T10" fmla="*/ 1724 w 1724"/>
                <a:gd name="T11" fmla="*/ 0 h 219"/>
                <a:gd name="T12" fmla="*/ 862 w 1724"/>
                <a:gd name="T13" fmla="*/ 167 h 219"/>
              </a:gdLst>
              <a:ahLst/>
              <a:cxnLst>
                <a:cxn ang="0">
                  <a:pos x="T0" y="T1"/>
                </a:cxn>
                <a:cxn ang="0">
                  <a:pos x="T2" y="T3"/>
                </a:cxn>
                <a:cxn ang="0">
                  <a:pos x="T4" y="T5"/>
                </a:cxn>
                <a:cxn ang="0">
                  <a:pos x="T6" y="T7"/>
                </a:cxn>
                <a:cxn ang="0">
                  <a:pos x="T8" y="T9"/>
                </a:cxn>
                <a:cxn ang="0">
                  <a:pos x="T10" y="T11"/>
                </a:cxn>
                <a:cxn ang="0">
                  <a:pos x="T12" y="T13"/>
                </a:cxn>
              </a:cxnLst>
              <a:rect l="0" t="0" r="r" b="b"/>
              <a:pathLst>
                <a:path w="1724" h="219">
                  <a:moveTo>
                    <a:pt x="862" y="167"/>
                  </a:moveTo>
                  <a:cubicBezTo>
                    <a:pt x="444" y="167"/>
                    <a:pt x="94" y="96"/>
                    <a:pt x="0" y="0"/>
                  </a:cubicBezTo>
                  <a:cubicBezTo>
                    <a:pt x="0" y="0"/>
                    <a:pt x="0" y="0"/>
                    <a:pt x="0" y="0"/>
                  </a:cubicBezTo>
                  <a:cubicBezTo>
                    <a:pt x="0" y="121"/>
                    <a:pt x="386" y="219"/>
                    <a:pt x="862" y="219"/>
                  </a:cubicBezTo>
                  <a:cubicBezTo>
                    <a:pt x="1338" y="219"/>
                    <a:pt x="1724" y="121"/>
                    <a:pt x="1724" y="0"/>
                  </a:cubicBezTo>
                  <a:cubicBezTo>
                    <a:pt x="1724" y="0"/>
                    <a:pt x="1724" y="0"/>
                    <a:pt x="1724" y="0"/>
                  </a:cubicBezTo>
                  <a:cubicBezTo>
                    <a:pt x="1630" y="96"/>
                    <a:pt x="1280" y="167"/>
                    <a:pt x="862" y="167"/>
                  </a:cubicBezTo>
                  <a:close/>
                </a:path>
              </a:pathLst>
            </a:custGeom>
            <a:solidFill>
              <a:schemeClr val="tx1">
                <a:lumMod val="95000"/>
                <a:lumOff val="5000"/>
                <a:alpha val="15000"/>
              </a:schemeClr>
            </a:solidFill>
            <a:ln>
              <a:noFill/>
            </a:ln>
          </p:spPr>
          <p:txBody>
            <a:bodyPr vert="horz" wrap="square" lIns="68580" tIns="34290" rIns="68580" bIns="34290" numCol="1" anchor="t" anchorCtr="0" compatLnSpc="1"/>
            <a:lstStyle/>
            <a:p>
              <a:endParaRPr lang="id-ID" sz="1350"/>
            </a:p>
          </p:txBody>
        </p:sp>
      </p:grpSp>
      <p:grpSp>
        <p:nvGrpSpPr>
          <p:cNvPr id="19" name="Group 18"/>
          <p:cNvGrpSpPr/>
          <p:nvPr/>
        </p:nvGrpSpPr>
        <p:grpSpPr>
          <a:xfrm>
            <a:off x="3356953" y="1709119"/>
            <a:ext cx="2432378" cy="626093"/>
            <a:chOff x="4475937" y="2278826"/>
            <a:chExt cx="3243170" cy="834790"/>
          </a:xfrm>
        </p:grpSpPr>
        <p:sp>
          <p:nvSpPr>
            <p:cNvPr id="20" name="Oval 15"/>
            <p:cNvSpPr>
              <a:spLocks noChangeArrowheads="1"/>
            </p:cNvSpPr>
            <p:nvPr/>
          </p:nvSpPr>
          <p:spPr bwMode="auto">
            <a:xfrm>
              <a:off x="4475937" y="2278826"/>
              <a:ext cx="3243170" cy="834789"/>
            </a:xfrm>
            <a:prstGeom prst="ellipse">
              <a:avLst/>
            </a:prstGeom>
            <a:solidFill>
              <a:schemeClr val="accent1">
                <a:alpha val="90000"/>
              </a:schemeClr>
            </a:solidFill>
            <a:ln>
              <a:noFill/>
            </a:ln>
            <a:effectLst/>
          </p:spPr>
          <p:txBody>
            <a:bodyPr vert="horz" wrap="square" lIns="68580" tIns="34290" rIns="68580" bIns="34290" numCol="1" anchor="t" anchorCtr="0" compatLnSpc="1"/>
            <a:lstStyle/>
            <a:p>
              <a:endParaRPr lang="id-ID" sz="1350"/>
            </a:p>
          </p:txBody>
        </p:sp>
        <p:sp>
          <p:nvSpPr>
            <p:cNvPr id="21" name="Freeform 16"/>
            <p:cNvSpPr/>
            <p:nvPr/>
          </p:nvSpPr>
          <p:spPr bwMode="auto">
            <a:xfrm>
              <a:off x="4475937" y="2696221"/>
              <a:ext cx="3243170" cy="417395"/>
            </a:xfrm>
            <a:custGeom>
              <a:avLst/>
              <a:gdLst>
                <a:gd name="T0" fmla="*/ 726 w 1452"/>
                <a:gd name="T1" fmla="*/ 143 h 187"/>
                <a:gd name="T2" fmla="*/ 0 w 1452"/>
                <a:gd name="T3" fmla="*/ 0 h 187"/>
                <a:gd name="T4" fmla="*/ 0 w 1452"/>
                <a:gd name="T5" fmla="*/ 0 h 187"/>
                <a:gd name="T6" fmla="*/ 726 w 1452"/>
                <a:gd name="T7" fmla="*/ 187 h 187"/>
                <a:gd name="T8" fmla="*/ 1452 w 1452"/>
                <a:gd name="T9" fmla="*/ 0 h 187"/>
                <a:gd name="T10" fmla="*/ 1452 w 1452"/>
                <a:gd name="T11" fmla="*/ 0 h 187"/>
                <a:gd name="T12" fmla="*/ 726 w 1452"/>
                <a:gd name="T13" fmla="*/ 143 h 187"/>
              </a:gdLst>
              <a:ahLst/>
              <a:cxnLst>
                <a:cxn ang="0">
                  <a:pos x="T0" y="T1"/>
                </a:cxn>
                <a:cxn ang="0">
                  <a:pos x="T2" y="T3"/>
                </a:cxn>
                <a:cxn ang="0">
                  <a:pos x="T4" y="T5"/>
                </a:cxn>
                <a:cxn ang="0">
                  <a:pos x="T6" y="T7"/>
                </a:cxn>
                <a:cxn ang="0">
                  <a:pos x="T8" y="T9"/>
                </a:cxn>
                <a:cxn ang="0">
                  <a:pos x="T10" y="T11"/>
                </a:cxn>
                <a:cxn ang="0">
                  <a:pos x="T12" y="T13"/>
                </a:cxn>
              </a:cxnLst>
              <a:rect l="0" t="0" r="r" b="b"/>
              <a:pathLst>
                <a:path w="1452" h="187">
                  <a:moveTo>
                    <a:pt x="726" y="143"/>
                  </a:moveTo>
                  <a:cubicBezTo>
                    <a:pt x="374" y="143"/>
                    <a:pt x="79" y="82"/>
                    <a:pt x="0" y="0"/>
                  </a:cubicBezTo>
                  <a:cubicBezTo>
                    <a:pt x="0" y="0"/>
                    <a:pt x="0" y="0"/>
                    <a:pt x="0" y="0"/>
                  </a:cubicBezTo>
                  <a:cubicBezTo>
                    <a:pt x="0" y="103"/>
                    <a:pt x="325" y="187"/>
                    <a:pt x="726" y="187"/>
                  </a:cubicBezTo>
                  <a:cubicBezTo>
                    <a:pt x="1127" y="187"/>
                    <a:pt x="1452" y="103"/>
                    <a:pt x="1452" y="0"/>
                  </a:cubicBezTo>
                  <a:cubicBezTo>
                    <a:pt x="1452" y="0"/>
                    <a:pt x="1452" y="0"/>
                    <a:pt x="1452" y="0"/>
                  </a:cubicBezTo>
                  <a:cubicBezTo>
                    <a:pt x="1372" y="82"/>
                    <a:pt x="1078" y="143"/>
                    <a:pt x="726" y="143"/>
                  </a:cubicBezTo>
                  <a:close/>
                </a:path>
              </a:pathLst>
            </a:custGeom>
            <a:solidFill>
              <a:schemeClr val="tx1">
                <a:lumMod val="95000"/>
                <a:lumOff val="5000"/>
                <a:alpha val="15000"/>
              </a:schemeClr>
            </a:solidFill>
            <a:ln>
              <a:noFill/>
            </a:ln>
          </p:spPr>
          <p:txBody>
            <a:bodyPr vert="horz" wrap="square" lIns="68580" tIns="34290" rIns="68580" bIns="34290" numCol="1" anchor="t" anchorCtr="0" compatLnSpc="1"/>
            <a:lstStyle/>
            <a:p>
              <a:endParaRPr lang="id-ID" sz="1350"/>
            </a:p>
          </p:txBody>
        </p:sp>
      </p:grpSp>
      <p:grpSp>
        <p:nvGrpSpPr>
          <p:cNvPr id="49" name="Group 48"/>
          <p:cNvGrpSpPr/>
          <p:nvPr/>
        </p:nvGrpSpPr>
        <p:grpSpPr>
          <a:xfrm>
            <a:off x="2371938" y="1694512"/>
            <a:ext cx="347162" cy="347162"/>
            <a:chOff x="2925343" y="2268550"/>
            <a:chExt cx="462882" cy="462882"/>
          </a:xfrm>
        </p:grpSpPr>
        <p:sp>
          <p:nvSpPr>
            <p:cNvPr id="45" name="Rounded Rectangle 44"/>
            <p:cNvSpPr/>
            <p:nvPr/>
          </p:nvSpPr>
          <p:spPr>
            <a:xfrm>
              <a:off x="2925343" y="2268550"/>
              <a:ext cx="462882" cy="462882"/>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8" name="Shape 1684"/>
            <p:cNvSpPr/>
            <p:nvPr/>
          </p:nvSpPr>
          <p:spPr>
            <a:xfrm>
              <a:off x="3028178" y="2377361"/>
              <a:ext cx="280172" cy="246554"/>
            </a:xfrm>
            <a:custGeom>
              <a:avLst/>
              <a:gdLst/>
              <a:ahLst/>
              <a:cxnLst>
                <a:cxn ang="0">
                  <a:pos x="wd2" y="hd2"/>
                </a:cxn>
                <a:cxn ang="5400000">
                  <a:pos x="wd2" y="hd2"/>
                </a:cxn>
                <a:cxn ang="10800000">
                  <a:pos x="wd2" y="hd2"/>
                </a:cxn>
                <a:cxn ang="16200000">
                  <a:pos x="wd2" y="hd2"/>
                </a:cxn>
              </a:cxnLst>
              <a:rect l="0" t="0" r="r" b="b"/>
              <a:pathLst>
                <a:path w="21600" h="21600" extrusionOk="0">
                  <a:moveTo>
                    <a:pt x="11041" y="15188"/>
                  </a:moveTo>
                  <a:cubicBezTo>
                    <a:pt x="8905" y="14174"/>
                    <a:pt x="8222" y="13317"/>
                    <a:pt x="8222" y="11485"/>
                  </a:cubicBezTo>
                  <a:cubicBezTo>
                    <a:pt x="8222" y="10385"/>
                    <a:pt x="8875" y="10744"/>
                    <a:pt x="9161" y="8730"/>
                  </a:cubicBezTo>
                  <a:cubicBezTo>
                    <a:pt x="9279" y="7894"/>
                    <a:pt x="9855" y="8716"/>
                    <a:pt x="9966" y="6808"/>
                  </a:cubicBezTo>
                  <a:cubicBezTo>
                    <a:pt x="9966" y="6047"/>
                    <a:pt x="9651" y="5858"/>
                    <a:pt x="9651" y="5858"/>
                  </a:cubicBezTo>
                  <a:cubicBezTo>
                    <a:pt x="9651" y="5858"/>
                    <a:pt x="9811" y="4733"/>
                    <a:pt x="9873" y="3867"/>
                  </a:cubicBezTo>
                  <a:cubicBezTo>
                    <a:pt x="9951" y="2788"/>
                    <a:pt x="9396" y="0"/>
                    <a:pt x="6431" y="0"/>
                  </a:cubicBezTo>
                  <a:cubicBezTo>
                    <a:pt x="3466" y="0"/>
                    <a:pt x="2909" y="2788"/>
                    <a:pt x="2987" y="3867"/>
                  </a:cubicBezTo>
                  <a:cubicBezTo>
                    <a:pt x="3050" y="4733"/>
                    <a:pt x="3210" y="5858"/>
                    <a:pt x="3210" y="5858"/>
                  </a:cubicBezTo>
                  <a:cubicBezTo>
                    <a:pt x="3210" y="5858"/>
                    <a:pt x="2895" y="6047"/>
                    <a:pt x="2895" y="6808"/>
                  </a:cubicBezTo>
                  <a:cubicBezTo>
                    <a:pt x="3005" y="8716"/>
                    <a:pt x="3582" y="7894"/>
                    <a:pt x="3700" y="8730"/>
                  </a:cubicBezTo>
                  <a:cubicBezTo>
                    <a:pt x="3987" y="10744"/>
                    <a:pt x="4639" y="10385"/>
                    <a:pt x="4639" y="11485"/>
                  </a:cubicBezTo>
                  <a:cubicBezTo>
                    <a:pt x="4639" y="13317"/>
                    <a:pt x="3956" y="14174"/>
                    <a:pt x="1819" y="15188"/>
                  </a:cubicBezTo>
                  <a:cubicBezTo>
                    <a:pt x="1169" y="15497"/>
                    <a:pt x="0" y="15976"/>
                    <a:pt x="0" y="17129"/>
                  </a:cubicBezTo>
                  <a:lnTo>
                    <a:pt x="0" y="21600"/>
                  </a:lnTo>
                  <a:lnTo>
                    <a:pt x="15005" y="21600"/>
                  </a:lnTo>
                  <a:cubicBezTo>
                    <a:pt x="15005" y="21600"/>
                    <a:pt x="15005" y="18955"/>
                    <a:pt x="15005" y="18248"/>
                  </a:cubicBezTo>
                  <a:cubicBezTo>
                    <a:pt x="15005" y="17196"/>
                    <a:pt x="13184" y="16207"/>
                    <a:pt x="11041" y="15188"/>
                  </a:cubicBezTo>
                  <a:close/>
                  <a:moveTo>
                    <a:pt x="21600" y="21600"/>
                  </a:moveTo>
                  <a:cubicBezTo>
                    <a:pt x="21600" y="21600"/>
                    <a:pt x="21557" y="16953"/>
                    <a:pt x="21307" y="16471"/>
                  </a:cubicBezTo>
                  <a:cubicBezTo>
                    <a:pt x="20935" y="15754"/>
                    <a:pt x="20071" y="15261"/>
                    <a:pt x="18463" y="14498"/>
                  </a:cubicBezTo>
                  <a:cubicBezTo>
                    <a:pt x="16861" y="13736"/>
                    <a:pt x="16349" y="13094"/>
                    <a:pt x="16349" y="11720"/>
                  </a:cubicBezTo>
                  <a:cubicBezTo>
                    <a:pt x="16349" y="10894"/>
                    <a:pt x="16838" y="11164"/>
                    <a:pt x="17053" y="9653"/>
                  </a:cubicBezTo>
                  <a:cubicBezTo>
                    <a:pt x="17142" y="9026"/>
                    <a:pt x="17574" y="9643"/>
                    <a:pt x="17657" y="8212"/>
                  </a:cubicBezTo>
                  <a:cubicBezTo>
                    <a:pt x="17657" y="7642"/>
                    <a:pt x="17420" y="7499"/>
                    <a:pt x="17420" y="7499"/>
                  </a:cubicBezTo>
                  <a:cubicBezTo>
                    <a:pt x="17420" y="7499"/>
                    <a:pt x="17541" y="6656"/>
                    <a:pt x="17588" y="6006"/>
                  </a:cubicBezTo>
                  <a:cubicBezTo>
                    <a:pt x="17646" y="5197"/>
                    <a:pt x="17229" y="3106"/>
                    <a:pt x="15005" y="3106"/>
                  </a:cubicBezTo>
                  <a:cubicBezTo>
                    <a:pt x="12781" y="3106"/>
                    <a:pt x="12365" y="5197"/>
                    <a:pt x="12422" y="6006"/>
                  </a:cubicBezTo>
                  <a:cubicBezTo>
                    <a:pt x="12469" y="6656"/>
                    <a:pt x="12589" y="7499"/>
                    <a:pt x="12589" y="7499"/>
                  </a:cubicBezTo>
                  <a:cubicBezTo>
                    <a:pt x="12589" y="7499"/>
                    <a:pt x="12353" y="7642"/>
                    <a:pt x="12353" y="8212"/>
                  </a:cubicBezTo>
                  <a:cubicBezTo>
                    <a:pt x="12437" y="9643"/>
                    <a:pt x="12868" y="9026"/>
                    <a:pt x="12957" y="9653"/>
                  </a:cubicBezTo>
                  <a:cubicBezTo>
                    <a:pt x="13173" y="11164"/>
                    <a:pt x="13662" y="10894"/>
                    <a:pt x="13662" y="11720"/>
                  </a:cubicBezTo>
                  <a:cubicBezTo>
                    <a:pt x="13662" y="12655"/>
                    <a:pt x="13424" y="13250"/>
                    <a:pt x="12768" y="13776"/>
                  </a:cubicBezTo>
                  <a:cubicBezTo>
                    <a:pt x="16268" y="15766"/>
                    <a:pt x="16737" y="16172"/>
                    <a:pt x="16737" y="17952"/>
                  </a:cubicBezTo>
                  <a:lnTo>
                    <a:pt x="16737" y="21600"/>
                  </a:lnTo>
                  <a:cubicBezTo>
                    <a:pt x="16737" y="21600"/>
                    <a:pt x="21600" y="21600"/>
                    <a:pt x="21600" y="21600"/>
                  </a:cubicBezTo>
                  <a:close/>
                </a:path>
              </a:pathLst>
            </a:custGeom>
            <a:solidFill>
              <a:srgbClr val="FFFFFF"/>
            </a:solidFill>
            <a:ln w="12700" cap="flat">
              <a:noFill/>
              <a:miter lim="400000"/>
            </a:ln>
            <a:effectLst/>
          </p:spPr>
          <p:txBody>
            <a:bodyPr wrap="square" lIns="28575" tIns="28575" rIns="28575" bIns="28575" numCol="1" anchor="ctr">
              <a:noAutofit/>
            </a:bodyPr>
            <a:lstStyle/>
            <a:p>
              <a:pPr lvl="0" algn="l">
                <a:defRPr sz="3100" b="1">
                  <a:latin typeface="Kontrapunkt Bob Bold"/>
                  <a:ea typeface="Kontrapunkt Bob Bold"/>
                  <a:cs typeface="Kontrapunkt Bob Bold"/>
                  <a:sym typeface="Kontrapunkt Bob Bold"/>
                </a:defRPr>
              </a:pPr>
              <a:endParaRPr sz="2325"/>
            </a:p>
          </p:txBody>
        </p:sp>
      </p:grpSp>
      <p:grpSp>
        <p:nvGrpSpPr>
          <p:cNvPr id="55" name="Group 54"/>
          <p:cNvGrpSpPr/>
          <p:nvPr/>
        </p:nvGrpSpPr>
        <p:grpSpPr>
          <a:xfrm>
            <a:off x="2371938" y="3495675"/>
            <a:ext cx="347162" cy="347162"/>
            <a:chOff x="2855493" y="3429000"/>
            <a:chExt cx="462882" cy="462882"/>
          </a:xfrm>
        </p:grpSpPr>
        <p:sp>
          <p:nvSpPr>
            <p:cNvPr id="56" name="Rounded Rectangle 55"/>
            <p:cNvSpPr/>
            <p:nvPr/>
          </p:nvSpPr>
          <p:spPr>
            <a:xfrm>
              <a:off x="2855493" y="3429000"/>
              <a:ext cx="462882" cy="462882"/>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7" name="AutoShape 35"/>
            <p:cNvSpPr/>
            <p:nvPr/>
          </p:nvSpPr>
          <p:spPr bwMode="auto">
            <a:xfrm>
              <a:off x="2978718" y="3520829"/>
              <a:ext cx="216432" cy="290727"/>
            </a:xfrm>
            <a:custGeom>
              <a:avLst/>
              <a:gdLst>
                <a:gd name="T0" fmla="*/ 733 w 19946"/>
                <a:gd name="T1" fmla="*/ 1038 h 21355"/>
                <a:gd name="T2" fmla="*/ 550 w 19946"/>
                <a:gd name="T3" fmla="*/ 889 h 21355"/>
                <a:gd name="T4" fmla="*/ 6041 w 19946"/>
                <a:gd name="T5" fmla="*/ 11465 h 21355"/>
                <a:gd name="T6" fmla="*/ 5858 w 19946"/>
                <a:gd name="T7" fmla="*/ 16679 h 21355"/>
                <a:gd name="T8" fmla="*/ 0 w 19946"/>
                <a:gd name="T9" fmla="*/ 18765 h 21355"/>
                <a:gd name="T10" fmla="*/ 6590 w 19946"/>
                <a:gd name="T11" fmla="*/ 17722 h 21355"/>
                <a:gd name="T12" fmla="*/ 8970 w 19946"/>
                <a:gd name="T13" fmla="*/ 20999 h 21355"/>
                <a:gd name="T14" fmla="*/ 10251 w 19946"/>
                <a:gd name="T15" fmla="*/ 20403 h 21355"/>
                <a:gd name="T16" fmla="*/ 12265 w 19946"/>
                <a:gd name="T17" fmla="*/ 18467 h 21355"/>
                <a:gd name="T18" fmla="*/ 12631 w 19946"/>
                <a:gd name="T19" fmla="*/ 17275 h 21355"/>
                <a:gd name="T20" fmla="*/ 8055 w 19946"/>
                <a:gd name="T21" fmla="*/ 16381 h 21355"/>
                <a:gd name="T22" fmla="*/ 18855 w 19946"/>
                <a:gd name="T23" fmla="*/ 15785 h 21355"/>
                <a:gd name="T24" fmla="*/ 18672 w 19946"/>
                <a:gd name="T25" fmla="*/ 15636 h 21355"/>
                <a:gd name="T26" fmla="*/ 17024 w 19946"/>
                <a:gd name="T27" fmla="*/ 12806 h 21355"/>
                <a:gd name="T28" fmla="*/ 16475 w 19946"/>
                <a:gd name="T29" fmla="*/ 12806 h 21355"/>
                <a:gd name="T30" fmla="*/ 13180 w 19946"/>
                <a:gd name="T31" fmla="*/ 5805 h 21355"/>
                <a:gd name="T32" fmla="*/ 8421 w 19946"/>
                <a:gd name="T33" fmla="*/ 9380 h 21355"/>
                <a:gd name="T34" fmla="*/ 12814 w 19946"/>
                <a:gd name="T35" fmla="*/ 5507 h 21355"/>
                <a:gd name="T36" fmla="*/ 4211 w 19946"/>
                <a:gd name="T37" fmla="*/ 2825 h 21355"/>
                <a:gd name="T38" fmla="*/ 4211 w 19946"/>
                <a:gd name="T39" fmla="*/ 2378 h 21355"/>
                <a:gd name="T40" fmla="*/ 1831 w 19946"/>
                <a:gd name="T41" fmla="*/ 591 h 21355"/>
                <a:gd name="T42" fmla="*/ 1648 w 19946"/>
                <a:gd name="T43" fmla="*/ 1038 h 21355"/>
                <a:gd name="T44" fmla="*/ 18672 w 19946"/>
                <a:gd name="T45" fmla="*/ 14891 h 21355"/>
                <a:gd name="T46" fmla="*/ 17024 w 19946"/>
                <a:gd name="T47" fmla="*/ 9678 h 21355"/>
                <a:gd name="T48" fmla="*/ 15560 w 19946"/>
                <a:gd name="T49" fmla="*/ 2825 h 21355"/>
                <a:gd name="T50" fmla="*/ 12814 w 19946"/>
                <a:gd name="T51" fmla="*/ 5507 h 21355"/>
                <a:gd name="T52" fmla="*/ 13180 w 19946"/>
                <a:gd name="T53" fmla="*/ 5805 h 21355"/>
                <a:gd name="T54" fmla="*/ 16475 w 19946"/>
                <a:gd name="T55" fmla="*/ 3570 h 21355"/>
                <a:gd name="T56" fmla="*/ 16475 w 19946"/>
                <a:gd name="T57" fmla="*/ 8933 h 21355"/>
                <a:gd name="T58" fmla="*/ 17024 w 19946"/>
                <a:gd name="T59" fmla="*/ 2676 h 21355"/>
                <a:gd name="T60" fmla="*/ 19038 w 19946"/>
                <a:gd name="T61" fmla="*/ 1932 h 21355"/>
                <a:gd name="T62" fmla="*/ 17573 w 19946"/>
                <a:gd name="T63" fmla="*/ 740 h 21355"/>
                <a:gd name="T64" fmla="*/ 16658 w 19946"/>
                <a:gd name="T65" fmla="*/ 2378 h 21355"/>
                <a:gd name="T66" fmla="*/ 8970 w 19946"/>
                <a:gd name="T67" fmla="*/ 2825 h 21355"/>
                <a:gd name="T68" fmla="*/ 15560 w 19946"/>
                <a:gd name="T69" fmla="*/ 2825 h 21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946" h="21355">
                  <a:moveTo>
                    <a:pt x="7505" y="10125"/>
                  </a:moveTo>
                  <a:cubicBezTo>
                    <a:pt x="3478" y="6996"/>
                    <a:pt x="733" y="3272"/>
                    <a:pt x="733" y="1038"/>
                  </a:cubicBezTo>
                  <a:cubicBezTo>
                    <a:pt x="733" y="1038"/>
                    <a:pt x="733" y="889"/>
                    <a:pt x="733" y="740"/>
                  </a:cubicBezTo>
                  <a:cubicBezTo>
                    <a:pt x="733" y="740"/>
                    <a:pt x="550" y="889"/>
                    <a:pt x="550" y="889"/>
                  </a:cubicBezTo>
                  <a:cubicBezTo>
                    <a:pt x="-1464" y="4017"/>
                    <a:pt x="3112" y="9082"/>
                    <a:pt x="6041" y="11316"/>
                  </a:cubicBezTo>
                  <a:cubicBezTo>
                    <a:pt x="6041" y="11316"/>
                    <a:pt x="6041" y="11316"/>
                    <a:pt x="6041" y="11465"/>
                  </a:cubicBezTo>
                  <a:cubicBezTo>
                    <a:pt x="6041" y="16232"/>
                    <a:pt x="6041" y="16232"/>
                    <a:pt x="6041" y="16232"/>
                  </a:cubicBezTo>
                  <a:cubicBezTo>
                    <a:pt x="6041" y="16381"/>
                    <a:pt x="5858" y="16530"/>
                    <a:pt x="5858" y="16679"/>
                  </a:cubicBezTo>
                  <a:cubicBezTo>
                    <a:pt x="550" y="18020"/>
                    <a:pt x="550" y="18020"/>
                    <a:pt x="550" y="18020"/>
                  </a:cubicBezTo>
                  <a:cubicBezTo>
                    <a:pt x="183" y="18169"/>
                    <a:pt x="0" y="18467"/>
                    <a:pt x="0" y="18765"/>
                  </a:cubicBezTo>
                  <a:cubicBezTo>
                    <a:pt x="183" y="19063"/>
                    <a:pt x="550" y="19360"/>
                    <a:pt x="916" y="19212"/>
                  </a:cubicBezTo>
                  <a:cubicBezTo>
                    <a:pt x="6590" y="17722"/>
                    <a:pt x="6590" y="17722"/>
                    <a:pt x="6590" y="17722"/>
                  </a:cubicBezTo>
                  <a:cubicBezTo>
                    <a:pt x="6590" y="17722"/>
                    <a:pt x="6773" y="17871"/>
                    <a:pt x="6956" y="17871"/>
                  </a:cubicBezTo>
                  <a:cubicBezTo>
                    <a:pt x="8970" y="20999"/>
                    <a:pt x="8970" y="20999"/>
                    <a:pt x="8970" y="20999"/>
                  </a:cubicBezTo>
                  <a:cubicBezTo>
                    <a:pt x="9153" y="21297"/>
                    <a:pt x="9702" y="21446"/>
                    <a:pt x="10068" y="21297"/>
                  </a:cubicBezTo>
                  <a:cubicBezTo>
                    <a:pt x="10434" y="21148"/>
                    <a:pt x="10434" y="20701"/>
                    <a:pt x="10251" y="20403"/>
                  </a:cubicBezTo>
                  <a:cubicBezTo>
                    <a:pt x="8421" y="17722"/>
                    <a:pt x="8421" y="17722"/>
                    <a:pt x="8421" y="17722"/>
                  </a:cubicBezTo>
                  <a:cubicBezTo>
                    <a:pt x="12265" y="18467"/>
                    <a:pt x="12265" y="18467"/>
                    <a:pt x="12265" y="18467"/>
                  </a:cubicBezTo>
                  <a:cubicBezTo>
                    <a:pt x="12631" y="18616"/>
                    <a:pt x="12997" y="18467"/>
                    <a:pt x="13180" y="18020"/>
                  </a:cubicBezTo>
                  <a:cubicBezTo>
                    <a:pt x="13180" y="17722"/>
                    <a:pt x="12997" y="17424"/>
                    <a:pt x="12631" y="17275"/>
                  </a:cubicBezTo>
                  <a:cubicBezTo>
                    <a:pt x="8055" y="16381"/>
                    <a:pt x="8055" y="16381"/>
                    <a:pt x="8055" y="16381"/>
                  </a:cubicBezTo>
                  <a:cubicBezTo>
                    <a:pt x="8055" y="16381"/>
                    <a:pt x="8055" y="16381"/>
                    <a:pt x="8055" y="16381"/>
                  </a:cubicBezTo>
                  <a:cubicBezTo>
                    <a:pt x="8055" y="12657"/>
                    <a:pt x="8055" y="12657"/>
                    <a:pt x="8055" y="12657"/>
                  </a:cubicBezTo>
                  <a:cubicBezTo>
                    <a:pt x="11350" y="14743"/>
                    <a:pt x="16658" y="16679"/>
                    <a:pt x="18855" y="15785"/>
                  </a:cubicBezTo>
                  <a:cubicBezTo>
                    <a:pt x="18855" y="15785"/>
                    <a:pt x="19038" y="15636"/>
                    <a:pt x="19038" y="15636"/>
                  </a:cubicBezTo>
                  <a:cubicBezTo>
                    <a:pt x="18855" y="15636"/>
                    <a:pt x="18672" y="15636"/>
                    <a:pt x="18672" y="15636"/>
                  </a:cubicBezTo>
                  <a:cubicBezTo>
                    <a:pt x="15926" y="15636"/>
                    <a:pt x="11350" y="13402"/>
                    <a:pt x="7505" y="10125"/>
                  </a:cubicBezTo>
                  <a:close/>
                  <a:moveTo>
                    <a:pt x="17024" y="12806"/>
                  </a:moveTo>
                  <a:cubicBezTo>
                    <a:pt x="17024" y="12955"/>
                    <a:pt x="16841" y="13104"/>
                    <a:pt x="16658" y="13104"/>
                  </a:cubicBezTo>
                  <a:cubicBezTo>
                    <a:pt x="16658" y="13104"/>
                    <a:pt x="16475" y="12955"/>
                    <a:pt x="16475" y="12806"/>
                  </a:cubicBezTo>
                  <a:cubicBezTo>
                    <a:pt x="16475" y="8933"/>
                    <a:pt x="16475" y="8933"/>
                    <a:pt x="16475" y="8933"/>
                  </a:cubicBezTo>
                  <a:cubicBezTo>
                    <a:pt x="15560" y="7890"/>
                    <a:pt x="14461" y="6847"/>
                    <a:pt x="13180" y="5805"/>
                  </a:cubicBezTo>
                  <a:cubicBezTo>
                    <a:pt x="8787" y="9380"/>
                    <a:pt x="8787" y="9380"/>
                    <a:pt x="8787" y="9380"/>
                  </a:cubicBezTo>
                  <a:cubicBezTo>
                    <a:pt x="8787" y="9380"/>
                    <a:pt x="8604" y="9380"/>
                    <a:pt x="8421" y="9380"/>
                  </a:cubicBezTo>
                  <a:cubicBezTo>
                    <a:pt x="8421" y="9231"/>
                    <a:pt x="8421" y="9082"/>
                    <a:pt x="8421" y="8933"/>
                  </a:cubicBezTo>
                  <a:cubicBezTo>
                    <a:pt x="12814" y="5507"/>
                    <a:pt x="12814" y="5507"/>
                    <a:pt x="12814" y="5507"/>
                  </a:cubicBezTo>
                  <a:cubicBezTo>
                    <a:pt x="11533" y="4464"/>
                    <a:pt x="10251" y="3570"/>
                    <a:pt x="8970" y="2825"/>
                  </a:cubicBezTo>
                  <a:cubicBezTo>
                    <a:pt x="4211" y="2825"/>
                    <a:pt x="4211" y="2825"/>
                    <a:pt x="4211" y="2825"/>
                  </a:cubicBezTo>
                  <a:cubicBezTo>
                    <a:pt x="4028" y="2825"/>
                    <a:pt x="4028" y="2676"/>
                    <a:pt x="4028" y="2527"/>
                  </a:cubicBezTo>
                  <a:cubicBezTo>
                    <a:pt x="4028" y="2378"/>
                    <a:pt x="4028" y="2378"/>
                    <a:pt x="4211" y="2378"/>
                  </a:cubicBezTo>
                  <a:cubicBezTo>
                    <a:pt x="8055" y="2378"/>
                    <a:pt x="8055" y="2378"/>
                    <a:pt x="8055" y="2378"/>
                  </a:cubicBezTo>
                  <a:cubicBezTo>
                    <a:pt x="4943" y="591"/>
                    <a:pt x="2380" y="-5"/>
                    <a:pt x="1831" y="591"/>
                  </a:cubicBezTo>
                  <a:cubicBezTo>
                    <a:pt x="1831" y="591"/>
                    <a:pt x="1831" y="591"/>
                    <a:pt x="1831" y="591"/>
                  </a:cubicBezTo>
                  <a:cubicBezTo>
                    <a:pt x="1648" y="591"/>
                    <a:pt x="1648" y="889"/>
                    <a:pt x="1648" y="1038"/>
                  </a:cubicBezTo>
                  <a:cubicBezTo>
                    <a:pt x="1648" y="2974"/>
                    <a:pt x="4394" y="6549"/>
                    <a:pt x="8055" y="9678"/>
                  </a:cubicBezTo>
                  <a:cubicBezTo>
                    <a:pt x="11899" y="12657"/>
                    <a:pt x="16292" y="14891"/>
                    <a:pt x="18672" y="14891"/>
                  </a:cubicBezTo>
                  <a:cubicBezTo>
                    <a:pt x="18855" y="14891"/>
                    <a:pt x="19221" y="14891"/>
                    <a:pt x="19221" y="14743"/>
                  </a:cubicBezTo>
                  <a:cubicBezTo>
                    <a:pt x="19953" y="14296"/>
                    <a:pt x="19221" y="12210"/>
                    <a:pt x="17024" y="9678"/>
                  </a:cubicBezTo>
                  <a:lnTo>
                    <a:pt x="17024" y="12806"/>
                  </a:lnTo>
                  <a:close/>
                  <a:moveTo>
                    <a:pt x="15560" y="2825"/>
                  </a:moveTo>
                  <a:cubicBezTo>
                    <a:pt x="15743" y="2974"/>
                    <a:pt x="15743" y="2974"/>
                    <a:pt x="15743" y="2974"/>
                  </a:cubicBezTo>
                  <a:cubicBezTo>
                    <a:pt x="12814" y="5507"/>
                    <a:pt x="12814" y="5507"/>
                    <a:pt x="12814" y="5507"/>
                  </a:cubicBezTo>
                  <a:cubicBezTo>
                    <a:pt x="12814" y="5507"/>
                    <a:pt x="12997" y="5656"/>
                    <a:pt x="12997" y="5656"/>
                  </a:cubicBezTo>
                  <a:cubicBezTo>
                    <a:pt x="12997" y="5656"/>
                    <a:pt x="13180" y="5805"/>
                    <a:pt x="13180" y="5805"/>
                  </a:cubicBezTo>
                  <a:cubicBezTo>
                    <a:pt x="16109" y="3421"/>
                    <a:pt x="16109" y="3421"/>
                    <a:pt x="16109" y="3421"/>
                  </a:cubicBezTo>
                  <a:cubicBezTo>
                    <a:pt x="16475" y="3570"/>
                    <a:pt x="16475" y="3570"/>
                    <a:pt x="16475" y="3570"/>
                  </a:cubicBezTo>
                  <a:cubicBezTo>
                    <a:pt x="16475" y="3570"/>
                    <a:pt x="16475" y="3570"/>
                    <a:pt x="16475" y="3570"/>
                  </a:cubicBezTo>
                  <a:cubicBezTo>
                    <a:pt x="16475" y="8933"/>
                    <a:pt x="16475" y="8933"/>
                    <a:pt x="16475" y="8933"/>
                  </a:cubicBezTo>
                  <a:cubicBezTo>
                    <a:pt x="16658" y="9082"/>
                    <a:pt x="16841" y="9380"/>
                    <a:pt x="17024" y="9678"/>
                  </a:cubicBezTo>
                  <a:cubicBezTo>
                    <a:pt x="17024" y="2676"/>
                    <a:pt x="17024" y="2676"/>
                    <a:pt x="17024" y="2676"/>
                  </a:cubicBezTo>
                  <a:cubicBezTo>
                    <a:pt x="17024" y="2676"/>
                    <a:pt x="17024" y="2676"/>
                    <a:pt x="17024" y="2676"/>
                  </a:cubicBezTo>
                  <a:cubicBezTo>
                    <a:pt x="17573" y="2825"/>
                    <a:pt x="18305" y="2527"/>
                    <a:pt x="19038" y="1932"/>
                  </a:cubicBezTo>
                  <a:cubicBezTo>
                    <a:pt x="19953" y="1336"/>
                    <a:pt x="20136" y="442"/>
                    <a:pt x="19770" y="144"/>
                  </a:cubicBezTo>
                  <a:cubicBezTo>
                    <a:pt x="19404" y="-154"/>
                    <a:pt x="18305" y="-5"/>
                    <a:pt x="17573" y="740"/>
                  </a:cubicBezTo>
                  <a:cubicBezTo>
                    <a:pt x="16841" y="1187"/>
                    <a:pt x="16475" y="1932"/>
                    <a:pt x="16658" y="2378"/>
                  </a:cubicBezTo>
                  <a:cubicBezTo>
                    <a:pt x="16658" y="2378"/>
                    <a:pt x="16658" y="2378"/>
                    <a:pt x="16658" y="2378"/>
                  </a:cubicBezTo>
                  <a:cubicBezTo>
                    <a:pt x="8055" y="2378"/>
                    <a:pt x="8055" y="2378"/>
                    <a:pt x="8055" y="2378"/>
                  </a:cubicBezTo>
                  <a:cubicBezTo>
                    <a:pt x="8421" y="2527"/>
                    <a:pt x="8604" y="2676"/>
                    <a:pt x="8970" y="2825"/>
                  </a:cubicBezTo>
                  <a:lnTo>
                    <a:pt x="15560" y="2825"/>
                  </a:lnTo>
                  <a:close/>
                  <a:moveTo>
                    <a:pt x="15560" y="2825"/>
                  </a:moveTo>
                </a:path>
              </a:pathLst>
            </a:custGeom>
            <a:solidFill>
              <a:srgbClr val="FFFFFF"/>
            </a:solidFill>
            <a:ln>
              <a:noFill/>
            </a:ln>
            <a:extLst>
              <a:ext uri="{91240B29-F687-4F45-9708-019B960494DF}">
                <a14:hiddenLine xmlns:a14="http://schemas.microsoft.com/office/drawing/2010/main" w="9525">
                  <a:solidFill>
                    <a:schemeClr val="tx1"/>
                  </a:solidFill>
                  <a:round/>
                  <a:headEnd type="none" w="med" len="med"/>
                  <a:tailEnd type="none" w="med" len="med"/>
                </a14:hiddenLine>
              </a:ext>
            </a:extLst>
          </p:spPr>
          <p:txBody>
            <a:bodyPr lIns="0" tIns="0" rIns="0" bIns="0"/>
            <a:lstStyle/>
            <a:p>
              <a:endParaRPr lang="en-US" sz="1350"/>
            </a:p>
          </p:txBody>
        </p:sp>
      </p:grpSp>
      <p:grpSp>
        <p:nvGrpSpPr>
          <p:cNvPr id="62" name="Group 61"/>
          <p:cNvGrpSpPr/>
          <p:nvPr/>
        </p:nvGrpSpPr>
        <p:grpSpPr>
          <a:xfrm>
            <a:off x="6422846" y="2595094"/>
            <a:ext cx="347162" cy="347162"/>
            <a:chOff x="2095350" y="2324961"/>
            <a:chExt cx="462882" cy="462882"/>
          </a:xfrm>
        </p:grpSpPr>
        <p:sp>
          <p:nvSpPr>
            <p:cNvPr id="60" name="Rounded Rectangle 59"/>
            <p:cNvSpPr/>
            <p:nvPr/>
          </p:nvSpPr>
          <p:spPr>
            <a:xfrm>
              <a:off x="2095350" y="2324961"/>
              <a:ext cx="462882" cy="46288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8" name="Shape 579"/>
            <p:cNvSpPr/>
            <p:nvPr/>
          </p:nvSpPr>
          <p:spPr>
            <a:xfrm flipV="1">
              <a:off x="2204123" y="2428623"/>
              <a:ext cx="245336" cy="255557"/>
            </a:xfrm>
            <a:custGeom>
              <a:avLst/>
              <a:gdLst/>
              <a:ahLst/>
              <a:cxnLst>
                <a:cxn ang="0">
                  <a:pos x="wd2" y="hd2"/>
                </a:cxn>
                <a:cxn ang="5400000">
                  <a:pos x="wd2" y="hd2"/>
                </a:cxn>
                <a:cxn ang="10800000">
                  <a:pos x="wd2" y="hd2"/>
                </a:cxn>
                <a:cxn ang="16200000">
                  <a:pos x="wd2" y="hd2"/>
                </a:cxn>
              </a:cxnLst>
              <a:rect l="0" t="0" r="r" b="b"/>
              <a:pathLst>
                <a:path w="20630" h="21387" extrusionOk="0">
                  <a:moveTo>
                    <a:pt x="15651" y="10439"/>
                  </a:moveTo>
                  <a:cubicBezTo>
                    <a:pt x="14876" y="10985"/>
                    <a:pt x="13809" y="10794"/>
                    <a:pt x="13267" y="10015"/>
                  </a:cubicBezTo>
                  <a:cubicBezTo>
                    <a:pt x="12724" y="9235"/>
                    <a:pt x="12913" y="8160"/>
                    <a:pt x="13688" y="7614"/>
                  </a:cubicBezTo>
                  <a:cubicBezTo>
                    <a:pt x="14302" y="7180"/>
                    <a:pt x="15100" y="7212"/>
                    <a:pt x="15674" y="7633"/>
                  </a:cubicBezTo>
                  <a:cubicBezTo>
                    <a:pt x="15386" y="7808"/>
                    <a:pt x="15187" y="7909"/>
                    <a:pt x="15149" y="7927"/>
                  </a:cubicBezTo>
                  <a:cubicBezTo>
                    <a:pt x="14829" y="8080"/>
                    <a:pt x="14692" y="8465"/>
                    <a:pt x="14842" y="8787"/>
                  </a:cubicBezTo>
                  <a:cubicBezTo>
                    <a:pt x="14952" y="9021"/>
                    <a:pt x="15183" y="9159"/>
                    <a:pt x="15425" y="9159"/>
                  </a:cubicBezTo>
                  <a:cubicBezTo>
                    <a:pt x="15515" y="9159"/>
                    <a:pt x="15608" y="9138"/>
                    <a:pt x="15698" y="9096"/>
                  </a:cubicBezTo>
                  <a:cubicBezTo>
                    <a:pt x="15903" y="8999"/>
                    <a:pt x="16125" y="8881"/>
                    <a:pt x="16356" y="8743"/>
                  </a:cubicBezTo>
                  <a:cubicBezTo>
                    <a:pt x="16460" y="9377"/>
                    <a:pt x="16209" y="10045"/>
                    <a:pt x="15651" y="10439"/>
                  </a:cubicBezTo>
                  <a:close/>
                  <a:moveTo>
                    <a:pt x="20298" y="434"/>
                  </a:moveTo>
                  <a:cubicBezTo>
                    <a:pt x="20181" y="97"/>
                    <a:pt x="19814" y="-81"/>
                    <a:pt x="19481" y="36"/>
                  </a:cubicBezTo>
                  <a:cubicBezTo>
                    <a:pt x="19146" y="153"/>
                    <a:pt x="18970" y="523"/>
                    <a:pt x="19086" y="859"/>
                  </a:cubicBezTo>
                  <a:cubicBezTo>
                    <a:pt x="20075" y="3715"/>
                    <a:pt x="18112" y="5846"/>
                    <a:pt x="16617" y="6988"/>
                  </a:cubicBezTo>
                  <a:lnTo>
                    <a:pt x="16012" y="6118"/>
                  </a:lnTo>
                  <a:cubicBezTo>
                    <a:pt x="15810" y="5827"/>
                    <a:pt x="15355" y="5583"/>
                    <a:pt x="15003" y="5578"/>
                  </a:cubicBezTo>
                  <a:lnTo>
                    <a:pt x="11612" y="5594"/>
                  </a:lnTo>
                  <a:cubicBezTo>
                    <a:pt x="11260" y="5588"/>
                    <a:pt x="10735" y="5751"/>
                    <a:pt x="10445" y="5955"/>
                  </a:cubicBezTo>
                  <a:lnTo>
                    <a:pt x="457" y="13000"/>
                  </a:lnTo>
                  <a:cubicBezTo>
                    <a:pt x="-27" y="13341"/>
                    <a:pt x="-145" y="14013"/>
                    <a:pt x="194" y="14500"/>
                  </a:cubicBezTo>
                  <a:lnTo>
                    <a:pt x="4734" y="21032"/>
                  </a:lnTo>
                  <a:cubicBezTo>
                    <a:pt x="5073" y="21519"/>
                    <a:pt x="5618" y="21461"/>
                    <a:pt x="6101" y="21120"/>
                  </a:cubicBezTo>
                  <a:lnTo>
                    <a:pt x="16090" y="14075"/>
                  </a:lnTo>
                  <a:cubicBezTo>
                    <a:pt x="16378" y="13870"/>
                    <a:pt x="16709" y="13429"/>
                    <a:pt x="16826" y="13093"/>
                  </a:cubicBezTo>
                  <a:lnTo>
                    <a:pt x="17888" y="9729"/>
                  </a:lnTo>
                  <a:cubicBezTo>
                    <a:pt x="18003" y="9393"/>
                    <a:pt x="17932" y="8880"/>
                    <a:pt x="17730" y="8589"/>
                  </a:cubicBezTo>
                  <a:lnTo>
                    <a:pt x="17361" y="8058"/>
                  </a:lnTo>
                  <a:cubicBezTo>
                    <a:pt x="19371" y="6513"/>
                    <a:pt x="21455" y="3778"/>
                    <a:pt x="20298" y="434"/>
                  </a:cubicBezTo>
                  <a:close/>
                </a:path>
              </a:pathLst>
            </a:custGeom>
            <a:solidFill>
              <a:schemeClr val="bg1"/>
            </a:solidFill>
            <a:ln w="12700" cap="flat">
              <a:noFill/>
              <a:miter lim="400000"/>
            </a:ln>
            <a:effectLst/>
          </p:spPr>
          <p:txBody>
            <a:bodyPr wrap="square" lIns="28575" tIns="28575" rIns="28575" bIns="28575" numCol="1" anchor="ctr">
              <a:noAutofit/>
            </a:bodyPr>
            <a:lstStyle/>
            <a:p>
              <a:pPr lvl="0" algn="l">
                <a:defRPr sz="3100" b="1">
                  <a:latin typeface="Kontrapunkt Bob Bold"/>
                  <a:ea typeface="Kontrapunkt Bob Bold"/>
                  <a:cs typeface="Kontrapunkt Bob Bold"/>
                  <a:sym typeface="Kontrapunkt Bob Bold"/>
                </a:defRPr>
              </a:pPr>
              <a:endParaRPr sz="2325"/>
            </a:p>
          </p:txBody>
        </p:sp>
      </p:grpSp>
      <p:grpSp>
        <p:nvGrpSpPr>
          <p:cNvPr id="67" name="Group 66"/>
          <p:cNvGrpSpPr/>
          <p:nvPr/>
        </p:nvGrpSpPr>
        <p:grpSpPr>
          <a:xfrm>
            <a:off x="6426432" y="1677046"/>
            <a:ext cx="347162" cy="347162"/>
            <a:chOff x="2018242" y="3429000"/>
            <a:chExt cx="462882" cy="462882"/>
          </a:xfrm>
        </p:grpSpPr>
        <p:sp>
          <p:nvSpPr>
            <p:cNvPr id="64" name="Rounded Rectangle 63"/>
            <p:cNvSpPr/>
            <p:nvPr/>
          </p:nvSpPr>
          <p:spPr>
            <a:xfrm>
              <a:off x="2018242" y="3429000"/>
              <a:ext cx="462882" cy="462882"/>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6" name="Shape 546"/>
            <p:cNvSpPr/>
            <p:nvPr/>
          </p:nvSpPr>
          <p:spPr>
            <a:xfrm>
              <a:off x="2102354" y="3560952"/>
              <a:ext cx="299452" cy="198978"/>
            </a:xfrm>
            <a:custGeom>
              <a:avLst/>
              <a:gdLst/>
              <a:ahLst/>
              <a:cxnLst>
                <a:cxn ang="0">
                  <a:pos x="wd2" y="hd2"/>
                </a:cxn>
                <a:cxn ang="5400000">
                  <a:pos x="wd2" y="hd2"/>
                </a:cxn>
                <a:cxn ang="10800000">
                  <a:pos x="wd2" y="hd2"/>
                </a:cxn>
                <a:cxn ang="16200000">
                  <a:pos x="wd2" y="hd2"/>
                </a:cxn>
              </a:cxnLst>
              <a:rect l="0" t="0" r="r" b="b"/>
              <a:pathLst>
                <a:path w="21600" h="21124" extrusionOk="0">
                  <a:moveTo>
                    <a:pt x="18596" y="5942"/>
                  </a:moveTo>
                  <a:cubicBezTo>
                    <a:pt x="18295" y="7132"/>
                    <a:pt x="17976" y="8348"/>
                    <a:pt x="17696" y="9399"/>
                  </a:cubicBezTo>
                  <a:cubicBezTo>
                    <a:pt x="18794" y="11734"/>
                    <a:pt x="19440" y="14666"/>
                    <a:pt x="19440" y="17887"/>
                  </a:cubicBezTo>
                  <a:cubicBezTo>
                    <a:pt x="19440" y="18391"/>
                    <a:pt x="19426" y="18896"/>
                    <a:pt x="19394" y="19390"/>
                  </a:cubicBezTo>
                  <a:cubicBezTo>
                    <a:pt x="19341" y="20265"/>
                    <a:pt x="19778" y="21038"/>
                    <a:pt x="20372" y="21116"/>
                  </a:cubicBezTo>
                  <a:cubicBezTo>
                    <a:pt x="20405" y="21122"/>
                    <a:pt x="20439" y="21124"/>
                    <a:pt x="20471" y="21124"/>
                  </a:cubicBezTo>
                  <a:cubicBezTo>
                    <a:pt x="21024" y="21124"/>
                    <a:pt x="21495" y="20502"/>
                    <a:pt x="21545" y="19677"/>
                  </a:cubicBezTo>
                  <a:cubicBezTo>
                    <a:pt x="21582" y="19089"/>
                    <a:pt x="21600" y="18486"/>
                    <a:pt x="21600" y="17887"/>
                  </a:cubicBezTo>
                  <a:cubicBezTo>
                    <a:pt x="21600" y="13196"/>
                    <a:pt x="20463" y="9004"/>
                    <a:pt x="18596" y="5942"/>
                  </a:cubicBezTo>
                  <a:close/>
                  <a:moveTo>
                    <a:pt x="10801" y="3957"/>
                  </a:moveTo>
                  <a:cubicBezTo>
                    <a:pt x="11273" y="3957"/>
                    <a:pt x="11734" y="4016"/>
                    <a:pt x="12183" y="4127"/>
                  </a:cubicBezTo>
                  <a:cubicBezTo>
                    <a:pt x="12656" y="3256"/>
                    <a:pt x="13186" y="2296"/>
                    <a:pt x="13702" y="1383"/>
                  </a:cubicBezTo>
                  <a:cubicBezTo>
                    <a:pt x="12781" y="990"/>
                    <a:pt x="11810" y="778"/>
                    <a:pt x="10801" y="778"/>
                  </a:cubicBezTo>
                  <a:cubicBezTo>
                    <a:pt x="4744" y="778"/>
                    <a:pt x="0" y="8292"/>
                    <a:pt x="0" y="17887"/>
                  </a:cubicBezTo>
                  <a:cubicBezTo>
                    <a:pt x="0" y="18477"/>
                    <a:pt x="18" y="19068"/>
                    <a:pt x="53" y="19643"/>
                  </a:cubicBezTo>
                  <a:cubicBezTo>
                    <a:pt x="105" y="20519"/>
                    <a:pt x="636" y="21162"/>
                    <a:pt x="1225" y="21086"/>
                  </a:cubicBezTo>
                  <a:cubicBezTo>
                    <a:pt x="1818" y="21007"/>
                    <a:pt x="2258" y="20236"/>
                    <a:pt x="2204" y="19361"/>
                  </a:cubicBezTo>
                  <a:cubicBezTo>
                    <a:pt x="2174" y="18879"/>
                    <a:pt x="2160" y="18383"/>
                    <a:pt x="2160" y="17887"/>
                  </a:cubicBezTo>
                  <a:cubicBezTo>
                    <a:pt x="2160" y="10076"/>
                    <a:pt x="5955" y="3957"/>
                    <a:pt x="10801" y="3957"/>
                  </a:cubicBezTo>
                  <a:close/>
                  <a:moveTo>
                    <a:pt x="8778" y="16036"/>
                  </a:moveTo>
                  <a:cubicBezTo>
                    <a:pt x="8032" y="17937"/>
                    <a:pt x="8535" y="19501"/>
                    <a:pt x="9569" y="20379"/>
                  </a:cubicBezTo>
                  <a:cubicBezTo>
                    <a:pt x="10602" y="21258"/>
                    <a:pt x="11773" y="21116"/>
                    <a:pt x="12519" y="19216"/>
                  </a:cubicBezTo>
                  <a:cubicBezTo>
                    <a:pt x="13265" y="17315"/>
                    <a:pt x="17970" y="355"/>
                    <a:pt x="17561" y="6"/>
                  </a:cubicBezTo>
                  <a:cubicBezTo>
                    <a:pt x="17151" y="-342"/>
                    <a:pt x="9524" y="14136"/>
                    <a:pt x="8778" y="16036"/>
                  </a:cubicBezTo>
                  <a:close/>
                </a:path>
              </a:pathLst>
            </a:custGeom>
            <a:solidFill>
              <a:schemeClr val="bg1"/>
            </a:solidFill>
            <a:ln w="12700" cap="flat">
              <a:noFill/>
              <a:miter lim="400000"/>
            </a:ln>
            <a:effectLst/>
          </p:spPr>
          <p:txBody>
            <a:bodyPr wrap="square" lIns="28575" tIns="28575" rIns="28575" bIns="28575" numCol="1" anchor="ctr">
              <a:noAutofit/>
            </a:bodyPr>
            <a:lstStyle/>
            <a:p>
              <a:pPr lvl="0" algn="l">
                <a:defRPr sz="3100" b="1">
                  <a:latin typeface="Kontrapunkt Bob Bold"/>
                  <a:ea typeface="Kontrapunkt Bob Bold"/>
                  <a:cs typeface="Kontrapunkt Bob Bold"/>
                  <a:sym typeface="Kontrapunkt Bob Bold"/>
                </a:defRPr>
              </a:pPr>
              <a:endParaRPr sz="2325"/>
            </a:p>
          </p:txBody>
        </p:sp>
      </p:grpSp>
      <p:grpSp>
        <p:nvGrpSpPr>
          <p:cNvPr id="69" name="Group 68"/>
          <p:cNvGrpSpPr/>
          <p:nvPr/>
        </p:nvGrpSpPr>
        <p:grpSpPr>
          <a:xfrm>
            <a:off x="2371938" y="2595094"/>
            <a:ext cx="347162" cy="347162"/>
            <a:chOff x="2855493" y="3429000"/>
            <a:chExt cx="462882" cy="462882"/>
          </a:xfrm>
        </p:grpSpPr>
        <p:sp>
          <p:nvSpPr>
            <p:cNvPr id="51" name="Rounded Rectangle 50"/>
            <p:cNvSpPr/>
            <p:nvPr/>
          </p:nvSpPr>
          <p:spPr>
            <a:xfrm>
              <a:off x="2855493" y="3429000"/>
              <a:ext cx="462882" cy="46288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8" name="Shape 1849"/>
            <p:cNvSpPr/>
            <p:nvPr/>
          </p:nvSpPr>
          <p:spPr>
            <a:xfrm flipH="1">
              <a:off x="2967936" y="3562457"/>
              <a:ext cx="256862" cy="206609"/>
            </a:xfrm>
            <a:custGeom>
              <a:avLst/>
              <a:gdLst/>
              <a:ahLst/>
              <a:cxnLst>
                <a:cxn ang="0">
                  <a:pos x="wd2" y="hd2"/>
                </a:cxn>
                <a:cxn ang="5400000">
                  <a:pos x="wd2" y="hd2"/>
                </a:cxn>
                <a:cxn ang="10800000">
                  <a:pos x="wd2" y="hd2"/>
                </a:cxn>
                <a:cxn ang="16200000">
                  <a:pos x="wd2" y="hd2"/>
                </a:cxn>
              </a:cxnLst>
              <a:rect l="0" t="0" r="r" b="b"/>
              <a:pathLst>
                <a:path w="21400" h="21363" extrusionOk="0">
                  <a:moveTo>
                    <a:pt x="7274" y="21020"/>
                  </a:moveTo>
                  <a:cubicBezTo>
                    <a:pt x="7274" y="21376"/>
                    <a:pt x="7435" y="21475"/>
                    <a:pt x="7659" y="21222"/>
                  </a:cubicBezTo>
                  <a:cubicBezTo>
                    <a:pt x="7951" y="20894"/>
                    <a:pt x="10973" y="17529"/>
                    <a:pt x="10973" y="17529"/>
                  </a:cubicBezTo>
                  <a:lnTo>
                    <a:pt x="7274" y="15153"/>
                  </a:lnTo>
                  <a:cubicBezTo>
                    <a:pt x="7274" y="15153"/>
                    <a:pt x="7274" y="21020"/>
                    <a:pt x="7274" y="21020"/>
                  </a:cubicBezTo>
                  <a:close/>
                  <a:moveTo>
                    <a:pt x="20812" y="50"/>
                  </a:moveTo>
                  <a:cubicBezTo>
                    <a:pt x="20412" y="224"/>
                    <a:pt x="667" y="8860"/>
                    <a:pt x="277" y="9030"/>
                  </a:cubicBezTo>
                  <a:cubicBezTo>
                    <a:pt x="-53" y="9174"/>
                    <a:pt x="-126" y="9528"/>
                    <a:pt x="266" y="9723"/>
                  </a:cubicBezTo>
                  <a:cubicBezTo>
                    <a:pt x="733" y="9955"/>
                    <a:pt x="4681" y="11919"/>
                    <a:pt x="4681" y="11919"/>
                  </a:cubicBezTo>
                  <a:lnTo>
                    <a:pt x="4681" y="11919"/>
                  </a:lnTo>
                  <a:lnTo>
                    <a:pt x="7298" y="13221"/>
                  </a:lnTo>
                  <a:cubicBezTo>
                    <a:pt x="7298" y="13221"/>
                    <a:pt x="19903" y="1732"/>
                    <a:pt x="20073" y="1577"/>
                  </a:cubicBezTo>
                  <a:cubicBezTo>
                    <a:pt x="20246" y="1420"/>
                    <a:pt x="20443" y="1713"/>
                    <a:pt x="20319" y="1881"/>
                  </a:cubicBezTo>
                  <a:cubicBezTo>
                    <a:pt x="20194" y="2050"/>
                    <a:pt x="11163" y="14170"/>
                    <a:pt x="11163" y="14170"/>
                  </a:cubicBezTo>
                  <a:cubicBezTo>
                    <a:pt x="11163" y="14170"/>
                    <a:pt x="11163" y="14170"/>
                    <a:pt x="11163" y="14171"/>
                  </a:cubicBezTo>
                  <a:lnTo>
                    <a:pt x="10637" y="14898"/>
                  </a:lnTo>
                  <a:lnTo>
                    <a:pt x="11333" y="15363"/>
                  </a:lnTo>
                  <a:lnTo>
                    <a:pt x="11333" y="15363"/>
                  </a:lnTo>
                  <a:cubicBezTo>
                    <a:pt x="11333" y="15363"/>
                    <a:pt x="16742" y="18976"/>
                    <a:pt x="17127" y="19234"/>
                  </a:cubicBezTo>
                  <a:cubicBezTo>
                    <a:pt x="17464" y="19459"/>
                    <a:pt x="17904" y="19272"/>
                    <a:pt x="18001" y="18750"/>
                  </a:cubicBezTo>
                  <a:cubicBezTo>
                    <a:pt x="18117" y="18135"/>
                    <a:pt x="21310" y="1052"/>
                    <a:pt x="21382" y="671"/>
                  </a:cubicBezTo>
                  <a:cubicBezTo>
                    <a:pt x="21474" y="177"/>
                    <a:pt x="21211" y="-125"/>
                    <a:pt x="20812" y="50"/>
                  </a:cubicBezTo>
                  <a:close/>
                </a:path>
              </a:pathLst>
            </a:custGeom>
            <a:solidFill>
              <a:schemeClr val="bg1"/>
            </a:solidFill>
            <a:ln w="12700" cap="flat">
              <a:noFill/>
              <a:miter lim="400000"/>
            </a:ln>
            <a:effectLst/>
          </p:spPr>
          <p:txBody>
            <a:bodyPr wrap="square" lIns="28575" tIns="28575" rIns="28575" bIns="28575" numCol="1" anchor="ctr">
              <a:noAutofit/>
            </a:bodyPr>
            <a:lstStyle/>
            <a:p>
              <a:pPr lvl="0">
                <a:defRPr sz="3200">
                  <a:solidFill>
                    <a:srgbClr val="FFFFFF"/>
                  </a:solidFill>
                  <a:latin typeface="Helvetica Light"/>
                  <a:ea typeface="Helvetica Light"/>
                  <a:cs typeface="Helvetica Light"/>
                  <a:sym typeface="Helvetica Light"/>
                </a:defRPr>
              </a:pPr>
              <a:endParaRPr sz="2400"/>
            </a:p>
          </p:txBody>
        </p:sp>
      </p:grpSp>
      <p:sp>
        <p:nvSpPr>
          <p:cNvPr id="79" name="Text Placeholder 8"/>
          <p:cNvSpPr>
            <a:spLocks noGrp="1"/>
          </p:cNvSpPr>
          <p:nvPr>
            <p:ph type="body" sz="quarter" idx="18"/>
          </p:nvPr>
        </p:nvSpPr>
        <p:spPr>
          <a:xfrm>
            <a:off x="7005399" y="1680138"/>
            <a:ext cx="1508761" cy="251655"/>
          </a:xfrm>
        </p:spPr>
        <p:txBody>
          <a:bodyPr>
            <a:normAutofit fontScale="92500" lnSpcReduction="20000"/>
          </a:bodyPr>
          <a:lstStyle/>
          <a:p>
            <a:r>
              <a:rPr lang="zh-CN" altLang="en-US" dirty="0"/>
              <a:t>输入您的标题</a:t>
            </a:r>
            <a:endParaRPr lang="en-AU" dirty="0"/>
          </a:p>
        </p:txBody>
      </p:sp>
      <p:sp>
        <p:nvSpPr>
          <p:cNvPr id="80" name="Text Placeholder 9"/>
          <p:cNvSpPr>
            <a:spLocks noGrp="1"/>
          </p:cNvSpPr>
          <p:nvPr>
            <p:ph type="body" sz="quarter" idx="19"/>
          </p:nvPr>
        </p:nvSpPr>
        <p:spPr>
          <a:xfrm>
            <a:off x="7005399" y="1931793"/>
            <a:ext cx="1508761" cy="423862"/>
          </a:xfrm>
        </p:spPr>
        <p:txBody>
          <a:bodyPr>
            <a:normAutofit/>
          </a:bodyPr>
          <a:lstStyle/>
          <a:p>
            <a:r>
              <a:rPr lang="zh-CN" altLang="en-US" dirty="0"/>
              <a:t>单击此处添加文本单击此处添加文本</a:t>
            </a:r>
            <a:endParaRPr lang="en-AU" dirty="0"/>
          </a:p>
        </p:txBody>
      </p:sp>
      <p:sp>
        <p:nvSpPr>
          <p:cNvPr id="81" name="Text Placeholder 8"/>
          <p:cNvSpPr>
            <a:spLocks noGrp="1"/>
          </p:cNvSpPr>
          <p:nvPr>
            <p:ph type="body" sz="quarter" idx="18"/>
          </p:nvPr>
        </p:nvSpPr>
        <p:spPr>
          <a:xfrm>
            <a:off x="631372" y="1680137"/>
            <a:ext cx="1508761" cy="251655"/>
          </a:xfrm>
        </p:spPr>
        <p:txBody>
          <a:bodyPr>
            <a:normAutofit fontScale="92500" lnSpcReduction="20000"/>
          </a:bodyPr>
          <a:lstStyle/>
          <a:p>
            <a:pPr algn="r"/>
            <a:r>
              <a:rPr lang="zh-CN" altLang="en-US" dirty="0"/>
              <a:t>输入您的标题</a:t>
            </a:r>
            <a:endParaRPr lang="en-AU" dirty="0"/>
          </a:p>
        </p:txBody>
      </p:sp>
      <p:sp>
        <p:nvSpPr>
          <p:cNvPr id="82" name="Text Placeholder 9"/>
          <p:cNvSpPr>
            <a:spLocks noGrp="1"/>
          </p:cNvSpPr>
          <p:nvPr>
            <p:ph type="body" sz="quarter" idx="19"/>
          </p:nvPr>
        </p:nvSpPr>
        <p:spPr>
          <a:xfrm>
            <a:off x="631372" y="1931792"/>
            <a:ext cx="1508761" cy="423862"/>
          </a:xfrm>
        </p:spPr>
        <p:txBody>
          <a:bodyPr>
            <a:normAutofit/>
          </a:bodyPr>
          <a:lstStyle/>
          <a:p>
            <a:pPr algn="r"/>
            <a:r>
              <a:rPr lang="zh-CN" altLang="en-US" dirty="0"/>
              <a:t>单击此处添加文本单击此处添加文本</a:t>
            </a:r>
            <a:endParaRPr lang="en-AU" dirty="0"/>
          </a:p>
        </p:txBody>
      </p:sp>
      <p:sp>
        <p:nvSpPr>
          <p:cNvPr id="83" name="Text Placeholder 8"/>
          <p:cNvSpPr>
            <a:spLocks noGrp="1"/>
          </p:cNvSpPr>
          <p:nvPr>
            <p:ph type="body" sz="quarter" idx="18"/>
          </p:nvPr>
        </p:nvSpPr>
        <p:spPr>
          <a:xfrm>
            <a:off x="667197" y="2563811"/>
            <a:ext cx="1508761" cy="251655"/>
          </a:xfrm>
        </p:spPr>
        <p:txBody>
          <a:bodyPr>
            <a:normAutofit fontScale="92500" lnSpcReduction="20000"/>
          </a:bodyPr>
          <a:lstStyle/>
          <a:p>
            <a:pPr algn="r"/>
            <a:r>
              <a:rPr lang="zh-CN" altLang="en-US" dirty="0"/>
              <a:t>输入您的标题</a:t>
            </a:r>
            <a:endParaRPr lang="en-AU" dirty="0"/>
          </a:p>
        </p:txBody>
      </p:sp>
      <p:sp>
        <p:nvSpPr>
          <p:cNvPr id="84" name="Text Placeholder 9"/>
          <p:cNvSpPr>
            <a:spLocks noGrp="1"/>
          </p:cNvSpPr>
          <p:nvPr>
            <p:ph type="body" sz="quarter" idx="19"/>
          </p:nvPr>
        </p:nvSpPr>
        <p:spPr>
          <a:xfrm>
            <a:off x="667197" y="2815466"/>
            <a:ext cx="1508761" cy="423862"/>
          </a:xfrm>
        </p:spPr>
        <p:txBody>
          <a:bodyPr>
            <a:normAutofit/>
          </a:bodyPr>
          <a:lstStyle/>
          <a:p>
            <a:pPr algn="r"/>
            <a:r>
              <a:rPr lang="zh-CN" altLang="en-US" dirty="0"/>
              <a:t>单击此处添加文本单击此处添加文本</a:t>
            </a:r>
            <a:endParaRPr lang="en-AU" dirty="0"/>
          </a:p>
        </p:txBody>
      </p:sp>
      <p:sp>
        <p:nvSpPr>
          <p:cNvPr id="85" name="Text Placeholder 8"/>
          <p:cNvSpPr>
            <a:spLocks noGrp="1"/>
          </p:cNvSpPr>
          <p:nvPr>
            <p:ph type="body" sz="quarter" idx="18"/>
          </p:nvPr>
        </p:nvSpPr>
        <p:spPr>
          <a:xfrm>
            <a:off x="636669" y="3485317"/>
            <a:ext cx="1508761" cy="251655"/>
          </a:xfrm>
        </p:spPr>
        <p:txBody>
          <a:bodyPr>
            <a:normAutofit fontScale="92500" lnSpcReduction="20000"/>
          </a:bodyPr>
          <a:lstStyle/>
          <a:p>
            <a:pPr algn="r"/>
            <a:r>
              <a:rPr lang="zh-CN" altLang="en-US" dirty="0"/>
              <a:t>输入您的标题</a:t>
            </a:r>
            <a:endParaRPr lang="en-AU" dirty="0"/>
          </a:p>
        </p:txBody>
      </p:sp>
      <p:sp>
        <p:nvSpPr>
          <p:cNvPr id="86" name="Text Placeholder 9"/>
          <p:cNvSpPr>
            <a:spLocks noGrp="1"/>
          </p:cNvSpPr>
          <p:nvPr>
            <p:ph type="body" sz="quarter" idx="19"/>
          </p:nvPr>
        </p:nvSpPr>
        <p:spPr>
          <a:xfrm>
            <a:off x="636669" y="3736971"/>
            <a:ext cx="1508761" cy="423862"/>
          </a:xfrm>
        </p:spPr>
        <p:txBody>
          <a:bodyPr>
            <a:normAutofit/>
          </a:bodyPr>
          <a:lstStyle/>
          <a:p>
            <a:pPr algn="r"/>
            <a:r>
              <a:rPr lang="zh-CN" altLang="en-US" dirty="0"/>
              <a:t>单击此处添加文本单击此处添加文本</a:t>
            </a:r>
            <a:endParaRPr lang="en-AU" dirty="0"/>
          </a:p>
        </p:txBody>
      </p:sp>
      <p:sp>
        <p:nvSpPr>
          <p:cNvPr id="87" name="Text Placeholder 8"/>
          <p:cNvSpPr>
            <a:spLocks noGrp="1"/>
          </p:cNvSpPr>
          <p:nvPr>
            <p:ph type="body" sz="quarter" idx="18"/>
          </p:nvPr>
        </p:nvSpPr>
        <p:spPr>
          <a:xfrm>
            <a:off x="7006152" y="2563811"/>
            <a:ext cx="1508761" cy="251655"/>
          </a:xfrm>
        </p:spPr>
        <p:txBody>
          <a:bodyPr>
            <a:normAutofit fontScale="92500" lnSpcReduction="20000"/>
          </a:bodyPr>
          <a:lstStyle/>
          <a:p>
            <a:r>
              <a:rPr lang="zh-CN" altLang="en-US" dirty="0"/>
              <a:t>输入您的标题</a:t>
            </a:r>
            <a:endParaRPr lang="en-AU" dirty="0"/>
          </a:p>
        </p:txBody>
      </p:sp>
      <p:sp>
        <p:nvSpPr>
          <p:cNvPr id="88" name="Text Placeholder 9"/>
          <p:cNvSpPr>
            <a:spLocks noGrp="1"/>
          </p:cNvSpPr>
          <p:nvPr>
            <p:ph type="body" sz="quarter" idx="19"/>
          </p:nvPr>
        </p:nvSpPr>
        <p:spPr>
          <a:xfrm>
            <a:off x="7006152" y="2815466"/>
            <a:ext cx="1508761" cy="423862"/>
          </a:xfrm>
        </p:spPr>
        <p:txBody>
          <a:bodyPr>
            <a:normAutofit/>
          </a:bodyPr>
          <a:lstStyle/>
          <a:p>
            <a:r>
              <a:rPr lang="zh-CN" altLang="en-US" dirty="0"/>
              <a:t>单击此处添加文本单击此处添加文本</a:t>
            </a:r>
            <a:endParaRPr lang="en-AU" dirty="0"/>
          </a:p>
        </p:txBody>
      </p:sp>
      <p:grpSp>
        <p:nvGrpSpPr>
          <p:cNvPr id="89" name="Group 88"/>
          <p:cNvGrpSpPr/>
          <p:nvPr/>
        </p:nvGrpSpPr>
        <p:grpSpPr>
          <a:xfrm flipH="1">
            <a:off x="7199207" y="3270454"/>
            <a:ext cx="1893410" cy="1789121"/>
            <a:chOff x="4722181" y="1600175"/>
            <a:chExt cx="4427446" cy="4183583"/>
          </a:xfrm>
        </p:grpSpPr>
        <p:sp>
          <p:nvSpPr>
            <p:cNvPr id="90" name="Freeform 89"/>
            <p:cNvSpPr/>
            <p:nvPr/>
          </p:nvSpPr>
          <p:spPr bwMode="auto">
            <a:xfrm>
              <a:off x="5367062" y="5529056"/>
              <a:ext cx="682813" cy="254702"/>
            </a:xfrm>
            <a:custGeom>
              <a:avLst/>
              <a:gdLst>
                <a:gd name="T0" fmla="*/ 46 w 53"/>
                <a:gd name="T1" fmla="*/ 0 h 20"/>
                <a:gd name="T2" fmla="*/ 38 w 53"/>
                <a:gd name="T3" fmla="*/ 2 h 20"/>
                <a:gd name="T4" fmla="*/ 37 w 53"/>
                <a:gd name="T5" fmla="*/ 4 h 20"/>
                <a:gd name="T6" fmla="*/ 34 w 53"/>
                <a:gd name="T7" fmla="*/ 7 h 20"/>
                <a:gd name="T8" fmla="*/ 3 w 53"/>
                <a:gd name="T9" fmla="*/ 17 h 20"/>
                <a:gd name="T10" fmla="*/ 0 w 53"/>
                <a:gd name="T11" fmla="*/ 20 h 20"/>
                <a:gd name="T12" fmla="*/ 0 w 53"/>
                <a:gd name="T13" fmla="*/ 20 h 20"/>
                <a:gd name="T14" fmla="*/ 51 w 53"/>
                <a:gd name="T15" fmla="*/ 20 h 20"/>
                <a:gd name="T16" fmla="*/ 51 w 53"/>
                <a:gd name="T17" fmla="*/ 13 h 20"/>
                <a:gd name="T18" fmla="*/ 48 w 53"/>
                <a:gd name="T19" fmla="*/ 4 h 20"/>
                <a:gd name="T20" fmla="*/ 49 w 53"/>
                <a:gd name="T21" fmla="*/ 4 h 20"/>
                <a:gd name="T22" fmla="*/ 49 w 53"/>
                <a:gd name="T23" fmla="*/ 2 h 20"/>
                <a:gd name="T24" fmla="*/ 46 w 53"/>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 h="20">
                  <a:moveTo>
                    <a:pt x="46" y="0"/>
                  </a:moveTo>
                  <a:cubicBezTo>
                    <a:pt x="43" y="0"/>
                    <a:pt x="38" y="2"/>
                    <a:pt x="38" y="2"/>
                  </a:cubicBezTo>
                  <a:cubicBezTo>
                    <a:pt x="38" y="2"/>
                    <a:pt x="39" y="3"/>
                    <a:pt x="37" y="4"/>
                  </a:cubicBezTo>
                  <a:cubicBezTo>
                    <a:pt x="37" y="5"/>
                    <a:pt x="37" y="6"/>
                    <a:pt x="34" y="7"/>
                  </a:cubicBezTo>
                  <a:cubicBezTo>
                    <a:pt x="3" y="17"/>
                    <a:pt x="3" y="17"/>
                    <a:pt x="3" y="17"/>
                  </a:cubicBezTo>
                  <a:cubicBezTo>
                    <a:pt x="3" y="17"/>
                    <a:pt x="1" y="18"/>
                    <a:pt x="0" y="20"/>
                  </a:cubicBezTo>
                  <a:cubicBezTo>
                    <a:pt x="0" y="20"/>
                    <a:pt x="0" y="20"/>
                    <a:pt x="0" y="20"/>
                  </a:cubicBezTo>
                  <a:cubicBezTo>
                    <a:pt x="51" y="20"/>
                    <a:pt x="51" y="20"/>
                    <a:pt x="51" y="20"/>
                  </a:cubicBezTo>
                  <a:cubicBezTo>
                    <a:pt x="52" y="18"/>
                    <a:pt x="53" y="13"/>
                    <a:pt x="51" y="13"/>
                  </a:cubicBezTo>
                  <a:cubicBezTo>
                    <a:pt x="51" y="13"/>
                    <a:pt x="48" y="7"/>
                    <a:pt x="48" y="4"/>
                  </a:cubicBezTo>
                  <a:cubicBezTo>
                    <a:pt x="49" y="4"/>
                    <a:pt x="49" y="4"/>
                    <a:pt x="49" y="4"/>
                  </a:cubicBezTo>
                  <a:cubicBezTo>
                    <a:pt x="49" y="3"/>
                    <a:pt x="49" y="2"/>
                    <a:pt x="49" y="2"/>
                  </a:cubicBezTo>
                  <a:cubicBezTo>
                    <a:pt x="49" y="1"/>
                    <a:pt x="48" y="0"/>
                    <a:pt x="46" y="0"/>
                  </a:cubicBezTo>
                </a:path>
              </a:pathLst>
            </a:custGeom>
            <a:solidFill>
              <a:srgbClr val="242424"/>
            </a:solidFill>
            <a:ln>
              <a:noFill/>
            </a:ln>
          </p:spPr>
          <p:txBody>
            <a:bodyPr vert="horz" wrap="square" lIns="68580" tIns="34290" rIns="68580" bIns="34290" numCol="1" anchor="t" anchorCtr="0" compatLnSpc="1"/>
            <a:lstStyle/>
            <a:p>
              <a:endParaRPr lang="en-US" sz="1350"/>
            </a:p>
          </p:txBody>
        </p:sp>
        <p:sp>
          <p:nvSpPr>
            <p:cNvPr id="91" name="Freeform 90"/>
            <p:cNvSpPr/>
            <p:nvPr/>
          </p:nvSpPr>
          <p:spPr bwMode="auto">
            <a:xfrm>
              <a:off x="6575530" y="5529056"/>
              <a:ext cx="666557" cy="254702"/>
            </a:xfrm>
            <a:custGeom>
              <a:avLst/>
              <a:gdLst>
                <a:gd name="T0" fmla="*/ 7 w 52"/>
                <a:gd name="T1" fmla="*/ 0 h 20"/>
                <a:gd name="T2" fmla="*/ 4 w 52"/>
                <a:gd name="T3" fmla="*/ 2 h 20"/>
                <a:gd name="T4" fmla="*/ 2 w 52"/>
                <a:gd name="T5" fmla="*/ 11 h 20"/>
                <a:gd name="T6" fmla="*/ 2 w 52"/>
                <a:gd name="T7" fmla="*/ 11 h 20"/>
                <a:gd name="T8" fmla="*/ 1 w 52"/>
                <a:gd name="T9" fmla="*/ 13 h 20"/>
                <a:gd name="T10" fmla="*/ 0 w 52"/>
                <a:gd name="T11" fmla="*/ 13 h 20"/>
                <a:gd name="T12" fmla="*/ 2 w 52"/>
                <a:gd name="T13" fmla="*/ 20 h 20"/>
                <a:gd name="T14" fmla="*/ 52 w 52"/>
                <a:gd name="T15" fmla="*/ 20 h 20"/>
                <a:gd name="T16" fmla="*/ 49 w 52"/>
                <a:gd name="T17" fmla="*/ 17 h 20"/>
                <a:gd name="T18" fmla="*/ 17 w 52"/>
                <a:gd name="T19" fmla="*/ 7 h 20"/>
                <a:gd name="T20" fmla="*/ 14 w 52"/>
                <a:gd name="T21" fmla="*/ 4 h 20"/>
                <a:gd name="T22" fmla="*/ 15 w 52"/>
                <a:gd name="T23" fmla="*/ 4 h 20"/>
                <a:gd name="T24" fmla="*/ 15 w 52"/>
                <a:gd name="T25" fmla="*/ 2 h 20"/>
                <a:gd name="T26" fmla="*/ 7 w 52"/>
                <a:gd name="T2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20">
                  <a:moveTo>
                    <a:pt x="7" y="0"/>
                  </a:moveTo>
                  <a:cubicBezTo>
                    <a:pt x="5" y="0"/>
                    <a:pt x="4" y="1"/>
                    <a:pt x="4" y="2"/>
                  </a:cubicBezTo>
                  <a:cubicBezTo>
                    <a:pt x="5" y="5"/>
                    <a:pt x="2" y="11"/>
                    <a:pt x="2" y="11"/>
                  </a:cubicBezTo>
                  <a:cubicBezTo>
                    <a:pt x="2" y="11"/>
                    <a:pt x="2" y="11"/>
                    <a:pt x="2" y="11"/>
                  </a:cubicBezTo>
                  <a:cubicBezTo>
                    <a:pt x="1" y="12"/>
                    <a:pt x="1" y="13"/>
                    <a:pt x="1" y="13"/>
                  </a:cubicBezTo>
                  <a:cubicBezTo>
                    <a:pt x="1" y="13"/>
                    <a:pt x="0" y="13"/>
                    <a:pt x="0" y="13"/>
                  </a:cubicBezTo>
                  <a:cubicBezTo>
                    <a:pt x="0" y="16"/>
                    <a:pt x="2" y="20"/>
                    <a:pt x="2" y="20"/>
                  </a:cubicBezTo>
                  <a:cubicBezTo>
                    <a:pt x="52" y="20"/>
                    <a:pt x="52" y="20"/>
                    <a:pt x="52" y="20"/>
                  </a:cubicBezTo>
                  <a:cubicBezTo>
                    <a:pt x="51" y="19"/>
                    <a:pt x="49" y="17"/>
                    <a:pt x="49" y="17"/>
                  </a:cubicBezTo>
                  <a:cubicBezTo>
                    <a:pt x="17" y="7"/>
                    <a:pt x="17" y="7"/>
                    <a:pt x="17" y="7"/>
                  </a:cubicBezTo>
                  <a:cubicBezTo>
                    <a:pt x="14" y="6"/>
                    <a:pt x="14" y="4"/>
                    <a:pt x="14" y="4"/>
                  </a:cubicBezTo>
                  <a:cubicBezTo>
                    <a:pt x="15" y="4"/>
                    <a:pt x="15" y="4"/>
                    <a:pt x="15" y="4"/>
                  </a:cubicBezTo>
                  <a:cubicBezTo>
                    <a:pt x="15" y="3"/>
                    <a:pt x="15" y="2"/>
                    <a:pt x="15" y="2"/>
                  </a:cubicBezTo>
                  <a:cubicBezTo>
                    <a:pt x="15" y="2"/>
                    <a:pt x="10" y="0"/>
                    <a:pt x="7" y="0"/>
                  </a:cubicBezTo>
                </a:path>
              </a:pathLst>
            </a:custGeom>
            <a:solidFill>
              <a:srgbClr val="242424"/>
            </a:solidFill>
            <a:ln>
              <a:noFill/>
            </a:ln>
          </p:spPr>
          <p:txBody>
            <a:bodyPr vert="horz" wrap="square" lIns="68580" tIns="34290" rIns="68580" bIns="34290" numCol="1" anchor="t" anchorCtr="0" compatLnSpc="1"/>
            <a:lstStyle/>
            <a:p>
              <a:endParaRPr lang="en-US" sz="1350"/>
            </a:p>
          </p:txBody>
        </p:sp>
        <p:sp>
          <p:nvSpPr>
            <p:cNvPr id="92" name="Freeform 91"/>
            <p:cNvSpPr/>
            <p:nvPr/>
          </p:nvSpPr>
          <p:spPr bwMode="auto">
            <a:xfrm>
              <a:off x="5816849" y="4309749"/>
              <a:ext cx="395600" cy="1240987"/>
            </a:xfrm>
            <a:custGeom>
              <a:avLst/>
              <a:gdLst>
                <a:gd name="T0" fmla="*/ 38 w 73"/>
                <a:gd name="T1" fmla="*/ 0 h 229"/>
                <a:gd name="T2" fmla="*/ 0 w 73"/>
                <a:gd name="T3" fmla="*/ 229 h 229"/>
                <a:gd name="T4" fmla="*/ 45 w 73"/>
                <a:gd name="T5" fmla="*/ 229 h 229"/>
                <a:gd name="T6" fmla="*/ 73 w 73"/>
                <a:gd name="T7" fmla="*/ 0 h 229"/>
                <a:gd name="T8" fmla="*/ 38 w 73"/>
                <a:gd name="T9" fmla="*/ 0 h 229"/>
              </a:gdLst>
              <a:ahLst/>
              <a:cxnLst>
                <a:cxn ang="0">
                  <a:pos x="T0" y="T1"/>
                </a:cxn>
                <a:cxn ang="0">
                  <a:pos x="T2" y="T3"/>
                </a:cxn>
                <a:cxn ang="0">
                  <a:pos x="T4" y="T5"/>
                </a:cxn>
                <a:cxn ang="0">
                  <a:pos x="T6" y="T7"/>
                </a:cxn>
                <a:cxn ang="0">
                  <a:pos x="T8" y="T9"/>
                </a:cxn>
              </a:cxnLst>
              <a:rect l="0" t="0" r="r" b="b"/>
              <a:pathLst>
                <a:path w="73" h="229">
                  <a:moveTo>
                    <a:pt x="38" y="0"/>
                  </a:moveTo>
                  <a:lnTo>
                    <a:pt x="0" y="229"/>
                  </a:lnTo>
                  <a:lnTo>
                    <a:pt x="45" y="229"/>
                  </a:lnTo>
                  <a:lnTo>
                    <a:pt x="73" y="0"/>
                  </a:lnTo>
                  <a:lnTo>
                    <a:pt x="38" y="0"/>
                  </a:lnTo>
                  <a:close/>
                </a:path>
              </a:pathLst>
            </a:custGeom>
            <a:solidFill>
              <a:srgbClr val="484848"/>
            </a:solidFill>
            <a:ln>
              <a:noFill/>
            </a:ln>
          </p:spPr>
          <p:txBody>
            <a:bodyPr vert="horz" wrap="square" lIns="68580" tIns="34290" rIns="68580" bIns="34290" numCol="1" anchor="t" anchorCtr="0" compatLnSpc="1"/>
            <a:lstStyle/>
            <a:p>
              <a:endParaRPr lang="en-US" sz="1350"/>
            </a:p>
          </p:txBody>
        </p:sp>
        <p:sp>
          <p:nvSpPr>
            <p:cNvPr id="93" name="Freeform 92"/>
            <p:cNvSpPr/>
            <p:nvPr/>
          </p:nvSpPr>
          <p:spPr bwMode="auto">
            <a:xfrm>
              <a:off x="6434632" y="4309749"/>
              <a:ext cx="395600" cy="1240987"/>
            </a:xfrm>
            <a:custGeom>
              <a:avLst/>
              <a:gdLst>
                <a:gd name="T0" fmla="*/ 35 w 73"/>
                <a:gd name="T1" fmla="*/ 0 h 229"/>
                <a:gd name="T2" fmla="*/ 73 w 73"/>
                <a:gd name="T3" fmla="*/ 229 h 229"/>
                <a:gd name="T4" fmla="*/ 28 w 73"/>
                <a:gd name="T5" fmla="*/ 229 h 229"/>
                <a:gd name="T6" fmla="*/ 0 w 73"/>
                <a:gd name="T7" fmla="*/ 0 h 229"/>
                <a:gd name="T8" fmla="*/ 35 w 73"/>
                <a:gd name="T9" fmla="*/ 0 h 229"/>
              </a:gdLst>
              <a:ahLst/>
              <a:cxnLst>
                <a:cxn ang="0">
                  <a:pos x="T0" y="T1"/>
                </a:cxn>
                <a:cxn ang="0">
                  <a:pos x="T2" y="T3"/>
                </a:cxn>
                <a:cxn ang="0">
                  <a:pos x="T4" y="T5"/>
                </a:cxn>
                <a:cxn ang="0">
                  <a:pos x="T6" y="T7"/>
                </a:cxn>
                <a:cxn ang="0">
                  <a:pos x="T8" y="T9"/>
                </a:cxn>
              </a:cxnLst>
              <a:rect l="0" t="0" r="r" b="b"/>
              <a:pathLst>
                <a:path w="73" h="229">
                  <a:moveTo>
                    <a:pt x="35" y="0"/>
                  </a:moveTo>
                  <a:lnTo>
                    <a:pt x="73" y="229"/>
                  </a:lnTo>
                  <a:lnTo>
                    <a:pt x="28" y="229"/>
                  </a:lnTo>
                  <a:lnTo>
                    <a:pt x="0" y="0"/>
                  </a:lnTo>
                  <a:lnTo>
                    <a:pt x="35" y="0"/>
                  </a:lnTo>
                  <a:close/>
                </a:path>
              </a:pathLst>
            </a:custGeom>
            <a:solidFill>
              <a:srgbClr val="484848"/>
            </a:solidFill>
            <a:ln>
              <a:noFill/>
            </a:ln>
          </p:spPr>
          <p:txBody>
            <a:bodyPr vert="horz" wrap="square" lIns="68580" tIns="34290" rIns="68580" bIns="34290" numCol="1" anchor="t" anchorCtr="0" compatLnSpc="1"/>
            <a:lstStyle/>
            <a:p>
              <a:endParaRPr lang="en-US" sz="1350"/>
            </a:p>
          </p:txBody>
        </p:sp>
        <p:sp>
          <p:nvSpPr>
            <p:cNvPr id="94" name="Freeform 93"/>
            <p:cNvSpPr/>
            <p:nvPr/>
          </p:nvSpPr>
          <p:spPr bwMode="auto">
            <a:xfrm>
              <a:off x="5583828" y="1844035"/>
              <a:ext cx="1479429" cy="1642004"/>
            </a:xfrm>
            <a:custGeom>
              <a:avLst/>
              <a:gdLst>
                <a:gd name="T0" fmla="*/ 115 w 115"/>
                <a:gd name="T1" fmla="*/ 57 h 127"/>
                <a:gd name="T2" fmla="*/ 58 w 115"/>
                <a:gd name="T3" fmla="*/ 0 h 127"/>
                <a:gd name="T4" fmla="*/ 0 w 115"/>
                <a:gd name="T5" fmla="*/ 57 h 127"/>
                <a:gd name="T6" fmla="*/ 0 w 115"/>
                <a:gd name="T7" fmla="*/ 95 h 127"/>
                <a:gd name="T8" fmla="*/ 115 w 115"/>
                <a:gd name="T9" fmla="*/ 95 h 127"/>
                <a:gd name="T10" fmla="*/ 115 w 115"/>
                <a:gd name="T11" fmla="*/ 57 h 127"/>
              </a:gdLst>
              <a:ahLst/>
              <a:cxnLst>
                <a:cxn ang="0">
                  <a:pos x="T0" y="T1"/>
                </a:cxn>
                <a:cxn ang="0">
                  <a:pos x="T2" y="T3"/>
                </a:cxn>
                <a:cxn ang="0">
                  <a:pos x="T4" y="T5"/>
                </a:cxn>
                <a:cxn ang="0">
                  <a:pos x="T6" y="T7"/>
                </a:cxn>
                <a:cxn ang="0">
                  <a:pos x="T8" y="T9"/>
                </a:cxn>
                <a:cxn ang="0">
                  <a:pos x="T10" y="T11"/>
                </a:cxn>
              </a:cxnLst>
              <a:rect l="0" t="0" r="r" b="b"/>
              <a:pathLst>
                <a:path w="115" h="127">
                  <a:moveTo>
                    <a:pt x="115" y="57"/>
                  </a:moveTo>
                  <a:cubicBezTo>
                    <a:pt x="115" y="26"/>
                    <a:pt x="89" y="0"/>
                    <a:pt x="58" y="0"/>
                  </a:cubicBezTo>
                  <a:cubicBezTo>
                    <a:pt x="26" y="0"/>
                    <a:pt x="0" y="26"/>
                    <a:pt x="0" y="57"/>
                  </a:cubicBezTo>
                  <a:cubicBezTo>
                    <a:pt x="0" y="95"/>
                    <a:pt x="0" y="95"/>
                    <a:pt x="0" y="95"/>
                  </a:cubicBezTo>
                  <a:cubicBezTo>
                    <a:pt x="0" y="127"/>
                    <a:pt x="115" y="127"/>
                    <a:pt x="115" y="95"/>
                  </a:cubicBezTo>
                  <a:lnTo>
                    <a:pt x="115" y="57"/>
                  </a:lnTo>
                  <a:close/>
                </a:path>
              </a:pathLst>
            </a:custGeom>
            <a:solidFill>
              <a:srgbClr val="F7C2A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95" name="Freeform 94"/>
            <p:cNvSpPr/>
            <p:nvPr/>
          </p:nvSpPr>
          <p:spPr bwMode="auto">
            <a:xfrm>
              <a:off x="5572989" y="3030830"/>
              <a:ext cx="1506523" cy="1408978"/>
            </a:xfrm>
            <a:custGeom>
              <a:avLst/>
              <a:gdLst>
                <a:gd name="T0" fmla="*/ 268 w 278"/>
                <a:gd name="T1" fmla="*/ 260 h 260"/>
                <a:gd name="T2" fmla="*/ 7 w 278"/>
                <a:gd name="T3" fmla="*/ 260 h 260"/>
                <a:gd name="T4" fmla="*/ 0 w 278"/>
                <a:gd name="T5" fmla="*/ 0 h 260"/>
                <a:gd name="T6" fmla="*/ 278 w 278"/>
                <a:gd name="T7" fmla="*/ 0 h 260"/>
                <a:gd name="T8" fmla="*/ 268 w 278"/>
                <a:gd name="T9" fmla="*/ 260 h 260"/>
              </a:gdLst>
              <a:ahLst/>
              <a:cxnLst>
                <a:cxn ang="0">
                  <a:pos x="T0" y="T1"/>
                </a:cxn>
                <a:cxn ang="0">
                  <a:pos x="T2" y="T3"/>
                </a:cxn>
                <a:cxn ang="0">
                  <a:pos x="T4" y="T5"/>
                </a:cxn>
                <a:cxn ang="0">
                  <a:pos x="T6" y="T7"/>
                </a:cxn>
                <a:cxn ang="0">
                  <a:pos x="T8" y="T9"/>
                </a:cxn>
              </a:cxnLst>
              <a:rect l="0" t="0" r="r" b="b"/>
              <a:pathLst>
                <a:path w="278" h="260">
                  <a:moveTo>
                    <a:pt x="268" y="260"/>
                  </a:moveTo>
                  <a:lnTo>
                    <a:pt x="7" y="260"/>
                  </a:lnTo>
                  <a:lnTo>
                    <a:pt x="0" y="0"/>
                  </a:lnTo>
                  <a:lnTo>
                    <a:pt x="278" y="0"/>
                  </a:lnTo>
                  <a:lnTo>
                    <a:pt x="268" y="260"/>
                  </a:lnTo>
                  <a:close/>
                </a:path>
              </a:pathLst>
            </a:custGeom>
            <a:solidFill>
              <a:srgbClr val="484848"/>
            </a:solidFill>
            <a:ln>
              <a:noFill/>
            </a:ln>
          </p:spPr>
          <p:txBody>
            <a:bodyPr vert="horz" wrap="square" lIns="68580" tIns="34290" rIns="68580" bIns="34290" numCol="1" anchor="t" anchorCtr="0" compatLnSpc="1"/>
            <a:lstStyle/>
            <a:p>
              <a:endParaRPr lang="en-US" sz="1350"/>
            </a:p>
          </p:txBody>
        </p:sp>
        <p:sp>
          <p:nvSpPr>
            <p:cNvPr id="96" name="Freeform 95"/>
            <p:cNvSpPr/>
            <p:nvPr/>
          </p:nvSpPr>
          <p:spPr bwMode="auto">
            <a:xfrm>
              <a:off x="5572989" y="3030830"/>
              <a:ext cx="1506523" cy="1408978"/>
            </a:xfrm>
            <a:custGeom>
              <a:avLst/>
              <a:gdLst>
                <a:gd name="T0" fmla="*/ 268 w 278"/>
                <a:gd name="T1" fmla="*/ 260 h 260"/>
                <a:gd name="T2" fmla="*/ 7 w 278"/>
                <a:gd name="T3" fmla="*/ 260 h 260"/>
                <a:gd name="T4" fmla="*/ 0 w 278"/>
                <a:gd name="T5" fmla="*/ 0 h 260"/>
                <a:gd name="T6" fmla="*/ 278 w 278"/>
                <a:gd name="T7" fmla="*/ 0 h 260"/>
                <a:gd name="T8" fmla="*/ 268 w 278"/>
                <a:gd name="T9" fmla="*/ 260 h 260"/>
              </a:gdLst>
              <a:ahLst/>
              <a:cxnLst>
                <a:cxn ang="0">
                  <a:pos x="T0" y="T1"/>
                </a:cxn>
                <a:cxn ang="0">
                  <a:pos x="T2" y="T3"/>
                </a:cxn>
                <a:cxn ang="0">
                  <a:pos x="T4" y="T5"/>
                </a:cxn>
                <a:cxn ang="0">
                  <a:pos x="T6" y="T7"/>
                </a:cxn>
                <a:cxn ang="0">
                  <a:pos x="T8" y="T9"/>
                </a:cxn>
              </a:cxnLst>
              <a:rect l="0" t="0" r="r" b="b"/>
              <a:pathLst>
                <a:path w="278" h="260">
                  <a:moveTo>
                    <a:pt x="268" y="260"/>
                  </a:moveTo>
                  <a:lnTo>
                    <a:pt x="7" y="260"/>
                  </a:lnTo>
                  <a:lnTo>
                    <a:pt x="0" y="0"/>
                  </a:lnTo>
                  <a:lnTo>
                    <a:pt x="278" y="0"/>
                  </a:lnTo>
                  <a:lnTo>
                    <a:pt x="268" y="26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97" name="Freeform 96"/>
            <p:cNvSpPr/>
            <p:nvPr/>
          </p:nvSpPr>
          <p:spPr bwMode="auto">
            <a:xfrm>
              <a:off x="5789755" y="3030830"/>
              <a:ext cx="525659" cy="709910"/>
            </a:xfrm>
            <a:custGeom>
              <a:avLst/>
              <a:gdLst>
                <a:gd name="T0" fmla="*/ 38 w 97"/>
                <a:gd name="T1" fmla="*/ 0 h 131"/>
                <a:gd name="T2" fmla="*/ 97 w 97"/>
                <a:gd name="T3" fmla="*/ 131 h 131"/>
                <a:gd name="T4" fmla="*/ 14 w 97"/>
                <a:gd name="T5" fmla="*/ 77 h 131"/>
                <a:gd name="T6" fmla="*/ 36 w 97"/>
                <a:gd name="T7" fmla="*/ 46 h 131"/>
                <a:gd name="T8" fmla="*/ 0 w 97"/>
                <a:gd name="T9" fmla="*/ 38 h 131"/>
                <a:gd name="T10" fmla="*/ 38 w 97"/>
                <a:gd name="T11" fmla="*/ 0 h 131"/>
              </a:gdLst>
              <a:ahLst/>
              <a:cxnLst>
                <a:cxn ang="0">
                  <a:pos x="T0" y="T1"/>
                </a:cxn>
                <a:cxn ang="0">
                  <a:pos x="T2" y="T3"/>
                </a:cxn>
                <a:cxn ang="0">
                  <a:pos x="T4" y="T5"/>
                </a:cxn>
                <a:cxn ang="0">
                  <a:pos x="T6" y="T7"/>
                </a:cxn>
                <a:cxn ang="0">
                  <a:pos x="T8" y="T9"/>
                </a:cxn>
                <a:cxn ang="0">
                  <a:pos x="T10" y="T11"/>
                </a:cxn>
              </a:cxnLst>
              <a:rect l="0" t="0" r="r" b="b"/>
              <a:pathLst>
                <a:path w="97" h="131">
                  <a:moveTo>
                    <a:pt x="38" y="0"/>
                  </a:moveTo>
                  <a:lnTo>
                    <a:pt x="97" y="131"/>
                  </a:lnTo>
                  <a:lnTo>
                    <a:pt x="14" y="77"/>
                  </a:lnTo>
                  <a:lnTo>
                    <a:pt x="36" y="46"/>
                  </a:lnTo>
                  <a:lnTo>
                    <a:pt x="0" y="38"/>
                  </a:lnTo>
                  <a:lnTo>
                    <a:pt x="38" y="0"/>
                  </a:lnTo>
                  <a:close/>
                </a:path>
              </a:pathLst>
            </a:custGeom>
            <a:solidFill>
              <a:srgbClr val="242424"/>
            </a:solidFill>
            <a:ln>
              <a:noFill/>
            </a:ln>
          </p:spPr>
          <p:txBody>
            <a:bodyPr vert="horz" wrap="square" lIns="68580" tIns="34290" rIns="68580" bIns="34290" numCol="1" anchor="t" anchorCtr="0" compatLnSpc="1"/>
            <a:lstStyle/>
            <a:p>
              <a:endParaRPr lang="en-US" sz="1350"/>
            </a:p>
          </p:txBody>
        </p:sp>
        <p:sp>
          <p:nvSpPr>
            <p:cNvPr id="98" name="Freeform 97"/>
            <p:cNvSpPr/>
            <p:nvPr/>
          </p:nvSpPr>
          <p:spPr bwMode="auto">
            <a:xfrm>
              <a:off x="6315411" y="3030830"/>
              <a:ext cx="541915" cy="709910"/>
            </a:xfrm>
            <a:custGeom>
              <a:avLst/>
              <a:gdLst>
                <a:gd name="T0" fmla="*/ 62 w 100"/>
                <a:gd name="T1" fmla="*/ 0 h 131"/>
                <a:gd name="T2" fmla="*/ 0 w 100"/>
                <a:gd name="T3" fmla="*/ 131 h 131"/>
                <a:gd name="T4" fmla="*/ 84 w 100"/>
                <a:gd name="T5" fmla="*/ 77 h 131"/>
                <a:gd name="T6" fmla="*/ 65 w 100"/>
                <a:gd name="T7" fmla="*/ 46 h 131"/>
                <a:gd name="T8" fmla="*/ 100 w 100"/>
                <a:gd name="T9" fmla="*/ 38 h 131"/>
                <a:gd name="T10" fmla="*/ 62 w 100"/>
                <a:gd name="T11" fmla="*/ 0 h 131"/>
              </a:gdLst>
              <a:ahLst/>
              <a:cxnLst>
                <a:cxn ang="0">
                  <a:pos x="T0" y="T1"/>
                </a:cxn>
                <a:cxn ang="0">
                  <a:pos x="T2" y="T3"/>
                </a:cxn>
                <a:cxn ang="0">
                  <a:pos x="T4" y="T5"/>
                </a:cxn>
                <a:cxn ang="0">
                  <a:pos x="T6" y="T7"/>
                </a:cxn>
                <a:cxn ang="0">
                  <a:pos x="T8" y="T9"/>
                </a:cxn>
                <a:cxn ang="0">
                  <a:pos x="T10" y="T11"/>
                </a:cxn>
              </a:cxnLst>
              <a:rect l="0" t="0" r="r" b="b"/>
              <a:pathLst>
                <a:path w="100" h="131">
                  <a:moveTo>
                    <a:pt x="62" y="0"/>
                  </a:moveTo>
                  <a:lnTo>
                    <a:pt x="0" y="131"/>
                  </a:lnTo>
                  <a:lnTo>
                    <a:pt x="84" y="77"/>
                  </a:lnTo>
                  <a:lnTo>
                    <a:pt x="65" y="46"/>
                  </a:lnTo>
                  <a:lnTo>
                    <a:pt x="100" y="38"/>
                  </a:lnTo>
                  <a:lnTo>
                    <a:pt x="62" y="0"/>
                  </a:lnTo>
                  <a:close/>
                </a:path>
              </a:pathLst>
            </a:custGeom>
            <a:solidFill>
              <a:srgbClr val="242424"/>
            </a:solidFill>
            <a:ln>
              <a:noFill/>
            </a:ln>
          </p:spPr>
          <p:txBody>
            <a:bodyPr vert="horz" wrap="square" lIns="68580" tIns="34290" rIns="68580" bIns="34290" numCol="1" anchor="t" anchorCtr="0" compatLnSpc="1"/>
            <a:lstStyle/>
            <a:p>
              <a:endParaRPr lang="en-US" sz="1350"/>
            </a:p>
          </p:txBody>
        </p:sp>
        <p:sp>
          <p:nvSpPr>
            <p:cNvPr id="99" name="Freeform 98"/>
            <p:cNvSpPr/>
            <p:nvPr/>
          </p:nvSpPr>
          <p:spPr bwMode="auto">
            <a:xfrm>
              <a:off x="5995683" y="3030830"/>
              <a:ext cx="655719" cy="709910"/>
            </a:xfrm>
            <a:custGeom>
              <a:avLst/>
              <a:gdLst>
                <a:gd name="T0" fmla="*/ 0 w 121"/>
                <a:gd name="T1" fmla="*/ 0 h 131"/>
                <a:gd name="T2" fmla="*/ 121 w 121"/>
                <a:gd name="T3" fmla="*/ 0 h 131"/>
                <a:gd name="T4" fmla="*/ 59 w 121"/>
                <a:gd name="T5" fmla="*/ 131 h 131"/>
                <a:gd name="T6" fmla="*/ 0 w 121"/>
                <a:gd name="T7" fmla="*/ 0 h 131"/>
              </a:gdLst>
              <a:ahLst/>
              <a:cxnLst>
                <a:cxn ang="0">
                  <a:pos x="T0" y="T1"/>
                </a:cxn>
                <a:cxn ang="0">
                  <a:pos x="T2" y="T3"/>
                </a:cxn>
                <a:cxn ang="0">
                  <a:pos x="T4" y="T5"/>
                </a:cxn>
                <a:cxn ang="0">
                  <a:pos x="T6" y="T7"/>
                </a:cxn>
              </a:cxnLst>
              <a:rect l="0" t="0" r="r" b="b"/>
              <a:pathLst>
                <a:path w="121" h="131">
                  <a:moveTo>
                    <a:pt x="0" y="0"/>
                  </a:moveTo>
                  <a:lnTo>
                    <a:pt x="121" y="0"/>
                  </a:lnTo>
                  <a:lnTo>
                    <a:pt x="59" y="131"/>
                  </a:lnTo>
                  <a:lnTo>
                    <a:pt x="0" y="0"/>
                  </a:lnTo>
                  <a:close/>
                </a:path>
              </a:pathLst>
            </a:custGeom>
            <a:solidFill>
              <a:schemeClr val="bg1"/>
            </a:solidFill>
            <a:ln>
              <a:noFill/>
            </a:ln>
          </p:spPr>
          <p:txBody>
            <a:bodyPr vert="horz" wrap="square" lIns="68580" tIns="34290" rIns="68580" bIns="34290" numCol="1" anchor="t" anchorCtr="0" compatLnSpc="1"/>
            <a:lstStyle/>
            <a:p>
              <a:endParaRPr lang="en-US" sz="1350"/>
            </a:p>
          </p:txBody>
        </p:sp>
        <p:sp>
          <p:nvSpPr>
            <p:cNvPr id="100" name="Freeform 99"/>
            <p:cNvSpPr/>
            <p:nvPr/>
          </p:nvSpPr>
          <p:spPr bwMode="auto">
            <a:xfrm>
              <a:off x="6098645" y="3030830"/>
              <a:ext cx="449791" cy="81289"/>
            </a:xfrm>
            <a:custGeom>
              <a:avLst/>
              <a:gdLst>
                <a:gd name="T0" fmla="*/ 19 w 83"/>
                <a:gd name="T1" fmla="*/ 0 h 15"/>
                <a:gd name="T2" fmla="*/ 0 w 83"/>
                <a:gd name="T3" fmla="*/ 15 h 15"/>
                <a:gd name="T4" fmla="*/ 83 w 83"/>
                <a:gd name="T5" fmla="*/ 15 h 15"/>
                <a:gd name="T6" fmla="*/ 67 w 83"/>
                <a:gd name="T7" fmla="*/ 0 h 15"/>
                <a:gd name="T8" fmla="*/ 19 w 83"/>
                <a:gd name="T9" fmla="*/ 0 h 15"/>
              </a:gdLst>
              <a:ahLst/>
              <a:cxnLst>
                <a:cxn ang="0">
                  <a:pos x="T0" y="T1"/>
                </a:cxn>
                <a:cxn ang="0">
                  <a:pos x="T2" y="T3"/>
                </a:cxn>
                <a:cxn ang="0">
                  <a:pos x="T4" y="T5"/>
                </a:cxn>
                <a:cxn ang="0">
                  <a:pos x="T6" y="T7"/>
                </a:cxn>
                <a:cxn ang="0">
                  <a:pos x="T8" y="T9"/>
                </a:cxn>
              </a:cxnLst>
              <a:rect l="0" t="0" r="r" b="b"/>
              <a:pathLst>
                <a:path w="83" h="15">
                  <a:moveTo>
                    <a:pt x="19" y="0"/>
                  </a:moveTo>
                  <a:lnTo>
                    <a:pt x="0" y="15"/>
                  </a:lnTo>
                  <a:lnTo>
                    <a:pt x="83" y="15"/>
                  </a:lnTo>
                  <a:lnTo>
                    <a:pt x="67" y="0"/>
                  </a:lnTo>
                  <a:lnTo>
                    <a:pt x="19" y="0"/>
                  </a:lnTo>
                  <a:close/>
                </a:path>
              </a:pathLst>
            </a:custGeom>
            <a:solidFill>
              <a:schemeClr val="bg1">
                <a:lumMod val="75000"/>
              </a:schemeClr>
            </a:solidFill>
            <a:ln>
              <a:noFill/>
            </a:ln>
          </p:spPr>
          <p:txBody>
            <a:bodyPr vert="horz" wrap="square" lIns="68580" tIns="34290" rIns="68580" bIns="34290" numCol="1" anchor="t" anchorCtr="0" compatLnSpc="1"/>
            <a:lstStyle/>
            <a:p>
              <a:endParaRPr lang="en-US" sz="1350"/>
            </a:p>
          </p:txBody>
        </p:sp>
        <p:sp>
          <p:nvSpPr>
            <p:cNvPr id="101" name="Freeform 100"/>
            <p:cNvSpPr/>
            <p:nvPr/>
          </p:nvSpPr>
          <p:spPr bwMode="auto">
            <a:xfrm>
              <a:off x="6212449" y="3068763"/>
              <a:ext cx="222187" cy="671974"/>
            </a:xfrm>
            <a:custGeom>
              <a:avLst/>
              <a:gdLst>
                <a:gd name="T0" fmla="*/ 10 w 41"/>
                <a:gd name="T1" fmla="*/ 0 h 124"/>
                <a:gd name="T2" fmla="*/ 0 w 41"/>
                <a:gd name="T3" fmla="*/ 79 h 124"/>
                <a:gd name="T4" fmla="*/ 19 w 41"/>
                <a:gd name="T5" fmla="*/ 124 h 124"/>
                <a:gd name="T6" fmla="*/ 41 w 41"/>
                <a:gd name="T7" fmla="*/ 77 h 124"/>
                <a:gd name="T8" fmla="*/ 29 w 41"/>
                <a:gd name="T9" fmla="*/ 0 h 124"/>
                <a:gd name="T10" fmla="*/ 10 w 41"/>
                <a:gd name="T11" fmla="*/ 0 h 124"/>
              </a:gdLst>
              <a:ahLst/>
              <a:cxnLst>
                <a:cxn ang="0">
                  <a:pos x="T0" y="T1"/>
                </a:cxn>
                <a:cxn ang="0">
                  <a:pos x="T2" y="T3"/>
                </a:cxn>
                <a:cxn ang="0">
                  <a:pos x="T4" y="T5"/>
                </a:cxn>
                <a:cxn ang="0">
                  <a:pos x="T6" y="T7"/>
                </a:cxn>
                <a:cxn ang="0">
                  <a:pos x="T8" y="T9"/>
                </a:cxn>
                <a:cxn ang="0">
                  <a:pos x="T10" y="T11"/>
                </a:cxn>
              </a:cxnLst>
              <a:rect l="0" t="0" r="r" b="b"/>
              <a:pathLst>
                <a:path w="41" h="124">
                  <a:moveTo>
                    <a:pt x="10" y="0"/>
                  </a:moveTo>
                  <a:lnTo>
                    <a:pt x="0" y="79"/>
                  </a:lnTo>
                  <a:lnTo>
                    <a:pt x="19" y="124"/>
                  </a:lnTo>
                  <a:lnTo>
                    <a:pt x="41" y="77"/>
                  </a:lnTo>
                  <a:lnTo>
                    <a:pt x="29" y="0"/>
                  </a:lnTo>
                  <a:lnTo>
                    <a:pt x="10" y="0"/>
                  </a:lnTo>
                  <a:close/>
                </a:path>
              </a:pathLst>
            </a:custGeom>
            <a:solidFill>
              <a:schemeClr val="bg1">
                <a:lumMod val="75000"/>
              </a:schemeClr>
            </a:solidFill>
            <a:ln>
              <a:noFill/>
            </a:ln>
          </p:spPr>
          <p:txBody>
            <a:bodyPr vert="horz" wrap="square" lIns="68580" tIns="34290" rIns="68580" bIns="34290" numCol="1" anchor="t" anchorCtr="0" compatLnSpc="1"/>
            <a:lstStyle/>
            <a:p>
              <a:endParaRPr lang="en-US" sz="1350"/>
            </a:p>
          </p:txBody>
        </p:sp>
        <p:sp>
          <p:nvSpPr>
            <p:cNvPr id="102" name="Oval 101"/>
            <p:cNvSpPr>
              <a:spLocks noChangeArrowheads="1"/>
            </p:cNvSpPr>
            <p:nvPr/>
          </p:nvSpPr>
          <p:spPr bwMode="auto">
            <a:xfrm>
              <a:off x="6293734" y="3805767"/>
              <a:ext cx="65030" cy="65030"/>
            </a:xfrm>
            <a:prstGeom prst="ellipse">
              <a:avLst/>
            </a:prstGeom>
            <a:solidFill>
              <a:schemeClr val="bg1"/>
            </a:solidFill>
            <a:ln>
              <a:noFill/>
            </a:ln>
          </p:spPr>
          <p:txBody>
            <a:bodyPr vert="horz" wrap="square" lIns="68580" tIns="34290" rIns="68580" bIns="34290" numCol="1" anchor="t" anchorCtr="0" compatLnSpc="1"/>
            <a:lstStyle/>
            <a:p>
              <a:endParaRPr lang="en-US" sz="1350"/>
            </a:p>
          </p:txBody>
        </p:sp>
        <p:sp>
          <p:nvSpPr>
            <p:cNvPr id="103" name="Oval 102"/>
            <p:cNvSpPr>
              <a:spLocks noChangeArrowheads="1"/>
            </p:cNvSpPr>
            <p:nvPr/>
          </p:nvSpPr>
          <p:spPr bwMode="auto">
            <a:xfrm>
              <a:off x="6293734" y="3962924"/>
              <a:ext cx="65030" cy="65030"/>
            </a:xfrm>
            <a:prstGeom prst="ellipse">
              <a:avLst/>
            </a:prstGeom>
            <a:solidFill>
              <a:schemeClr val="bg1"/>
            </a:solidFill>
            <a:ln>
              <a:noFill/>
            </a:ln>
          </p:spPr>
          <p:txBody>
            <a:bodyPr vert="horz" wrap="square" lIns="68580" tIns="34290" rIns="68580" bIns="34290" numCol="1" anchor="t" anchorCtr="0" compatLnSpc="1"/>
            <a:lstStyle/>
            <a:p>
              <a:endParaRPr lang="en-US" sz="1350"/>
            </a:p>
          </p:txBody>
        </p:sp>
        <p:sp>
          <p:nvSpPr>
            <p:cNvPr id="104" name="Oval 103"/>
            <p:cNvSpPr>
              <a:spLocks noChangeArrowheads="1"/>
            </p:cNvSpPr>
            <p:nvPr/>
          </p:nvSpPr>
          <p:spPr bwMode="auto">
            <a:xfrm>
              <a:off x="6293734" y="4120077"/>
              <a:ext cx="65030" cy="65030"/>
            </a:xfrm>
            <a:prstGeom prst="ellipse">
              <a:avLst/>
            </a:prstGeom>
            <a:solidFill>
              <a:schemeClr val="bg1"/>
            </a:solidFill>
            <a:ln>
              <a:noFill/>
            </a:ln>
          </p:spPr>
          <p:txBody>
            <a:bodyPr vert="horz" wrap="square" lIns="68580" tIns="34290" rIns="68580" bIns="34290" numCol="1" anchor="t" anchorCtr="0" compatLnSpc="1"/>
            <a:lstStyle/>
            <a:p>
              <a:endParaRPr lang="en-US" sz="1350"/>
            </a:p>
          </p:txBody>
        </p:sp>
        <p:sp>
          <p:nvSpPr>
            <p:cNvPr id="105" name="Oval 104"/>
            <p:cNvSpPr>
              <a:spLocks noChangeArrowheads="1"/>
            </p:cNvSpPr>
            <p:nvPr/>
          </p:nvSpPr>
          <p:spPr bwMode="auto">
            <a:xfrm>
              <a:off x="6293734" y="4271814"/>
              <a:ext cx="65030" cy="65030"/>
            </a:xfrm>
            <a:prstGeom prst="ellipse">
              <a:avLst/>
            </a:prstGeom>
            <a:solidFill>
              <a:schemeClr val="bg1"/>
            </a:solidFill>
            <a:ln>
              <a:noFill/>
            </a:ln>
          </p:spPr>
          <p:txBody>
            <a:bodyPr vert="horz" wrap="square" lIns="68580" tIns="34290" rIns="68580" bIns="34290" numCol="1" anchor="t" anchorCtr="0" compatLnSpc="1"/>
            <a:lstStyle/>
            <a:p>
              <a:endParaRPr lang="en-US" sz="1350"/>
            </a:p>
          </p:txBody>
        </p:sp>
        <p:sp>
          <p:nvSpPr>
            <p:cNvPr id="106" name="Freeform 105"/>
            <p:cNvSpPr/>
            <p:nvPr/>
          </p:nvSpPr>
          <p:spPr bwMode="auto">
            <a:xfrm>
              <a:off x="5724725" y="4027954"/>
              <a:ext cx="298055" cy="10838"/>
            </a:xfrm>
            <a:custGeom>
              <a:avLst/>
              <a:gdLst>
                <a:gd name="T0" fmla="*/ 23 w 23"/>
                <a:gd name="T1" fmla="*/ 0 h 1"/>
                <a:gd name="T2" fmla="*/ 0 w 23"/>
                <a:gd name="T3" fmla="*/ 0 h 1"/>
                <a:gd name="T4" fmla="*/ 11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cubicBezTo>
                    <a:pt x="0" y="0"/>
                    <a:pt x="0" y="0"/>
                    <a:pt x="0" y="0"/>
                  </a:cubicBezTo>
                  <a:cubicBezTo>
                    <a:pt x="0" y="0"/>
                    <a:pt x="4" y="1"/>
                    <a:pt x="11" y="1"/>
                  </a:cubicBezTo>
                  <a:cubicBezTo>
                    <a:pt x="14" y="1"/>
                    <a:pt x="18" y="1"/>
                    <a:pt x="23" y="0"/>
                  </a:cubicBezTo>
                </a:path>
              </a:pathLst>
            </a:custGeom>
            <a:solidFill>
              <a:schemeClr val="bg1"/>
            </a:solidFill>
            <a:ln>
              <a:noFill/>
            </a:ln>
          </p:spPr>
          <p:txBody>
            <a:bodyPr vert="horz" wrap="square" lIns="68580" tIns="34290" rIns="68580" bIns="34290" numCol="1" anchor="t" anchorCtr="0" compatLnSpc="1"/>
            <a:lstStyle/>
            <a:p>
              <a:endParaRPr lang="en-US" sz="1350"/>
            </a:p>
          </p:txBody>
        </p:sp>
        <p:sp>
          <p:nvSpPr>
            <p:cNvPr id="107" name="Freeform 106"/>
            <p:cNvSpPr/>
            <p:nvPr/>
          </p:nvSpPr>
          <p:spPr bwMode="auto">
            <a:xfrm>
              <a:off x="6575530" y="4055048"/>
              <a:ext cx="298055" cy="21677"/>
            </a:xfrm>
            <a:custGeom>
              <a:avLst/>
              <a:gdLst>
                <a:gd name="T0" fmla="*/ 23 w 23"/>
                <a:gd name="T1" fmla="*/ 0 h 2"/>
                <a:gd name="T2" fmla="*/ 0 w 23"/>
                <a:gd name="T3" fmla="*/ 0 h 2"/>
                <a:gd name="T4" fmla="*/ 11 w 23"/>
                <a:gd name="T5" fmla="*/ 2 h 2"/>
                <a:gd name="T6" fmla="*/ 23 w 23"/>
                <a:gd name="T7" fmla="*/ 0 h 2"/>
              </a:gdLst>
              <a:ahLst/>
              <a:cxnLst>
                <a:cxn ang="0">
                  <a:pos x="T0" y="T1"/>
                </a:cxn>
                <a:cxn ang="0">
                  <a:pos x="T2" y="T3"/>
                </a:cxn>
                <a:cxn ang="0">
                  <a:pos x="T4" y="T5"/>
                </a:cxn>
                <a:cxn ang="0">
                  <a:pos x="T6" y="T7"/>
                </a:cxn>
              </a:cxnLst>
              <a:rect l="0" t="0" r="r" b="b"/>
              <a:pathLst>
                <a:path w="23" h="2">
                  <a:moveTo>
                    <a:pt x="23" y="0"/>
                  </a:moveTo>
                  <a:cubicBezTo>
                    <a:pt x="0" y="0"/>
                    <a:pt x="0" y="0"/>
                    <a:pt x="0" y="0"/>
                  </a:cubicBezTo>
                  <a:cubicBezTo>
                    <a:pt x="0" y="0"/>
                    <a:pt x="4" y="2"/>
                    <a:pt x="11" y="2"/>
                  </a:cubicBezTo>
                  <a:cubicBezTo>
                    <a:pt x="14" y="2"/>
                    <a:pt x="18" y="1"/>
                    <a:pt x="23" y="0"/>
                  </a:cubicBezTo>
                </a:path>
              </a:pathLst>
            </a:custGeom>
            <a:solidFill>
              <a:schemeClr val="bg1"/>
            </a:solidFill>
            <a:ln>
              <a:noFill/>
            </a:ln>
          </p:spPr>
          <p:txBody>
            <a:bodyPr vert="horz" wrap="square" lIns="68580" tIns="34290" rIns="68580" bIns="34290" numCol="1" anchor="t" anchorCtr="0" compatLnSpc="1"/>
            <a:lstStyle/>
            <a:p>
              <a:endParaRPr lang="en-US" sz="1350"/>
            </a:p>
          </p:txBody>
        </p:sp>
        <p:sp>
          <p:nvSpPr>
            <p:cNvPr id="108" name="Freeform 107"/>
            <p:cNvSpPr/>
            <p:nvPr/>
          </p:nvSpPr>
          <p:spPr bwMode="auto">
            <a:xfrm>
              <a:off x="7014483" y="2358856"/>
              <a:ext cx="124642" cy="325149"/>
            </a:xfrm>
            <a:custGeom>
              <a:avLst/>
              <a:gdLst>
                <a:gd name="T0" fmla="*/ 0 w 10"/>
                <a:gd name="T1" fmla="*/ 20 h 25"/>
                <a:gd name="T2" fmla="*/ 5 w 10"/>
                <a:gd name="T3" fmla="*/ 25 h 25"/>
                <a:gd name="T4" fmla="*/ 10 w 10"/>
                <a:gd name="T5" fmla="*/ 20 h 25"/>
                <a:gd name="T6" fmla="*/ 10 w 10"/>
                <a:gd name="T7" fmla="*/ 5 h 25"/>
                <a:gd name="T8" fmla="*/ 5 w 10"/>
                <a:gd name="T9" fmla="*/ 0 h 25"/>
                <a:gd name="T10" fmla="*/ 0 w 10"/>
                <a:gd name="T11" fmla="*/ 5 h 25"/>
                <a:gd name="T12" fmla="*/ 0 w 10"/>
                <a:gd name="T13" fmla="*/ 20 h 25"/>
              </a:gdLst>
              <a:ahLst/>
              <a:cxnLst>
                <a:cxn ang="0">
                  <a:pos x="T0" y="T1"/>
                </a:cxn>
                <a:cxn ang="0">
                  <a:pos x="T2" y="T3"/>
                </a:cxn>
                <a:cxn ang="0">
                  <a:pos x="T4" y="T5"/>
                </a:cxn>
                <a:cxn ang="0">
                  <a:pos x="T6" y="T7"/>
                </a:cxn>
                <a:cxn ang="0">
                  <a:pos x="T8" y="T9"/>
                </a:cxn>
                <a:cxn ang="0">
                  <a:pos x="T10" y="T11"/>
                </a:cxn>
                <a:cxn ang="0">
                  <a:pos x="T12" y="T13"/>
                </a:cxn>
              </a:cxnLst>
              <a:rect l="0" t="0" r="r" b="b"/>
              <a:pathLst>
                <a:path w="10" h="25">
                  <a:moveTo>
                    <a:pt x="0" y="20"/>
                  </a:moveTo>
                  <a:cubicBezTo>
                    <a:pt x="0" y="23"/>
                    <a:pt x="3" y="25"/>
                    <a:pt x="5" y="25"/>
                  </a:cubicBezTo>
                  <a:cubicBezTo>
                    <a:pt x="8" y="25"/>
                    <a:pt x="10" y="23"/>
                    <a:pt x="10" y="20"/>
                  </a:cubicBezTo>
                  <a:cubicBezTo>
                    <a:pt x="10" y="5"/>
                    <a:pt x="10" y="5"/>
                    <a:pt x="10" y="5"/>
                  </a:cubicBezTo>
                  <a:cubicBezTo>
                    <a:pt x="10" y="2"/>
                    <a:pt x="8" y="0"/>
                    <a:pt x="5" y="0"/>
                  </a:cubicBezTo>
                  <a:cubicBezTo>
                    <a:pt x="3" y="0"/>
                    <a:pt x="0" y="2"/>
                    <a:pt x="0" y="5"/>
                  </a:cubicBezTo>
                  <a:lnTo>
                    <a:pt x="0" y="20"/>
                  </a:lnTo>
                  <a:close/>
                </a:path>
              </a:pathLst>
            </a:custGeom>
            <a:solidFill>
              <a:srgbClr val="F7C2A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09" name="Freeform 108"/>
            <p:cNvSpPr/>
            <p:nvPr/>
          </p:nvSpPr>
          <p:spPr bwMode="auto">
            <a:xfrm>
              <a:off x="7025321" y="2413047"/>
              <a:ext cx="92127" cy="205928"/>
            </a:xfrm>
            <a:custGeom>
              <a:avLst/>
              <a:gdLst>
                <a:gd name="T0" fmla="*/ 3 w 7"/>
                <a:gd name="T1" fmla="*/ 13 h 16"/>
                <a:gd name="T2" fmla="*/ 3 w 7"/>
                <a:gd name="T3" fmla="*/ 4 h 16"/>
                <a:gd name="T4" fmla="*/ 0 w 7"/>
                <a:gd name="T5" fmla="*/ 0 h 16"/>
                <a:gd name="T6" fmla="*/ 1 w 7"/>
                <a:gd name="T7" fmla="*/ 0 h 16"/>
                <a:gd name="T8" fmla="*/ 7 w 7"/>
                <a:gd name="T9" fmla="*/ 4 h 16"/>
                <a:gd name="T10" fmla="*/ 7 w 7"/>
                <a:gd name="T11" fmla="*/ 13 h 16"/>
                <a:gd name="T12" fmla="*/ 2 w 7"/>
                <a:gd name="T13" fmla="*/ 16 h 16"/>
                <a:gd name="T14" fmla="*/ 1 w 7"/>
                <a:gd name="T15" fmla="*/ 16 h 16"/>
                <a:gd name="T16" fmla="*/ 3 w 7"/>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6">
                  <a:moveTo>
                    <a:pt x="3" y="13"/>
                  </a:moveTo>
                  <a:cubicBezTo>
                    <a:pt x="3" y="4"/>
                    <a:pt x="3" y="4"/>
                    <a:pt x="3" y="4"/>
                  </a:cubicBezTo>
                  <a:cubicBezTo>
                    <a:pt x="3" y="2"/>
                    <a:pt x="2" y="1"/>
                    <a:pt x="0" y="0"/>
                  </a:cubicBezTo>
                  <a:cubicBezTo>
                    <a:pt x="0" y="0"/>
                    <a:pt x="0" y="0"/>
                    <a:pt x="1" y="0"/>
                  </a:cubicBezTo>
                  <a:cubicBezTo>
                    <a:pt x="4" y="0"/>
                    <a:pt x="7" y="2"/>
                    <a:pt x="7" y="4"/>
                  </a:cubicBezTo>
                  <a:cubicBezTo>
                    <a:pt x="7" y="13"/>
                    <a:pt x="7" y="13"/>
                    <a:pt x="7" y="13"/>
                  </a:cubicBezTo>
                  <a:cubicBezTo>
                    <a:pt x="7" y="15"/>
                    <a:pt x="6" y="16"/>
                    <a:pt x="2" y="16"/>
                  </a:cubicBezTo>
                  <a:cubicBezTo>
                    <a:pt x="2" y="16"/>
                    <a:pt x="1" y="16"/>
                    <a:pt x="1" y="16"/>
                  </a:cubicBezTo>
                  <a:cubicBezTo>
                    <a:pt x="4" y="16"/>
                    <a:pt x="3" y="15"/>
                    <a:pt x="3" y="13"/>
                  </a:cubicBezTo>
                  <a:close/>
                </a:path>
              </a:pathLst>
            </a:custGeom>
            <a:solidFill>
              <a:srgbClr val="B9928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10" name="Freeform 109"/>
            <p:cNvSpPr/>
            <p:nvPr/>
          </p:nvSpPr>
          <p:spPr bwMode="auto">
            <a:xfrm>
              <a:off x="5507959" y="2358856"/>
              <a:ext cx="130060" cy="325149"/>
            </a:xfrm>
            <a:custGeom>
              <a:avLst/>
              <a:gdLst>
                <a:gd name="T0" fmla="*/ 10 w 10"/>
                <a:gd name="T1" fmla="*/ 20 h 25"/>
                <a:gd name="T2" fmla="*/ 5 w 10"/>
                <a:gd name="T3" fmla="*/ 25 h 25"/>
                <a:gd name="T4" fmla="*/ 0 w 10"/>
                <a:gd name="T5" fmla="*/ 20 h 25"/>
                <a:gd name="T6" fmla="*/ 0 w 10"/>
                <a:gd name="T7" fmla="*/ 5 h 25"/>
                <a:gd name="T8" fmla="*/ 5 w 10"/>
                <a:gd name="T9" fmla="*/ 0 h 25"/>
                <a:gd name="T10" fmla="*/ 10 w 10"/>
                <a:gd name="T11" fmla="*/ 5 h 25"/>
                <a:gd name="T12" fmla="*/ 10 w 10"/>
                <a:gd name="T13" fmla="*/ 20 h 25"/>
              </a:gdLst>
              <a:ahLst/>
              <a:cxnLst>
                <a:cxn ang="0">
                  <a:pos x="T0" y="T1"/>
                </a:cxn>
                <a:cxn ang="0">
                  <a:pos x="T2" y="T3"/>
                </a:cxn>
                <a:cxn ang="0">
                  <a:pos x="T4" y="T5"/>
                </a:cxn>
                <a:cxn ang="0">
                  <a:pos x="T6" y="T7"/>
                </a:cxn>
                <a:cxn ang="0">
                  <a:pos x="T8" y="T9"/>
                </a:cxn>
                <a:cxn ang="0">
                  <a:pos x="T10" y="T11"/>
                </a:cxn>
                <a:cxn ang="0">
                  <a:pos x="T12" y="T13"/>
                </a:cxn>
              </a:cxnLst>
              <a:rect l="0" t="0" r="r" b="b"/>
              <a:pathLst>
                <a:path w="10" h="25">
                  <a:moveTo>
                    <a:pt x="10" y="20"/>
                  </a:moveTo>
                  <a:cubicBezTo>
                    <a:pt x="10" y="23"/>
                    <a:pt x="8" y="25"/>
                    <a:pt x="5" y="25"/>
                  </a:cubicBezTo>
                  <a:cubicBezTo>
                    <a:pt x="2" y="25"/>
                    <a:pt x="0" y="23"/>
                    <a:pt x="0" y="20"/>
                  </a:cubicBezTo>
                  <a:cubicBezTo>
                    <a:pt x="0" y="5"/>
                    <a:pt x="0" y="5"/>
                    <a:pt x="0" y="5"/>
                  </a:cubicBezTo>
                  <a:cubicBezTo>
                    <a:pt x="0" y="2"/>
                    <a:pt x="2" y="0"/>
                    <a:pt x="5" y="0"/>
                  </a:cubicBezTo>
                  <a:cubicBezTo>
                    <a:pt x="8" y="0"/>
                    <a:pt x="10" y="2"/>
                    <a:pt x="10" y="5"/>
                  </a:cubicBezTo>
                  <a:lnTo>
                    <a:pt x="10" y="20"/>
                  </a:lnTo>
                  <a:close/>
                </a:path>
              </a:pathLst>
            </a:custGeom>
            <a:solidFill>
              <a:srgbClr val="F7C2A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11" name="Freeform 110"/>
            <p:cNvSpPr/>
            <p:nvPr/>
          </p:nvSpPr>
          <p:spPr bwMode="auto">
            <a:xfrm>
              <a:off x="5535053" y="2413047"/>
              <a:ext cx="102966" cy="205928"/>
            </a:xfrm>
            <a:custGeom>
              <a:avLst/>
              <a:gdLst>
                <a:gd name="T0" fmla="*/ 5 w 8"/>
                <a:gd name="T1" fmla="*/ 13 h 16"/>
                <a:gd name="T2" fmla="*/ 5 w 8"/>
                <a:gd name="T3" fmla="*/ 4 h 16"/>
                <a:gd name="T4" fmla="*/ 8 w 8"/>
                <a:gd name="T5" fmla="*/ 0 h 16"/>
                <a:gd name="T6" fmla="*/ 7 w 8"/>
                <a:gd name="T7" fmla="*/ 0 h 16"/>
                <a:gd name="T8" fmla="*/ 0 w 8"/>
                <a:gd name="T9" fmla="*/ 4 h 16"/>
                <a:gd name="T10" fmla="*/ 0 w 8"/>
                <a:gd name="T11" fmla="*/ 13 h 16"/>
                <a:gd name="T12" fmla="*/ 5 w 8"/>
                <a:gd name="T13" fmla="*/ 16 h 16"/>
                <a:gd name="T14" fmla="*/ 6 w 8"/>
                <a:gd name="T15" fmla="*/ 16 h 16"/>
                <a:gd name="T16" fmla="*/ 5 w 8"/>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6">
                  <a:moveTo>
                    <a:pt x="5" y="13"/>
                  </a:moveTo>
                  <a:cubicBezTo>
                    <a:pt x="5" y="4"/>
                    <a:pt x="5" y="4"/>
                    <a:pt x="5" y="4"/>
                  </a:cubicBezTo>
                  <a:cubicBezTo>
                    <a:pt x="5" y="2"/>
                    <a:pt x="5" y="1"/>
                    <a:pt x="8" y="0"/>
                  </a:cubicBezTo>
                  <a:cubicBezTo>
                    <a:pt x="8" y="0"/>
                    <a:pt x="7" y="0"/>
                    <a:pt x="7" y="0"/>
                  </a:cubicBezTo>
                  <a:cubicBezTo>
                    <a:pt x="3" y="0"/>
                    <a:pt x="0" y="2"/>
                    <a:pt x="0" y="4"/>
                  </a:cubicBezTo>
                  <a:cubicBezTo>
                    <a:pt x="0" y="13"/>
                    <a:pt x="0" y="13"/>
                    <a:pt x="0" y="13"/>
                  </a:cubicBezTo>
                  <a:cubicBezTo>
                    <a:pt x="0" y="15"/>
                    <a:pt x="2" y="16"/>
                    <a:pt x="5" y="16"/>
                  </a:cubicBezTo>
                  <a:cubicBezTo>
                    <a:pt x="6" y="16"/>
                    <a:pt x="6" y="16"/>
                    <a:pt x="6" y="16"/>
                  </a:cubicBezTo>
                  <a:cubicBezTo>
                    <a:pt x="4" y="16"/>
                    <a:pt x="5" y="15"/>
                    <a:pt x="5" y="13"/>
                  </a:cubicBezTo>
                  <a:close/>
                </a:path>
              </a:pathLst>
            </a:custGeom>
            <a:solidFill>
              <a:srgbClr val="B9928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12" name="Freeform 111"/>
            <p:cNvSpPr/>
            <p:nvPr/>
          </p:nvSpPr>
          <p:spPr bwMode="auto">
            <a:xfrm>
              <a:off x="6136581" y="2786967"/>
              <a:ext cx="384761" cy="325149"/>
            </a:xfrm>
            <a:custGeom>
              <a:avLst/>
              <a:gdLst>
                <a:gd name="T0" fmla="*/ 0 w 30"/>
                <a:gd name="T1" fmla="*/ 0 h 25"/>
                <a:gd name="T2" fmla="*/ 30 w 30"/>
                <a:gd name="T3" fmla="*/ 0 h 25"/>
                <a:gd name="T4" fmla="*/ 0 w 30"/>
                <a:gd name="T5" fmla="*/ 0 h 25"/>
              </a:gdLst>
              <a:ahLst/>
              <a:cxnLst>
                <a:cxn ang="0">
                  <a:pos x="T0" y="T1"/>
                </a:cxn>
                <a:cxn ang="0">
                  <a:pos x="T2" y="T3"/>
                </a:cxn>
                <a:cxn ang="0">
                  <a:pos x="T4" y="T5"/>
                </a:cxn>
              </a:cxnLst>
              <a:rect l="0" t="0" r="r" b="b"/>
              <a:pathLst>
                <a:path w="30" h="25">
                  <a:moveTo>
                    <a:pt x="0" y="0"/>
                  </a:moveTo>
                  <a:cubicBezTo>
                    <a:pt x="0" y="0"/>
                    <a:pt x="9" y="15"/>
                    <a:pt x="30" y="0"/>
                  </a:cubicBezTo>
                  <a:cubicBezTo>
                    <a:pt x="30" y="0"/>
                    <a:pt x="10" y="25"/>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13" name="Freeform 112"/>
            <p:cNvSpPr/>
            <p:nvPr/>
          </p:nvSpPr>
          <p:spPr bwMode="auto">
            <a:xfrm>
              <a:off x="5865623" y="2331759"/>
              <a:ext cx="233025" cy="108383"/>
            </a:xfrm>
            <a:custGeom>
              <a:avLst/>
              <a:gdLst>
                <a:gd name="T0" fmla="*/ 3 w 43"/>
                <a:gd name="T1" fmla="*/ 20 h 20"/>
                <a:gd name="T2" fmla="*/ 0 w 43"/>
                <a:gd name="T3" fmla="*/ 12 h 20"/>
                <a:gd name="T4" fmla="*/ 41 w 43"/>
                <a:gd name="T5" fmla="*/ 0 h 20"/>
                <a:gd name="T6" fmla="*/ 43 w 43"/>
                <a:gd name="T7" fmla="*/ 8 h 20"/>
                <a:gd name="T8" fmla="*/ 3 w 43"/>
                <a:gd name="T9" fmla="*/ 20 h 20"/>
              </a:gdLst>
              <a:ahLst/>
              <a:cxnLst>
                <a:cxn ang="0">
                  <a:pos x="T0" y="T1"/>
                </a:cxn>
                <a:cxn ang="0">
                  <a:pos x="T2" y="T3"/>
                </a:cxn>
                <a:cxn ang="0">
                  <a:pos x="T4" y="T5"/>
                </a:cxn>
                <a:cxn ang="0">
                  <a:pos x="T6" y="T7"/>
                </a:cxn>
                <a:cxn ang="0">
                  <a:pos x="T8" y="T9"/>
                </a:cxn>
              </a:cxnLst>
              <a:rect l="0" t="0" r="r" b="b"/>
              <a:pathLst>
                <a:path w="43" h="20">
                  <a:moveTo>
                    <a:pt x="3" y="20"/>
                  </a:moveTo>
                  <a:lnTo>
                    <a:pt x="0" y="12"/>
                  </a:lnTo>
                  <a:lnTo>
                    <a:pt x="41" y="0"/>
                  </a:lnTo>
                  <a:lnTo>
                    <a:pt x="43" y="8"/>
                  </a:lnTo>
                  <a:lnTo>
                    <a:pt x="3" y="20"/>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14" name="Freeform 113"/>
            <p:cNvSpPr/>
            <p:nvPr/>
          </p:nvSpPr>
          <p:spPr bwMode="auto">
            <a:xfrm>
              <a:off x="5583828" y="1600175"/>
              <a:ext cx="1544459" cy="991706"/>
            </a:xfrm>
            <a:custGeom>
              <a:avLst/>
              <a:gdLst>
                <a:gd name="T0" fmla="*/ 0 w 120"/>
                <a:gd name="T1" fmla="*/ 77 h 77"/>
                <a:gd name="T2" fmla="*/ 4 w 120"/>
                <a:gd name="T3" fmla="*/ 77 h 77"/>
                <a:gd name="T4" fmla="*/ 4 w 120"/>
                <a:gd name="T5" fmla="*/ 68 h 77"/>
                <a:gd name="T6" fmla="*/ 21 w 120"/>
                <a:gd name="T7" fmla="*/ 38 h 77"/>
                <a:gd name="T8" fmla="*/ 92 w 120"/>
                <a:gd name="T9" fmla="*/ 38 h 77"/>
                <a:gd name="T10" fmla="*/ 112 w 120"/>
                <a:gd name="T11" fmla="*/ 68 h 77"/>
                <a:gd name="T12" fmla="*/ 112 w 120"/>
                <a:gd name="T13" fmla="*/ 77 h 77"/>
                <a:gd name="T14" fmla="*/ 116 w 120"/>
                <a:gd name="T15" fmla="*/ 77 h 77"/>
                <a:gd name="T16" fmla="*/ 116 w 120"/>
                <a:gd name="T17" fmla="*/ 68 h 77"/>
                <a:gd name="T18" fmla="*/ 97 w 120"/>
                <a:gd name="T19" fmla="*/ 19 h 77"/>
                <a:gd name="T20" fmla="*/ 60 w 120"/>
                <a:gd name="T21" fmla="*/ 12 h 77"/>
                <a:gd name="T22" fmla="*/ 61 w 120"/>
                <a:gd name="T23" fmla="*/ 0 h 77"/>
                <a:gd name="T24" fmla="*/ 37 w 120"/>
                <a:gd name="T25" fmla="*/ 14 h 77"/>
                <a:gd name="T26" fmla="*/ 26 w 120"/>
                <a:gd name="T27" fmla="*/ 19 h 77"/>
                <a:gd name="T28" fmla="*/ 0 w 120"/>
                <a:gd name="T29" fmla="*/ 67 h 77"/>
                <a:gd name="T30" fmla="*/ 0 w 120"/>
                <a:gd name="T31"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0" h="77">
                  <a:moveTo>
                    <a:pt x="0" y="77"/>
                  </a:moveTo>
                  <a:cubicBezTo>
                    <a:pt x="4" y="77"/>
                    <a:pt x="4" y="77"/>
                    <a:pt x="4" y="77"/>
                  </a:cubicBezTo>
                  <a:cubicBezTo>
                    <a:pt x="4" y="77"/>
                    <a:pt x="4" y="69"/>
                    <a:pt x="4" y="68"/>
                  </a:cubicBezTo>
                  <a:cubicBezTo>
                    <a:pt x="5" y="61"/>
                    <a:pt x="11" y="37"/>
                    <a:pt x="21" y="38"/>
                  </a:cubicBezTo>
                  <a:cubicBezTo>
                    <a:pt x="40" y="39"/>
                    <a:pt x="75" y="41"/>
                    <a:pt x="92" y="38"/>
                  </a:cubicBezTo>
                  <a:cubicBezTo>
                    <a:pt x="98" y="37"/>
                    <a:pt x="111" y="49"/>
                    <a:pt x="112" y="68"/>
                  </a:cubicBezTo>
                  <a:cubicBezTo>
                    <a:pt x="112" y="69"/>
                    <a:pt x="112" y="76"/>
                    <a:pt x="112" y="77"/>
                  </a:cubicBezTo>
                  <a:cubicBezTo>
                    <a:pt x="116" y="77"/>
                    <a:pt x="116" y="77"/>
                    <a:pt x="116" y="77"/>
                  </a:cubicBezTo>
                  <a:cubicBezTo>
                    <a:pt x="116" y="77"/>
                    <a:pt x="115" y="69"/>
                    <a:pt x="116" y="68"/>
                  </a:cubicBezTo>
                  <a:cubicBezTo>
                    <a:pt x="117" y="60"/>
                    <a:pt x="120" y="33"/>
                    <a:pt x="97" y="19"/>
                  </a:cubicBezTo>
                  <a:cubicBezTo>
                    <a:pt x="90" y="14"/>
                    <a:pt x="70" y="8"/>
                    <a:pt x="60" y="12"/>
                  </a:cubicBezTo>
                  <a:cubicBezTo>
                    <a:pt x="60" y="12"/>
                    <a:pt x="56" y="9"/>
                    <a:pt x="61" y="0"/>
                  </a:cubicBezTo>
                  <a:cubicBezTo>
                    <a:pt x="61" y="0"/>
                    <a:pt x="37" y="5"/>
                    <a:pt x="37" y="14"/>
                  </a:cubicBezTo>
                  <a:cubicBezTo>
                    <a:pt x="37" y="14"/>
                    <a:pt x="26" y="11"/>
                    <a:pt x="26" y="19"/>
                  </a:cubicBezTo>
                  <a:cubicBezTo>
                    <a:pt x="26" y="19"/>
                    <a:pt x="2" y="21"/>
                    <a:pt x="0" y="67"/>
                  </a:cubicBezTo>
                  <a:cubicBezTo>
                    <a:pt x="0" y="68"/>
                    <a:pt x="0" y="76"/>
                    <a:pt x="0" y="77"/>
                  </a:cubicBezTo>
                  <a:close/>
                </a:path>
              </a:pathLst>
            </a:custGeom>
            <a:solidFill>
              <a:srgbClr val="755243"/>
            </a:solidFill>
            <a:ln>
              <a:noFill/>
            </a:ln>
          </p:spPr>
          <p:txBody>
            <a:bodyPr vert="horz" wrap="square" lIns="68580" tIns="34290" rIns="68580" bIns="34290" numCol="1" anchor="t" anchorCtr="0" compatLnSpc="1"/>
            <a:lstStyle/>
            <a:p>
              <a:endParaRPr lang="en-US" sz="1350"/>
            </a:p>
          </p:txBody>
        </p:sp>
        <p:sp>
          <p:nvSpPr>
            <p:cNvPr id="115" name="Freeform 114"/>
            <p:cNvSpPr/>
            <p:nvPr/>
          </p:nvSpPr>
          <p:spPr bwMode="auto">
            <a:xfrm>
              <a:off x="6255802" y="2618975"/>
              <a:ext cx="75868" cy="113804"/>
            </a:xfrm>
            <a:custGeom>
              <a:avLst/>
              <a:gdLst>
                <a:gd name="T0" fmla="*/ 3 w 6"/>
                <a:gd name="T1" fmla="*/ 0 h 9"/>
                <a:gd name="T2" fmla="*/ 2 w 6"/>
                <a:gd name="T3" fmla="*/ 2 h 9"/>
                <a:gd name="T4" fmla="*/ 2 w 6"/>
                <a:gd name="T5" fmla="*/ 3 h 9"/>
                <a:gd name="T6" fmla="*/ 1 w 6"/>
                <a:gd name="T7" fmla="*/ 3 h 9"/>
                <a:gd name="T8" fmla="*/ 1 w 6"/>
                <a:gd name="T9" fmla="*/ 4 h 9"/>
                <a:gd name="T10" fmla="*/ 1 w 6"/>
                <a:gd name="T11" fmla="*/ 4 h 9"/>
                <a:gd name="T12" fmla="*/ 1 w 6"/>
                <a:gd name="T13" fmla="*/ 5 h 9"/>
                <a:gd name="T14" fmla="*/ 1 w 6"/>
                <a:gd name="T15" fmla="*/ 6 h 9"/>
                <a:gd name="T16" fmla="*/ 1 w 6"/>
                <a:gd name="T17" fmla="*/ 6 h 9"/>
                <a:gd name="T18" fmla="*/ 2 w 6"/>
                <a:gd name="T19" fmla="*/ 7 h 9"/>
                <a:gd name="T20" fmla="*/ 4 w 6"/>
                <a:gd name="T21" fmla="*/ 8 h 9"/>
                <a:gd name="T22" fmla="*/ 6 w 6"/>
                <a:gd name="T23" fmla="*/ 9 h 9"/>
                <a:gd name="T24" fmla="*/ 4 w 6"/>
                <a:gd name="T25" fmla="*/ 8 h 9"/>
                <a:gd name="T26" fmla="*/ 2 w 6"/>
                <a:gd name="T27" fmla="*/ 8 h 9"/>
                <a:gd name="T28" fmla="*/ 1 w 6"/>
                <a:gd name="T29" fmla="*/ 7 h 9"/>
                <a:gd name="T30" fmla="*/ 0 w 6"/>
                <a:gd name="T31" fmla="*/ 6 h 9"/>
                <a:gd name="T32" fmla="*/ 0 w 6"/>
                <a:gd name="T33" fmla="*/ 5 h 9"/>
                <a:gd name="T34" fmla="*/ 0 w 6"/>
                <a:gd name="T35" fmla="*/ 4 h 9"/>
                <a:gd name="T36" fmla="*/ 0 w 6"/>
                <a:gd name="T37" fmla="*/ 3 h 9"/>
                <a:gd name="T38" fmla="*/ 1 w 6"/>
                <a:gd name="T39" fmla="*/ 3 h 9"/>
                <a:gd name="T40" fmla="*/ 1 w 6"/>
                <a:gd name="T41" fmla="*/ 2 h 9"/>
                <a:gd name="T42" fmla="*/ 2 w 6"/>
                <a:gd name="T43" fmla="*/ 2 h 9"/>
                <a:gd name="T44" fmla="*/ 3 w 6"/>
                <a:gd name="T4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 h="9">
                  <a:moveTo>
                    <a:pt x="3" y="0"/>
                  </a:moveTo>
                  <a:cubicBezTo>
                    <a:pt x="3" y="0"/>
                    <a:pt x="3" y="1"/>
                    <a:pt x="2" y="2"/>
                  </a:cubicBezTo>
                  <a:cubicBezTo>
                    <a:pt x="2" y="3"/>
                    <a:pt x="2" y="3"/>
                    <a:pt x="2" y="3"/>
                  </a:cubicBezTo>
                  <a:cubicBezTo>
                    <a:pt x="1" y="3"/>
                    <a:pt x="1" y="3"/>
                    <a:pt x="1" y="3"/>
                  </a:cubicBezTo>
                  <a:cubicBezTo>
                    <a:pt x="1" y="4"/>
                    <a:pt x="1" y="4"/>
                    <a:pt x="1" y="4"/>
                  </a:cubicBezTo>
                  <a:cubicBezTo>
                    <a:pt x="1" y="4"/>
                    <a:pt x="1" y="4"/>
                    <a:pt x="1" y="4"/>
                  </a:cubicBezTo>
                  <a:cubicBezTo>
                    <a:pt x="1" y="5"/>
                    <a:pt x="1" y="5"/>
                    <a:pt x="1" y="5"/>
                  </a:cubicBezTo>
                  <a:cubicBezTo>
                    <a:pt x="1" y="6"/>
                    <a:pt x="1" y="6"/>
                    <a:pt x="1" y="6"/>
                  </a:cubicBezTo>
                  <a:cubicBezTo>
                    <a:pt x="1" y="6"/>
                    <a:pt x="1" y="6"/>
                    <a:pt x="1" y="6"/>
                  </a:cubicBezTo>
                  <a:cubicBezTo>
                    <a:pt x="2" y="7"/>
                    <a:pt x="2" y="7"/>
                    <a:pt x="2" y="7"/>
                  </a:cubicBezTo>
                  <a:cubicBezTo>
                    <a:pt x="3" y="7"/>
                    <a:pt x="4" y="8"/>
                    <a:pt x="4" y="8"/>
                  </a:cubicBezTo>
                  <a:cubicBezTo>
                    <a:pt x="6" y="8"/>
                    <a:pt x="6" y="9"/>
                    <a:pt x="6" y="9"/>
                  </a:cubicBezTo>
                  <a:cubicBezTo>
                    <a:pt x="6" y="9"/>
                    <a:pt x="6" y="9"/>
                    <a:pt x="4" y="8"/>
                  </a:cubicBezTo>
                  <a:cubicBezTo>
                    <a:pt x="4" y="8"/>
                    <a:pt x="3" y="8"/>
                    <a:pt x="2" y="8"/>
                  </a:cubicBezTo>
                  <a:cubicBezTo>
                    <a:pt x="2" y="8"/>
                    <a:pt x="1" y="7"/>
                    <a:pt x="1" y="7"/>
                  </a:cubicBezTo>
                  <a:cubicBezTo>
                    <a:pt x="1" y="7"/>
                    <a:pt x="0" y="6"/>
                    <a:pt x="0" y="6"/>
                  </a:cubicBezTo>
                  <a:cubicBezTo>
                    <a:pt x="0" y="6"/>
                    <a:pt x="0" y="5"/>
                    <a:pt x="0" y="5"/>
                  </a:cubicBezTo>
                  <a:cubicBezTo>
                    <a:pt x="0" y="4"/>
                    <a:pt x="0" y="4"/>
                    <a:pt x="0" y="4"/>
                  </a:cubicBezTo>
                  <a:cubicBezTo>
                    <a:pt x="0" y="3"/>
                    <a:pt x="0" y="3"/>
                    <a:pt x="0" y="3"/>
                  </a:cubicBezTo>
                  <a:cubicBezTo>
                    <a:pt x="1" y="3"/>
                    <a:pt x="1" y="3"/>
                    <a:pt x="1" y="3"/>
                  </a:cubicBezTo>
                  <a:cubicBezTo>
                    <a:pt x="1" y="2"/>
                    <a:pt x="1" y="2"/>
                    <a:pt x="1" y="2"/>
                  </a:cubicBezTo>
                  <a:cubicBezTo>
                    <a:pt x="2" y="2"/>
                    <a:pt x="2" y="2"/>
                    <a:pt x="2" y="2"/>
                  </a:cubicBezTo>
                  <a:cubicBezTo>
                    <a:pt x="3" y="1"/>
                    <a:pt x="3" y="0"/>
                    <a:pt x="3" y="0"/>
                  </a:cubicBezTo>
                  <a:close/>
                </a:path>
              </a:pathLst>
            </a:custGeom>
            <a:solidFill>
              <a:srgbClr val="A46D5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16" name="Freeform 115"/>
            <p:cNvSpPr/>
            <p:nvPr/>
          </p:nvSpPr>
          <p:spPr bwMode="auto">
            <a:xfrm>
              <a:off x="5903556" y="2413047"/>
              <a:ext cx="249281" cy="216766"/>
            </a:xfrm>
            <a:custGeom>
              <a:avLst/>
              <a:gdLst>
                <a:gd name="T0" fmla="*/ 16 w 19"/>
                <a:gd name="T1" fmla="*/ 0 h 17"/>
                <a:gd name="T2" fmla="*/ 0 w 19"/>
                <a:gd name="T3" fmla="*/ 5 h 17"/>
                <a:gd name="T4" fmla="*/ 0 w 19"/>
                <a:gd name="T5" fmla="*/ 7 h 17"/>
                <a:gd name="T6" fmla="*/ 10 w 19"/>
                <a:gd name="T7" fmla="*/ 17 h 17"/>
                <a:gd name="T8" fmla="*/ 19 w 19"/>
                <a:gd name="T9" fmla="*/ 7 h 17"/>
                <a:gd name="T10" fmla="*/ 16 w 19"/>
                <a:gd name="T11" fmla="*/ 0 h 17"/>
              </a:gdLst>
              <a:ahLst/>
              <a:cxnLst>
                <a:cxn ang="0">
                  <a:pos x="T0" y="T1"/>
                </a:cxn>
                <a:cxn ang="0">
                  <a:pos x="T2" y="T3"/>
                </a:cxn>
                <a:cxn ang="0">
                  <a:pos x="T4" y="T5"/>
                </a:cxn>
                <a:cxn ang="0">
                  <a:pos x="T6" y="T7"/>
                </a:cxn>
                <a:cxn ang="0">
                  <a:pos x="T8" y="T9"/>
                </a:cxn>
                <a:cxn ang="0">
                  <a:pos x="T10" y="T11"/>
                </a:cxn>
              </a:cxnLst>
              <a:rect l="0" t="0" r="r" b="b"/>
              <a:pathLst>
                <a:path w="19" h="17">
                  <a:moveTo>
                    <a:pt x="16" y="0"/>
                  </a:moveTo>
                  <a:cubicBezTo>
                    <a:pt x="0" y="5"/>
                    <a:pt x="0" y="5"/>
                    <a:pt x="0" y="5"/>
                  </a:cubicBezTo>
                  <a:cubicBezTo>
                    <a:pt x="0" y="6"/>
                    <a:pt x="0" y="6"/>
                    <a:pt x="0" y="7"/>
                  </a:cubicBezTo>
                  <a:cubicBezTo>
                    <a:pt x="0" y="13"/>
                    <a:pt x="4" y="17"/>
                    <a:pt x="10" y="17"/>
                  </a:cubicBezTo>
                  <a:cubicBezTo>
                    <a:pt x="15" y="17"/>
                    <a:pt x="19" y="13"/>
                    <a:pt x="19" y="7"/>
                  </a:cubicBezTo>
                  <a:cubicBezTo>
                    <a:pt x="19" y="4"/>
                    <a:pt x="18" y="1"/>
                    <a:pt x="1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17" name="Oval 116"/>
            <p:cNvSpPr>
              <a:spLocks noChangeArrowheads="1"/>
            </p:cNvSpPr>
            <p:nvPr/>
          </p:nvSpPr>
          <p:spPr bwMode="auto">
            <a:xfrm>
              <a:off x="5968585" y="2440141"/>
              <a:ext cx="157157" cy="151736"/>
            </a:xfrm>
            <a:prstGeom prst="ellipse">
              <a:avLst/>
            </a:pr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18" name="Oval 117"/>
            <p:cNvSpPr>
              <a:spLocks noChangeArrowheads="1"/>
            </p:cNvSpPr>
            <p:nvPr/>
          </p:nvSpPr>
          <p:spPr bwMode="auto">
            <a:xfrm>
              <a:off x="5995683" y="2478077"/>
              <a:ext cx="37936" cy="3793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19" name="Freeform 118"/>
            <p:cNvSpPr/>
            <p:nvPr/>
          </p:nvSpPr>
          <p:spPr bwMode="auto">
            <a:xfrm>
              <a:off x="6499662" y="2331759"/>
              <a:ext cx="227604" cy="108383"/>
            </a:xfrm>
            <a:custGeom>
              <a:avLst/>
              <a:gdLst>
                <a:gd name="T0" fmla="*/ 40 w 42"/>
                <a:gd name="T1" fmla="*/ 20 h 20"/>
                <a:gd name="T2" fmla="*/ 42 w 42"/>
                <a:gd name="T3" fmla="*/ 12 h 20"/>
                <a:gd name="T4" fmla="*/ 2 w 42"/>
                <a:gd name="T5" fmla="*/ 0 h 20"/>
                <a:gd name="T6" fmla="*/ 0 w 42"/>
                <a:gd name="T7" fmla="*/ 8 h 20"/>
                <a:gd name="T8" fmla="*/ 40 w 42"/>
                <a:gd name="T9" fmla="*/ 20 h 20"/>
              </a:gdLst>
              <a:ahLst/>
              <a:cxnLst>
                <a:cxn ang="0">
                  <a:pos x="T0" y="T1"/>
                </a:cxn>
                <a:cxn ang="0">
                  <a:pos x="T2" y="T3"/>
                </a:cxn>
                <a:cxn ang="0">
                  <a:pos x="T4" y="T5"/>
                </a:cxn>
                <a:cxn ang="0">
                  <a:pos x="T6" y="T7"/>
                </a:cxn>
                <a:cxn ang="0">
                  <a:pos x="T8" y="T9"/>
                </a:cxn>
              </a:cxnLst>
              <a:rect l="0" t="0" r="r" b="b"/>
              <a:pathLst>
                <a:path w="42" h="20">
                  <a:moveTo>
                    <a:pt x="40" y="20"/>
                  </a:moveTo>
                  <a:lnTo>
                    <a:pt x="42" y="12"/>
                  </a:lnTo>
                  <a:lnTo>
                    <a:pt x="2" y="0"/>
                  </a:lnTo>
                  <a:lnTo>
                    <a:pt x="0" y="8"/>
                  </a:lnTo>
                  <a:lnTo>
                    <a:pt x="40" y="20"/>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20" name="Freeform 119"/>
            <p:cNvSpPr/>
            <p:nvPr/>
          </p:nvSpPr>
          <p:spPr bwMode="auto">
            <a:xfrm>
              <a:off x="6434632" y="2413047"/>
              <a:ext cx="254702" cy="216766"/>
            </a:xfrm>
            <a:custGeom>
              <a:avLst/>
              <a:gdLst>
                <a:gd name="T0" fmla="*/ 4 w 20"/>
                <a:gd name="T1" fmla="*/ 0 h 17"/>
                <a:gd name="T2" fmla="*/ 20 w 20"/>
                <a:gd name="T3" fmla="*/ 5 h 17"/>
                <a:gd name="T4" fmla="*/ 20 w 20"/>
                <a:gd name="T5" fmla="*/ 7 h 17"/>
                <a:gd name="T6" fmla="*/ 10 w 20"/>
                <a:gd name="T7" fmla="*/ 17 h 17"/>
                <a:gd name="T8" fmla="*/ 0 w 20"/>
                <a:gd name="T9" fmla="*/ 7 h 17"/>
                <a:gd name="T10" fmla="*/ 4 w 20"/>
                <a:gd name="T11" fmla="*/ 0 h 17"/>
              </a:gdLst>
              <a:ahLst/>
              <a:cxnLst>
                <a:cxn ang="0">
                  <a:pos x="T0" y="T1"/>
                </a:cxn>
                <a:cxn ang="0">
                  <a:pos x="T2" y="T3"/>
                </a:cxn>
                <a:cxn ang="0">
                  <a:pos x="T4" y="T5"/>
                </a:cxn>
                <a:cxn ang="0">
                  <a:pos x="T6" y="T7"/>
                </a:cxn>
                <a:cxn ang="0">
                  <a:pos x="T8" y="T9"/>
                </a:cxn>
                <a:cxn ang="0">
                  <a:pos x="T10" y="T11"/>
                </a:cxn>
              </a:cxnLst>
              <a:rect l="0" t="0" r="r" b="b"/>
              <a:pathLst>
                <a:path w="20" h="17">
                  <a:moveTo>
                    <a:pt x="4" y="0"/>
                  </a:moveTo>
                  <a:cubicBezTo>
                    <a:pt x="20" y="5"/>
                    <a:pt x="20" y="5"/>
                    <a:pt x="20" y="5"/>
                  </a:cubicBezTo>
                  <a:cubicBezTo>
                    <a:pt x="20" y="6"/>
                    <a:pt x="20" y="6"/>
                    <a:pt x="20" y="7"/>
                  </a:cubicBezTo>
                  <a:cubicBezTo>
                    <a:pt x="20" y="13"/>
                    <a:pt x="16" y="17"/>
                    <a:pt x="10" y="17"/>
                  </a:cubicBezTo>
                  <a:cubicBezTo>
                    <a:pt x="5" y="17"/>
                    <a:pt x="0" y="13"/>
                    <a:pt x="0" y="7"/>
                  </a:cubicBezTo>
                  <a:cubicBezTo>
                    <a:pt x="0" y="4"/>
                    <a:pt x="2" y="1"/>
                    <a:pt x="4"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21" name="Oval 120"/>
            <p:cNvSpPr>
              <a:spLocks noChangeArrowheads="1"/>
            </p:cNvSpPr>
            <p:nvPr/>
          </p:nvSpPr>
          <p:spPr bwMode="auto">
            <a:xfrm>
              <a:off x="6472568" y="2440141"/>
              <a:ext cx="151736" cy="151736"/>
            </a:xfrm>
            <a:prstGeom prst="ellipse">
              <a:avLst/>
            </a:pr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22" name="Oval 121"/>
            <p:cNvSpPr>
              <a:spLocks noChangeArrowheads="1"/>
            </p:cNvSpPr>
            <p:nvPr/>
          </p:nvSpPr>
          <p:spPr bwMode="auto">
            <a:xfrm>
              <a:off x="6564692" y="2478077"/>
              <a:ext cx="37936" cy="3793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23" name="Freeform 122"/>
            <p:cNvSpPr/>
            <p:nvPr/>
          </p:nvSpPr>
          <p:spPr bwMode="auto">
            <a:xfrm>
              <a:off x="8439717" y="2255890"/>
              <a:ext cx="709910" cy="709910"/>
            </a:xfrm>
            <a:custGeom>
              <a:avLst/>
              <a:gdLst>
                <a:gd name="T0" fmla="*/ 17 w 55"/>
                <a:gd name="T1" fmla="*/ 16 h 55"/>
                <a:gd name="T2" fmla="*/ 47 w 55"/>
                <a:gd name="T3" fmla="*/ 2 h 55"/>
                <a:gd name="T4" fmla="*/ 50 w 55"/>
                <a:gd name="T5" fmla="*/ 9 h 55"/>
                <a:gd name="T6" fmla="*/ 32 w 55"/>
                <a:gd name="T7" fmla="*/ 18 h 55"/>
                <a:gd name="T8" fmla="*/ 32 w 55"/>
                <a:gd name="T9" fmla="*/ 19 h 55"/>
                <a:gd name="T10" fmla="*/ 41 w 55"/>
                <a:gd name="T11" fmla="*/ 15 h 55"/>
                <a:gd name="T12" fmla="*/ 45 w 55"/>
                <a:gd name="T13" fmla="*/ 21 h 55"/>
                <a:gd name="T14" fmla="*/ 35 w 55"/>
                <a:gd name="T15" fmla="*/ 26 h 55"/>
                <a:gd name="T16" fmla="*/ 36 w 55"/>
                <a:gd name="T17" fmla="*/ 27 h 55"/>
                <a:gd name="T18" fmla="*/ 43 w 55"/>
                <a:gd name="T19" fmla="*/ 23 h 55"/>
                <a:gd name="T20" fmla="*/ 46 w 55"/>
                <a:gd name="T21" fmla="*/ 29 h 55"/>
                <a:gd name="T22" fmla="*/ 39 w 55"/>
                <a:gd name="T23" fmla="*/ 32 h 55"/>
                <a:gd name="T24" fmla="*/ 39 w 55"/>
                <a:gd name="T25" fmla="*/ 34 h 55"/>
                <a:gd name="T26" fmla="*/ 42 w 55"/>
                <a:gd name="T27" fmla="*/ 32 h 55"/>
                <a:gd name="T28" fmla="*/ 44 w 55"/>
                <a:gd name="T29" fmla="*/ 38 h 55"/>
                <a:gd name="T30" fmla="*/ 26 w 55"/>
                <a:gd name="T31" fmla="*/ 48 h 55"/>
                <a:gd name="T32" fmla="*/ 17 w 55"/>
                <a:gd name="T33" fmla="*/ 49 h 55"/>
                <a:gd name="T34" fmla="*/ 0 w 55"/>
                <a:gd name="T35" fmla="*/ 55 h 55"/>
                <a:gd name="T36" fmla="*/ 0 w 55"/>
                <a:gd name="T37" fmla="*/ 29 h 55"/>
                <a:gd name="T38" fmla="*/ 3 w 55"/>
                <a:gd name="T39" fmla="*/ 28 h 55"/>
                <a:gd name="T40" fmla="*/ 7 w 55"/>
                <a:gd name="T41" fmla="*/ 16 h 55"/>
                <a:gd name="T42" fmla="*/ 24 w 55"/>
                <a:gd name="T43" fmla="*/ 3 h 55"/>
                <a:gd name="T44" fmla="*/ 22 w 55"/>
                <a:gd name="T45" fmla="*/ 11 h 55"/>
                <a:gd name="T46" fmla="*/ 19 w 55"/>
                <a:gd name="T47" fmla="*/ 13 h 55"/>
                <a:gd name="T48" fmla="*/ 16 w 55"/>
                <a:gd name="T49" fmla="*/ 16 h 55"/>
                <a:gd name="T50" fmla="*/ 17 w 55"/>
                <a:gd name="T51" fmla="*/ 1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5" h="55">
                  <a:moveTo>
                    <a:pt x="17" y="16"/>
                  </a:moveTo>
                  <a:cubicBezTo>
                    <a:pt x="47" y="2"/>
                    <a:pt x="47" y="2"/>
                    <a:pt x="47" y="2"/>
                  </a:cubicBezTo>
                  <a:cubicBezTo>
                    <a:pt x="51" y="0"/>
                    <a:pt x="55" y="6"/>
                    <a:pt x="50" y="9"/>
                  </a:cubicBezTo>
                  <a:cubicBezTo>
                    <a:pt x="32" y="18"/>
                    <a:pt x="32" y="18"/>
                    <a:pt x="32" y="18"/>
                  </a:cubicBezTo>
                  <a:cubicBezTo>
                    <a:pt x="32" y="18"/>
                    <a:pt x="31" y="19"/>
                    <a:pt x="32" y="19"/>
                  </a:cubicBezTo>
                  <a:cubicBezTo>
                    <a:pt x="41" y="15"/>
                    <a:pt x="41" y="15"/>
                    <a:pt x="41" y="15"/>
                  </a:cubicBezTo>
                  <a:cubicBezTo>
                    <a:pt x="45" y="13"/>
                    <a:pt x="48" y="19"/>
                    <a:pt x="45" y="21"/>
                  </a:cubicBezTo>
                  <a:cubicBezTo>
                    <a:pt x="35" y="26"/>
                    <a:pt x="35" y="26"/>
                    <a:pt x="35" y="26"/>
                  </a:cubicBezTo>
                  <a:cubicBezTo>
                    <a:pt x="35" y="26"/>
                    <a:pt x="34" y="27"/>
                    <a:pt x="36" y="27"/>
                  </a:cubicBezTo>
                  <a:cubicBezTo>
                    <a:pt x="43" y="23"/>
                    <a:pt x="43" y="23"/>
                    <a:pt x="43" y="23"/>
                  </a:cubicBezTo>
                  <a:cubicBezTo>
                    <a:pt x="45" y="22"/>
                    <a:pt x="48" y="28"/>
                    <a:pt x="46" y="29"/>
                  </a:cubicBezTo>
                  <a:cubicBezTo>
                    <a:pt x="39" y="32"/>
                    <a:pt x="39" y="32"/>
                    <a:pt x="39" y="32"/>
                  </a:cubicBezTo>
                  <a:cubicBezTo>
                    <a:pt x="39" y="32"/>
                    <a:pt x="37" y="34"/>
                    <a:pt x="39" y="34"/>
                  </a:cubicBezTo>
                  <a:cubicBezTo>
                    <a:pt x="39" y="34"/>
                    <a:pt x="39" y="34"/>
                    <a:pt x="42" y="32"/>
                  </a:cubicBezTo>
                  <a:cubicBezTo>
                    <a:pt x="45" y="31"/>
                    <a:pt x="48" y="36"/>
                    <a:pt x="44" y="38"/>
                  </a:cubicBezTo>
                  <a:cubicBezTo>
                    <a:pt x="26" y="48"/>
                    <a:pt x="26" y="48"/>
                    <a:pt x="26" y="48"/>
                  </a:cubicBezTo>
                  <a:cubicBezTo>
                    <a:pt x="26" y="48"/>
                    <a:pt x="21" y="50"/>
                    <a:pt x="17" y="49"/>
                  </a:cubicBezTo>
                  <a:cubicBezTo>
                    <a:pt x="0" y="55"/>
                    <a:pt x="0" y="55"/>
                    <a:pt x="0" y="55"/>
                  </a:cubicBezTo>
                  <a:cubicBezTo>
                    <a:pt x="0" y="29"/>
                    <a:pt x="0" y="29"/>
                    <a:pt x="0" y="29"/>
                  </a:cubicBezTo>
                  <a:cubicBezTo>
                    <a:pt x="3" y="28"/>
                    <a:pt x="3" y="28"/>
                    <a:pt x="3" y="28"/>
                  </a:cubicBezTo>
                  <a:cubicBezTo>
                    <a:pt x="3" y="28"/>
                    <a:pt x="5" y="21"/>
                    <a:pt x="7" y="16"/>
                  </a:cubicBezTo>
                  <a:cubicBezTo>
                    <a:pt x="8" y="11"/>
                    <a:pt x="24" y="3"/>
                    <a:pt x="24" y="3"/>
                  </a:cubicBezTo>
                  <a:cubicBezTo>
                    <a:pt x="27" y="8"/>
                    <a:pt x="25" y="10"/>
                    <a:pt x="22" y="11"/>
                  </a:cubicBezTo>
                  <a:cubicBezTo>
                    <a:pt x="21" y="12"/>
                    <a:pt x="19" y="13"/>
                    <a:pt x="19" y="13"/>
                  </a:cubicBezTo>
                  <a:cubicBezTo>
                    <a:pt x="16" y="16"/>
                    <a:pt x="16" y="16"/>
                    <a:pt x="16" y="16"/>
                  </a:cubicBezTo>
                  <a:lnTo>
                    <a:pt x="17" y="16"/>
                  </a:lnTo>
                  <a:close/>
                </a:path>
              </a:pathLst>
            </a:custGeom>
            <a:solidFill>
              <a:srgbClr val="F7C2AB"/>
            </a:solidFill>
            <a:ln>
              <a:noFill/>
            </a:ln>
          </p:spPr>
          <p:txBody>
            <a:bodyPr vert="horz" wrap="square" lIns="68580" tIns="34290" rIns="68580" bIns="34290" numCol="1" anchor="t" anchorCtr="0" compatLnSpc="1"/>
            <a:lstStyle/>
            <a:p>
              <a:endParaRPr lang="en-US" sz="1350"/>
            </a:p>
          </p:txBody>
        </p:sp>
        <p:sp>
          <p:nvSpPr>
            <p:cNvPr id="124" name="Freeform 123"/>
            <p:cNvSpPr/>
            <p:nvPr/>
          </p:nvSpPr>
          <p:spPr bwMode="auto">
            <a:xfrm>
              <a:off x="5071715" y="4542771"/>
              <a:ext cx="449791" cy="233025"/>
            </a:xfrm>
            <a:custGeom>
              <a:avLst/>
              <a:gdLst>
                <a:gd name="T0" fmla="*/ 34 w 35"/>
                <a:gd name="T1" fmla="*/ 18 h 18"/>
                <a:gd name="T2" fmla="*/ 18 w 35"/>
                <a:gd name="T3" fmla="*/ 2 h 18"/>
                <a:gd name="T4" fmla="*/ 2 w 35"/>
                <a:gd name="T5" fmla="*/ 16 h 18"/>
                <a:gd name="T6" fmla="*/ 0 w 35"/>
                <a:gd name="T7" fmla="*/ 16 h 18"/>
                <a:gd name="T8" fmla="*/ 18 w 35"/>
                <a:gd name="T9" fmla="*/ 1 h 18"/>
                <a:gd name="T10" fmla="*/ 35 w 35"/>
                <a:gd name="T11" fmla="*/ 17 h 18"/>
                <a:gd name="T12" fmla="*/ 34 w 35"/>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35" h="18">
                  <a:moveTo>
                    <a:pt x="34" y="18"/>
                  </a:moveTo>
                  <a:cubicBezTo>
                    <a:pt x="29" y="8"/>
                    <a:pt x="24" y="2"/>
                    <a:pt x="18" y="2"/>
                  </a:cubicBezTo>
                  <a:cubicBezTo>
                    <a:pt x="9" y="2"/>
                    <a:pt x="2" y="16"/>
                    <a:pt x="2" y="16"/>
                  </a:cubicBezTo>
                  <a:cubicBezTo>
                    <a:pt x="0" y="16"/>
                    <a:pt x="0" y="16"/>
                    <a:pt x="0" y="16"/>
                  </a:cubicBezTo>
                  <a:cubicBezTo>
                    <a:pt x="0" y="15"/>
                    <a:pt x="8" y="0"/>
                    <a:pt x="18" y="1"/>
                  </a:cubicBezTo>
                  <a:cubicBezTo>
                    <a:pt x="24" y="1"/>
                    <a:pt x="30" y="6"/>
                    <a:pt x="35" y="17"/>
                  </a:cubicBezTo>
                  <a:cubicBezTo>
                    <a:pt x="34" y="18"/>
                    <a:pt x="34" y="18"/>
                    <a:pt x="34" y="18"/>
                  </a:cubicBezTo>
                </a:path>
              </a:pathLst>
            </a:custGeom>
            <a:solidFill>
              <a:srgbClr val="2E262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25" name="Freeform 124"/>
            <p:cNvSpPr/>
            <p:nvPr/>
          </p:nvSpPr>
          <p:spPr bwMode="auto">
            <a:xfrm>
              <a:off x="4722181" y="4737860"/>
              <a:ext cx="1056736" cy="661136"/>
            </a:xfrm>
            <a:custGeom>
              <a:avLst/>
              <a:gdLst>
                <a:gd name="T0" fmla="*/ 81 w 82"/>
                <a:gd name="T1" fmla="*/ 47 h 51"/>
                <a:gd name="T2" fmla="*/ 77 w 82"/>
                <a:gd name="T3" fmla="*/ 51 h 51"/>
                <a:gd name="T4" fmla="*/ 3 w 82"/>
                <a:gd name="T5" fmla="*/ 48 h 51"/>
                <a:gd name="T6" fmla="*/ 0 w 82"/>
                <a:gd name="T7" fmla="*/ 44 h 51"/>
                <a:gd name="T8" fmla="*/ 1 w 82"/>
                <a:gd name="T9" fmla="*/ 3 h 51"/>
                <a:gd name="T10" fmla="*/ 5 w 82"/>
                <a:gd name="T11" fmla="*/ 0 h 51"/>
                <a:gd name="T12" fmla="*/ 79 w 82"/>
                <a:gd name="T13" fmla="*/ 3 h 51"/>
                <a:gd name="T14" fmla="*/ 82 w 82"/>
                <a:gd name="T15" fmla="*/ 6 h 51"/>
                <a:gd name="T16" fmla="*/ 81 w 82"/>
                <a:gd name="T17" fmla="*/ 4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51">
                  <a:moveTo>
                    <a:pt x="81" y="47"/>
                  </a:moveTo>
                  <a:cubicBezTo>
                    <a:pt x="80" y="49"/>
                    <a:pt x="79" y="51"/>
                    <a:pt x="77" y="51"/>
                  </a:cubicBezTo>
                  <a:cubicBezTo>
                    <a:pt x="3" y="48"/>
                    <a:pt x="3" y="48"/>
                    <a:pt x="3" y="48"/>
                  </a:cubicBezTo>
                  <a:cubicBezTo>
                    <a:pt x="1" y="48"/>
                    <a:pt x="0" y="46"/>
                    <a:pt x="0" y="44"/>
                  </a:cubicBezTo>
                  <a:cubicBezTo>
                    <a:pt x="1" y="3"/>
                    <a:pt x="1" y="3"/>
                    <a:pt x="1" y="3"/>
                  </a:cubicBezTo>
                  <a:cubicBezTo>
                    <a:pt x="1" y="1"/>
                    <a:pt x="3" y="0"/>
                    <a:pt x="5" y="0"/>
                  </a:cubicBezTo>
                  <a:cubicBezTo>
                    <a:pt x="79" y="3"/>
                    <a:pt x="79" y="3"/>
                    <a:pt x="79" y="3"/>
                  </a:cubicBezTo>
                  <a:cubicBezTo>
                    <a:pt x="81" y="3"/>
                    <a:pt x="82" y="4"/>
                    <a:pt x="82" y="6"/>
                  </a:cubicBezTo>
                  <a:cubicBezTo>
                    <a:pt x="81" y="47"/>
                    <a:pt x="81" y="47"/>
                    <a:pt x="81" y="47"/>
                  </a:cubicBezTo>
                </a:path>
              </a:pathLst>
            </a:custGeom>
            <a:solidFill>
              <a:srgbClr val="242424"/>
            </a:solidFill>
            <a:ln>
              <a:noFill/>
            </a:ln>
          </p:spPr>
          <p:txBody>
            <a:bodyPr vert="horz" wrap="square" lIns="68580" tIns="34290" rIns="68580" bIns="34290" numCol="1" anchor="t" anchorCtr="0" compatLnSpc="1"/>
            <a:lstStyle/>
            <a:p>
              <a:endParaRPr lang="en-US" sz="1350"/>
            </a:p>
          </p:txBody>
        </p:sp>
        <p:sp>
          <p:nvSpPr>
            <p:cNvPr id="126" name="Freeform 125"/>
            <p:cNvSpPr/>
            <p:nvPr/>
          </p:nvSpPr>
          <p:spPr bwMode="auto">
            <a:xfrm>
              <a:off x="5209905" y="5025077"/>
              <a:ext cx="102966" cy="124642"/>
            </a:xfrm>
            <a:custGeom>
              <a:avLst/>
              <a:gdLst>
                <a:gd name="T0" fmla="*/ 19 w 19"/>
                <a:gd name="T1" fmla="*/ 23 h 23"/>
                <a:gd name="T2" fmla="*/ 0 w 19"/>
                <a:gd name="T3" fmla="*/ 23 h 23"/>
                <a:gd name="T4" fmla="*/ 3 w 19"/>
                <a:gd name="T5" fmla="*/ 0 h 23"/>
                <a:gd name="T6" fmla="*/ 19 w 19"/>
                <a:gd name="T7" fmla="*/ 0 h 23"/>
                <a:gd name="T8" fmla="*/ 19 w 19"/>
                <a:gd name="T9" fmla="*/ 23 h 23"/>
              </a:gdLst>
              <a:ahLst/>
              <a:cxnLst>
                <a:cxn ang="0">
                  <a:pos x="T0" y="T1"/>
                </a:cxn>
                <a:cxn ang="0">
                  <a:pos x="T2" y="T3"/>
                </a:cxn>
                <a:cxn ang="0">
                  <a:pos x="T4" y="T5"/>
                </a:cxn>
                <a:cxn ang="0">
                  <a:pos x="T6" y="T7"/>
                </a:cxn>
                <a:cxn ang="0">
                  <a:pos x="T8" y="T9"/>
                </a:cxn>
              </a:cxnLst>
              <a:rect l="0" t="0" r="r" b="b"/>
              <a:pathLst>
                <a:path w="19" h="23">
                  <a:moveTo>
                    <a:pt x="19" y="23"/>
                  </a:moveTo>
                  <a:lnTo>
                    <a:pt x="0" y="23"/>
                  </a:lnTo>
                  <a:lnTo>
                    <a:pt x="3" y="0"/>
                  </a:lnTo>
                  <a:lnTo>
                    <a:pt x="19" y="0"/>
                  </a:lnTo>
                  <a:lnTo>
                    <a:pt x="19" y="2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27" name="Freeform 126"/>
            <p:cNvSpPr/>
            <p:nvPr/>
          </p:nvSpPr>
          <p:spPr bwMode="auto">
            <a:xfrm>
              <a:off x="4733020" y="4737860"/>
              <a:ext cx="1045897" cy="455208"/>
            </a:xfrm>
            <a:custGeom>
              <a:avLst/>
              <a:gdLst>
                <a:gd name="T0" fmla="*/ 78 w 81"/>
                <a:gd name="T1" fmla="*/ 3 h 35"/>
                <a:gd name="T2" fmla="*/ 4 w 81"/>
                <a:gd name="T3" fmla="*/ 0 h 35"/>
                <a:gd name="T4" fmla="*/ 0 w 81"/>
                <a:gd name="T5" fmla="*/ 3 h 35"/>
                <a:gd name="T6" fmla="*/ 0 w 81"/>
                <a:gd name="T7" fmla="*/ 8 h 35"/>
                <a:gd name="T8" fmla="*/ 81 w 81"/>
                <a:gd name="T9" fmla="*/ 13 h 35"/>
                <a:gd name="T10" fmla="*/ 81 w 81"/>
                <a:gd name="T11" fmla="*/ 6 h 35"/>
                <a:gd name="T12" fmla="*/ 78 w 81"/>
                <a:gd name="T13" fmla="*/ 3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78" y="3"/>
                  </a:moveTo>
                  <a:cubicBezTo>
                    <a:pt x="4" y="0"/>
                    <a:pt x="4" y="0"/>
                    <a:pt x="4" y="0"/>
                  </a:cubicBezTo>
                  <a:cubicBezTo>
                    <a:pt x="2" y="0"/>
                    <a:pt x="0" y="1"/>
                    <a:pt x="0" y="3"/>
                  </a:cubicBezTo>
                  <a:cubicBezTo>
                    <a:pt x="0" y="8"/>
                    <a:pt x="0" y="8"/>
                    <a:pt x="0" y="8"/>
                  </a:cubicBezTo>
                  <a:cubicBezTo>
                    <a:pt x="17" y="21"/>
                    <a:pt x="47" y="35"/>
                    <a:pt x="81" y="13"/>
                  </a:cubicBezTo>
                  <a:cubicBezTo>
                    <a:pt x="81" y="6"/>
                    <a:pt x="81" y="6"/>
                    <a:pt x="81" y="6"/>
                  </a:cubicBezTo>
                  <a:cubicBezTo>
                    <a:pt x="81" y="4"/>
                    <a:pt x="80" y="3"/>
                    <a:pt x="78" y="3"/>
                  </a:cubicBezTo>
                </a:path>
              </a:pathLst>
            </a:custGeom>
            <a:solidFill>
              <a:srgbClr val="4C4C4C"/>
            </a:solidFill>
            <a:ln>
              <a:noFill/>
            </a:ln>
          </p:spPr>
          <p:txBody>
            <a:bodyPr vert="horz" wrap="square" lIns="68580" tIns="34290" rIns="68580" bIns="34290" numCol="1" anchor="t" anchorCtr="0" compatLnSpc="1"/>
            <a:lstStyle/>
            <a:p>
              <a:endParaRPr lang="en-US" sz="1350"/>
            </a:p>
          </p:txBody>
        </p:sp>
        <p:sp>
          <p:nvSpPr>
            <p:cNvPr id="128" name="Freeform 127"/>
            <p:cNvSpPr/>
            <p:nvPr/>
          </p:nvSpPr>
          <p:spPr bwMode="auto">
            <a:xfrm>
              <a:off x="5209905" y="5008818"/>
              <a:ext cx="102966" cy="140898"/>
            </a:xfrm>
            <a:custGeom>
              <a:avLst/>
              <a:gdLst>
                <a:gd name="T0" fmla="*/ 7 w 8"/>
                <a:gd name="T1" fmla="*/ 10 h 11"/>
                <a:gd name="T2" fmla="*/ 1 w 8"/>
                <a:gd name="T3" fmla="*/ 9 h 11"/>
                <a:gd name="T4" fmla="*/ 1 w 8"/>
                <a:gd name="T5" fmla="*/ 0 h 11"/>
                <a:gd name="T6" fmla="*/ 8 w 8"/>
                <a:gd name="T7" fmla="*/ 0 h 11"/>
                <a:gd name="T8" fmla="*/ 7 w 8"/>
                <a:gd name="T9" fmla="*/ 10 h 11"/>
              </a:gdLst>
              <a:ahLst/>
              <a:cxnLst>
                <a:cxn ang="0">
                  <a:pos x="T0" y="T1"/>
                </a:cxn>
                <a:cxn ang="0">
                  <a:pos x="T2" y="T3"/>
                </a:cxn>
                <a:cxn ang="0">
                  <a:pos x="T4" y="T5"/>
                </a:cxn>
                <a:cxn ang="0">
                  <a:pos x="T6" y="T7"/>
                </a:cxn>
                <a:cxn ang="0">
                  <a:pos x="T8" y="T9"/>
                </a:cxn>
              </a:cxnLst>
              <a:rect l="0" t="0" r="r" b="b"/>
              <a:pathLst>
                <a:path w="8" h="11">
                  <a:moveTo>
                    <a:pt x="7" y="10"/>
                  </a:moveTo>
                  <a:cubicBezTo>
                    <a:pt x="6" y="11"/>
                    <a:pt x="2" y="10"/>
                    <a:pt x="1" y="9"/>
                  </a:cubicBezTo>
                  <a:cubicBezTo>
                    <a:pt x="0" y="6"/>
                    <a:pt x="1" y="0"/>
                    <a:pt x="1" y="0"/>
                  </a:cubicBezTo>
                  <a:cubicBezTo>
                    <a:pt x="8" y="0"/>
                    <a:pt x="8" y="0"/>
                    <a:pt x="8" y="0"/>
                  </a:cubicBezTo>
                  <a:cubicBezTo>
                    <a:pt x="8" y="0"/>
                    <a:pt x="8" y="6"/>
                    <a:pt x="7" y="10"/>
                  </a:cubicBezTo>
                </a:path>
              </a:pathLst>
            </a:custGeom>
            <a:solidFill>
              <a:schemeClr val="bg1"/>
            </a:solidFill>
            <a:ln>
              <a:noFill/>
            </a:ln>
          </p:spPr>
          <p:txBody>
            <a:bodyPr vert="horz" wrap="square" lIns="68580" tIns="34290" rIns="68580" bIns="34290" numCol="1" anchor="t" anchorCtr="0" compatLnSpc="1"/>
            <a:lstStyle/>
            <a:p>
              <a:endParaRPr lang="en-US" sz="1350"/>
            </a:p>
          </p:txBody>
        </p:sp>
        <p:sp>
          <p:nvSpPr>
            <p:cNvPr id="129" name="Freeform 128"/>
            <p:cNvSpPr/>
            <p:nvPr/>
          </p:nvSpPr>
          <p:spPr bwMode="auto">
            <a:xfrm>
              <a:off x="5069007" y="4672830"/>
              <a:ext cx="54191" cy="81289"/>
            </a:xfrm>
            <a:custGeom>
              <a:avLst/>
              <a:gdLst>
                <a:gd name="T0" fmla="*/ 4 w 4"/>
                <a:gd name="T1" fmla="*/ 0 h 6"/>
                <a:gd name="T2" fmla="*/ 0 w 4"/>
                <a:gd name="T3" fmla="*/ 6 h 6"/>
                <a:gd name="T4" fmla="*/ 0 w 4"/>
                <a:gd name="T5" fmla="*/ 6 h 6"/>
                <a:gd name="T6" fmla="*/ 4 w 4"/>
                <a:gd name="T7" fmla="*/ 0 h 6"/>
                <a:gd name="T8" fmla="*/ 4 w 4"/>
                <a:gd name="T9" fmla="*/ 0 h 6"/>
              </a:gdLst>
              <a:ahLst/>
              <a:cxnLst>
                <a:cxn ang="0">
                  <a:pos x="T0" y="T1"/>
                </a:cxn>
                <a:cxn ang="0">
                  <a:pos x="T2" y="T3"/>
                </a:cxn>
                <a:cxn ang="0">
                  <a:pos x="T4" y="T5"/>
                </a:cxn>
                <a:cxn ang="0">
                  <a:pos x="T6" y="T7"/>
                </a:cxn>
                <a:cxn ang="0">
                  <a:pos x="T8" y="T9"/>
                </a:cxn>
              </a:cxnLst>
              <a:rect l="0" t="0" r="r" b="b"/>
              <a:pathLst>
                <a:path w="4" h="6">
                  <a:moveTo>
                    <a:pt x="4" y="0"/>
                  </a:moveTo>
                  <a:cubicBezTo>
                    <a:pt x="2" y="2"/>
                    <a:pt x="1" y="5"/>
                    <a:pt x="0" y="6"/>
                  </a:cubicBezTo>
                  <a:cubicBezTo>
                    <a:pt x="0" y="6"/>
                    <a:pt x="0" y="6"/>
                    <a:pt x="0" y="6"/>
                  </a:cubicBezTo>
                  <a:cubicBezTo>
                    <a:pt x="1" y="5"/>
                    <a:pt x="2" y="2"/>
                    <a:pt x="4" y="0"/>
                  </a:cubicBezTo>
                  <a:cubicBezTo>
                    <a:pt x="4" y="0"/>
                    <a:pt x="4" y="0"/>
                    <a:pt x="4" y="0"/>
                  </a:cubicBezTo>
                </a:path>
              </a:pathLst>
            </a:custGeom>
            <a:solidFill>
              <a:srgbClr val="898C8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30" name="Freeform 129"/>
            <p:cNvSpPr/>
            <p:nvPr/>
          </p:nvSpPr>
          <p:spPr bwMode="auto">
            <a:xfrm>
              <a:off x="5123198" y="4569868"/>
              <a:ext cx="140898" cy="102966"/>
            </a:xfrm>
            <a:custGeom>
              <a:avLst/>
              <a:gdLst>
                <a:gd name="T0" fmla="*/ 11 w 11"/>
                <a:gd name="T1" fmla="*/ 0 h 8"/>
                <a:gd name="T2" fmla="*/ 0 w 11"/>
                <a:gd name="T3" fmla="*/ 8 h 8"/>
                <a:gd name="T4" fmla="*/ 0 w 11"/>
                <a:gd name="T5" fmla="*/ 8 h 8"/>
                <a:gd name="T6" fmla="*/ 11 w 11"/>
                <a:gd name="T7" fmla="*/ 0 h 8"/>
                <a:gd name="T8" fmla="*/ 11 w 11"/>
                <a:gd name="T9" fmla="*/ 0 h 8"/>
              </a:gdLst>
              <a:ahLst/>
              <a:cxnLst>
                <a:cxn ang="0">
                  <a:pos x="T0" y="T1"/>
                </a:cxn>
                <a:cxn ang="0">
                  <a:pos x="T2" y="T3"/>
                </a:cxn>
                <a:cxn ang="0">
                  <a:pos x="T4" y="T5"/>
                </a:cxn>
                <a:cxn ang="0">
                  <a:pos x="T6" y="T7"/>
                </a:cxn>
                <a:cxn ang="0">
                  <a:pos x="T8" y="T9"/>
                </a:cxn>
              </a:cxnLst>
              <a:rect l="0" t="0" r="r" b="b"/>
              <a:pathLst>
                <a:path w="11" h="8">
                  <a:moveTo>
                    <a:pt x="11" y="0"/>
                  </a:moveTo>
                  <a:cubicBezTo>
                    <a:pt x="7" y="1"/>
                    <a:pt x="3" y="4"/>
                    <a:pt x="0" y="8"/>
                  </a:cubicBezTo>
                  <a:cubicBezTo>
                    <a:pt x="0" y="8"/>
                    <a:pt x="0" y="8"/>
                    <a:pt x="0" y="8"/>
                  </a:cubicBezTo>
                  <a:cubicBezTo>
                    <a:pt x="3" y="4"/>
                    <a:pt x="7" y="1"/>
                    <a:pt x="11" y="0"/>
                  </a:cubicBezTo>
                  <a:cubicBezTo>
                    <a:pt x="11" y="0"/>
                    <a:pt x="11" y="0"/>
                    <a:pt x="11" y="0"/>
                  </a:cubicBezTo>
                </a:path>
              </a:pathLst>
            </a:custGeom>
            <a:solidFill>
              <a:srgbClr val="4F525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31" name="Freeform 130"/>
            <p:cNvSpPr/>
            <p:nvPr/>
          </p:nvSpPr>
          <p:spPr bwMode="auto">
            <a:xfrm>
              <a:off x="4787211" y="4737860"/>
              <a:ext cx="254702" cy="16259"/>
            </a:xfrm>
            <a:custGeom>
              <a:avLst/>
              <a:gdLst>
                <a:gd name="T0" fmla="*/ 0 w 20"/>
                <a:gd name="T1" fmla="*/ 0 h 1"/>
                <a:gd name="T2" fmla="*/ 0 w 20"/>
                <a:gd name="T3" fmla="*/ 0 h 1"/>
                <a:gd name="T4" fmla="*/ 0 w 20"/>
                <a:gd name="T5" fmla="*/ 0 h 1"/>
                <a:gd name="T6" fmla="*/ 0 w 20"/>
                <a:gd name="T7" fmla="*/ 0 h 1"/>
                <a:gd name="T8" fmla="*/ 20 w 20"/>
                <a:gd name="T9" fmla="*/ 1 h 1"/>
                <a:gd name="T10" fmla="*/ 20 w 20"/>
                <a:gd name="T11" fmla="*/ 1 h 1"/>
                <a:gd name="T12" fmla="*/ 0 w 20"/>
                <a:gd name="T13" fmla="*/ 0 h 1"/>
                <a:gd name="T14" fmla="*/ 0 w 20"/>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1">
                  <a:moveTo>
                    <a:pt x="0" y="0"/>
                  </a:moveTo>
                  <a:cubicBezTo>
                    <a:pt x="0" y="0"/>
                    <a:pt x="0" y="0"/>
                    <a:pt x="0" y="0"/>
                  </a:cubicBezTo>
                  <a:cubicBezTo>
                    <a:pt x="0" y="0"/>
                    <a:pt x="0" y="0"/>
                    <a:pt x="0" y="0"/>
                  </a:cubicBezTo>
                  <a:cubicBezTo>
                    <a:pt x="0" y="0"/>
                    <a:pt x="0" y="0"/>
                    <a:pt x="0" y="0"/>
                  </a:cubicBezTo>
                  <a:cubicBezTo>
                    <a:pt x="20" y="1"/>
                    <a:pt x="20" y="1"/>
                    <a:pt x="20" y="1"/>
                  </a:cubicBezTo>
                  <a:cubicBezTo>
                    <a:pt x="20" y="1"/>
                    <a:pt x="20" y="1"/>
                    <a:pt x="20" y="1"/>
                  </a:cubicBezTo>
                  <a:cubicBezTo>
                    <a:pt x="0" y="0"/>
                    <a:pt x="0" y="0"/>
                    <a:pt x="0" y="0"/>
                  </a:cubicBezTo>
                  <a:cubicBezTo>
                    <a:pt x="0" y="0"/>
                    <a:pt x="0" y="0"/>
                    <a:pt x="0" y="0"/>
                  </a:cubicBezTo>
                </a:path>
              </a:pathLst>
            </a:custGeom>
            <a:solidFill>
              <a:srgbClr val="D1D3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132" name="Freeform 131"/>
            <p:cNvSpPr>
              <a:spLocks noEditPoints="1"/>
            </p:cNvSpPr>
            <p:nvPr/>
          </p:nvSpPr>
          <p:spPr bwMode="auto">
            <a:xfrm>
              <a:off x="4722181" y="4737860"/>
              <a:ext cx="525659" cy="634042"/>
            </a:xfrm>
            <a:custGeom>
              <a:avLst/>
              <a:gdLst>
                <a:gd name="T0" fmla="*/ 1 w 41"/>
                <a:gd name="T1" fmla="*/ 8 h 49"/>
                <a:gd name="T2" fmla="*/ 0 w 41"/>
                <a:gd name="T3" fmla="*/ 44 h 49"/>
                <a:gd name="T4" fmla="*/ 3 w 41"/>
                <a:gd name="T5" fmla="*/ 48 h 49"/>
                <a:gd name="T6" fmla="*/ 40 w 41"/>
                <a:gd name="T7" fmla="*/ 49 h 49"/>
                <a:gd name="T8" fmla="*/ 41 w 41"/>
                <a:gd name="T9" fmla="*/ 32 h 49"/>
                <a:gd name="T10" fmla="*/ 38 w 41"/>
                <a:gd name="T11" fmla="*/ 32 h 49"/>
                <a:gd name="T12" fmla="*/ 38 w 41"/>
                <a:gd name="T13" fmla="*/ 24 h 49"/>
                <a:gd name="T14" fmla="*/ 1 w 41"/>
                <a:gd name="T15" fmla="*/ 8 h 49"/>
                <a:gd name="T16" fmla="*/ 5 w 41"/>
                <a:gd name="T17" fmla="*/ 0 h 49"/>
                <a:gd name="T18" fmla="*/ 5 w 41"/>
                <a:gd name="T19" fmla="*/ 0 h 49"/>
                <a:gd name="T20" fmla="*/ 5 w 41"/>
                <a:gd name="T21" fmla="*/ 0 h 49"/>
                <a:gd name="T22" fmla="*/ 5 w 41"/>
                <a:gd name="T23"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 h="49">
                  <a:moveTo>
                    <a:pt x="1" y="8"/>
                  </a:moveTo>
                  <a:cubicBezTo>
                    <a:pt x="0" y="44"/>
                    <a:pt x="0" y="44"/>
                    <a:pt x="0" y="44"/>
                  </a:cubicBezTo>
                  <a:cubicBezTo>
                    <a:pt x="0" y="46"/>
                    <a:pt x="1" y="48"/>
                    <a:pt x="3" y="48"/>
                  </a:cubicBezTo>
                  <a:cubicBezTo>
                    <a:pt x="40" y="49"/>
                    <a:pt x="40" y="49"/>
                    <a:pt x="40" y="49"/>
                  </a:cubicBezTo>
                  <a:cubicBezTo>
                    <a:pt x="41" y="32"/>
                    <a:pt x="41" y="32"/>
                    <a:pt x="41" y="32"/>
                  </a:cubicBezTo>
                  <a:cubicBezTo>
                    <a:pt x="38" y="32"/>
                    <a:pt x="38" y="32"/>
                    <a:pt x="38" y="32"/>
                  </a:cubicBezTo>
                  <a:cubicBezTo>
                    <a:pt x="38" y="24"/>
                    <a:pt x="38" y="24"/>
                    <a:pt x="38" y="24"/>
                  </a:cubicBezTo>
                  <a:cubicBezTo>
                    <a:pt x="23" y="22"/>
                    <a:pt x="10" y="15"/>
                    <a:pt x="1" y="8"/>
                  </a:cubicBezTo>
                  <a:moveTo>
                    <a:pt x="5" y="0"/>
                  </a:moveTo>
                  <a:cubicBezTo>
                    <a:pt x="5" y="0"/>
                    <a:pt x="5" y="0"/>
                    <a:pt x="5" y="0"/>
                  </a:cubicBezTo>
                  <a:cubicBezTo>
                    <a:pt x="5" y="0"/>
                    <a:pt x="5" y="0"/>
                    <a:pt x="5" y="0"/>
                  </a:cubicBezTo>
                  <a:cubicBezTo>
                    <a:pt x="5" y="0"/>
                    <a:pt x="5" y="0"/>
                    <a:pt x="5" y="0"/>
                  </a:cubicBezTo>
                </a:path>
              </a:pathLst>
            </a:custGeom>
            <a:solidFill>
              <a:srgbClr val="484848"/>
            </a:solidFill>
            <a:ln>
              <a:noFill/>
            </a:ln>
          </p:spPr>
          <p:txBody>
            <a:bodyPr vert="horz" wrap="square" lIns="68580" tIns="34290" rIns="68580" bIns="34290" numCol="1" anchor="t" anchorCtr="0" compatLnSpc="1"/>
            <a:lstStyle/>
            <a:p>
              <a:endParaRPr lang="en-US" sz="1350"/>
            </a:p>
          </p:txBody>
        </p:sp>
        <p:sp>
          <p:nvSpPr>
            <p:cNvPr id="133" name="Freeform 132"/>
            <p:cNvSpPr/>
            <p:nvPr/>
          </p:nvSpPr>
          <p:spPr bwMode="auto">
            <a:xfrm>
              <a:off x="4733020" y="4737860"/>
              <a:ext cx="531076" cy="308893"/>
            </a:xfrm>
            <a:custGeom>
              <a:avLst/>
              <a:gdLst>
                <a:gd name="T0" fmla="*/ 4 w 41"/>
                <a:gd name="T1" fmla="*/ 0 h 24"/>
                <a:gd name="T2" fmla="*/ 0 w 41"/>
                <a:gd name="T3" fmla="*/ 3 h 24"/>
                <a:gd name="T4" fmla="*/ 0 w 41"/>
                <a:gd name="T5" fmla="*/ 8 h 24"/>
                <a:gd name="T6" fmla="*/ 0 w 41"/>
                <a:gd name="T7" fmla="*/ 8 h 24"/>
                <a:gd name="T8" fmla="*/ 37 w 41"/>
                <a:gd name="T9" fmla="*/ 24 h 24"/>
                <a:gd name="T10" fmla="*/ 38 w 41"/>
                <a:gd name="T11" fmla="*/ 24 h 24"/>
                <a:gd name="T12" fmla="*/ 38 w 41"/>
                <a:gd name="T13" fmla="*/ 21 h 24"/>
                <a:gd name="T14" fmla="*/ 40 w 41"/>
                <a:gd name="T15" fmla="*/ 21 h 24"/>
                <a:gd name="T16" fmla="*/ 41 w 41"/>
                <a:gd name="T17" fmla="*/ 1 h 24"/>
                <a:gd name="T18" fmla="*/ 26 w 41"/>
                <a:gd name="T19" fmla="*/ 1 h 24"/>
                <a:gd name="T20" fmla="*/ 26 w 41"/>
                <a:gd name="T21" fmla="*/ 1 h 24"/>
                <a:gd name="T22" fmla="*/ 26 w 41"/>
                <a:gd name="T23" fmla="*/ 1 h 24"/>
                <a:gd name="T24" fmla="*/ 24 w 41"/>
                <a:gd name="T25" fmla="*/ 1 h 24"/>
                <a:gd name="T26" fmla="*/ 4 w 41"/>
                <a:gd name="T27" fmla="*/ 0 h 24"/>
                <a:gd name="T28" fmla="*/ 4 w 41"/>
                <a:gd name="T29" fmla="*/ 0 h 24"/>
                <a:gd name="T30" fmla="*/ 4 w 41"/>
                <a:gd name="T31"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1" h="24">
                  <a:moveTo>
                    <a:pt x="4" y="0"/>
                  </a:moveTo>
                  <a:cubicBezTo>
                    <a:pt x="2" y="0"/>
                    <a:pt x="0" y="1"/>
                    <a:pt x="0" y="3"/>
                  </a:cubicBezTo>
                  <a:cubicBezTo>
                    <a:pt x="0" y="8"/>
                    <a:pt x="0" y="8"/>
                    <a:pt x="0" y="8"/>
                  </a:cubicBezTo>
                  <a:cubicBezTo>
                    <a:pt x="0" y="8"/>
                    <a:pt x="0" y="8"/>
                    <a:pt x="0" y="8"/>
                  </a:cubicBezTo>
                  <a:cubicBezTo>
                    <a:pt x="9" y="15"/>
                    <a:pt x="22" y="22"/>
                    <a:pt x="37" y="24"/>
                  </a:cubicBezTo>
                  <a:cubicBezTo>
                    <a:pt x="38" y="24"/>
                    <a:pt x="38" y="24"/>
                    <a:pt x="38" y="24"/>
                  </a:cubicBezTo>
                  <a:cubicBezTo>
                    <a:pt x="38" y="22"/>
                    <a:pt x="38" y="21"/>
                    <a:pt x="38" y="21"/>
                  </a:cubicBezTo>
                  <a:cubicBezTo>
                    <a:pt x="40" y="21"/>
                    <a:pt x="40" y="21"/>
                    <a:pt x="40" y="21"/>
                  </a:cubicBezTo>
                  <a:cubicBezTo>
                    <a:pt x="41" y="1"/>
                    <a:pt x="41" y="1"/>
                    <a:pt x="41" y="1"/>
                  </a:cubicBezTo>
                  <a:cubicBezTo>
                    <a:pt x="26" y="1"/>
                    <a:pt x="26" y="1"/>
                    <a:pt x="26" y="1"/>
                  </a:cubicBezTo>
                  <a:cubicBezTo>
                    <a:pt x="26" y="1"/>
                    <a:pt x="26" y="1"/>
                    <a:pt x="26" y="1"/>
                  </a:cubicBezTo>
                  <a:cubicBezTo>
                    <a:pt x="26" y="1"/>
                    <a:pt x="26" y="1"/>
                    <a:pt x="26" y="1"/>
                  </a:cubicBezTo>
                  <a:cubicBezTo>
                    <a:pt x="24" y="1"/>
                    <a:pt x="24" y="1"/>
                    <a:pt x="24" y="1"/>
                  </a:cubicBezTo>
                  <a:cubicBezTo>
                    <a:pt x="4" y="0"/>
                    <a:pt x="4" y="0"/>
                    <a:pt x="4" y="0"/>
                  </a:cubicBezTo>
                  <a:cubicBezTo>
                    <a:pt x="4" y="0"/>
                    <a:pt x="4" y="0"/>
                    <a:pt x="4" y="0"/>
                  </a:cubicBezTo>
                  <a:cubicBezTo>
                    <a:pt x="4" y="0"/>
                    <a:pt x="4" y="0"/>
                    <a:pt x="4" y="0"/>
                  </a:cubicBezTo>
                </a:path>
              </a:pathLst>
            </a:custGeom>
            <a:solidFill>
              <a:srgbClr val="5E5E5E"/>
            </a:solidFill>
            <a:ln>
              <a:noFill/>
            </a:ln>
          </p:spPr>
          <p:txBody>
            <a:bodyPr vert="horz" wrap="square" lIns="68580" tIns="34290" rIns="68580" bIns="34290" numCol="1" anchor="t" anchorCtr="0" compatLnSpc="1"/>
            <a:lstStyle/>
            <a:p>
              <a:endParaRPr lang="en-US" sz="1350"/>
            </a:p>
          </p:txBody>
        </p:sp>
        <p:sp>
          <p:nvSpPr>
            <p:cNvPr id="134" name="Freeform 133"/>
            <p:cNvSpPr/>
            <p:nvPr/>
          </p:nvSpPr>
          <p:spPr bwMode="auto">
            <a:xfrm>
              <a:off x="5140432" y="4353102"/>
              <a:ext cx="346825" cy="373923"/>
            </a:xfrm>
            <a:custGeom>
              <a:avLst/>
              <a:gdLst>
                <a:gd name="T0" fmla="*/ 1 w 27"/>
                <a:gd name="T1" fmla="*/ 23 h 29"/>
                <a:gd name="T2" fmla="*/ 6 w 27"/>
                <a:gd name="T3" fmla="*/ 22 h 29"/>
                <a:gd name="T4" fmla="*/ 5 w 27"/>
                <a:gd name="T5" fmla="*/ 20 h 29"/>
                <a:gd name="T6" fmla="*/ 6 w 27"/>
                <a:gd name="T7" fmla="*/ 20 h 29"/>
                <a:gd name="T8" fmla="*/ 6 w 27"/>
                <a:gd name="T9" fmla="*/ 25 h 29"/>
                <a:gd name="T10" fmla="*/ 11 w 27"/>
                <a:gd name="T11" fmla="*/ 24 h 29"/>
                <a:gd name="T12" fmla="*/ 11 w 27"/>
                <a:gd name="T13" fmla="*/ 20 h 29"/>
                <a:gd name="T14" fmla="*/ 11 w 27"/>
                <a:gd name="T15" fmla="*/ 20 h 29"/>
                <a:gd name="T16" fmla="*/ 11 w 27"/>
                <a:gd name="T17" fmla="*/ 26 h 29"/>
                <a:gd name="T18" fmla="*/ 16 w 27"/>
                <a:gd name="T19" fmla="*/ 26 h 29"/>
                <a:gd name="T20" fmla="*/ 16 w 27"/>
                <a:gd name="T21" fmla="*/ 19 h 29"/>
                <a:gd name="T22" fmla="*/ 16 w 27"/>
                <a:gd name="T23" fmla="*/ 19 h 29"/>
                <a:gd name="T24" fmla="*/ 16 w 27"/>
                <a:gd name="T25" fmla="*/ 25 h 29"/>
                <a:gd name="T26" fmla="*/ 21 w 27"/>
                <a:gd name="T27" fmla="*/ 25 h 29"/>
                <a:gd name="T28" fmla="*/ 21 w 27"/>
                <a:gd name="T29" fmla="*/ 13 h 29"/>
                <a:gd name="T30" fmla="*/ 23 w 27"/>
                <a:gd name="T31" fmla="*/ 14 h 29"/>
                <a:gd name="T32" fmla="*/ 23 w 27"/>
                <a:gd name="T33" fmla="*/ 18 h 29"/>
                <a:gd name="T34" fmla="*/ 27 w 27"/>
                <a:gd name="T35" fmla="*/ 21 h 29"/>
                <a:gd name="T36" fmla="*/ 27 w 27"/>
                <a:gd name="T37" fmla="*/ 11 h 29"/>
                <a:gd name="T38" fmla="*/ 21 w 27"/>
                <a:gd name="T39" fmla="*/ 5 h 29"/>
                <a:gd name="T40" fmla="*/ 19 w 27"/>
                <a:gd name="T41" fmla="*/ 0 h 29"/>
                <a:gd name="T42" fmla="*/ 3 w 27"/>
                <a:gd name="T43" fmla="*/ 0 h 29"/>
                <a:gd name="T44" fmla="*/ 3 w 27"/>
                <a:gd name="T45" fmla="*/ 3 h 29"/>
                <a:gd name="T46" fmla="*/ 1 w 27"/>
                <a:gd name="T47" fmla="*/ 5 h 29"/>
                <a:gd name="T48" fmla="*/ 1 w 27"/>
                <a:gd name="T49" fmla="*/ 18 h 29"/>
                <a:gd name="T50" fmla="*/ 1 w 27"/>
                <a:gd name="T51"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 h="29">
                  <a:moveTo>
                    <a:pt x="1" y="23"/>
                  </a:moveTo>
                  <a:cubicBezTo>
                    <a:pt x="1" y="25"/>
                    <a:pt x="6" y="25"/>
                    <a:pt x="6" y="22"/>
                  </a:cubicBezTo>
                  <a:cubicBezTo>
                    <a:pt x="5" y="21"/>
                    <a:pt x="5" y="20"/>
                    <a:pt x="5" y="20"/>
                  </a:cubicBezTo>
                  <a:cubicBezTo>
                    <a:pt x="6" y="20"/>
                    <a:pt x="6" y="20"/>
                    <a:pt x="6" y="20"/>
                  </a:cubicBezTo>
                  <a:cubicBezTo>
                    <a:pt x="6" y="20"/>
                    <a:pt x="6" y="25"/>
                    <a:pt x="6" y="25"/>
                  </a:cubicBezTo>
                  <a:cubicBezTo>
                    <a:pt x="6" y="27"/>
                    <a:pt x="11" y="26"/>
                    <a:pt x="11" y="24"/>
                  </a:cubicBezTo>
                  <a:cubicBezTo>
                    <a:pt x="11" y="23"/>
                    <a:pt x="11" y="21"/>
                    <a:pt x="11" y="20"/>
                  </a:cubicBezTo>
                  <a:cubicBezTo>
                    <a:pt x="11" y="19"/>
                    <a:pt x="11" y="19"/>
                    <a:pt x="11" y="20"/>
                  </a:cubicBezTo>
                  <a:cubicBezTo>
                    <a:pt x="11" y="26"/>
                    <a:pt x="11" y="26"/>
                    <a:pt x="11" y="26"/>
                  </a:cubicBezTo>
                  <a:cubicBezTo>
                    <a:pt x="11" y="29"/>
                    <a:pt x="16" y="29"/>
                    <a:pt x="16" y="26"/>
                  </a:cubicBezTo>
                  <a:cubicBezTo>
                    <a:pt x="16" y="24"/>
                    <a:pt x="16" y="19"/>
                    <a:pt x="16" y="19"/>
                  </a:cubicBezTo>
                  <a:cubicBezTo>
                    <a:pt x="16" y="19"/>
                    <a:pt x="16" y="19"/>
                    <a:pt x="16" y="19"/>
                  </a:cubicBezTo>
                  <a:cubicBezTo>
                    <a:pt x="16" y="21"/>
                    <a:pt x="16" y="25"/>
                    <a:pt x="16" y="25"/>
                  </a:cubicBezTo>
                  <a:cubicBezTo>
                    <a:pt x="16" y="27"/>
                    <a:pt x="21" y="27"/>
                    <a:pt x="21" y="25"/>
                  </a:cubicBezTo>
                  <a:cubicBezTo>
                    <a:pt x="21" y="20"/>
                    <a:pt x="21" y="16"/>
                    <a:pt x="21" y="13"/>
                  </a:cubicBezTo>
                  <a:cubicBezTo>
                    <a:pt x="21" y="11"/>
                    <a:pt x="23" y="14"/>
                    <a:pt x="23" y="14"/>
                  </a:cubicBezTo>
                  <a:cubicBezTo>
                    <a:pt x="23" y="18"/>
                    <a:pt x="23" y="18"/>
                    <a:pt x="23" y="18"/>
                  </a:cubicBezTo>
                  <a:cubicBezTo>
                    <a:pt x="23" y="19"/>
                    <a:pt x="27" y="21"/>
                    <a:pt x="27" y="21"/>
                  </a:cubicBezTo>
                  <a:cubicBezTo>
                    <a:pt x="27" y="20"/>
                    <a:pt x="27" y="12"/>
                    <a:pt x="27" y="11"/>
                  </a:cubicBezTo>
                  <a:cubicBezTo>
                    <a:pt x="25" y="9"/>
                    <a:pt x="23" y="7"/>
                    <a:pt x="21" y="5"/>
                  </a:cubicBezTo>
                  <a:cubicBezTo>
                    <a:pt x="19" y="3"/>
                    <a:pt x="19" y="0"/>
                    <a:pt x="19" y="0"/>
                  </a:cubicBezTo>
                  <a:cubicBezTo>
                    <a:pt x="3" y="0"/>
                    <a:pt x="3" y="0"/>
                    <a:pt x="3" y="0"/>
                  </a:cubicBezTo>
                  <a:cubicBezTo>
                    <a:pt x="3" y="2"/>
                    <a:pt x="3" y="2"/>
                    <a:pt x="3" y="3"/>
                  </a:cubicBezTo>
                  <a:cubicBezTo>
                    <a:pt x="3" y="4"/>
                    <a:pt x="2" y="4"/>
                    <a:pt x="1" y="5"/>
                  </a:cubicBezTo>
                  <a:cubicBezTo>
                    <a:pt x="0" y="8"/>
                    <a:pt x="1" y="18"/>
                    <a:pt x="1" y="18"/>
                  </a:cubicBezTo>
                  <a:lnTo>
                    <a:pt x="1" y="23"/>
                  </a:lnTo>
                  <a:close/>
                </a:path>
              </a:pathLst>
            </a:custGeom>
            <a:solidFill>
              <a:srgbClr val="F7C2AB"/>
            </a:solidFill>
            <a:ln>
              <a:noFill/>
            </a:ln>
          </p:spPr>
          <p:txBody>
            <a:bodyPr vert="horz" wrap="square" lIns="68580" tIns="34290" rIns="68580" bIns="34290" numCol="1" anchor="t" anchorCtr="0" compatLnSpc="1"/>
            <a:lstStyle/>
            <a:p>
              <a:endParaRPr lang="en-US" sz="1350"/>
            </a:p>
          </p:txBody>
        </p:sp>
        <p:sp>
          <p:nvSpPr>
            <p:cNvPr id="135" name="Rectangle 134"/>
            <p:cNvSpPr>
              <a:spLocks noChangeArrowheads="1"/>
            </p:cNvSpPr>
            <p:nvPr/>
          </p:nvSpPr>
          <p:spPr bwMode="auto">
            <a:xfrm>
              <a:off x="5106943" y="4309749"/>
              <a:ext cx="325149" cy="43353"/>
            </a:xfrm>
            <a:prstGeom prst="rect">
              <a:avLst/>
            </a:prstGeom>
            <a:solidFill>
              <a:schemeClr val="bg1"/>
            </a:solidFill>
            <a:ln>
              <a:noFill/>
            </a:ln>
          </p:spPr>
          <p:txBody>
            <a:bodyPr vert="horz" wrap="square" lIns="68580" tIns="34290" rIns="68580" bIns="34290" numCol="1" anchor="t" anchorCtr="0" compatLnSpc="1"/>
            <a:lstStyle/>
            <a:p>
              <a:endParaRPr lang="en-US" sz="1350"/>
            </a:p>
          </p:txBody>
        </p:sp>
        <p:sp>
          <p:nvSpPr>
            <p:cNvPr id="136" name="Freeform 135"/>
            <p:cNvSpPr/>
            <p:nvPr/>
          </p:nvSpPr>
          <p:spPr bwMode="auto">
            <a:xfrm>
              <a:off x="5079845" y="3030830"/>
              <a:ext cx="514821" cy="1278919"/>
            </a:xfrm>
            <a:custGeom>
              <a:avLst/>
              <a:gdLst>
                <a:gd name="T0" fmla="*/ 39 w 40"/>
                <a:gd name="T1" fmla="*/ 0 h 99"/>
                <a:gd name="T2" fmla="*/ 1 w 40"/>
                <a:gd name="T3" fmla="*/ 67 h 99"/>
                <a:gd name="T4" fmla="*/ 0 w 40"/>
                <a:gd name="T5" fmla="*/ 99 h 99"/>
                <a:gd name="T6" fmla="*/ 31 w 40"/>
                <a:gd name="T7" fmla="*/ 99 h 99"/>
                <a:gd name="T8" fmla="*/ 29 w 40"/>
                <a:gd name="T9" fmla="*/ 67 h 99"/>
                <a:gd name="T10" fmla="*/ 40 w 40"/>
                <a:gd name="T11" fmla="*/ 25 h 99"/>
                <a:gd name="T12" fmla="*/ 39 w 40"/>
                <a:gd name="T13" fmla="*/ 0 h 99"/>
              </a:gdLst>
              <a:ahLst/>
              <a:cxnLst>
                <a:cxn ang="0">
                  <a:pos x="T0" y="T1"/>
                </a:cxn>
                <a:cxn ang="0">
                  <a:pos x="T2" y="T3"/>
                </a:cxn>
                <a:cxn ang="0">
                  <a:pos x="T4" y="T5"/>
                </a:cxn>
                <a:cxn ang="0">
                  <a:pos x="T6" y="T7"/>
                </a:cxn>
                <a:cxn ang="0">
                  <a:pos x="T8" y="T9"/>
                </a:cxn>
                <a:cxn ang="0">
                  <a:pos x="T10" y="T11"/>
                </a:cxn>
                <a:cxn ang="0">
                  <a:pos x="T12" y="T13"/>
                </a:cxn>
              </a:cxnLst>
              <a:rect l="0" t="0" r="r" b="b"/>
              <a:pathLst>
                <a:path w="40" h="99">
                  <a:moveTo>
                    <a:pt x="39" y="0"/>
                  </a:moveTo>
                  <a:cubicBezTo>
                    <a:pt x="5" y="14"/>
                    <a:pt x="2" y="44"/>
                    <a:pt x="1" y="67"/>
                  </a:cubicBezTo>
                  <a:cubicBezTo>
                    <a:pt x="1" y="76"/>
                    <a:pt x="0" y="99"/>
                    <a:pt x="0" y="99"/>
                  </a:cubicBezTo>
                  <a:cubicBezTo>
                    <a:pt x="31" y="99"/>
                    <a:pt x="31" y="99"/>
                    <a:pt x="31" y="99"/>
                  </a:cubicBezTo>
                  <a:cubicBezTo>
                    <a:pt x="31" y="99"/>
                    <a:pt x="30" y="86"/>
                    <a:pt x="29" y="67"/>
                  </a:cubicBezTo>
                  <a:cubicBezTo>
                    <a:pt x="26" y="14"/>
                    <a:pt x="40" y="25"/>
                    <a:pt x="40" y="25"/>
                  </a:cubicBezTo>
                  <a:lnTo>
                    <a:pt x="39" y="0"/>
                  </a:lnTo>
                  <a:close/>
                </a:path>
              </a:pathLst>
            </a:custGeom>
            <a:solidFill>
              <a:srgbClr val="484848"/>
            </a:solidFill>
            <a:ln>
              <a:noFill/>
            </a:ln>
          </p:spPr>
          <p:txBody>
            <a:bodyPr vert="horz" wrap="square" lIns="68580" tIns="34290" rIns="68580" bIns="34290" numCol="1" anchor="t" anchorCtr="0" compatLnSpc="1"/>
            <a:lstStyle/>
            <a:p>
              <a:endParaRPr lang="en-US" sz="1350"/>
            </a:p>
          </p:txBody>
        </p:sp>
        <p:sp>
          <p:nvSpPr>
            <p:cNvPr id="137" name="Rectangle 136"/>
            <p:cNvSpPr>
              <a:spLocks noChangeArrowheads="1"/>
            </p:cNvSpPr>
            <p:nvPr/>
          </p:nvSpPr>
          <p:spPr bwMode="auto">
            <a:xfrm>
              <a:off x="8353010" y="2581039"/>
              <a:ext cx="102966" cy="438953"/>
            </a:xfrm>
            <a:prstGeom prst="rect">
              <a:avLst/>
            </a:prstGeom>
            <a:solidFill>
              <a:schemeClr val="bg1"/>
            </a:solidFill>
            <a:ln>
              <a:noFill/>
            </a:ln>
          </p:spPr>
          <p:txBody>
            <a:bodyPr vert="horz" wrap="square" lIns="68580" tIns="34290" rIns="68580" bIns="34290" numCol="1" anchor="t" anchorCtr="0" compatLnSpc="1"/>
            <a:lstStyle/>
            <a:p>
              <a:endParaRPr lang="en-US" sz="1350"/>
            </a:p>
          </p:txBody>
        </p:sp>
        <p:sp>
          <p:nvSpPr>
            <p:cNvPr id="138" name="Freeform 137"/>
            <p:cNvSpPr/>
            <p:nvPr/>
          </p:nvSpPr>
          <p:spPr bwMode="auto">
            <a:xfrm>
              <a:off x="7014483" y="2516010"/>
              <a:ext cx="1349370" cy="915838"/>
            </a:xfrm>
            <a:custGeom>
              <a:avLst/>
              <a:gdLst>
                <a:gd name="T0" fmla="*/ 4 w 105"/>
                <a:gd name="T1" fmla="*/ 40 h 71"/>
                <a:gd name="T2" fmla="*/ 105 w 105"/>
                <a:gd name="T3" fmla="*/ 0 h 71"/>
                <a:gd name="T4" fmla="*/ 105 w 105"/>
                <a:gd name="T5" fmla="*/ 42 h 71"/>
                <a:gd name="T6" fmla="*/ 0 w 105"/>
                <a:gd name="T7" fmla="*/ 65 h 71"/>
                <a:gd name="T8" fmla="*/ 4 w 105"/>
                <a:gd name="T9" fmla="*/ 40 h 71"/>
              </a:gdLst>
              <a:ahLst/>
              <a:cxnLst>
                <a:cxn ang="0">
                  <a:pos x="T0" y="T1"/>
                </a:cxn>
                <a:cxn ang="0">
                  <a:pos x="T2" y="T3"/>
                </a:cxn>
                <a:cxn ang="0">
                  <a:pos x="T4" y="T5"/>
                </a:cxn>
                <a:cxn ang="0">
                  <a:pos x="T6" y="T7"/>
                </a:cxn>
                <a:cxn ang="0">
                  <a:pos x="T8" y="T9"/>
                </a:cxn>
              </a:cxnLst>
              <a:rect l="0" t="0" r="r" b="b"/>
              <a:pathLst>
                <a:path w="105" h="71">
                  <a:moveTo>
                    <a:pt x="4" y="40"/>
                  </a:moveTo>
                  <a:cubicBezTo>
                    <a:pt x="4" y="40"/>
                    <a:pt x="68" y="46"/>
                    <a:pt x="105" y="0"/>
                  </a:cubicBezTo>
                  <a:cubicBezTo>
                    <a:pt x="105" y="42"/>
                    <a:pt x="105" y="42"/>
                    <a:pt x="105" y="42"/>
                  </a:cubicBezTo>
                  <a:cubicBezTo>
                    <a:pt x="77" y="71"/>
                    <a:pt x="0" y="65"/>
                    <a:pt x="0" y="65"/>
                  </a:cubicBezTo>
                  <a:lnTo>
                    <a:pt x="4" y="40"/>
                  </a:lnTo>
                  <a:close/>
                </a:path>
              </a:pathLst>
            </a:custGeom>
            <a:solidFill>
              <a:srgbClr val="484848"/>
            </a:solidFill>
            <a:ln>
              <a:noFill/>
            </a:ln>
          </p:spPr>
          <p:txBody>
            <a:bodyPr vert="horz" wrap="square" lIns="68580" tIns="34290" rIns="68580" bIns="34290" numCol="1" anchor="t" anchorCtr="0" compatLnSpc="1"/>
            <a:lstStyle/>
            <a:p>
              <a:endParaRPr lang="en-US" sz="1350"/>
            </a:p>
          </p:txBody>
        </p:sp>
        <p:sp>
          <p:nvSpPr>
            <p:cNvPr id="139" name="Oval 138"/>
            <p:cNvSpPr>
              <a:spLocks noChangeArrowheads="1"/>
            </p:cNvSpPr>
            <p:nvPr/>
          </p:nvSpPr>
          <p:spPr bwMode="auto">
            <a:xfrm>
              <a:off x="8390946" y="2944124"/>
              <a:ext cx="37936" cy="37936"/>
            </a:xfrm>
            <a:prstGeom prst="ellipse">
              <a:avLst/>
            </a:prstGeom>
            <a:solidFill>
              <a:srgbClr val="250F0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grpSp>
      <p:sp>
        <p:nvSpPr>
          <p:cNvPr id="140" name="矩形 139"/>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peelOff"/>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500"/>
                                        <p:tgtEl>
                                          <p:spTgt spid="89"/>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ppt_x"/>
                                          </p:val>
                                        </p:tav>
                                        <p:tav tm="100000">
                                          <p:val>
                                            <p:strVal val="#ppt_x"/>
                                          </p:val>
                                        </p:tav>
                                      </p:tavLst>
                                    </p:anim>
                                    <p:anim calcmode="lin" valueType="num">
                                      <p:cBhvr additive="base">
                                        <p:cTn id="22" dur="500" fill="hold"/>
                                        <p:tgtEl>
                                          <p:spTgt spid="13"/>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10" presetClass="entr" presetSubtype="0" fill="hold" nodeType="afterEffect">
                                  <p:stCondLst>
                                    <p:cond delay="0"/>
                                  </p:stCondLst>
                                  <p:childTnLst>
                                    <p:set>
                                      <p:cBhvr>
                                        <p:cTn id="35" dur="1" fill="hold">
                                          <p:stCondLst>
                                            <p:cond delay="0"/>
                                          </p:stCondLst>
                                        </p:cTn>
                                        <p:tgtEl>
                                          <p:spTgt spid="49"/>
                                        </p:tgtEl>
                                        <p:attrNameLst>
                                          <p:attrName>style.visibility</p:attrName>
                                        </p:attrNameLst>
                                      </p:cBhvr>
                                      <p:to>
                                        <p:strVal val="visible"/>
                                      </p:to>
                                    </p:set>
                                    <p:animEffect transition="in" filter="fade">
                                      <p:cBhvr>
                                        <p:cTn id="36" dur="500"/>
                                        <p:tgtEl>
                                          <p:spTgt spid="49"/>
                                        </p:tgtEl>
                                      </p:cBhvr>
                                    </p:animEffect>
                                  </p:childTnLst>
                                </p:cTn>
                              </p:par>
                            </p:childTnLst>
                          </p:cTn>
                        </p:par>
                        <p:par>
                          <p:cTn id="37" fill="hold">
                            <p:stCondLst>
                              <p:cond delay="3500"/>
                            </p:stCondLst>
                            <p:childTnLst>
                              <p:par>
                                <p:cTn id="38" presetID="10" presetClass="entr" presetSubtype="0" fill="hold" grpId="0" nodeType="afterEffect">
                                  <p:stCondLst>
                                    <p:cond delay="0"/>
                                  </p:stCondLst>
                                  <p:childTnLst>
                                    <p:set>
                                      <p:cBhvr>
                                        <p:cTn id="39" dur="1" fill="hold">
                                          <p:stCondLst>
                                            <p:cond delay="0"/>
                                          </p:stCondLst>
                                        </p:cTn>
                                        <p:tgtEl>
                                          <p:spTgt spid="81">
                                            <p:txEl>
                                              <p:pRg st="0" end="0"/>
                                            </p:txEl>
                                          </p:spTgt>
                                        </p:tgtEl>
                                        <p:attrNameLst>
                                          <p:attrName>style.visibility</p:attrName>
                                        </p:attrNameLst>
                                      </p:cBhvr>
                                      <p:to>
                                        <p:strVal val="visible"/>
                                      </p:to>
                                    </p:set>
                                    <p:animEffect transition="in" filter="fade">
                                      <p:cBhvr>
                                        <p:cTn id="40" dur="500"/>
                                        <p:tgtEl>
                                          <p:spTgt spid="81">
                                            <p:txEl>
                                              <p:pRg st="0" end="0"/>
                                            </p:txEl>
                                          </p:spTgt>
                                        </p:tgtEl>
                                      </p:cBhvr>
                                    </p:animEffect>
                                  </p:childTnLst>
                                </p:cTn>
                              </p:par>
                            </p:childTnLst>
                          </p:cTn>
                        </p:par>
                        <p:par>
                          <p:cTn id="41" fill="hold">
                            <p:stCondLst>
                              <p:cond delay="4000"/>
                            </p:stCondLst>
                            <p:childTnLst>
                              <p:par>
                                <p:cTn id="42" presetID="10" presetClass="entr" presetSubtype="0" fill="hold" grpId="0" nodeType="afterEffect">
                                  <p:stCondLst>
                                    <p:cond delay="0"/>
                                  </p:stCondLst>
                                  <p:childTnLst>
                                    <p:set>
                                      <p:cBhvr>
                                        <p:cTn id="43" dur="1" fill="hold">
                                          <p:stCondLst>
                                            <p:cond delay="0"/>
                                          </p:stCondLst>
                                        </p:cTn>
                                        <p:tgtEl>
                                          <p:spTgt spid="82">
                                            <p:txEl>
                                              <p:pRg st="0" end="0"/>
                                            </p:txEl>
                                          </p:spTgt>
                                        </p:tgtEl>
                                        <p:attrNameLst>
                                          <p:attrName>style.visibility</p:attrName>
                                        </p:attrNameLst>
                                      </p:cBhvr>
                                      <p:to>
                                        <p:strVal val="visible"/>
                                      </p:to>
                                    </p:set>
                                    <p:animEffect transition="in" filter="fade">
                                      <p:cBhvr>
                                        <p:cTn id="44" dur="500"/>
                                        <p:tgtEl>
                                          <p:spTgt spid="82">
                                            <p:txEl>
                                              <p:pRg st="0" end="0"/>
                                            </p:txEl>
                                          </p:spTgt>
                                        </p:tgtEl>
                                      </p:cBhvr>
                                    </p:animEffect>
                                  </p:childTnLst>
                                </p:cTn>
                              </p:par>
                            </p:childTnLst>
                          </p:cTn>
                        </p:par>
                        <p:par>
                          <p:cTn id="45" fill="hold">
                            <p:stCondLst>
                              <p:cond delay="4500"/>
                            </p:stCondLst>
                            <p:childTnLst>
                              <p:par>
                                <p:cTn id="46" presetID="10" presetClass="entr" presetSubtype="0" fill="hold" nodeType="afterEffect">
                                  <p:stCondLst>
                                    <p:cond delay="0"/>
                                  </p:stCondLst>
                                  <p:childTnLst>
                                    <p:set>
                                      <p:cBhvr>
                                        <p:cTn id="47" dur="1" fill="hold">
                                          <p:stCondLst>
                                            <p:cond delay="0"/>
                                          </p:stCondLst>
                                        </p:cTn>
                                        <p:tgtEl>
                                          <p:spTgt spid="69"/>
                                        </p:tgtEl>
                                        <p:attrNameLst>
                                          <p:attrName>style.visibility</p:attrName>
                                        </p:attrNameLst>
                                      </p:cBhvr>
                                      <p:to>
                                        <p:strVal val="visible"/>
                                      </p:to>
                                    </p:set>
                                    <p:animEffect transition="in" filter="fade">
                                      <p:cBhvr>
                                        <p:cTn id="48" dur="500"/>
                                        <p:tgtEl>
                                          <p:spTgt spid="69"/>
                                        </p:tgtEl>
                                      </p:cBhvr>
                                    </p:animEffect>
                                  </p:childTnLst>
                                </p:cTn>
                              </p:par>
                            </p:childTnLst>
                          </p:cTn>
                        </p:par>
                        <p:par>
                          <p:cTn id="49" fill="hold">
                            <p:stCondLst>
                              <p:cond delay="5000"/>
                            </p:stCondLst>
                            <p:childTnLst>
                              <p:par>
                                <p:cTn id="50" presetID="10" presetClass="entr" presetSubtype="0" fill="hold" grpId="0" nodeType="afterEffect">
                                  <p:stCondLst>
                                    <p:cond delay="0"/>
                                  </p:stCondLst>
                                  <p:childTnLst>
                                    <p:set>
                                      <p:cBhvr>
                                        <p:cTn id="51" dur="1" fill="hold">
                                          <p:stCondLst>
                                            <p:cond delay="0"/>
                                          </p:stCondLst>
                                        </p:cTn>
                                        <p:tgtEl>
                                          <p:spTgt spid="83">
                                            <p:txEl>
                                              <p:pRg st="0" end="0"/>
                                            </p:txEl>
                                          </p:spTgt>
                                        </p:tgtEl>
                                        <p:attrNameLst>
                                          <p:attrName>style.visibility</p:attrName>
                                        </p:attrNameLst>
                                      </p:cBhvr>
                                      <p:to>
                                        <p:strVal val="visible"/>
                                      </p:to>
                                    </p:set>
                                    <p:animEffect transition="in" filter="fade">
                                      <p:cBhvr>
                                        <p:cTn id="52" dur="500"/>
                                        <p:tgtEl>
                                          <p:spTgt spid="83">
                                            <p:txEl>
                                              <p:pRg st="0" end="0"/>
                                            </p:txEl>
                                          </p:spTgt>
                                        </p:tgtEl>
                                      </p:cBhvr>
                                    </p:animEffect>
                                  </p:childTnLst>
                                </p:cTn>
                              </p:par>
                            </p:childTnLst>
                          </p:cTn>
                        </p:par>
                        <p:par>
                          <p:cTn id="53" fill="hold">
                            <p:stCondLst>
                              <p:cond delay="5500"/>
                            </p:stCondLst>
                            <p:childTnLst>
                              <p:par>
                                <p:cTn id="54" presetID="10" presetClass="entr" presetSubtype="0" fill="hold" grpId="0" nodeType="afterEffect">
                                  <p:stCondLst>
                                    <p:cond delay="0"/>
                                  </p:stCondLst>
                                  <p:childTnLst>
                                    <p:set>
                                      <p:cBhvr>
                                        <p:cTn id="55" dur="1" fill="hold">
                                          <p:stCondLst>
                                            <p:cond delay="0"/>
                                          </p:stCondLst>
                                        </p:cTn>
                                        <p:tgtEl>
                                          <p:spTgt spid="84">
                                            <p:txEl>
                                              <p:pRg st="0" end="0"/>
                                            </p:txEl>
                                          </p:spTgt>
                                        </p:tgtEl>
                                        <p:attrNameLst>
                                          <p:attrName>style.visibility</p:attrName>
                                        </p:attrNameLst>
                                      </p:cBhvr>
                                      <p:to>
                                        <p:strVal val="visible"/>
                                      </p:to>
                                    </p:set>
                                    <p:animEffect transition="in" filter="fade">
                                      <p:cBhvr>
                                        <p:cTn id="56" dur="500"/>
                                        <p:tgtEl>
                                          <p:spTgt spid="84">
                                            <p:txEl>
                                              <p:pRg st="0" end="0"/>
                                            </p:txEl>
                                          </p:spTgt>
                                        </p:tgtEl>
                                      </p:cBhvr>
                                    </p:animEffect>
                                  </p:childTnLst>
                                </p:cTn>
                              </p:par>
                            </p:childTnLst>
                          </p:cTn>
                        </p:par>
                        <p:par>
                          <p:cTn id="57" fill="hold">
                            <p:stCondLst>
                              <p:cond delay="6000"/>
                            </p:stCondLst>
                            <p:childTnLst>
                              <p:par>
                                <p:cTn id="58" presetID="10" presetClass="entr" presetSubtype="0" fill="hold" nodeType="afterEffect">
                                  <p:stCondLst>
                                    <p:cond delay="0"/>
                                  </p:stCondLst>
                                  <p:childTnLst>
                                    <p:set>
                                      <p:cBhvr>
                                        <p:cTn id="59" dur="1" fill="hold">
                                          <p:stCondLst>
                                            <p:cond delay="0"/>
                                          </p:stCondLst>
                                        </p:cTn>
                                        <p:tgtEl>
                                          <p:spTgt spid="55"/>
                                        </p:tgtEl>
                                        <p:attrNameLst>
                                          <p:attrName>style.visibility</p:attrName>
                                        </p:attrNameLst>
                                      </p:cBhvr>
                                      <p:to>
                                        <p:strVal val="visible"/>
                                      </p:to>
                                    </p:set>
                                    <p:animEffect transition="in" filter="fade">
                                      <p:cBhvr>
                                        <p:cTn id="60" dur="500"/>
                                        <p:tgtEl>
                                          <p:spTgt spid="55"/>
                                        </p:tgtEl>
                                      </p:cBhvr>
                                    </p:animEffect>
                                  </p:childTnLst>
                                </p:cTn>
                              </p:par>
                            </p:childTnLst>
                          </p:cTn>
                        </p:par>
                        <p:par>
                          <p:cTn id="61" fill="hold">
                            <p:stCondLst>
                              <p:cond delay="6500"/>
                            </p:stCondLst>
                            <p:childTnLst>
                              <p:par>
                                <p:cTn id="62" presetID="10" presetClass="entr" presetSubtype="0" fill="hold" grpId="0" nodeType="afterEffect">
                                  <p:stCondLst>
                                    <p:cond delay="0"/>
                                  </p:stCondLst>
                                  <p:childTnLst>
                                    <p:set>
                                      <p:cBhvr>
                                        <p:cTn id="63" dur="1" fill="hold">
                                          <p:stCondLst>
                                            <p:cond delay="0"/>
                                          </p:stCondLst>
                                        </p:cTn>
                                        <p:tgtEl>
                                          <p:spTgt spid="85">
                                            <p:txEl>
                                              <p:pRg st="0" end="0"/>
                                            </p:txEl>
                                          </p:spTgt>
                                        </p:tgtEl>
                                        <p:attrNameLst>
                                          <p:attrName>style.visibility</p:attrName>
                                        </p:attrNameLst>
                                      </p:cBhvr>
                                      <p:to>
                                        <p:strVal val="visible"/>
                                      </p:to>
                                    </p:set>
                                    <p:animEffect transition="in" filter="fade">
                                      <p:cBhvr>
                                        <p:cTn id="64" dur="500"/>
                                        <p:tgtEl>
                                          <p:spTgt spid="85">
                                            <p:txEl>
                                              <p:pRg st="0" end="0"/>
                                            </p:txEl>
                                          </p:spTgt>
                                        </p:tgtEl>
                                      </p:cBhvr>
                                    </p:animEffect>
                                  </p:childTnLst>
                                </p:cTn>
                              </p:par>
                            </p:childTnLst>
                          </p:cTn>
                        </p:par>
                        <p:par>
                          <p:cTn id="65" fill="hold">
                            <p:stCondLst>
                              <p:cond delay="7000"/>
                            </p:stCondLst>
                            <p:childTnLst>
                              <p:par>
                                <p:cTn id="66" presetID="10" presetClass="entr" presetSubtype="0" fill="hold" grpId="0" nodeType="afterEffect">
                                  <p:stCondLst>
                                    <p:cond delay="0"/>
                                  </p:stCondLst>
                                  <p:childTnLst>
                                    <p:set>
                                      <p:cBhvr>
                                        <p:cTn id="67" dur="1" fill="hold">
                                          <p:stCondLst>
                                            <p:cond delay="0"/>
                                          </p:stCondLst>
                                        </p:cTn>
                                        <p:tgtEl>
                                          <p:spTgt spid="86">
                                            <p:txEl>
                                              <p:pRg st="0" end="0"/>
                                            </p:txEl>
                                          </p:spTgt>
                                        </p:tgtEl>
                                        <p:attrNameLst>
                                          <p:attrName>style.visibility</p:attrName>
                                        </p:attrNameLst>
                                      </p:cBhvr>
                                      <p:to>
                                        <p:strVal val="visible"/>
                                      </p:to>
                                    </p:set>
                                    <p:animEffect transition="in" filter="fade">
                                      <p:cBhvr>
                                        <p:cTn id="68" dur="500"/>
                                        <p:tgtEl>
                                          <p:spTgt spid="86">
                                            <p:txEl>
                                              <p:pRg st="0" end="0"/>
                                            </p:txEl>
                                          </p:spTgt>
                                        </p:tgtEl>
                                      </p:cBhvr>
                                    </p:animEffect>
                                  </p:childTnLst>
                                </p:cTn>
                              </p:par>
                            </p:childTnLst>
                          </p:cTn>
                        </p:par>
                        <p:par>
                          <p:cTn id="69" fill="hold">
                            <p:stCondLst>
                              <p:cond delay="7500"/>
                            </p:stCondLst>
                            <p:childTnLst>
                              <p:par>
                                <p:cTn id="70" presetID="10" presetClass="entr" presetSubtype="0" fill="hold" nodeType="afterEffect">
                                  <p:stCondLst>
                                    <p:cond delay="0"/>
                                  </p:stCondLst>
                                  <p:childTnLst>
                                    <p:set>
                                      <p:cBhvr>
                                        <p:cTn id="71" dur="1" fill="hold">
                                          <p:stCondLst>
                                            <p:cond delay="0"/>
                                          </p:stCondLst>
                                        </p:cTn>
                                        <p:tgtEl>
                                          <p:spTgt spid="67"/>
                                        </p:tgtEl>
                                        <p:attrNameLst>
                                          <p:attrName>style.visibility</p:attrName>
                                        </p:attrNameLst>
                                      </p:cBhvr>
                                      <p:to>
                                        <p:strVal val="visible"/>
                                      </p:to>
                                    </p:set>
                                    <p:animEffect transition="in" filter="fade">
                                      <p:cBhvr>
                                        <p:cTn id="72" dur="500"/>
                                        <p:tgtEl>
                                          <p:spTgt spid="67"/>
                                        </p:tgtEl>
                                      </p:cBhvr>
                                    </p:animEffect>
                                  </p:childTnLst>
                                </p:cTn>
                              </p:par>
                            </p:childTnLst>
                          </p:cTn>
                        </p:par>
                        <p:par>
                          <p:cTn id="73" fill="hold">
                            <p:stCondLst>
                              <p:cond delay="8000"/>
                            </p:stCondLst>
                            <p:childTnLst>
                              <p:par>
                                <p:cTn id="74" presetID="10" presetClass="entr" presetSubtype="0" fill="hold" grpId="0" nodeType="afterEffect">
                                  <p:stCondLst>
                                    <p:cond delay="0"/>
                                  </p:stCondLst>
                                  <p:childTnLst>
                                    <p:set>
                                      <p:cBhvr>
                                        <p:cTn id="75" dur="1" fill="hold">
                                          <p:stCondLst>
                                            <p:cond delay="0"/>
                                          </p:stCondLst>
                                        </p:cTn>
                                        <p:tgtEl>
                                          <p:spTgt spid="79">
                                            <p:txEl>
                                              <p:pRg st="0" end="0"/>
                                            </p:txEl>
                                          </p:spTgt>
                                        </p:tgtEl>
                                        <p:attrNameLst>
                                          <p:attrName>style.visibility</p:attrName>
                                        </p:attrNameLst>
                                      </p:cBhvr>
                                      <p:to>
                                        <p:strVal val="visible"/>
                                      </p:to>
                                    </p:set>
                                    <p:animEffect transition="in" filter="fade">
                                      <p:cBhvr>
                                        <p:cTn id="76" dur="500"/>
                                        <p:tgtEl>
                                          <p:spTgt spid="79">
                                            <p:txEl>
                                              <p:pRg st="0" end="0"/>
                                            </p:txEl>
                                          </p:spTgt>
                                        </p:tgtEl>
                                      </p:cBhvr>
                                    </p:animEffect>
                                  </p:childTnLst>
                                </p:cTn>
                              </p:par>
                            </p:childTnLst>
                          </p:cTn>
                        </p:par>
                        <p:par>
                          <p:cTn id="77" fill="hold">
                            <p:stCondLst>
                              <p:cond delay="8500"/>
                            </p:stCondLst>
                            <p:childTnLst>
                              <p:par>
                                <p:cTn id="78" presetID="10" presetClass="entr" presetSubtype="0" fill="hold" grpId="0" nodeType="afterEffect">
                                  <p:stCondLst>
                                    <p:cond delay="0"/>
                                  </p:stCondLst>
                                  <p:childTnLst>
                                    <p:set>
                                      <p:cBhvr>
                                        <p:cTn id="79" dur="1" fill="hold">
                                          <p:stCondLst>
                                            <p:cond delay="0"/>
                                          </p:stCondLst>
                                        </p:cTn>
                                        <p:tgtEl>
                                          <p:spTgt spid="80">
                                            <p:txEl>
                                              <p:pRg st="0" end="0"/>
                                            </p:txEl>
                                          </p:spTgt>
                                        </p:tgtEl>
                                        <p:attrNameLst>
                                          <p:attrName>style.visibility</p:attrName>
                                        </p:attrNameLst>
                                      </p:cBhvr>
                                      <p:to>
                                        <p:strVal val="visible"/>
                                      </p:to>
                                    </p:set>
                                    <p:animEffect transition="in" filter="fade">
                                      <p:cBhvr>
                                        <p:cTn id="80" dur="500"/>
                                        <p:tgtEl>
                                          <p:spTgt spid="80">
                                            <p:txEl>
                                              <p:pRg st="0" end="0"/>
                                            </p:txEl>
                                          </p:spTgt>
                                        </p:tgtEl>
                                      </p:cBhvr>
                                    </p:animEffect>
                                  </p:childTnLst>
                                </p:cTn>
                              </p:par>
                            </p:childTnLst>
                          </p:cTn>
                        </p:par>
                        <p:par>
                          <p:cTn id="81" fill="hold">
                            <p:stCondLst>
                              <p:cond delay="9000"/>
                            </p:stCondLst>
                            <p:childTnLst>
                              <p:par>
                                <p:cTn id="82" presetID="10" presetClass="entr" presetSubtype="0" fill="hold" nodeType="afterEffect">
                                  <p:stCondLst>
                                    <p:cond delay="0"/>
                                  </p:stCondLst>
                                  <p:childTnLst>
                                    <p:set>
                                      <p:cBhvr>
                                        <p:cTn id="83" dur="1" fill="hold">
                                          <p:stCondLst>
                                            <p:cond delay="0"/>
                                          </p:stCondLst>
                                        </p:cTn>
                                        <p:tgtEl>
                                          <p:spTgt spid="62"/>
                                        </p:tgtEl>
                                        <p:attrNameLst>
                                          <p:attrName>style.visibility</p:attrName>
                                        </p:attrNameLst>
                                      </p:cBhvr>
                                      <p:to>
                                        <p:strVal val="visible"/>
                                      </p:to>
                                    </p:set>
                                    <p:animEffect transition="in" filter="fade">
                                      <p:cBhvr>
                                        <p:cTn id="84" dur="500"/>
                                        <p:tgtEl>
                                          <p:spTgt spid="62"/>
                                        </p:tgtEl>
                                      </p:cBhvr>
                                    </p:animEffect>
                                  </p:childTnLst>
                                </p:cTn>
                              </p:par>
                            </p:childTnLst>
                          </p:cTn>
                        </p:par>
                        <p:par>
                          <p:cTn id="85" fill="hold">
                            <p:stCondLst>
                              <p:cond delay="9500"/>
                            </p:stCondLst>
                            <p:childTnLst>
                              <p:par>
                                <p:cTn id="86" presetID="10" presetClass="entr" presetSubtype="0" fill="hold" grpId="0" nodeType="afterEffect">
                                  <p:stCondLst>
                                    <p:cond delay="0"/>
                                  </p:stCondLst>
                                  <p:childTnLst>
                                    <p:set>
                                      <p:cBhvr>
                                        <p:cTn id="87" dur="1" fill="hold">
                                          <p:stCondLst>
                                            <p:cond delay="0"/>
                                          </p:stCondLst>
                                        </p:cTn>
                                        <p:tgtEl>
                                          <p:spTgt spid="87">
                                            <p:txEl>
                                              <p:pRg st="0" end="0"/>
                                            </p:txEl>
                                          </p:spTgt>
                                        </p:tgtEl>
                                        <p:attrNameLst>
                                          <p:attrName>style.visibility</p:attrName>
                                        </p:attrNameLst>
                                      </p:cBhvr>
                                      <p:to>
                                        <p:strVal val="visible"/>
                                      </p:to>
                                    </p:set>
                                    <p:animEffect transition="in" filter="fade">
                                      <p:cBhvr>
                                        <p:cTn id="88" dur="500"/>
                                        <p:tgtEl>
                                          <p:spTgt spid="87">
                                            <p:txEl>
                                              <p:pRg st="0" end="0"/>
                                            </p:txEl>
                                          </p:spTgt>
                                        </p:tgtEl>
                                      </p:cBhvr>
                                    </p:animEffect>
                                  </p:childTnLst>
                                </p:cTn>
                              </p:par>
                            </p:childTnLst>
                          </p:cTn>
                        </p:par>
                        <p:par>
                          <p:cTn id="89" fill="hold">
                            <p:stCondLst>
                              <p:cond delay="10000"/>
                            </p:stCondLst>
                            <p:childTnLst>
                              <p:par>
                                <p:cTn id="90" presetID="10" presetClass="entr" presetSubtype="0" fill="hold" grpId="0" nodeType="afterEffect">
                                  <p:stCondLst>
                                    <p:cond delay="0"/>
                                  </p:stCondLst>
                                  <p:childTnLst>
                                    <p:set>
                                      <p:cBhvr>
                                        <p:cTn id="91" dur="1" fill="hold">
                                          <p:stCondLst>
                                            <p:cond delay="0"/>
                                          </p:stCondLst>
                                        </p:cTn>
                                        <p:tgtEl>
                                          <p:spTgt spid="88">
                                            <p:txEl>
                                              <p:pRg st="0" end="0"/>
                                            </p:txEl>
                                          </p:spTgt>
                                        </p:tgtEl>
                                        <p:attrNameLst>
                                          <p:attrName>style.visibility</p:attrName>
                                        </p:attrNameLst>
                                      </p:cBhvr>
                                      <p:to>
                                        <p:strVal val="visible"/>
                                      </p:to>
                                    </p:set>
                                    <p:animEffect transition="in" filter="fade">
                                      <p:cBhvr>
                                        <p:cTn id="92" dur="500"/>
                                        <p:tgtEl>
                                          <p:spTgt spid="8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build="p"/>
      <p:bldP spid="80" grpId="0" build="p"/>
      <p:bldP spid="81" grpId="0" build="p"/>
      <p:bldP spid="82" grpId="0" build="p"/>
      <p:bldP spid="83" grpId="0" build="p"/>
      <p:bldP spid="84" grpId="0" build="p"/>
      <p:bldP spid="85" grpId="0" build="p"/>
      <p:bldP spid="86" grpId="0" build="p"/>
      <p:bldP spid="87" grpId="0" build="p"/>
      <p:bldP spid="8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724434" y="2619049"/>
            <a:ext cx="5223033" cy="2490311"/>
            <a:chOff x="2237827" y="2687638"/>
            <a:chExt cx="6964044" cy="3320415"/>
          </a:xfrm>
        </p:grpSpPr>
        <p:grpSp>
          <p:nvGrpSpPr>
            <p:cNvPr id="38" name="Group 37"/>
            <p:cNvGrpSpPr/>
            <p:nvPr/>
          </p:nvGrpSpPr>
          <p:grpSpPr>
            <a:xfrm>
              <a:off x="2237827" y="2687638"/>
              <a:ext cx="2590801" cy="1562100"/>
              <a:chOff x="2237827" y="2687638"/>
              <a:chExt cx="2590801" cy="1562100"/>
            </a:xfrm>
          </p:grpSpPr>
          <p:sp>
            <p:nvSpPr>
              <p:cNvPr id="33" name="Freeform 32"/>
              <p:cNvSpPr/>
              <p:nvPr/>
            </p:nvSpPr>
            <p:spPr>
              <a:xfrm>
                <a:off x="2237827" y="2687638"/>
                <a:ext cx="2590800" cy="1562100"/>
              </a:xfrm>
              <a:custGeom>
                <a:avLst/>
                <a:gdLst>
                  <a:gd name="connsiteX0" fmla="*/ 0 w 2590800"/>
                  <a:gd name="connsiteY0" fmla="*/ 0 h 1562100"/>
                  <a:gd name="connsiteX1" fmla="*/ 2590800 w 2590800"/>
                  <a:gd name="connsiteY1" fmla="*/ 0 h 1562100"/>
                  <a:gd name="connsiteX2" fmla="*/ 2590800 w 2590800"/>
                  <a:gd name="connsiteY2" fmla="*/ 1562100 h 1562100"/>
                  <a:gd name="connsiteX3" fmla="*/ 0 w 2590800"/>
                  <a:gd name="connsiteY3" fmla="*/ 1562100 h 1562100"/>
                </a:gdLst>
                <a:ahLst/>
                <a:cxnLst>
                  <a:cxn ang="0">
                    <a:pos x="connsiteX0" y="connsiteY0"/>
                  </a:cxn>
                  <a:cxn ang="0">
                    <a:pos x="connsiteX1" y="connsiteY1"/>
                  </a:cxn>
                  <a:cxn ang="0">
                    <a:pos x="connsiteX2" y="connsiteY2"/>
                  </a:cxn>
                  <a:cxn ang="0">
                    <a:pos x="connsiteX3" y="connsiteY3"/>
                  </a:cxn>
                </a:cxnLst>
                <a:rect l="l" t="t" r="r" b="b"/>
                <a:pathLst>
                  <a:path w="2590800" h="1562100">
                    <a:moveTo>
                      <a:pt x="0" y="0"/>
                    </a:moveTo>
                    <a:lnTo>
                      <a:pt x="2590800" y="0"/>
                    </a:lnTo>
                    <a:lnTo>
                      <a:pt x="2590800" y="1562100"/>
                    </a:lnTo>
                    <a:lnTo>
                      <a:pt x="0" y="156210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sp>
            <p:nvSpPr>
              <p:cNvPr id="17" name="Freeform 5"/>
              <p:cNvSpPr/>
              <p:nvPr/>
            </p:nvSpPr>
            <p:spPr bwMode="auto">
              <a:xfrm flipV="1">
                <a:off x="4117428" y="2687638"/>
                <a:ext cx="711200" cy="717550"/>
              </a:xfrm>
              <a:custGeom>
                <a:avLst/>
                <a:gdLst>
                  <a:gd name="T0" fmla="*/ 0 w 21600"/>
                  <a:gd name="T1" fmla="*/ 0 h 21600"/>
                  <a:gd name="T2" fmla="*/ 1422400 w 21600"/>
                  <a:gd name="T3" fmla="*/ 0 h 21600"/>
                  <a:gd name="T4" fmla="*/ 1422400 w 21600"/>
                  <a:gd name="T5" fmla="*/ 143510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600"/>
                    </a:lnTo>
                    <a:lnTo>
                      <a:pt x="0" y="0"/>
                    </a:lnTo>
                    <a:close/>
                    <a:moveTo>
                      <a:pt x="0" y="0"/>
                    </a:moveTo>
                  </a:path>
                </a:pathLst>
              </a:custGeom>
              <a:solidFill>
                <a:schemeClr val="accent3">
                  <a:lumMod val="40000"/>
                  <a:lumOff val="60000"/>
                </a:schemeClr>
              </a:solidFill>
              <a:ln>
                <a:noFill/>
              </a:ln>
            </p:spPr>
            <p:txBody>
              <a:bodyPr lIns="0" tIns="0" rIns="0" bIns="0"/>
              <a:lstStyle/>
              <a:p>
                <a:endParaRPr lang="en-US" sz="1050"/>
              </a:p>
            </p:txBody>
          </p:sp>
        </p:grpSp>
        <p:grpSp>
          <p:nvGrpSpPr>
            <p:cNvPr id="39" name="Group 38"/>
            <p:cNvGrpSpPr/>
            <p:nvPr/>
          </p:nvGrpSpPr>
          <p:grpSpPr>
            <a:xfrm>
              <a:off x="4117427" y="3405188"/>
              <a:ext cx="2590800" cy="1562100"/>
              <a:chOff x="4117427" y="3405188"/>
              <a:chExt cx="2590800" cy="1562100"/>
            </a:xfrm>
          </p:grpSpPr>
          <p:sp>
            <p:nvSpPr>
              <p:cNvPr id="35" name="Freeform 34"/>
              <p:cNvSpPr/>
              <p:nvPr/>
            </p:nvSpPr>
            <p:spPr>
              <a:xfrm>
                <a:off x="4117427" y="3405188"/>
                <a:ext cx="2590800" cy="1562100"/>
              </a:xfrm>
              <a:custGeom>
                <a:avLst/>
                <a:gdLst>
                  <a:gd name="connsiteX0" fmla="*/ 0 w 2590800"/>
                  <a:gd name="connsiteY0" fmla="*/ 0 h 1562100"/>
                  <a:gd name="connsiteX1" fmla="*/ 2590800 w 2590800"/>
                  <a:gd name="connsiteY1" fmla="*/ 0 h 1562100"/>
                  <a:gd name="connsiteX2" fmla="*/ 2590800 w 2590800"/>
                  <a:gd name="connsiteY2" fmla="*/ 1562100 h 1562100"/>
                  <a:gd name="connsiteX3" fmla="*/ 0 w 2590800"/>
                  <a:gd name="connsiteY3" fmla="*/ 1562100 h 1562100"/>
                </a:gdLst>
                <a:ahLst/>
                <a:cxnLst>
                  <a:cxn ang="0">
                    <a:pos x="connsiteX0" y="connsiteY0"/>
                  </a:cxn>
                  <a:cxn ang="0">
                    <a:pos x="connsiteX1" y="connsiteY1"/>
                  </a:cxn>
                  <a:cxn ang="0">
                    <a:pos x="connsiteX2" y="connsiteY2"/>
                  </a:cxn>
                  <a:cxn ang="0">
                    <a:pos x="connsiteX3" y="connsiteY3"/>
                  </a:cxn>
                </a:cxnLst>
                <a:rect l="l" t="t" r="r" b="b"/>
                <a:pathLst>
                  <a:path w="2590800" h="1562100">
                    <a:moveTo>
                      <a:pt x="0" y="0"/>
                    </a:moveTo>
                    <a:lnTo>
                      <a:pt x="2590800" y="0"/>
                    </a:lnTo>
                    <a:lnTo>
                      <a:pt x="2590800" y="1562100"/>
                    </a:lnTo>
                    <a:lnTo>
                      <a:pt x="0" y="15621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sp>
            <p:nvSpPr>
              <p:cNvPr id="19" name="Freeform 7"/>
              <p:cNvSpPr/>
              <p:nvPr/>
            </p:nvSpPr>
            <p:spPr bwMode="auto">
              <a:xfrm flipV="1">
                <a:off x="5997027" y="3405188"/>
                <a:ext cx="711200" cy="717550"/>
              </a:xfrm>
              <a:custGeom>
                <a:avLst/>
                <a:gdLst>
                  <a:gd name="T0" fmla="*/ 0 w 21600"/>
                  <a:gd name="T1" fmla="*/ 0 h 21600"/>
                  <a:gd name="T2" fmla="*/ 1422400 w 21600"/>
                  <a:gd name="T3" fmla="*/ 0 h 21600"/>
                  <a:gd name="T4" fmla="*/ 1422400 w 21600"/>
                  <a:gd name="T5" fmla="*/ 143510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600"/>
                    </a:lnTo>
                    <a:lnTo>
                      <a:pt x="0" y="0"/>
                    </a:lnTo>
                    <a:close/>
                    <a:moveTo>
                      <a:pt x="0" y="0"/>
                    </a:moveTo>
                  </a:path>
                </a:pathLst>
              </a:custGeom>
              <a:solidFill>
                <a:schemeClr val="accent2">
                  <a:lumMod val="40000"/>
                  <a:lumOff val="60000"/>
                </a:schemeClr>
              </a:solidFill>
              <a:ln>
                <a:noFill/>
              </a:ln>
            </p:spPr>
            <p:txBody>
              <a:bodyPr lIns="0" tIns="0" rIns="0" bIns="0"/>
              <a:lstStyle/>
              <a:p>
                <a:endParaRPr lang="en-US" sz="1050"/>
              </a:p>
            </p:txBody>
          </p:sp>
        </p:grpSp>
        <p:sp>
          <p:nvSpPr>
            <p:cNvPr id="37" name="Freeform 36"/>
            <p:cNvSpPr/>
            <p:nvPr/>
          </p:nvSpPr>
          <p:spPr>
            <a:xfrm>
              <a:off x="6001471" y="3779203"/>
              <a:ext cx="3200400" cy="2228850"/>
            </a:xfrm>
            <a:custGeom>
              <a:avLst/>
              <a:gdLst>
                <a:gd name="connsiteX0" fmla="*/ 2569212 w 3200400"/>
                <a:gd name="connsiteY0" fmla="*/ 0 h 2228850"/>
                <a:gd name="connsiteX1" fmla="*/ 3200400 w 3200400"/>
                <a:gd name="connsiteY1" fmla="*/ 1114425 h 2228850"/>
                <a:gd name="connsiteX2" fmla="*/ 2569212 w 3200400"/>
                <a:gd name="connsiteY2" fmla="*/ 2228850 h 2228850"/>
                <a:gd name="connsiteX3" fmla="*/ 2569212 w 3200400"/>
                <a:gd name="connsiteY3" fmla="*/ 1888538 h 2228850"/>
                <a:gd name="connsiteX4" fmla="*/ 0 w 3200400"/>
                <a:gd name="connsiteY4" fmla="*/ 1888538 h 2228850"/>
                <a:gd name="connsiteX5" fmla="*/ 0 w 3200400"/>
                <a:gd name="connsiteY5" fmla="*/ 340312 h 2228850"/>
                <a:gd name="connsiteX6" fmla="*/ 2569212 w 3200400"/>
                <a:gd name="connsiteY6" fmla="*/ 340312 h 222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0400" h="2228850">
                  <a:moveTo>
                    <a:pt x="2569212" y="0"/>
                  </a:moveTo>
                  <a:lnTo>
                    <a:pt x="3200400" y="1114425"/>
                  </a:lnTo>
                  <a:lnTo>
                    <a:pt x="2569212" y="2228850"/>
                  </a:lnTo>
                  <a:lnTo>
                    <a:pt x="2569212" y="1888538"/>
                  </a:lnTo>
                  <a:lnTo>
                    <a:pt x="0" y="1888538"/>
                  </a:lnTo>
                  <a:lnTo>
                    <a:pt x="0" y="340312"/>
                  </a:lnTo>
                  <a:lnTo>
                    <a:pt x="2569212" y="34031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grpSp>
      <p:sp>
        <p:nvSpPr>
          <p:cNvPr id="43" name="Text Placeholder 10"/>
          <p:cNvSpPr txBox="1"/>
          <p:nvPr/>
        </p:nvSpPr>
        <p:spPr>
          <a:xfrm>
            <a:off x="724433" y="2786071"/>
            <a:ext cx="1567917" cy="290015"/>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800" dirty="0">
                <a:solidFill>
                  <a:schemeClr val="bg1"/>
                </a:solidFill>
              </a:rPr>
              <a:t>输入您的标题</a:t>
            </a:r>
            <a:endParaRPr lang="en-AU" sz="1800" dirty="0">
              <a:solidFill>
                <a:schemeClr val="bg1"/>
              </a:solidFill>
            </a:endParaRPr>
          </a:p>
        </p:txBody>
      </p:sp>
      <p:sp>
        <p:nvSpPr>
          <p:cNvPr id="44" name="Text Placeholder 11"/>
          <p:cNvSpPr txBox="1"/>
          <p:nvPr/>
        </p:nvSpPr>
        <p:spPr>
          <a:xfrm>
            <a:off x="724434" y="3087516"/>
            <a:ext cx="1409701" cy="703107"/>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900" dirty="0">
                <a:solidFill>
                  <a:schemeClr val="bg1"/>
                </a:solidFill>
              </a:rPr>
              <a:t>单击此处添加文本</a:t>
            </a:r>
          </a:p>
          <a:p>
            <a:pPr algn="ctr"/>
            <a:r>
              <a:rPr lang="zh-CN" altLang="en-US" sz="900" dirty="0">
                <a:solidFill>
                  <a:schemeClr val="bg1"/>
                </a:solidFill>
              </a:rPr>
              <a:t>单击此处添加文本</a:t>
            </a:r>
          </a:p>
          <a:p>
            <a:pPr algn="ctr"/>
            <a:r>
              <a:rPr lang="zh-CN" altLang="en-US" sz="900" dirty="0">
                <a:solidFill>
                  <a:schemeClr val="bg1"/>
                </a:solidFill>
              </a:rPr>
              <a:t>单击此处添加文本</a:t>
            </a:r>
            <a:endParaRPr lang="en-AU" sz="900" dirty="0">
              <a:solidFill>
                <a:schemeClr val="bg1"/>
              </a:solidFill>
            </a:endParaRPr>
          </a:p>
        </p:txBody>
      </p:sp>
      <p:sp>
        <p:nvSpPr>
          <p:cNvPr id="45" name="Text Placeholder 10"/>
          <p:cNvSpPr txBox="1"/>
          <p:nvPr/>
        </p:nvSpPr>
        <p:spPr>
          <a:xfrm>
            <a:off x="2132466" y="3312802"/>
            <a:ext cx="1569584" cy="290015"/>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800" dirty="0">
                <a:solidFill>
                  <a:schemeClr val="bg1"/>
                </a:solidFill>
              </a:rPr>
              <a:t>输入您的标题</a:t>
            </a:r>
            <a:endParaRPr lang="en-AU" sz="1800" dirty="0">
              <a:solidFill>
                <a:schemeClr val="bg1"/>
              </a:solidFill>
            </a:endParaRPr>
          </a:p>
        </p:txBody>
      </p:sp>
      <p:sp>
        <p:nvSpPr>
          <p:cNvPr id="46" name="Text Placeholder 11"/>
          <p:cNvSpPr txBox="1"/>
          <p:nvPr/>
        </p:nvSpPr>
        <p:spPr>
          <a:xfrm>
            <a:off x="2132466" y="3614248"/>
            <a:ext cx="1409701" cy="703107"/>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900" dirty="0">
                <a:solidFill>
                  <a:schemeClr val="bg1"/>
                </a:solidFill>
              </a:rPr>
              <a:t>单击此处添加文本</a:t>
            </a:r>
          </a:p>
          <a:p>
            <a:pPr algn="ctr"/>
            <a:r>
              <a:rPr lang="zh-CN" altLang="en-US" sz="900" dirty="0">
                <a:solidFill>
                  <a:schemeClr val="bg1"/>
                </a:solidFill>
              </a:rPr>
              <a:t>单击此处添加文本</a:t>
            </a:r>
          </a:p>
          <a:p>
            <a:pPr algn="ctr"/>
            <a:r>
              <a:rPr lang="zh-CN" altLang="en-US" sz="900" dirty="0">
                <a:solidFill>
                  <a:schemeClr val="bg1"/>
                </a:solidFill>
              </a:rPr>
              <a:t>单击此处添加文本</a:t>
            </a:r>
            <a:endParaRPr lang="en-AU" sz="900" dirty="0">
              <a:solidFill>
                <a:schemeClr val="bg1"/>
              </a:solidFill>
            </a:endParaRPr>
          </a:p>
        </p:txBody>
      </p:sp>
      <p:sp>
        <p:nvSpPr>
          <p:cNvPr id="47" name="Text Placeholder 10"/>
          <p:cNvSpPr txBox="1"/>
          <p:nvPr/>
        </p:nvSpPr>
        <p:spPr>
          <a:xfrm>
            <a:off x="3547167" y="3832285"/>
            <a:ext cx="1939767" cy="290015"/>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800" dirty="0">
                <a:solidFill>
                  <a:schemeClr val="bg1"/>
                </a:solidFill>
              </a:rPr>
              <a:t>输入您的标题</a:t>
            </a:r>
            <a:endParaRPr lang="en-AU" sz="1800" dirty="0">
              <a:solidFill>
                <a:schemeClr val="bg1"/>
              </a:solidFill>
            </a:endParaRPr>
          </a:p>
        </p:txBody>
      </p:sp>
      <p:sp>
        <p:nvSpPr>
          <p:cNvPr id="48" name="Text Placeholder 11"/>
          <p:cNvSpPr txBox="1"/>
          <p:nvPr/>
        </p:nvSpPr>
        <p:spPr>
          <a:xfrm>
            <a:off x="3547167" y="4133730"/>
            <a:ext cx="1939767" cy="703107"/>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900" dirty="0">
                <a:solidFill>
                  <a:schemeClr val="bg1"/>
                </a:solidFill>
              </a:rPr>
              <a:t>单击此处添加文本</a:t>
            </a:r>
          </a:p>
          <a:p>
            <a:pPr algn="ctr"/>
            <a:r>
              <a:rPr lang="zh-CN" altLang="en-US" sz="900" dirty="0">
                <a:solidFill>
                  <a:schemeClr val="bg1"/>
                </a:solidFill>
              </a:rPr>
              <a:t>单击此处添加文本</a:t>
            </a:r>
          </a:p>
          <a:p>
            <a:pPr algn="ctr"/>
            <a:r>
              <a:rPr lang="zh-CN" altLang="en-US" sz="900" dirty="0">
                <a:solidFill>
                  <a:schemeClr val="bg1"/>
                </a:solidFill>
              </a:rPr>
              <a:t>单击此处添加文本</a:t>
            </a:r>
            <a:endParaRPr lang="en-AU" sz="900" dirty="0">
              <a:solidFill>
                <a:schemeClr val="bg1"/>
              </a:solidFill>
            </a:endParaRPr>
          </a:p>
        </p:txBody>
      </p:sp>
      <p:sp>
        <p:nvSpPr>
          <p:cNvPr id="49" name="Text Placeholder 22"/>
          <p:cNvSpPr>
            <a:spLocks noGrp="1"/>
          </p:cNvSpPr>
          <p:nvPr>
            <p:ph type="body" sz="quarter" idx="13"/>
          </p:nvPr>
        </p:nvSpPr>
        <p:spPr>
          <a:xfrm>
            <a:off x="4572000" y="1479147"/>
            <a:ext cx="3942160" cy="353700"/>
          </a:xfrm>
        </p:spPr>
        <p:txBody>
          <a:bodyPr>
            <a:normAutofit lnSpcReduction="10000"/>
          </a:bodyPr>
          <a:lstStyle/>
          <a:p>
            <a:r>
              <a:rPr lang="zh-CN" altLang="en-US" dirty="0">
                <a:solidFill>
                  <a:schemeClr val="accent1"/>
                </a:solidFill>
              </a:rPr>
              <a:t>输入您的标题</a:t>
            </a:r>
            <a:endParaRPr lang="en-AU" dirty="0">
              <a:solidFill>
                <a:schemeClr val="accent1"/>
              </a:solidFill>
            </a:endParaRPr>
          </a:p>
        </p:txBody>
      </p:sp>
      <p:sp>
        <p:nvSpPr>
          <p:cNvPr id="50" name="Text Placeholder 23"/>
          <p:cNvSpPr>
            <a:spLocks noGrp="1"/>
          </p:cNvSpPr>
          <p:nvPr>
            <p:ph type="body" sz="quarter" idx="14"/>
          </p:nvPr>
        </p:nvSpPr>
        <p:spPr>
          <a:xfrm>
            <a:off x="4578349" y="2105211"/>
            <a:ext cx="3942160" cy="1637787"/>
          </a:xfrm>
        </p:spPr>
        <p:txBody>
          <a:bodyPr>
            <a:normAutofit/>
          </a:bodyPr>
          <a:lstStyle/>
          <a:p>
            <a:r>
              <a:rPr lang="zh-CN" altLang="en-US" b="1" dirty="0"/>
              <a:t>单击此处添加文本</a:t>
            </a:r>
          </a:p>
          <a:p>
            <a:r>
              <a:rPr lang="zh-CN" altLang="en-US" b="1" dirty="0"/>
              <a:t>单击此处添加文本</a:t>
            </a:r>
          </a:p>
          <a:p>
            <a:r>
              <a:rPr lang="zh-CN" altLang="en-US" b="1" dirty="0"/>
              <a:t>单击此处添加文本</a:t>
            </a:r>
            <a:endParaRPr lang="en-AU" dirty="0"/>
          </a:p>
        </p:txBody>
      </p:sp>
      <p:grpSp>
        <p:nvGrpSpPr>
          <p:cNvPr id="51" name="Group 50"/>
          <p:cNvGrpSpPr/>
          <p:nvPr/>
        </p:nvGrpSpPr>
        <p:grpSpPr>
          <a:xfrm>
            <a:off x="1001008" y="897191"/>
            <a:ext cx="1543205" cy="1574732"/>
            <a:chOff x="4722233" y="1600192"/>
            <a:chExt cx="4099868" cy="4183625"/>
          </a:xfrm>
        </p:grpSpPr>
        <p:sp>
          <p:nvSpPr>
            <p:cNvPr id="52" name="Freeform 51"/>
            <p:cNvSpPr/>
            <p:nvPr/>
          </p:nvSpPr>
          <p:spPr bwMode="auto">
            <a:xfrm>
              <a:off x="5367121" y="5529112"/>
              <a:ext cx="682820" cy="254705"/>
            </a:xfrm>
            <a:custGeom>
              <a:avLst/>
              <a:gdLst>
                <a:gd name="T0" fmla="*/ 46 w 53"/>
                <a:gd name="T1" fmla="*/ 0 h 20"/>
                <a:gd name="T2" fmla="*/ 38 w 53"/>
                <a:gd name="T3" fmla="*/ 2 h 20"/>
                <a:gd name="T4" fmla="*/ 37 w 53"/>
                <a:gd name="T5" fmla="*/ 4 h 20"/>
                <a:gd name="T6" fmla="*/ 34 w 53"/>
                <a:gd name="T7" fmla="*/ 7 h 20"/>
                <a:gd name="T8" fmla="*/ 3 w 53"/>
                <a:gd name="T9" fmla="*/ 17 h 20"/>
                <a:gd name="T10" fmla="*/ 0 w 53"/>
                <a:gd name="T11" fmla="*/ 20 h 20"/>
                <a:gd name="T12" fmla="*/ 0 w 53"/>
                <a:gd name="T13" fmla="*/ 20 h 20"/>
                <a:gd name="T14" fmla="*/ 51 w 53"/>
                <a:gd name="T15" fmla="*/ 20 h 20"/>
                <a:gd name="T16" fmla="*/ 51 w 53"/>
                <a:gd name="T17" fmla="*/ 13 h 20"/>
                <a:gd name="T18" fmla="*/ 48 w 53"/>
                <a:gd name="T19" fmla="*/ 4 h 20"/>
                <a:gd name="T20" fmla="*/ 49 w 53"/>
                <a:gd name="T21" fmla="*/ 4 h 20"/>
                <a:gd name="T22" fmla="*/ 49 w 53"/>
                <a:gd name="T23" fmla="*/ 2 h 20"/>
                <a:gd name="T24" fmla="*/ 46 w 53"/>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 h="20">
                  <a:moveTo>
                    <a:pt x="46" y="0"/>
                  </a:moveTo>
                  <a:cubicBezTo>
                    <a:pt x="43" y="0"/>
                    <a:pt x="38" y="2"/>
                    <a:pt x="38" y="2"/>
                  </a:cubicBezTo>
                  <a:cubicBezTo>
                    <a:pt x="38" y="2"/>
                    <a:pt x="39" y="3"/>
                    <a:pt x="37" y="4"/>
                  </a:cubicBezTo>
                  <a:cubicBezTo>
                    <a:pt x="37" y="5"/>
                    <a:pt x="37" y="6"/>
                    <a:pt x="34" y="7"/>
                  </a:cubicBezTo>
                  <a:cubicBezTo>
                    <a:pt x="3" y="17"/>
                    <a:pt x="3" y="17"/>
                    <a:pt x="3" y="17"/>
                  </a:cubicBezTo>
                  <a:cubicBezTo>
                    <a:pt x="3" y="17"/>
                    <a:pt x="1" y="18"/>
                    <a:pt x="0" y="20"/>
                  </a:cubicBezTo>
                  <a:cubicBezTo>
                    <a:pt x="0" y="20"/>
                    <a:pt x="0" y="20"/>
                    <a:pt x="0" y="20"/>
                  </a:cubicBezTo>
                  <a:cubicBezTo>
                    <a:pt x="51" y="20"/>
                    <a:pt x="51" y="20"/>
                    <a:pt x="51" y="20"/>
                  </a:cubicBezTo>
                  <a:cubicBezTo>
                    <a:pt x="52" y="18"/>
                    <a:pt x="53" y="13"/>
                    <a:pt x="51" y="13"/>
                  </a:cubicBezTo>
                  <a:cubicBezTo>
                    <a:pt x="51" y="13"/>
                    <a:pt x="48" y="7"/>
                    <a:pt x="48" y="4"/>
                  </a:cubicBezTo>
                  <a:cubicBezTo>
                    <a:pt x="49" y="4"/>
                    <a:pt x="49" y="4"/>
                    <a:pt x="49" y="4"/>
                  </a:cubicBezTo>
                  <a:cubicBezTo>
                    <a:pt x="49" y="3"/>
                    <a:pt x="49" y="2"/>
                    <a:pt x="49" y="2"/>
                  </a:cubicBezTo>
                  <a:cubicBezTo>
                    <a:pt x="49" y="1"/>
                    <a:pt x="48" y="0"/>
                    <a:pt x="46" y="0"/>
                  </a:cubicBezTo>
                </a:path>
              </a:pathLst>
            </a:custGeom>
            <a:solidFill>
              <a:srgbClr val="242424"/>
            </a:solidFill>
            <a:ln>
              <a:noFill/>
            </a:ln>
          </p:spPr>
          <p:txBody>
            <a:bodyPr vert="horz" wrap="square" lIns="68580" tIns="34290" rIns="68580" bIns="34290" numCol="1" anchor="t" anchorCtr="0" compatLnSpc="1"/>
            <a:lstStyle/>
            <a:p>
              <a:endParaRPr lang="en-US" sz="1350"/>
            </a:p>
          </p:txBody>
        </p:sp>
        <p:sp>
          <p:nvSpPr>
            <p:cNvPr id="53" name="Freeform 52"/>
            <p:cNvSpPr/>
            <p:nvPr/>
          </p:nvSpPr>
          <p:spPr bwMode="auto">
            <a:xfrm>
              <a:off x="6575602" y="5529112"/>
              <a:ext cx="666563" cy="254705"/>
            </a:xfrm>
            <a:custGeom>
              <a:avLst/>
              <a:gdLst>
                <a:gd name="T0" fmla="*/ 7 w 52"/>
                <a:gd name="T1" fmla="*/ 0 h 20"/>
                <a:gd name="T2" fmla="*/ 4 w 52"/>
                <a:gd name="T3" fmla="*/ 2 h 20"/>
                <a:gd name="T4" fmla="*/ 2 w 52"/>
                <a:gd name="T5" fmla="*/ 11 h 20"/>
                <a:gd name="T6" fmla="*/ 2 w 52"/>
                <a:gd name="T7" fmla="*/ 11 h 20"/>
                <a:gd name="T8" fmla="*/ 1 w 52"/>
                <a:gd name="T9" fmla="*/ 13 h 20"/>
                <a:gd name="T10" fmla="*/ 0 w 52"/>
                <a:gd name="T11" fmla="*/ 13 h 20"/>
                <a:gd name="T12" fmla="*/ 2 w 52"/>
                <a:gd name="T13" fmla="*/ 20 h 20"/>
                <a:gd name="T14" fmla="*/ 52 w 52"/>
                <a:gd name="T15" fmla="*/ 20 h 20"/>
                <a:gd name="T16" fmla="*/ 49 w 52"/>
                <a:gd name="T17" fmla="*/ 17 h 20"/>
                <a:gd name="T18" fmla="*/ 17 w 52"/>
                <a:gd name="T19" fmla="*/ 7 h 20"/>
                <a:gd name="T20" fmla="*/ 14 w 52"/>
                <a:gd name="T21" fmla="*/ 4 h 20"/>
                <a:gd name="T22" fmla="*/ 15 w 52"/>
                <a:gd name="T23" fmla="*/ 4 h 20"/>
                <a:gd name="T24" fmla="*/ 15 w 52"/>
                <a:gd name="T25" fmla="*/ 2 h 20"/>
                <a:gd name="T26" fmla="*/ 7 w 52"/>
                <a:gd name="T2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20">
                  <a:moveTo>
                    <a:pt x="7" y="0"/>
                  </a:moveTo>
                  <a:cubicBezTo>
                    <a:pt x="5" y="0"/>
                    <a:pt x="4" y="1"/>
                    <a:pt x="4" y="2"/>
                  </a:cubicBezTo>
                  <a:cubicBezTo>
                    <a:pt x="5" y="5"/>
                    <a:pt x="2" y="11"/>
                    <a:pt x="2" y="11"/>
                  </a:cubicBezTo>
                  <a:cubicBezTo>
                    <a:pt x="2" y="11"/>
                    <a:pt x="2" y="11"/>
                    <a:pt x="2" y="11"/>
                  </a:cubicBezTo>
                  <a:cubicBezTo>
                    <a:pt x="1" y="12"/>
                    <a:pt x="1" y="13"/>
                    <a:pt x="1" y="13"/>
                  </a:cubicBezTo>
                  <a:cubicBezTo>
                    <a:pt x="1" y="13"/>
                    <a:pt x="0" y="13"/>
                    <a:pt x="0" y="13"/>
                  </a:cubicBezTo>
                  <a:cubicBezTo>
                    <a:pt x="0" y="16"/>
                    <a:pt x="2" y="20"/>
                    <a:pt x="2" y="20"/>
                  </a:cubicBezTo>
                  <a:cubicBezTo>
                    <a:pt x="52" y="20"/>
                    <a:pt x="52" y="20"/>
                    <a:pt x="52" y="20"/>
                  </a:cubicBezTo>
                  <a:cubicBezTo>
                    <a:pt x="51" y="19"/>
                    <a:pt x="49" y="17"/>
                    <a:pt x="49" y="17"/>
                  </a:cubicBezTo>
                  <a:cubicBezTo>
                    <a:pt x="17" y="7"/>
                    <a:pt x="17" y="7"/>
                    <a:pt x="17" y="7"/>
                  </a:cubicBezTo>
                  <a:cubicBezTo>
                    <a:pt x="14" y="6"/>
                    <a:pt x="14" y="4"/>
                    <a:pt x="14" y="4"/>
                  </a:cubicBezTo>
                  <a:cubicBezTo>
                    <a:pt x="15" y="4"/>
                    <a:pt x="15" y="4"/>
                    <a:pt x="15" y="4"/>
                  </a:cubicBezTo>
                  <a:cubicBezTo>
                    <a:pt x="15" y="3"/>
                    <a:pt x="15" y="2"/>
                    <a:pt x="15" y="2"/>
                  </a:cubicBezTo>
                  <a:cubicBezTo>
                    <a:pt x="15" y="2"/>
                    <a:pt x="10" y="0"/>
                    <a:pt x="7" y="0"/>
                  </a:cubicBezTo>
                </a:path>
              </a:pathLst>
            </a:custGeom>
            <a:solidFill>
              <a:srgbClr val="242424"/>
            </a:solidFill>
            <a:ln>
              <a:noFill/>
            </a:ln>
          </p:spPr>
          <p:txBody>
            <a:bodyPr vert="horz" wrap="square" lIns="68580" tIns="34290" rIns="68580" bIns="34290" numCol="1" anchor="t" anchorCtr="0" compatLnSpc="1"/>
            <a:lstStyle/>
            <a:p>
              <a:endParaRPr lang="en-US" sz="1350"/>
            </a:p>
          </p:txBody>
        </p:sp>
        <p:sp>
          <p:nvSpPr>
            <p:cNvPr id="54" name="Freeform 53"/>
            <p:cNvSpPr/>
            <p:nvPr/>
          </p:nvSpPr>
          <p:spPr bwMode="auto">
            <a:xfrm>
              <a:off x="5816912" y="4309793"/>
              <a:ext cx="395603" cy="1241000"/>
            </a:xfrm>
            <a:custGeom>
              <a:avLst/>
              <a:gdLst>
                <a:gd name="T0" fmla="*/ 38 w 73"/>
                <a:gd name="T1" fmla="*/ 0 h 229"/>
                <a:gd name="T2" fmla="*/ 0 w 73"/>
                <a:gd name="T3" fmla="*/ 229 h 229"/>
                <a:gd name="T4" fmla="*/ 45 w 73"/>
                <a:gd name="T5" fmla="*/ 229 h 229"/>
                <a:gd name="T6" fmla="*/ 73 w 73"/>
                <a:gd name="T7" fmla="*/ 0 h 229"/>
                <a:gd name="T8" fmla="*/ 38 w 73"/>
                <a:gd name="T9" fmla="*/ 0 h 229"/>
              </a:gdLst>
              <a:ahLst/>
              <a:cxnLst>
                <a:cxn ang="0">
                  <a:pos x="T0" y="T1"/>
                </a:cxn>
                <a:cxn ang="0">
                  <a:pos x="T2" y="T3"/>
                </a:cxn>
                <a:cxn ang="0">
                  <a:pos x="T4" y="T5"/>
                </a:cxn>
                <a:cxn ang="0">
                  <a:pos x="T6" y="T7"/>
                </a:cxn>
                <a:cxn ang="0">
                  <a:pos x="T8" y="T9"/>
                </a:cxn>
              </a:cxnLst>
              <a:rect l="0" t="0" r="r" b="b"/>
              <a:pathLst>
                <a:path w="73" h="229">
                  <a:moveTo>
                    <a:pt x="38" y="0"/>
                  </a:moveTo>
                  <a:lnTo>
                    <a:pt x="0" y="229"/>
                  </a:lnTo>
                  <a:lnTo>
                    <a:pt x="45" y="229"/>
                  </a:lnTo>
                  <a:lnTo>
                    <a:pt x="73" y="0"/>
                  </a:lnTo>
                  <a:lnTo>
                    <a:pt x="38" y="0"/>
                  </a:lnTo>
                  <a:close/>
                </a:path>
              </a:pathLst>
            </a:custGeom>
            <a:solidFill>
              <a:srgbClr val="484848"/>
            </a:solidFill>
            <a:ln>
              <a:noFill/>
            </a:ln>
          </p:spPr>
          <p:txBody>
            <a:bodyPr vert="horz" wrap="square" lIns="68580" tIns="34290" rIns="68580" bIns="34290" numCol="1" anchor="t" anchorCtr="0" compatLnSpc="1"/>
            <a:lstStyle/>
            <a:p>
              <a:endParaRPr lang="en-US" sz="1350"/>
            </a:p>
          </p:txBody>
        </p:sp>
        <p:sp>
          <p:nvSpPr>
            <p:cNvPr id="55" name="Freeform 54"/>
            <p:cNvSpPr/>
            <p:nvPr/>
          </p:nvSpPr>
          <p:spPr bwMode="auto">
            <a:xfrm>
              <a:off x="6434702" y="4309793"/>
              <a:ext cx="395603" cy="1241000"/>
            </a:xfrm>
            <a:custGeom>
              <a:avLst/>
              <a:gdLst>
                <a:gd name="T0" fmla="*/ 35 w 73"/>
                <a:gd name="T1" fmla="*/ 0 h 229"/>
                <a:gd name="T2" fmla="*/ 73 w 73"/>
                <a:gd name="T3" fmla="*/ 229 h 229"/>
                <a:gd name="T4" fmla="*/ 28 w 73"/>
                <a:gd name="T5" fmla="*/ 229 h 229"/>
                <a:gd name="T6" fmla="*/ 0 w 73"/>
                <a:gd name="T7" fmla="*/ 0 h 229"/>
                <a:gd name="T8" fmla="*/ 35 w 73"/>
                <a:gd name="T9" fmla="*/ 0 h 229"/>
              </a:gdLst>
              <a:ahLst/>
              <a:cxnLst>
                <a:cxn ang="0">
                  <a:pos x="T0" y="T1"/>
                </a:cxn>
                <a:cxn ang="0">
                  <a:pos x="T2" y="T3"/>
                </a:cxn>
                <a:cxn ang="0">
                  <a:pos x="T4" y="T5"/>
                </a:cxn>
                <a:cxn ang="0">
                  <a:pos x="T6" y="T7"/>
                </a:cxn>
                <a:cxn ang="0">
                  <a:pos x="T8" y="T9"/>
                </a:cxn>
              </a:cxnLst>
              <a:rect l="0" t="0" r="r" b="b"/>
              <a:pathLst>
                <a:path w="73" h="229">
                  <a:moveTo>
                    <a:pt x="35" y="0"/>
                  </a:moveTo>
                  <a:lnTo>
                    <a:pt x="73" y="229"/>
                  </a:lnTo>
                  <a:lnTo>
                    <a:pt x="28" y="229"/>
                  </a:lnTo>
                  <a:lnTo>
                    <a:pt x="0" y="0"/>
                  </a:lnTo>
                  <a:lnTo>
                    <a:pt x="35" y="0"/>
                  </a:lnTo>
                  <a:close/>
                </a:path>
              </a:pathLst>
            </a:custGeom>
            <a:solidFill>
              <a:srgbClr val="484848"/>
            </a:solidFill>
            <a:ln>
              <a:noFill/>
            </a:ln>
          </p:spPr>
          <p:txBody>
            <a:bodyPr vert="horz" wrap="square" lIns="68580" tIns="34290" rIns="68580" bIns="34290" numCol="1" anchor="t" anchorCtr="0" compatLnSpc="1"/>
            <a:lstStyle/>
            <a:p>
              <a:endParaRPr lang="en-US" sz="1350"/>
            </a:p>
          </p:txBody>
        </p:sp>
        <p:sp>
          <p:nvSpPr>
            <p:cNvPr id="56" name="Freeform 55"/>
            <p:cNvSpPr/>
            <p:nvPr/>
          </p:nvSpPr>
          <p:spPr bwMode="auto">
            <a:xfrm>
              <a:off x="5583890" y="1844055"/>
              <a:ext cx="1479445" cy="1642021"/>
            </a:xfrm>
            <a:custGeom>
              <a:avLst/>
              <a:gdLst>
                <a:gd name="T0" fmla="*/ 115 w 115"/>
                <a:gd name="T1" fmla="*/ 57 h 127"/>
                <a:gd name="T2" fmla="*/ 58 w 115"/>
                <a:gd name="T3" fmla="*/ 0 h 127"/>
                <a:gd name="T4" fmla="*/ 0 w 115"/>
                <a:gd name="T5" fmla="*/ 57 h 127"/>
                <a:gd name="T6" fmla="*/ 0 w 115"/>
                <a:gd name="T7" fmla="*/ 95 h 127"/>
                <a:gd name="T8" fmla="*/ 115 w 115"/>
                <a:gd name="T9" fmla="*/ 95 h 127"/>
                <a:gd name="T10" fmla="*/ 115 w 115"/>
                <a:gd name="T11" fmla="*/ 57 h 127"/>
              </a:gdLst>
              <a:ahLst/>
              <a:cxnLst>
                <a:cxn ang="0">
                  <a:pos x="T0" y="T1"/>
                </a:cxn>
                <a:cxn ang="0">
                  <a:pos x="T2" y="T3"/>
                </a:cxn>
                <a:cxn ang="0">
                  <a:pos x="T4" y="T5"/>
                </a:cxn>
                <a:cxn ang="0">
                  <a:pos x="T6" y="T7"/>
                </a:cxn>
                <a:cxn ang="0">
                  <a:pos x="T8" y="T9"/>
                </a:cxn>
                <a:cxn ang="0">
                  <a:pos x="T10" y="T11"/>
                </a:cxn>
              </a:cxnLst>
              <a:rect l="0" t="0" r="r" b="b"/>
              <a:pathLst>
                <a:path w="115" h="127">
                  <a:moveTo>
                    <a:pt x="115" y="57"/>
                  </a:moveTo>
                  <a:cubicBezTo>
                    <a:pt x="115" y="26"/>
                    <a:pt x="89" y="0"/>
                    <a:pt x="58" y="0"/>
                  </a:cubicBezTo>
                  <a:cubicBezTo>
                    <a:pt x="26" y="0"/>
                    <a:pt x="0" y="26"/>
                    <a:pt x="0" y="57"/>
                  </a:cubicBezTo>
                  <a:cubicBezTo>
                    <a:pt x="0" y="95"/>
                    <a:pt x="0" y="95"/>
                    <a:pt x="0" y="95"/>
                  </a:cubicBezTo>
                  <a:cubicBezTo>
                    <a:pt x="0" y="127"/>
                    <a:pt x="115" y="127"/>
                    <a:pt x="115" y="95"/>
                  </a:cubicBezTo>
                  <a:lnTo>
                    <a:pt x="115" y="57"/>
                  </a:lnTo>
                  <a:close/>
                </a:path>
              </a:pathLst>
            </a:custGeom>
            <a:solidFill>
              <a:srgbClr val="F7C2A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57" name="Freeform 56"/>
            <p:cNvSpPr/>
            <p:nvPr/>
          </p:nvSpPr>
          <p:spPr bwMode="auto">
            <a:xfrm>
              <a:off x="5573051" y="3030860"/>
              <a:ext cx="1506539" cy="1408991"/>
            </a:xfrm>
            <a:custGeom>
              <a:avLst/>
              <a:gdLst>
                <a:gd name="T0" fmla="*/ 268 w 278"/>
                <a:gd name="T1" fmla="*/ 260 h 260"/>
                <a:gd name="T2" fmla="*/ 7 w 278"/>
                <a:gd name="T3" fmla="*/ 260 h 260"/>
                <a:gd name="T4" fmla="*/ 0 w 278"/>
                <a:gd name="T5" fmla="*/ 0 h 260"/>
                <a:gd name="T6" fmla="*/ 278 w 278"/>
                <a:gd name="T7" fmla="*/ 0 h 260"/>
                <a:gd name="T8" fmla="*/ 268 w 278"/>
                <a:gd name="T9" fmla="*/ 260 h 260"/>
              </a:gdLst>
              <a:ahLst/>
              <a:cxnLst>
                <a:cxn ang="0">
                  <a:pos x="T0" y="T1"/>
                </a:cxn>
                <a:cxn ang="0">
                  <a:pos x="T2" y="T3"/>
                </a:cxn>
                <a:cxn ang="0">
                  <a:pos x="T4" y="T5"/>
                </a:cxn>
                <a:cxn ang="0">
                  <a:pos x="T6" y="T7"/>
                </a:cxn>
                <a:cxn ang="0">
                  <a:pos x="T8" y="T9"/>
                </a:cxn>
              </a:cxnLst>
              <a:rect l="0" t="0" r="r" b="b"/>
              <a:pathLst>
                <a:path w="278" h="260">
                  <a:moveTo>
                    <a:pt x="268" y="260"/>
                  </a:moveTo>
                  <a:lnTo>
                    <a:pt x="7" y="260"/>
                  </a:lnTo>
                  <a:lnTo>
                    <a:pt x="0" y="0"/>
                  </a:lnTo>
                  <a:lnTo>
                    <a:pt x="278" y="0"/>
                  </a:lnTo>
                  <a:lnTo>
                    <a:pt x="268" y="260"/>
                  </a:lnTo>
                  <a:close/>
                </a:path>
              </a:pathLst>
            </a:custGeom>
            <a:solidFill>
              <a:srgbClr val="484848"/>
            </a:solidFill>
            <a:ln>
              <a:noFill/>
            </a:ln>
          </p:spPr>
          <p:txBody>
            <a:bodyPr vert="horz" wrap="square" lIns="68580" tIns="34290" rIns="68580" bIns="34290" numCol="1" anchor="t" anchorCtr="0" compatLnSpc="1"/>
            <a:lstStyle/>
            <a:p>
              <a:endParaRPr lang="en-US" sz="1350"/>
            </a:p>
          </p:txBody>
        </p:sp>
        <p:sp>
          <p:nvSpPr>
            <p:cNvPr id="58" name="Freeform 57"/>
            <p:cNvSpPr/>
            <p:nvPr/>
          </p:nvSpPr>
          <p:spPr bwMode="auto">
            <a:xfrm>
              <a:off x="5573051" y="3030860"/>
              <a:ext cx="1506539" cy="1408991"/>
            </a:xfrm>
            <a:custGeom>
              <a:avLst/>
              <a:gdLst>
                <a:gd name="T0" fmla="*/ 268 w 278"/>
                <a:gd name="T1" fmla="*/ 260 h 260"/>
                <a:gd name="T2" fmla="*/ 7 w 278"/>
                <a:gd name="T3" fmla="*/ 260 h 260"/>
                <a:gd name="T4" fmla="*/ 0 w 278"/>
                <a:gd name="T5" fmla="*/ 0 h 260"/>
                <a:gd name="T6" fmla="*/ 278 w 278"/>
                <a:gd name="T7" fmla="*/ 0 h 260"/>
                <a:gd name="T8" fmla="*/ 268 w 278"/>
                <a:gd name="T9" fmla="*/ 260 h 260"/>
              </a:gdLst>
              <a:ahLst/>
              <a:cxnLst>
                <a:cxn ang="0">
                  <a:pos x="T0" y="T1"/>
                </a:cxn>
                <a:cxn ang="0">
                  <a:pos x="T2" y="T3"/>
                </a:cxn>
                <a:cxn ang="0">
                  <a:pos x="T4" y="T5"/>
                </a:cxn>
                <a:cxn ang="0">
                  <a:pos x="T6" y="T7"/>
                </a:cxn>
                <a:cxn ang="0">
                  <a:pos x="T8" y="T9"/>
                </a:cxn>
              </a:cxnLst>
              <a:rect l="0" t="0" r="r" b="b"/>
              <a:pathLst>
                <a:path w="278" h="260">
                  <a:moveTo>
                    <a:pt x="268" y="260"/>
                  </a:moveTo>
                  <a:lnTo>
                    <a:pt x="7" y="260"/>
                  </a:lnTo>
                  <a:lnTo>
                    <a:pt x="0" y="0"/>
                  </a:lnTo>
                  <a:lnTo>
                    <a:pt x="278" y="0"/>
                  </a:lnTo>
                  <a:lnTo>
                    <a:pt x="268" y="26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59" name="Freeform 58"/>
            <p:cNvSpPr/>
            <p:nvPr/>
          </p:nvSpPr>
          <p:spPr bwMode="auto">
            <a:xfrm>
              <a:off x="5789819" y="3030860"/>
              <a:ext cx="525665" cy="709916"/>
            </a:xfrm>
            <a:custGeom>
              <a:avLst/>
              <a:gdLst>
                <a:gd name="T0" fmla="*/ 38 w 97"/>
                <a:gd name="T1" fmla="*/ 0 h 131"/>
                <a:gd name="T2" fmla="*/ 97 w 97"/>
                <a:gd name="T3" fmla="*/ 131 h 131"/>
                <a:gd name="T4" fmla="*/ 14 w 97"/>
                <a:gd name="T5" fmla="*/ 77 h 131"/>
                <a:gd name="T6" fmla="*/ 36 w 97"/>
                <a:gd name="T7" fmla="*/ 46 h 131"/>
                <a:gd name="T8" fmla="*/ 0 w 97"/>
                <a:gd name="T9" fmla="*/ 38 h 131"/>
                <a:gd name="T10" fmla="*/ 38 w 97"/>
                <a:gd name="T11" fmla="*/ 0 h 131"/>
              </a:gdLst>
              <a:ahLst/>
              <a:cxnLst>
                <a:cxn ang="0">
                  <a:pos x="T0" y="T1"/>
                </a:cxn>
                <a:cxn ang="0">
                  <a:pos x="T2" y="T3"/>
                </a:cxn>
                <a:cxn ang="0">
                  <a:pos x="T4" y="T5"/>
                </a:cxn>
                <a:cxn ang="0">
                  <a:pos x="T6" y="T7"/>
                </a:cxn>
                <a:cxn ang="0">
                  <a:pos x="T8" y="T9"/>
                </a:cxn>
                <a:cxn ang="0">
                  <a:pos x="T10" y="T11"/>
                </a:cxn>
              </a:cxnLst>
              <a:rect l="0" t="0" r="r" b="b"/>
              <a:pathLst>
                <a:path w="97" h="131">
                  <a:moveTo>
                    <a:pt x="38" y="0"/>
                  </a:moveTo>
                  <a:lnTo>
                    <a:pt x="97" y="131"/>
                  </a:lnTo>
                  <a:lnTo>
                    <a:pt x="14" y="77"/>
                  </a:lnTo>
                  <a:lnTo>
                    <a:pt x="36" y="46"/>
                  </a:lnTo>
                  <a:lnTo>
                    <a:pt x="0" y="38"/>
                  </a:lnTo>
                  <a:lnTo>
                    <a:pt x="38" y="0"/>
                  </a:lnTo>
                  <a:close/>
                </a:path>
              </a:pathLst>
            </a:custGeom>
            <a:solidFill>
              <a:srgbClr val="242424"/>
            </a:solidFill>
            <a:ln>
              <a:noFill/>
            </a:ln>
          </p:spPr>
          <p:txBody>
            <a:bodyPr vert="horz" wrap="square" lIns="68580" tIns="34290" rIns="68580" bIns="34290" numCol="1" anchor="t" anchorCtr="0" compatLnSpc="1"/>
            <a:lstStyle/>
            <a:p>
              <a:endParaRPr lang="en-US" sz="1350"/>
            </a:p>
          </p:txBody>
        </p:sp>
        <p:sp>
          <p:nvSpPr>
            <p:cNvPr id="60" name="Freeform 59"/>
            <p:cNvSpPr/>
            <p:nvPr/>
          </p:nvSpPr>
          <p:spPr bwMode="auto">
            <a:xfrm>
              <a:off x="6315480" y="3030860"/>
              <a:ext cx="541922" cy="709916"/>
            </a:xfrm>
            <a:custGeom>
              <a:avLst/>
              <a:gdLst>
                <a:gd name="T0" fmla="*/ 62 w 100"/>
                <a:gd name="T1" fmla="*/ 0 h 131"/>
                <a:gd name="T2" fmla="*/ 0 w 100"/>
                <a:gd name="T3" fmla="*/ 131 h 131"/>
                <a:gd name="T4" fmla="*/ 84 w 100"/>
                <a:gd name="T5" fmla="*/ 77 h 131"/>
                <a:gd name="T6" fmla="*/ 65 w 100"/>
                <a:gd name="T7" fmla="*/ 46 h 131"/>
                <a:gd name="T8" fmla="*/ 100 w 100"/>
                <a:gd name="T9" fmla="*/ 38 h 131"/>
                <a:gd name="T10" fmla="*/ 62 w 100"/>
                <a:gd name="T11" fmla="*/ 0 h 131"/>
              </a:gdLst>
              <a:ahLst/>
              <a:cxnLst>
                <a:cxn ang="0">
                  <a:pos x="T0" y="T1"/>
                </a:cxn>
                <a:cxn ang="0">
                  <a:pos x="T2" y="T3"/>
                </a:cxn>
                <a:cxn ang="0">
                  <a:pos x="T4" y="T5"/>
                </a:cxn>
                <a:cxn ang="0">
                  <a:pos x="T6" y="T7"/>
                </a:cxn>
                <a:cxn ang="0">
                  <a:pos x="T8" y="T9"/>
                </a:cxn>
                <a:cxn ang="0">
                  <a:pos x="T10" y="T11"/>
                </a:cxn>
              </a:cxnLst>
              <a:rect l="0" t="0" r="r" b="b"/>
              <a:pathLst>
                <a:path w="100" h="131">
                  <a:moveTo>
                    <a:pt x="62" y="0"/>
                  </a:moveTo>
                  <a:lnTo>
                    <a:pt x="0" y="131"/>
                  </a:lnTo>
                  <a:lnTo>
                    <a:pt x="84" y="77"/>
                  </a:lnTo>
                  <a:lnTo>
                    <a:pt x="65" y="46"/>
                  </a:lnTo>
                  <a:lnTo>
                    <a:pt x="100" y="38"/>
                  </a:lnTo>
                  <a:lnTo>
                    <a:pt x="62" y="0"/>
                  </a:lnTo>
                  <a:close/>
                </a:path>
              </a:pathLst>
            </a:custGeom>
            <a:solidFill>
              <a:srgbClr val="242424"/>
            </a:solidFill>
            <a:ln>
              <a:noFill/>
            </a:ln>
          </p:spPr>
          <p:txBody>
            <a:bodyPr vert="horz" wrap="square" lIns="68580" tIns="34290" rIns="68580" bIns="34290" numCol="1" anchor="t" anchorCtr="0" compatLnSpc="1"/>
            <a:lstStyle/>
            <a:p>
              <a:endParaRPr lang="en-US" sz="1350"/>
            </a:p>
          </p:txBody>
        </p:sp>
        <p:sp>
          <p:nvSpPr>
            <p:cNvPr id="61" name="Freeform 60"/>
            <p:cNvSpPr/>
            <p:nvPr/>
          </p:nvSpPr>
          <p:spPr bwMode="auto">
            <a:xfrm>
              <a:off x="5995749" y="3030860"/>
              <a:ext cx="655726" cy="709916"/>
            </a:xfrm>
            <a:custGeom>
              <a:avLst/>
              <a:gdLst>
                <a:gd name="T0" fmla="*/ 0 w 121"/>
                <a:gd name="T1" fmla="*/ 0 h 131"/>
                <a:gd name="T2" fmla="*/ 121 w 121"/>
                <a:gd name="T3" fmla="*/ 0 h 131"/>
                <a:gd name="T4" fmla="*/ 59 w 121"/>
                <a:gd name="T5" fmla="*/ 131 h 131"/>
                <a:gd name="T6" fmla="*/ 0 w 121"/>
                <a:gd name="T7" fmla="*/ 0 h 131"/>
              </a:gdLst>
              <a:ahLst/>
              <a:cxnLst>
                <a:cxn ang="0">
                  <a:pos x="T0" y="T1"/>
                </a:cxn>
                <a:cxn ang="0">
                  <a:pos x="T2" y="T3"/>
                </a:cxn>
                <a:cxn ang="0">
                  <a:pos x="T4" y="T5"/>
                </a:cxn>
                <a:cxn ang="0">
                  <a:pos x="T6" y="T7"/>
                </a:cxn>
              </a:cxnLst>
              <a:rect l="0" t="0" r="r" b="b"/>
              <a:pathLst>
                <a:path w="121" h="131">
                  <a:moveTo>
                    <a:pt x="0" y="0"/>
                  </a:moveTo>
                  <a:lnTo>
                    <a:pt x="121" y="0"/>
                  </a:lnTo>
                  <a:lnTo>
                    <a:pt x="59" y="131"/>
                  </a:lnTo>
                  <a:lnTo>
                    <a:pt x="0" y="0"/>
                  </a:lnTo>
                  <a:close/>
                </a:path>
              </a:pathLst>
            </a:custGeom>
            <a:solidFill>
              <a:schemeClr val="bg1"/>
            </a:solidFill>
            <a:ln>
              <a:noFill/>
            </a:ln>
          </p:spPr>
          <p:txBody>
            <a:bodyPr vert="horz" wrap="square" lIns="68580" tIns="34290" rIns="68580" bIns="34290" numCol="1" anchor="t" anchorCtr="0" compatLnSpc="1"/>
            <a:lstStyle/>
            <a:p>
              <a:endParaRPr lang="en-US" sz="1350"/>
            </a:p>
          </p:txBody>
        </p:sp>
        <p:sp>
          <p:nvSpPr>
            <p:cNvPr id="62" name="Freeform 61"/>
            <p:cNvSpPr/>
            <p:nvPr/>
          </p:nvSpPr>
          <p:spPr bwMode="auto">
            <a:xfrm>
              <a:off x="6098711" y="3030860"/>
              <a:ext cx="449797" cy="81290"/>
            </a:xfrm>
            <a:custGeom>
              <a:avLst/>
              <a:gdLst>
                <a:gd name="T0" fmla="*/ 19 w 83"/>
                <a:gd name="T1" fmla="*/ 0 h 15"/>
                <a:gd name="T2" fmla="*/ 0 w 83"/>
                <a:gd name="T3" fmla="*/ 15 h 15"/>
                <a:gd name="T4" fmla="*/ 83 w 83"/>
                <a:gd name="T5" fmla="*/ 15 h 15"/>
                <a:gd name="T6" fmla="*/ 67 w 83"/>
                <a:gd name="T7" fmla="*/ 0 h 15"/>
                <a:gd name="T8" fmla="*/ 19 w 83"/>
                <a:gd name="T9" fmla="*/ 0 h 15"/>
              </a:gdLst>
              <a:ahLst/>
              <a:cxnLst>
                <a:cxn ang="0">
                  <a:pos x="T0" y="T1"/>
                </a:cxn>
                <a:cxn ang="0">
                  <a:pos x="T2" y="T3"/>
                </a:cxn>
                <a:cxn ang="0">
                  <a:pos x="T4" y="T5"/>
                </a:cxn>
                <a:cxn ang="0">
                  <a:pos x="T6" y="T7"/>
                </a:cxn>
                <a:cxn ang="0">
                  <a:pos x="T8" y="T9"/>
                </a:cxn>
              </a:cxnLst>
              <a:rect l="0" t="0" r="r" b="b"/>
              <a:pathLst>
                <a:path w="83" h="15">
                  <a:moveTo>
                    <a:pt x="19" y="0"/>
                  </a:moveTo>
                  <a:lnTo>
                    <a:pt x="0" y="15"/>
                  </a:lnTo>
                  <a:lnTo>
                    <a:pt x="83" y="15"/>
                  </a:lnTo>
                  <a:lnTo>
                    <a:pt x="67" y="0"/>
                  </a:lnTo>
                  <a:lnTo>
                    <a:pt x="19" y="0"/>
                  </a:lnTo>
                  <a:close/>
                </a:path>
              </a:pathLst>
            </a:custGeom>
            <a:solidFill>
              <a:schemeClr val="bg1">
                <a:lumMod val="75000"/>
              </a:schemeClr>
            </a:solidFill>
            <a:ln>
              <a:noFill/>
            </a:ln>
          </p:spPr>
          <p:txBody>
            <a:bodyPr vert="horz" wrap="square" lIns="68580" tIns="34290" rIns="68580" bIns="34290" numCol="1" anchor="t" anchorCtr="0" compatLnSpc="1"/>
            <a:lstStyle/>
            <a:p>
              <a:endParaRPr lang="en-US" sz="1350"/>
            </a:p>
          </p:txBody>
        </p:sp>
        <p:sp>
          <p:nvSpPr>
            <p:cNvPr id="63" name="Freeform 62"/>
            <p:cNvSpPr/>
            <p:nvPr/>
          </p:nvSpPr>
          <p:spPr bwMode="auto">
            <a:xfrm>
              <a:off x="6212517" y="3068794"/>
              <a:ext cx="222188" cy="671980"/>
            </a:xfrm>
            <a:custGeom>
              <a:avLst/>
              <a:gdLst>
                <a:gd name="T0" fmla="*/ 10 w 41"/>
                <a:gd name="T1" fmla="*/ 0 h 124"/>
                <a:gd name="T2" fmla="*/ 0 w 41"/>
                <a:gd name="T3" fmla="*/ 79 h 124"/>
                <a:gd name="T4" fmla="*/ 19 w 41"/>
                <a:gd name="T5" fmla="*/ 124 h 124"/>
                <a:gd name="T6" fmla="*/ 41 w 41"/>
                <a:gd name="T7" fmla="*/ 77 h 124"/>
                <a:gd name="T8" fmla="*/ 29 w 41"/>
                <a:gd name="T9" fmla="*/ 0 h 124"/>
                <a:gd name="T10" fmla="*/ 10 w 41"/>
                <a:gd name="T11" fmla="*/ 0 h 124"/>
              </a:gdLst>
              <a:ahLst/>
              <a:cxnLst>
                <a:cxn ang="0">
                  <a:pos x="T0" y="T1"/>
                </a:cxn>
                <a:cxn ang="0">
                  <a:pos x="T2" y="T3"/>
                </a:cxn>
                <a:cxn ang="0">
                  <a:pos x="T4" y="T5"/>
                </a:cxn>
                <a:cxn ang="0">
                  <a:pos x="T6" y="T7"/>
                </a:cxn>
                <a:cxn ang="0">
                  <a:pos x="T8" y="T9"/>
                </a:cxn>
                <a:cxn ang="0">
                  <a:pos x="T10" y="T11"/>
                </a:cxn>
              </a:cxnLst>
              <a:rect l="0" t="0" r="r" b="b"/>
              <a:pathLst>
                <a:path w="41" h="124">
                  <a:moveTo>
                    <a:pt x="10" y="0"/>
                  </a:moveTo>
                  <a:lnTo>
                    <a:pt x="0" y="79"/>
                  </a:lnTo>
                  <a:lnTo>
                    <a:pt x="19" y="124"/>
                  </a:lnTo>
                  <a:lnTo>
                    <a:pt x="41" y="77"/>
                  </a:lnTo>
                  <a:lnTo>
                    <a:pt x="29" y="0"/>
                  </a:lnTo>
                  <a:lnTo>
                    <a:pt x="10" y="0"/>
                  </a:lnTo>
                  <a:close/>
                </a:path>
              </a:pathLst>
            </a:custGeom>
            <a:solidFill>
              <a:schemeClr val="bg1">
                <a:lumMod val="75000"/>
              </a:schemeClr>
            </a:solidFill>
            <a:ln>
              <a:noFill/>
            </a:ln>
          </p:spPr>
          <p:txBody>
            <a:bodyPr vert="horz" wrap="square" lIns="68580" tIns="34290" rIns="68580" bIns="34290" numCol="1" anchor="t" anchorCtr="0" compatLnSpc="1"/>
            <a:lstStyle/>
            <a:p>
              <a:endParaRPr lang="en-US" sz="1350"/>
            </a:p>
          </p:txBody>
        </p:sp>
        <p:sp>
          <p:nvSpPr>
            <p:cNvPr id="64" name="Oval 63"/>
            <p:cNvSpPr>
              <a:spLocks noChangeArrowheads="1"/>
            </p:cNvSpPr>
            <p:nvPr/>
          </p:nvSpPr>
          <p:spPr bwMode="auto">
            <a:xfrm>
              <a:off x="6293803" y="3805805"/>
              <a:ext cx="65031" cy="65031"/>
            </a:xfrm>
            <a:prstGeom prst="ellipse">
              <a:avLst/>
            </a:prstGeom>
            <a:solidFill>
              <a:schemeClr val="bg1"/>
            </a:solidFill>
            <a:ln>
              <a:noFill/>
            </a:ln>
          </p:spPr>
          <p:txBody>
            <a:bodyPr vert="horz" wrap="square" lIns="68580" tIns="34290" rIns="68580" bIns="34290" numCol="1" anchor="t" anchorCtr="0" compatLnSpc="1"/>
            <a:lstStyle/>
            <a:p>
              <a:endParaRPr lang="en-US" sz="1350"/>
            </a:p>
          </p:txBody>
        </p:sp>
        <p:sp>
          <p:nvSpPr>
            <p:cNvPr id="65" name="Oval 64"/>
            <p:cNvSpPr>
              <a:spLocks noChangeArrowheads="1"/>
            </p:cNvSpPr>
            <p:nvPr/>
          </p:nvSpPr>
          <p:spPr bwMode="auto">
            <a:xfrm>
              <a:off x="6293803" y="3962965"/>
              <a:ext cx="65031" cy="65031"/>
            </a:xfrm>
            <a:prstGeom prst="ellipse">
              <a:avLst/>
            </a:prstGeom>
            <a:solidFill>
              <a:schemeClr val="bg1"/>
            </a:solidFill>
            <a:ln>
              <a:noFill/>
            </a:ln>
          </p:spPr>
          <p:txBody>
            <a:bodyPr vert="horz" wrap="square" lIns="68580" tIns="34290" rIns="68580" bIns="34290" numCol="1" anchor="t" anchorCtr="0" compatLnSpc="1"/>
            <a:lstStyle/>
            <a:p>
              <a:endParaRPr lang="en-US" sz="1350"/>
            </a:p>
          </p:txBody>
        </p:sp>
        <p:sp>
          <p:nvSpPr>
            <p:cNvPr id="66" name="Oval 65"/>
            <p:cNvSpPr>
              <a:spLocks noChangeArrowheads="1"/>
            </p:cNvSpPr>
            <p:nvPr/>
          </p:nvSpPr>
          <p:spPr bwMode="auto">
            <a:xfrm>
              <a:off x="6293803" y="4120119"/>
              <a:ext cx="65031" cy="65031"/>
            </a:xfrm>
            <a:prstGeom prst="ellipse">
              <a:avLst/>
            </a:prstGeom>
            <a:solidFill>
              <a:schemeClr val="bg1"/>
            </a:solidFill>
            <a:ln>
              <a:noFill/>
            </a:ln>
          </p:spPr>
          <p:txBody>
            <a:bodyPr vert="horz" wrap="square" lIns="68580" tIns="34290" rIns="68580" bIns="34290" numCol="1" anchor="t" anchorCtr="0" compatLnSpc="1"/>
            <a:lstStyle/>
            <a:p>
              <a:endParaRPr lang="en-US" sz="1350"/>
            </a:p>
          </p:txBody>
        </p:sp>
        <p:sp>
          <p:nvSpPr>
            <p:cNvPr id="67" name="Oval 66"/>
            <p:cNvSpPr>
              <a:spLocks noChangeArrowheads="1"/>
            </p:cNvSpPr>
            <p:nvPr/>
          </p:nvSpPr>
          <p:spPr bwMode="auto">
            <a:xfrm>
              <a:off x="6293803" y="4271857"/>
              <a:ext cx="65031" cy="65031"/>
            </a:xfrm>
            <a:prstGeom prst="ellipse">
              <a:avLst/>
            </a:prstGeom>
            <a:solidFill>
              <a:schemeClr val="bg1"/>
            </a:solidFill>
            <a:ln>
              <a:noFill/>
            </a:ln>
          </p:spPr>
          <p:txBody>
            <a:bodyPr vert="horz" wrap="square" lIns="68580" tIns="34290" rIns="68580" bIns="34290" numCol="1" anchor="t" anchorCtr="0" compatLnSpc="1"/>
            <a:lstStyle/>
            <a:p>
              <a:endParaRPr lang="en-US" sz="1350"/>
            </a:p>
          </p:txBody>
        </p:sp>
        <p:sp>
          <p:nvSpPr>
            <p:cNvPr id="68" name="Freeform 67"/>
            <p:cNvSpPr/>
            <p:nvPr/>
          </p:nvSpPr>
          <p:spPr bwMode="auto">
            <a:xfrm>
              <a:off x="5724787" y="4027996"/>
              <a:ext cx="298058" cy="10837"/>
            </a:xfrm>
            <a:custGeom>
              <a:avLst/>
              <a:gdLst>
                <a:gd name="T0" fmla="*/ 23 w 23"/>
                <a:gd name="T1" fmla="*/ 0 h 1"/>
                <a:gd name="T2" fmla="*/ 0 w 23"/>
                <a:gd name="T3" fmla="*/ 0 h 1"/>
                <a:gd name="T4" fmla="*/ 11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cubicBezTo>
                    <a:pt x="0" y="0"/>
                    <a:pt x="0" y="0"/>
                    <a:pt x="0" y="0"/>
                  </a:cubicBezTo>
                  <a:cubicBezTo>
                    <a:pt x="0" y="0"/>
                    <a:pt x="4" y="1"/>
                    <a:pt x="11" y="1"/>
                  </a:cubicBezTo>
                  <a:cubicBezTo>
                    <a:pt x="14" y="1"/>
                    <a:pt x="18" y="1"/>
                    <a:pt x="23" y="0"/>
                  </a:cubicBezTo>
                </a:path>
              </a:pathLst>
            </a:custGeom>
            <a:solidFill>
              <a:schemeClr val="bg1"/>
            </a:solidFill>
            <a:ln>
              <a:noFill/>
            </a:ln>
          </p:spPr>
          <p:txBody>
            <a:bodyPr vert="horz" wrap="square" lIns="68580" tIns="34290" rIns="68580" bIns="34290" numCol="1" anchor="t" anchorCtr="0" compatLnSpc="1"/>
            <a:lstStyle/>
            <a:p>
              <a:endParaRPr lang="en-US" sz="1350"/>
            </a:p>
          </p:txBody>
        </p:sp>
        <p:sp>
          <p:nvSpPr>
            <p:cNvPr id="69" name="Freeform 68"/>
            <p:cNvSpPr/>
            <p:nvPr/>
          </p:nvSpPr>
          <p:spPr bwMode="auto">
            <a:xfrm>
              <a:off x="6575602" y="4055090"/>
              <a:ext cx="298058" cy="21677"/>
            </a:xfrm>
            <a:custGeom>
              <a:avLst/>
              <a:gdLst>
                <a:gd name="T0" fmla="*/ 23 w 23"/>
                <a:gd name="T1" fmla="*/ 0 h 2"/>
                <a:gd name="T2" fmla="*/ 0 w 23"/>
                <a:gd name="T3" fmla="*/ 0 h 2"/>
                <a:gd name="T4" fmla="*/ 11 w 23"/>
                <a:gd name="T5" fmla="*/ 2 h 2"/>
                <a:gd name="T6" fmla="*/ 23 w 23"/>
                <a:gd name="T7" fmla="*/ 0 h 2"/>
              </a:gdLst>
              <a:ahLst/>
              <a:cxnLst>
                <a:cxn ang="0">
                  <a:pos x="T0" y="T1"/>
                </a:cxn>
                <a:cxn ang="0">
                  <a:pos x="T2" y="T3"/>
                </a:cxn>
                <a:cxn ang="0">
                  <a:pos x="T4" y="T5"/>
                </a:cxn>
                <a:cxn ang="0">
                  <a:pos x="T6" y="T7"/>
                </a:cxn>
              </a:cxnLst>
              <a:rect l="0" t="0" r="r" b="b"/>
              <a:pathLst>
                <a:path w="23" h="2">
                  <a:moveTo>
                    <a:pt x="23" y="0"/>
                  </a:moveTo>
                  <a:cubicBezTo>
                    <a:pt x="0" y="0"/>
                    <a:pt x="0" y="0"/>
                    <a:pt x="0" y="0"/>
                  </a:cubicBezTo>
                  <a:cubicBezTo>
                    <a:pt x="0" y="0"/>
                    <a:pt x="4" y="2"/>
                    <a:pt x="11" y="2"/>
                  </a:cubicBezTo>
                  <a:cubicBezTo>
                    <a:pt x="14" y="2"/>
                    <a:pt x="18" y="1"/>
                    <a:pt x="23" y="0"/>
                  </a:cubicBezTo>
                </a:path>
              </a:pathLst>
            </a:custGeom>
            <a:solidFill>
              <a:schemeClr val="bg1"/>
            </a:solidFill>
            <a:ln>
              <a:noFill/>
            </a:ln>
          </p:spPr>
          <p:txBody>
            <a:bodyPr vert="horz" wrap="square" lIns="68580" tIns="34290" rIns="68580" bIns="34290" numCol="1" anchor="t" anchorCtr="0" compatLnSpc="1"/>
            <a:lstStyle/>
            <a:p>
              <a:endParaRPr lang="en-US" sz="1350"/>
            </a:p>
          </p:txBody>
        </p:sp>
        <p:sp>
          <p:nvSpPr>
            <p:cNvPr id="70" name="Freeform 69"/>
            <p:cNvSpPr/>
            <p:nvPr/>
          </p:nvSpPr>
          <p:spPr bwMode="auto">
            <a:xfrm>
              <a:off x="7014559" y="2358880"/>
              <a:ext cx="124643" cy="325153"/>
            </a:xfrm>
            <a:custGeom>
              <a:avLst/>
              <a:gdLst>
                <a:gd name="T0" fmla="*/ 0 w 10"/>
                <a:gd name="T1" fmla="*/ 20 h 25"/>
                <a:gd name="T2" fmla="*/ 5 w 10"/>
                <a:gd name="T3" fmla="*/ 25 h 25"/>
                <a:gd name="T4" fmla="*/ 10 w 10"/>
                <a:gd name="T5" fmla="*/ 20 h 25"/>
                <a:gd name="T6" fmla="*/ 10 w 10"/>
                <a:gd name="T7" fmla="*/ 5 h 25"/>
                <a:gd name="T8" fmla="*/ 5 w 10"/>
                <a:gd name="T9" fmla="*/ 0 h 25"/>
                <a:gd name="T10" fmla="*/ 0 w 10"/>
                <a:gd name="T11" fmla="*/ 5 h 25"/>
                <a:gd name="T12" fmla="*/ 0 w 10"/>
                <a:gd name="T13" fmla="*/ 20 h 25"/>
              </a:gdLst>
              <a:ahLst/>
              <a:cxnLst>
                <a:cxn ang="0">
                  <a:pos x="T0" y="T1"/>
                </a:cxn>
                <a:cxn ang="0">
                  <a:pos x="T2" y="T3"/>
                </a:cxn>
                <a:cxn ang="0">
                  <a:pos x="T4" y="T5"/>
                </a:cxn>
                <a:cxn ang="0">
                  <a:pos x="T6" y="T7"/>
                </a:cxn>
                <a:cxn ang="0">
                  <a:pos x="T8" y="T9"/>
                </a:cxn>
                <a:cxn ang="0">
                  <a:pos x="T10" y="T11"/>
                </a:cxn>
                <a:cxn ang="0">
                  <a:pos x="T12" y="T13"/>
                </a:cxn>
              </a:cxnLst>
              <a:rect l="0" t="0" r="r" b="b"/>
              <a:pathLst>
                <a:path w="10" h="25">
                  <a:moveTo>
                    <a:pt x="0" y="20"/>
                  </a:moveTo>
                  <a:cubicBezTo>
                    <a:pt x="0" y="23"/>
                    <a:pt x="3" y="25"/>
                    <a:pt x="5" y="25"/>
                  </a:cubicBezTo>
                  <a:cubicBezTo>
                    <a:pt x="8" y="25"/>
                    <a:pt x="10" y="23"/>
                    <a:pt x="10" y="20"/>
                  </a:cubicBezTo>
                  <a:cubicBezTo>
                    <a:pt x="10" y="5"/>
                    <a:pt x="10" y="5"/>
                    <a:pt x="10" y="5"/>
                  </a:cubicBezTo>
                  <a:cubicBezTo>
                    <a:pt x="10" y="2"/>
                    <a:pt x="8" y="0"/>
                    <a:pt x="5" y="0"/>
                  </a:cubicBezTo>
                  <a:cubicBezTo>
                    <a:pt x="3" y="0"/>
                    <a:pt x="0" y="2"/>
                    <a:pt x="0" y="5"/>
                  </a:cubicBezTo>
                  <a:lnTo>
                    <a:pt x="0" y="20"/>
                  </a:lnTo>
                  <a:close/>
                </a:path>
              </a:pathLst>
            </a:custGeom>
            <a:solidFill>
              <a:srgbClr val="F7C2A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71" name="Freeform 70"/>
            <p:cNvSpPr/>
            <p:nvPr/>
          </p:nvSpPr>
          <p:spPr bwMode="auto">
            <a:xfrm>
              <a:off x="7025397" y="2413073"/>
              <a:ext cx="92127" cy="205929"/>
            </a:xfrm>
            <a:custGeom>
              <a:avLst/>
              <a:gdLst>
                <a:gd name="T0" fmla="*/ 3 w 7"/>
                <a:gd name="T1" fmla="*/ 13 h 16"/>
                <a:gd name="T2" fmla="*/ 3 w 7"/>
                <a:gd name="T3" fmla="*/ 4 h 16"/>
                <a:gd name="T4" fmla="*/ 0 w 7"/>
                <a:gd name="T5" fmla="*/ 0 h 16"/>
                <a:gd name="T6" fmla="*/ 1 w 7"/>
                <a:gd name="T7" fmla="*/ 0 h 16"/>
                <a:gd name="T8" fmla="*/ 7 w 7"/>
                <a:gd name="T9" fmla="*/ 4 h 16"/>
                <a:gd name="T10" fmla="*/ 7 w 7"/>
                <a:gd name="T11" fmla="*/ 13 h 16"/>
                <a:gd name="T12" fmla="*/ 2 w 7"/>
                <a:gd name="T13" fmla="*/ 16 h 16"/>
                <a:gd name="T14" fmla="*/ 1 w 7"/>
                <a:gd name="T15" fmla="*/ 16 h 16"/>
                <a:gd name="T16" fmla="*/ 3 w 7"/>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6">
                  <a:moveTo>
                    <a:pt x="3" y="13"/>
                  </a:moveTo>
                  <a:cubicBezTo>
                    <a:pt x="3" y="4"/>
                    <a:pt x="3" y="4"/>
                    <a:pt x="3" y="4"/>
                  </a:cubicBezTo>
                  <a:cubicBezTo>
                    <a:pt x="3" y="2"/>
                    <a:pt x="2" y="1"/>
                    <a:pt x="0" y="0"/>
                  </a:cubicBezTo>
                  <a:cubicBezTo>
                    <a:pt x="0" y="0"/>
                    <a:pt x="0" y="0"/>
                    <a:pt x="1" y="0"/>
                  </a:cubicBezTo>
                  <a:cubicBezTo>
                    <a:pt x="4" y="0"/>
                    <a:pt x="7" y="2"/>
                    <a:pt x="7" y="4"/>
                  </a:cubicBezTo>
                  <a:cubicBezTo>
                    <a:pt x="7" y="13"/>
                    <a:pt x="7" y="13"/>
                    <a:pt x="7" y="13"/>
                  </a:cubicBezTo>
                  <a:cubicBezTo>
                    <a:pt x="7" y="15"/>
                    <a:pt x="6" y="16"/>
                    <a:pt x="2" y="16"/>
                  </a:cubicBezTo>
                  <a:cubicBezTo>
                    <a:pt x="2" y="16"/>
                    <a:pt x="1" y="16"/>
                    <a:pt x="1" y="16"/>
                  </a:cubicBezTo>
                  <a:cubicBezTo>
                    <a:pt x="4" y="16"/>
                    <a:pt x="3" y="15"/>
                    <a:pt x="3" y="13"/>
                  </a:cubicBezTo>
                  <a:close/>
                </a:path>
              </a:pathLst>
            </a:custGeom>
            <a:solidFill>
              <a:srgbClr val="B9928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72" name="Freeform 71"/>
            <p:cNvSpPr/>
            <p:nvPr/>
          </p:nvSpPr>
          <p:spPr bwMode="auto">
            <a:xfrm>
              <a:off x="5508020" y="2358880"/>
              <a:ext cx="130061" cy="325153"/>
            </a:xfrm>
            <a:custGeom>
              <a:avLst/>
              <a:gdLst>
                <a:gd name="T0" fmla="*/ 10 w 10"/>
                <a:gd name="T1" fmla="*/ 20 h 25"/>
                <a:gd name="T2" fmla="*/ 5 w 10"/>
                <a:gd name="T3" fmla="*/ 25 h 25"/>
                <a:gd name="T4" fmla="*/ 0 w 10"/>
                <a:gd name="T5" fmla="*/ 20 h 25"/>
                <a:gd name="T6" fmla="*/ 0 w 10"/>
                <a:gd name="T7" fmla="*/ 5 h 25"/>
                <a:gd name="T8" fmla="*/ 5 w 10"/>
                <a:gd name="T9" fmla="*/ 0 h 25"/>
                <a:gd name="T10" fmla="*/ 10 w 10"/>
                <a:gd name="T11" fmla="*/ 5 h 25"/>
                <a:gd name="T12" fmla="*/ 10 w 10"/>
                <a:gd name="T13" fmla="*/ 20 h 25"/>
              </a:gdLst>
              <a:ahLst/>
              <a:cxnLst>
                <a:cxn ang="0">
                  <a:pos x="T0" y="T1"/>
                </a:cxn>
                <a:cxn ang="0">
                  <a:pos x="T2" y="T3"/>
                </a:cxn>
                <a:cxn ang="0">
                  <a:pos x="T4" y="T5"/>
                </a:cxn>
                <a:cxn ang="0">
                  <a:pos x="T6" y="T7"/>
                </a:cxn>
                <a:cxn ang="0">
                  <a:pos x="T8" y="T9"/>
                </a:cxn>
                <a:cxn ang="0">
                  <a:pos x="T10" y="T11"/>
                </a:cxn>
                <a:cxn ang="0">
                  <a:pos x="T12" y="T13"/>
                </a:cxn>
              </a:cxnLst>
              <a:rect l="0" t="0" r="r" b="b"/>
              <a:pathLst>
                <a:path w="10" h="25">
                  <a:moveTo>
                    <a:pt x="10" y="20"/>
                  </a:moveTo>
                  <a:cubicBezTo>
                    <a:pt x="10" y="23"/>
                    <a:pt x="8" y="25"/>
                    <a:pt x="5" y="25"/>
                  </a:cubicBezTo>
                  <a:cubicBezTo>
                    <a:pt x="2" y="25"/>
                    <a:pt x="0" y="23"/>
                    <a:pt x="0" y="20"/>
                  </a:cubicBezTo>
                  <a:cubicBezTo>
                    <a:pt x="0" y="5"/>
                    <a:pt x="0" y="5"/>
                    <a:pt x="0" y="5"/>
                  </a:cubicBezTo>
                  <a:cubicBezTo>
                    <a:pt x="0" y="2"/>
                    <a:pt x="2" y="0"/>
                    <a:pt x="5" y="0"/>
                  </a:cubicBezTo>
                  <a:cubicBezTo>
                    <a:pt x="8" y="0"/>
                    <a:pt x="10" y="2"/>
                    <a:pt x="10" y="5"/>
                  </a:cubicBezTo>
                  <a:lnTo>
                    <a:pt x="10" y="20"/>
                  </a:lnTo>
                  <a:close/>
                </a:path>
              </a:pathLst>
            </a:custGeom>
            <a:solidFill>
              <a:srgbClr val="F7C2A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73" name="Freeform 72"/>
            <p:cNvSpPr/>
            <p:nvPr/>
          </p:nvSpPr>
          <p:spPr bwMode="auto">
            <a:xfrm>
              <a:off x="5535115" y="2413073"/>
              <a:ext cx="102967" cy="205929"/>
            </a:xfrm>
            <a:custGeom>
              <a:avLst/>
              <a:gdLst>
                <a:gd name="T0" fmla="*/ 5 w 8"/>
                <a:gd name="T1" fmla="*/ 13 h 16"/>
                <a:gd name="T2" fmla="*/ 5 w 8"/>
                <a:gd name="T3" fmla="*/ 4 h 16"/>
                <a:gd name="T4" fmla="*/ 8 w 8"/>
                <a:gd name="T5" fmla="*/ 0 h 16"/>
                <a:gd name="T6" fmla="*/ 7 w 8"/>
                <a:gd name="T7" fmla="*/ 0 h 16"/>
                <a:gd name="T8" fmla="*/ 0 w 8"/>
                <a:gd name="T9" fmla="*/ 4 h 16"/>
                <a:gd name="T10" fmla="*/ 0 w 8"/>
                <a:gd name="T11" fmla="*/ 13 h 16"/>
                <a:gd name="T12" fmla="*/ 5 w 8"/>
                <a:gd name="T13" fmla="*/ 16 h 16"/>
                <a:gd name="T14" fmla="*/ 6 w 8"/>
                <a:gd name="T15" fmla="*/ 16 h 16"/>
                <a:gd name="T16" fmla="*/ 5 w 8"/>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6">
                  <a:moveTo>
                    <a:pt x="5" y="13"/>
                  </a:moveTo>
                  <a:cubicBezTo>
                    <a:pt x="5" y="4"/>
                    <a:pt x="5" y="4"/>
                    <a:pt x="5" y="4"/>
                  </a:cubicBezTo>
                  <a:cubicBezTo>
                    <a:pt x="5" y="2"/>
                    <a:pt x="5" y="1"/>
                    <a:pt x="8" y="0"/>
                  </a:cubicBezTo>
                  <a:cubicBezTo>
                    <a:pt x="8" y="0"/>
                    <a:pt x="7" y="0"/>
                    <a:pt x="7" y="0"/>
                  </a:cubicBezTo>
                  <a:cubicBezTo>
                    <a:pt x="3" y="0"/>
                    <a:pt x="0" y="2"/>
                    <a:pt x="0" y="4"/>
                  </a:cubicBezTo>
                  <a:cubicBezTo>
                    <a:pt x="0" y="13"/>
                    <a:pt x="0" y="13"/>
                    <a:pt x="0" y="13"/>
                  </a:cubicBezTo>
                  <a:cubicBezTo>
                    <a:pt x="0" y="15"/>
                    <a:pt x="2" y="16"/>
                    <a:pt x="5" y="16"/>
                  </a:cubicBezTo>
                  <a:cubicBezTo>
                    <a:pt x="6" y="16"/>
                    <a:pt x="6" y="16"/>
                    <a:pt x="6" y="16"/>
                  </a:cubicBezTo>
                  <a:cubicBezTo>
                    <a:pt x="4" y="16"/>
                    <a:pt x="5" y="15"/>
                    <a:pt x="5" y="13"/>
                  </a:cubicBezTo>
                  <a:close/>
                </a:path>
              </a:pathLst>
            </a:custGeom>
            <a:solidFill>
              <a:srgbClr val="B9928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74" name="Freeform 73"/>
            <p:cNvSpPr/>
            <p:nvPr/>
          </p:nvSpPr>
          <p:spPr bwMode="auto">
            <a:xfrm>
              <a:off x="6136647" y="2786995"/>
              <a:ext cx="384766" cy="325153"/>
            </a:xfrm>
            <a:custGeom>
              <a:avLst/>
              <a:gdLst>
                <a:gd name="T0" fmla="*/ 0 w 30"/>
                <a:gd name="T1" fmla="*/ 0 h 25"/>
                <a:gd name="T2" fmla="*/ 30 w 30"/>
                <a:gd name="T3" fmla="*/ 0 h 25"/>
                <a:gd name="T4" fmla="*/ 0 w 30"/>
                <a:gd name="T5" fmla="*/ 0 h 25"/>
              </a:gdLst>
              <a:ahLst/>
              <a:cxnLst>
                <a:cxn ang="0">
                  <a:pos x="T0" y="T1"/>
                </a:cxn>
                <a:cxn ang="0">
                  <a:pos x="T2" y="T3"/>
                </a:cxn>
                <a:cxn ang="0">
                  <a:pos x="T4" y="T5"/>
                </a:cxn>
              </a:cxnLst>
              <a:rect l="0" t="0" r="r" b="b"/>
              <a:pathLst>
                <a:path w="30" h="25">
                  <a:moveTo>
                    <a:pt x="0" y="0"/>
                  </a:moveTo>
                  <a:cubicBezTo>
                    <a:pt x="0" y="0"/>
                    <a:pt x="9" y="15"/>
                    <a:pt x="30" y="0"/>
                  </a:cubicBezTo>
                  <a:cubicBezTo>
                    <a:pt x="30" y="0"/>
                    <a:pt x="10" y="25"/>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75" name="Freeform 74"/>
            <p:cNvSpPr/>
            <p:nvPr/>
          </p:nvSpPr>
          <p:spPr bwMode="auto">
            <a:xfrm>
              <a:off x="5865687" y="2331783"/>
              <a:ext cx="233028" cy="108384"/>
            </a:xfrm>
            <a:custGeom>
              <a:avLst/>
              <a:gdLst>
                <a:gd name="T0" fmla="*/ 3 w 43"/>
                <a:gd name="T1" fmla="*/ 20 h 20"/>
                <a:gd name="T2" fmla="*/ 0 w 43"/>
                <a:gd name="T3" fmla="*/ 12 h 20"/>
                <a:gd name="T4" fmla="*/ 41 w 43"/>
                <a:gd name="T5" fmla="*/ 0 h 20"/>
                <a:gd name="T6" fmla="*/ 43 w 43"/>
                <a:gd name="T7" fmla="*/ 8 h 20"/>
                <a:gd name="T8" fmla="*/ 3 w 43"/>
                <a:gd name="T9" fmla="*/ 20 h 20"/>
              </a:gdLst>
              <a:ahLst/>
              <a:cxnLst>
                <a:cxn ang="0">
                  <a:pos x="T0" y="T1"/>
                </a:cxn>
                <a:cxn ang="0">
                  <a:pos x="T2" y="T3"/>
                </a:cxn>
                <a:cxn ang="0">
                  <a:pos x="T4" y="T5"/>
                </a:cxn>
                <a:cxn ang="0">
                  <a:pos x="T6" y="T7"/>
                </a:cxn>
                <a:cxn ang="0">
                  <a:pos x="T8" y="T9"/>
                </a:cxn>
              </a:cxnLst>
              <a:rect l="0" t="0" r="r" b="b"/>
              <a:pathLst>
                <a:path w="43" h="20">
                  <a:moveTo>
                    <a:pt x="3" y="20"/>
                  </a:moveTo>
                  <a:lnTo>
                    <a:pt x="0" y="12"/>
                  </a:lnTo>
                  <a:lnTo>
                    <a:pt x="41" y="0"/>
                  </a:lnTo>
                  <a:lnTo>
                    <a:pt x="43" y="8"/>
                  </a:lnTo>
                  <a:lnTo>
                    <a:pt x="3" y="20"/>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76" name="Freeform 75"/>
            <p:cNvSpPr/>
            <p:nvPr/>
          </p:nvSpPr>
          <p:spPr bwMode="auto">
            <a:xfrm>
              <a:off x="5583890" y="1600192"/>
              <a:ext cx="1544475" cy="991716"/>
            </a:xfrm>
            <a:custGeom>
              <a:avLst/>
              <a:gdLst>
                <a:gd name="T0" fmla="*/ 0 w 120"/>
                <a:gd name="T1" fmla="*/ 77 h 77"/>
                <a:gd name="T2" fmla="*/ 4 w 120"/>
                <a:gd name="T3" fmla="*/ 77 h 77"/>
                <a:gd name="T4" fmla="*/ 4 w 120"/>
                <a:gd name="T5" fmla="*/ 68 h 77"/>
                <a:gd name="T6" fmla="*/ 21 w 120"/>
                <a:gd name="T7" fmla="*/ 38 h 77"/>
                <a:gd name="T8" fmla="*/ 92 w 120"/>
                <a:gd name="T9" fmla="*/ 38 h 77"/>
                <a:gd name="T10" fmla="*/ 112 w 120"/>
                <a:gd name="T11" fmla="*/ 68 h 77"/>
                <a:gd name="T12" fmla="*/ 112 w 120"/>
                <a:gd name="T13" fmla="*/ 77 h 77"/>
                <a:gd name="T14" fmla="*/ 116 w 120"/>
                <a:gd name="T15" fmla="*/ 77 h 77"/>
                <a:gd name="T16" fmla="*/ 116 w 120"/>
                <a:gd name="T17" fmla="*/ 68 h 77"/>
                <a:gd name="T18" fmla="*/ 97 w 120"/>
                <a:gd name="T19" fmla="*/ 19 h 77"/>
                <a:gd name="T20" fmla="*/ 60 w 120"/>
                <a:gd name="T21" fmla="*/ 12 h 77"/>
                <a:gd name="T22" fmla="*/ 61 w 120"/>
                <a:gd name="T23" fmla="*/ 0 h 77"/>
                <a:gd name="T24" fmla="*/ 37 w 120"/>
                <a:gd name="T25" fmla="*/ 14 h 77"/>
                <a:gd name="T26" fmla="*/ 26 w 120"/>
                <a:gd name="T27" fmla="*/ 19 h 77"/>
                <a:gd name="T28" fmla="*/ 0 w 120"/>
                <a:gd name="T29" fmla="*/ 67 h 77"/>
                <a:gd name="T30" fmla="*/ 0 w 120"/>
                <a:gd name="T31"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0" h="77">
                  <a:moveTo>
                    <a:pt x="0" y="77"/>
                  </a:moveTo>
                  <a:cubicBezTo>
                    <a:pt x="4" y="77"/>
                    <a:pt x="4" y="77"/>
                    <a:pt x="4" y="77"/>
                  </a:cubicBezTo>
                  <a:cubicBezTo>
                    <a:pt x="4" y="77"/>
                    <a:pt x="4" y="69"/>
                    <a:pt x="4" y="68"/>
                  </a:cubicBezTo>
                  <a:cubicBezTo>
                    <a:pt x="5" y="61"/>
                    <a:pt x="11" y="37"/>
                    <a:pt x="21" y="38"/>
                  </a:cubicBezTo>
                  <a:cubicBezTo>
                    <a:pt x="40" y="39"/>
                    <a:pt x="75" y="41"/>
                    <a:pt x="92" y="38"/>
                  </a:cubicBezTo>
                  <a:cubicBezTo>
                    <a:pt x="98" y="37"/>
                    <a:pt x="111" y="49"/>
                    <a:pt x="112" y="68"/>
                  </a:cubicBezTo>
                  <a:cubicBezTo>
                    <a:pt x="112" y="69"/>
                    <a:pt x="112" y="76"/>
                    <a:pt x="112" y="77"/>
                  </a:cubicBezTo>
                  <a:cubicBezTo>
                    <a:pt x="116" y="77"/>
                    <a:pt x="116" y="77"/>
                    <a:pt x="116" y="77"/>
                  </a:cubicBezTo>
                  <a:cubicBezTo>
                    <a:pt x="116" y="77"/>
                    <a:pt x="115" y="69"/>
                    <a:pt x="116" y="68"/>
                  </a:cubicBezTo>
                  <a:cubicBezTo>
                    <a:pt x="117" y="60"/>
                    <a:pt x="120" y="33"/>
                    <a:pt x="97" y="19"/>
                  </a:cubicBezTo>
                  <a:cubicBezTo>
                    <a:pt x="90" y="14"/>
                    <a:pt x="70" y="8"/>
                    <a:pt x="60" y="12"/>
                  </a:cubicBezTo>
                  <a:cubicBezTo>
                    <a:pt x="60" y="12"/>
                    <a:pt x="56" y="9"/>
                    <a:pt x="61" y="0"/>
                  </a:cubicBezTo>
                  <a:cubicBezTo>
                    <a:pt x="61" y="0"/>
                    <a:pt x="37" y="5"/>
                    <a:pt x="37" y="14"/>
                  </a:cubicBezTo>
                  <a:cubicBezTo>
                    <a:pt x="37" y="14"/>
                    <a:pt x="26" y="11"/>
                    <a:pt x="26" y="19"/>
                  </a:cubicBezTo>
                  <a:cubicBezTo>
                    <a:pt x="26" y="19"/>
                    <a:pt x="2" y="21"/>
                    <a:pt x="0" y="67"/>
                  </a:cubicBezTo>
                  <a:cubicBezTo>
                    <a:pt x="0" y="68"/>
                    <a:pt x="0" y="76"/>
                    <a:pt x="0" y="77"/>
                  </a:cubicBezTo>
                  <a:close/>
                </a:path>
              </a:pathLst>
            </a:custGeom>
            <a:solidFill>
              <a:srgbClr val="755243"/>
            </a:solidFill>
            <a:ln>
              <a:noFill/>
            </a:ln>
          </p:spPr>
          <p:txBody>
            <a:bodyPr vert="horz" wrap="square" lIns="68580" tIns="34290" rIns="68580" bIns="34290" numCol="1" anchor="t" anchorCtr="0" compatLnSpc="1"/>
            <a:lstStyle/>
            <a:p>
              <a:endParaRPr lang="en-US" sz="1350"/>
            </a:p>
          </p:txBody>
        </p:sp>
        <p:sp>
          <p:nvSpPr>
            <p:cNvPr id="77" name="Freeform 76"/>
            <p:cNvSpPr/>
            <p:nvPr/>
          </p:nvSpPr>
          <p:spPr bwMode="auto">
            <a:xfrm>
              <a:off x="6255871" y="2619002"/>
              <a:ext cx="75868" cy="113806"/>
            </a:xfrm>
            <a:custGeom>
              <a:avLst/>
              <a:gdLst>
                <a:gd name="T0" fmla="*/ 3 w 6"/>
                <a:gd name="T1" fmla="*/ 0 h 9"/>
                <a:gd name="T2" fmla="*/ 2 w 6"/>
                <a:gd name="T3" fmla="*/ 2 h 9"/>
                <a:gd name="T4" fmla="*/ 2 w 6"/>
                <a:gd name="T5" fmla="*/ 3 h 9"/>
                <a:gd name="T6" fmla="*/ 1 w 6"/>
                <a:gd name="T7" fmla="*/ 3 h 9"/>
                <a:gd name="T8" fmla="*/ 1 w 6"/>
                <a:gd name="T9" fmla="*/ 4 h 9"/>
                <a:gd name="T10" fmla="*/ 1 w 6"/>
                <a:gd name="T11" fmla="*/ 4 h 9"/>
                <a:gd name="T12" fmla="*/ 1 w 6"/>
                <a:gd name="T13" fmla="*/ 5 h 9"/>
                <a:gd name="T14" fmla="*/ 1 w 6"/>
                <a:gd name="T15" fmla="*/ 6 h 9"/>
                <a:gd name="T16" fmla="*/ 1 w 6"/>
                <a:gd name="T17" fmla="*/ 6 h 9"/>
                <a:gd name="T18" fmla="*/ 2 w 6"/>
                <a:gd name="T19" fmla="*/ 7 h 9"/>
                <a:gd name="T20" fmla="*/ 4 w 6"/>
                <a:gd name="T21" fmla="*/ 8 h 9"/>
                <a:gd name="T22" fmla="*/ 6 w 6"/>
                <a:gd name="T23" fmla="*/ 9 h 9"/>
                <a:gd name="T24" fmla="*/ 4 w 6"/>
                <a:gd name="T25" fmla="*/ 8 h 9"/>
                <a:gd name="T26" fmla="*/ 2 w 6"/>
                <a:gd name="T27" fmla="*/ 8 h 9"/>
                <a:gd name="T28" fmla="*/ 1 w 6"/>
                <a:gd name="T29" fmla="*/ 7 h 9"/>
                <a:gd name="T30" fmla="*/ 0 w 6"/>
                <a:gd name="T31" fmla="*/ 6 h 9"/>
                <a:gd name="T32" fmla="*/ 0 w 6"/>
                <a:gd name="T33" fmla="*/ 5 h 9"/>
                <a:gd name="T34" fmla="*/ 0 w 6"/>
                <a:gd name="T35" fmla="*/ 4 h 9"/>
                <a:gd name="T36" fmla="*/ 0 w 6"/>
                <a:gd name="T37" fmla="*/ 3 h 9"/>
                <a:gd name="T38" fmla="*/ 1 w 6"/>
                <a:gd name="T39" fmla="*/ 3 h 9"/>
                <a:gd name="T40" fmla="*/ 1 w 6"/>
                <a:gd name="T41" fmla="*/ 2 h 9"/>
                <a:gd name="T42" fmla="*/ 2 w 6"/>
                <a:gd name="T43" fmla="*/ 2 h 9"/>
                <a:gd name="T44" fmla="*/ 3 w 6"/>
                <a:gd name="T4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 h="9">
                  <a:moveTo>
                    <a:pt x="3" y="0"/>
                  </a:moveTo>
                  <a:cubicBezTo>
                    <a:pt x="3" y="0"/>
                    <a:pt x="3" y="1"/>
                    <a:pt x="2" y="2"/>
                  </a:cubicBezTo>
                  <a:cubicBezTo>
                    <a:pt x="2" y="3"/>
                    <a:pt x="2" y="3"/>
                    <a:pt x="2" y="3"/>
                  </a:cubicBezTo>
                  <a:cubicBezTo>
                    <a:pt x="1" y="3"/>
                    <a:pt x="1" y="3"/>
                    <a:pt x="1" y="3"/>
                  </a:cubicBezTo>
                  <a:cubicBezTo>
                    <a:pt x="1" y="4"/>
                    <a:pt x="1" y="4"/>
                    <a:pt x="1" y="4"/>
                  </a:cubicBezTo>
                  <a:cubicBezTo>
                    <a:pt x="1" y="4"/>
                    <a:pt x="1" y="4"/>
                    <a:pt x="1" y="4"/>
                  </a:cubicBezTo>
                  <a:cubicBezTo>
                    <a:pt x="1" y="5"/>
                    <a:pt x="1" y="5"/>
                    <a:pt x="1" y="5"/>
                  </a:cubicBezTo>
                  <a:cubicBezTo>
                    <a:pt x="1" y="6"/>
                    <a:pt x="1" y="6"/>
                    <a:pt x="1" y="6"/>
                  </a:cubicBezTo>
                  <a:cubicBezTo>
                    <a:pt x="1" y="6"/>
                    <a:pt x="1" y="6"/>
                    <a:pt x="1" y="6"/>
                  </a:cubicBezTo>
                  <a:cubicBezTo>
                    <a:pt x="2" y="7"/>
                    <a:pt x="2" y="7"/>
                    <a:pt x="2" y="7"/>
                  </a:cubicBezTo>
                  <a:cubicBezTo>
                    <a:pt x="3" y="7"/>
                    <a:pt x="4" y="8"/>
                    <a:pt x="4" y="8"/>
                  </a:cubicBezTo>
                  <a:cubicBezTo>
                    <a:pt x="6" y="8"/>
                    <a:pt x="6" y="9"/>
                    <a:pt x="6" y="9"/>
                  </a:cubicBezTo>
                  <a:cubicBezTo>
                    <a:pt x="6" y="9"/>
                    <a:pt x="6" y="9"/>
                    <a:pt x="4" y="8"/>
                  </a:cubicBezTo>
                  <a:cubicBezTo>
                    <a:pt x="4" y="8"/>
                    <a:pt x="3" y="8"/>
                    <a:pt x="2" y="8"/>
                  </a:cubicBezTo>
                  <a:cubicBezTo>
                    <a:pt x="2" y="8"/>
                    <a:pt x="1" y="7"/>
                    <a:pt x="1" y="7"/>
                  </a:cubicBezTo>
                  <a:cubicBezTo>
                    <a:pt x="1" y="7"/>
                    <a:pt x="0" y="6"/>
                    <a:pt x="0" y="6"/>
                  </a:cubicBezTo>
                  <a:cubicBezTo>
                    <a:pt x="0" y="6"/>
                    <a:pt x="0" y="5"/>
                    <a:pt x="0" y="5"/>
                  </a:cubicBezTo>
                  <a:cubicBezTo>
                    <a:pt x="0" y="4"/>
                    <a:pt x="0" y="4"/>
                    <a:pt x="0" y="4"/>
                  </a:cubicBezTo>
                  <a:cubicBezTo>
                    <a:pt x="0" y="3"/>
                    <a:pt x="0" y="3"/>
                    <a:pt x="0" y="3"/>
                  </a:cubicBezTo>
                  <a:cubicBezTo>
                    <a:pt x="1" y="3"/>
                    <a:pt x="1" y="3"/>
                    <a:pt x="1" y="3"/>
                  </a:cubicBezTo>
                  <a:cubicBezTo>
                    <a:pt x="1" y="2"/>
                    <a:pt x="1" y="2"/>
                    <a:pt x="1" y="2"/>
                  </a:cubicBezTo>
                  <a:cubicBezTo>
                    <a:pt x="2" y="2"/>
                    <a:pt x="2" y="2"/>
                    <a:pt x="2" y="2"/>
                  </a:cubicBezTo>
                  <a:cubicBezTo>
                    <a:pt x="3" y="1"/>
                    <a:pt x="3" y="0"/>
                    <a:pt x="3" y="0"/>
                  </a:cubicBezTo>
                  <a:close/>
                </a:path>
              </a:pathLst>
            </a:custGeom>
            <a:solidFill>
              <a:srgbClr val="A46D5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78" name="Freeform 77"/>
            <p:cNvSpPr/>
            <p:nvPr/>
          </p:nvSpPr>
          <p:spPr bwMode="auto">
            <a:xfrm>
              <a:off x="5903621" y="2413073"/>
              <a:ext cx="249283" cy="216769"/>
            </a:xfrm>
            <a:custGeom>
              <a:avLst/>
              <a:gdLst>
                <a:gd name="T0" fmla="*/ 16 w 19"/>
                <a:gd name="T1" fmla="*/ 0 h 17"/>
                <a:gd name="T2" fmla="*/ 0 w 19"/>
                <a:gd name="T3" fmla="*/ 5 h 17"/>
                <a:gd name="T4" fmla="*/ 0 w 19"/>
                <a:gd name="T5" fmla="*/ 7 h 17"/>
                <a:gd name="T6" fmla="*/ 10 w 19"/>
                <a:gd name="T7" fmla="*/ 17 h 17"/>
                <a:gd name="T8" fmla="*/ 19 w 19"/>
                <a:gd name="T9" fmla="*/ 7 h 17"/>
                <a:gd name="T10" fmla="*/ 16 w 19"/>
                <a:gd name="T11" fmla="*/ 0 h 17"/>
              </a:gdLst>
              <a:ahLst/>
              <a:cxnLst>
                <a:cxn ang="0">
                  <a:pos x="T0" y="T1"/>
                </a:cxn>
                <a:cxn ang="0">
                  <a:pos x="T2" y="T3"/>
                </a:cxn>
                <a:cxn ang="0">
                  <a:pos x="T4" y="T5"/>
                </a:cxn>
                <a:cxn ang="0">
                  <a:pos x="T6" y="T7"/>
                </a:cxn>
                <a:cxn ang="0">
                  <a:pos x="T8" y="T9"/>
                </a:cxn>
                <a:cxn ang="0">
                  <a:pos x="T10" y="T11"/>
                </a:cxn>
              </a:cxnLst>
              <a:rect l="0" t="0" r="r" b="b"/>
              <a:pathLst>
                <a:path w="19" h="17">
                  <a:moveTo>
                    <a:pt x="16" y="0"/>
                  </a:moveTo>
                  <a:cubicBezTo>
                    <a:pt x="0" y="5"/>
                    <a:pt x="0" y="5"/>
                    <a:pt x="0" y="5"/>
                  </a:cubicBezTo>
                  <a:cubicBezTo>
                    <a:pt x="0" y="6"/>
                    <a:pt x="0" y="6"/>
                    <a:pt x="0" y="7"/>
                  </a:cubicBezTo>
                  <a:cubicBezTo>
                    <a:pt x="0" y="13"/>
                    <a:pt x="4" y="17"/>
                    <a:pt x="10" y="17"/>
                  </a:cubicBezTo>
                  <a:cubicBezTo>
                    <a:pt x="15" y="17"/>
                    <a:pt x="19" y="13"/>
                    <a:pt x="19" y="7"/>
                  </a:cubicBezTo>
                  <a:cubicBezTo>
                    <a:pt x="19" y="4"/>
                    <a:pt x="18" y="1"/>
                    <a:pt x="1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79" name="Oval 78"/>
            <p:cNvSpPr>
              <a:spLocks noChangeArrowheads="1"/>
            </p:cNvSpPr>
            <p:nvPr/>
          </p:nvSpPr>
          <p:spPr bwMode="auto">
            <a:xfrm>
              <a:off x="5968650" y="2440165"/>
              <a:ext cx="157158" cy="151738"/>
            </a:xfrm>
            <a:prstGeom prst="ellipse">
              <a:avLst/>
            </a:pr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80" name="Oval 79"/>
            <p:cNvSpPr>
              <a:spLocks noChangeArrowheads="1"/>
            </p:cNvSpPr>
            <p:nvPr/>
          </p:nvSpPr>
          <p:spPr bwMode="auto">
            <a:xfrm>
              <a:off x="5995749" y="2478103"/>
              <a:ext cx="37936" cy="3793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81" name="Freeform 80"/>
            <p:cNvSpPr/>
            <p:nvPr/>
          </p:nvSpPr>
          <p:spPr bwMode="auto">
            <a:xfrm>
              <a:off x="6499732" y="2331783"/>
              <a:ext cx="227606" cy="108384"/>
            </a:xfrm>
            <a:custGeom>
              <a:avLst/>
              <a:gdLst>
                <a:gd name="T0" fmla="*/ 40 w 42"/>
                <a:gd name="T1" fmla="*/ 20 h 20"/>
                <a:gd name="T2" fmla="*/ 42 w 42"/>
                <a:gd name="T3" fmla="*/ 12 h 20"/>
                <a:gd name="T4" fmla="*/ 2 w 42"/>
                <a:gd name="T5" fmla="*/ 0 h 20"/>
                <a:gd name="T6" fmla="*/ 0 w 42"/>
                <a:gd name="T7" fmla="*/ 8 h 20"/>
                <a:gd name="T8" fmla="*/ 40 w 42"/>
                <a:gd name="T9" fmla="*/ 20 h 20"/>
              </a:gdLst>
              <a:ahLst/>
              <a:cxnLst>
                <a:cxn ang="0">
                  <a:pos x="T0" y="T1"/>
                </a:cxn>
                <a:cxn ang="0">
                  <a:pos x="T2" y="T3"/>
                </a:cxn>
                <a:cxn ang="0">
                  <a:pos x="T4" y="T5"/>
                </a:cxn>
                <a:cxn ang="0">
                  <a:pos x="T6" y="T7"/>
                </a:cxn>
                <a:cxn ang="0">
                  <a:pos x="T8" y="T9"/>
                </a:cxn>
              </a:cxnLst>
              <a:rect l="0" t="0" r="r" b="b"/>
              <a:pathLst>
                <a:path w="42" h="20">
                  <a:moveTo>
                    <a:pt x="40" y="20"/>
                  </a:moveTo>
                  <a:lnTo>
                    <a:pt x="42" y="12"/>
                  </a:lnTo>
                  <a:lnTo>
                    <a:pt x="2" y="0"/>
                  </a:lnTo>
                  <a:lnTo>
                    <a:pt x="0" y="8"/>
                  </a:lnTo>
                  <a:lnTo>
                    <a:pt x="40" y="20"/>
                  </a:lnTo>
                  <a:close/>
                </a:path>
              </a:pathLst>
            </a:cu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82" name="Freeform 81"/>
            <p:cNvSpPr/>
            <p:nvPr/>
          </p:nvSpPr>
          <p:spPr bwMode="auto">
            <a:xfrm>
              <a:off x="6434702" y="2413073"/>
              <a:ext cx="254705" cy="216769"/>
            </a:xfrm>
            <a:custGeom>
              <a:avLst/>
              <a:gdLst>
                <a:gd name="T0" fmla="*/ 4 w 20"/>
                <a:gd name="T1" fmla="*/ 0 h 17"/>
                <a:gd name="T2" fmla="*/ 20 w 20"/>
                <a:gd name="T3" fmla="*/ 5 h 17"/>
                <a:gd name="T4" fmla="*/ 20 w 20"/>
                <a:gd name="T5" fmla="*/ 7 h 17"/>
                <a:gd name="T6" fmla="*/ 10 w 20"/>
                <a:gd name="T7" fmla="*/ 17 h 17"/>
                <a:gd name="T8" fmla="*/ 0 w 20"/>
                <a:gd name="T9" fmla="*/ 7 h 17"/>
                <a:gd name="T10" fmla="*/ 4 w 20"/>
                <a:gd name="T11" fmla="*/ 0 h 17"/>
              </a:gdLst>
              <a:ahLst/>
              <a:cxnLst>
                <a:cxn ang="0">
                  <a:pos x="T0" y="T1"/>
                </a:cxn>
                <a:cxn ang="0">
                  <a:pos x="T2" y="T3"/>
                </a:cxn>
                <a:cxn ang="0">
                  <a:pos x="T4" y="T5"/>
                </a:cxn>
                <a:cxn ang="0">
                  <a:pos x="T6" y="T7"/>
                </a:cxn>
                <a:cxn ang="0">
                  <a:pos x="T8" y="T9"/>
                </a:cxn>
                <a:cxn ang="0">
                  <a:pos x="T10" y="T11"/>
                </a:cxn>
              </a:cxnLst>
              <a:rect l="0" t="0" r="r" b="b"/>
              <a:pathLst>
                <a:path w="20" h="17">
                  <a:moveTo>
                    <a:pt x="4" y="0"/>
                  </a:moveTo>
                  <a:cubicBezTo>
                    <a:pt x="20" y="5"/>
                    <a:pt x="20" y="5"/>
                    <a:pt x="20" y="5"/>
                  </a:cubicBezTo>
                  <a:cubicBezTo>
                    <a:pt x="20" y="6"/>
                    <a:pt x="20" y="6"/>
                    <a:pt x="20" y="7"/>
                  </a:cubicBezTo>
                  <a:cubicBezTo>
                    <a:pt x="20" y="13"/>
                    <a:pt x="16" y="17"/>
                    <a:pt x="10" y="17"/>
                  </a:cubicBezTo>
                  <a:cubicBezTo>
                    <a:pt x="5" y="17"/>
                    <a:pt x="0" y="13"/>
                    <a:pt x="0" y="7"/>
                  </a:cubicBezTo>
                  <a:cubicBezTo>
                    <a:pt x="0" y="4"/>
                    <a:pt x="2" y="1"/>
                    <a:pt x="4"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83" name="Oval 82"/>
            <p:cNvSpPr>
              <a:spLocks noChangeArrowheads="1"/>
            </p:cNvSpPr>
            <p:nvPr/>
          </p:nvSpPr>
          <p:spPr bwMode="auto">
            <a:xfrm>
              <a:off x="6472638" y="2440165"/>
              <a:ext cx="151738" cy="151738"/>
            </a:xfrm>
            <a:prstGeom prst="ellipse">
              <a:avLst/>
            </a:prstGeom>
            <a:solidFill>
              <a:srgbClr val="41404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84" name="Oval 83"/>
            <p:cNvSpPr>
              <a:spLocks noChangeArrowheads="1"/>
            </p:cNvSpPr>
            <p:nvPr/>
          </p:nvSpPr>
          <p:spPr bwMode="auto">
            <a:xfrm>
              <a:off x="6564763" y="2478103"/>
              <a:ext cx="37936" cy="3793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85" name="Freeform 84"/>
            <p:cNvSpPr/>
            <p:nvPr/>
          </p:nvSpPr>
          <p:spPr bwMode="auto">
            <a:xfrm rot="2508972">
              <a:off x="8112184" y="3571648"/>
              <a:ext cx="709917" cy="709916"/>
            </a:xfrm>
            <a:custGeom>
              <a:avLst/>
              <a:gdLst>
                <a:gd name="T0" fmla="*/ 17 w 55"/>
                <a:gd name="T1" fmla="*/ 16 h 55"/>
                <a:gd name="T2" fmla="*/ 47 w 55"/>
                <a:gd name="T3" fmla="*/ 2 h 55"/>
                <a:gd name="T4" fmla="*/ 50 w 55"/>
                <a:gd name="T5" fmla="*/ 9 h 55"/>
                <a:gd name="T6" fmla="*/ 32 w 55"/>
                <a:gd name="T7" fmla="*/ 18 h 55"/>
                <a:gd name="T8" fmla="*/ 32 w 55"/>
                <a:gd name="T9" fmla="*/ 19 h 55"/>
                <a:gd name="T10" fmla="*/ 41 w 55"/>
                <a:gd name="T11" fmla="*/ 15 h 55"/>
                <a:gd name="T12" fmla="*/ 45 w 55"/>
                <a:gd name="T13" fmla="*/ 21 h 55"/>
                <a:gd name="T14" fmla="*/ 35 w 55"/>
                <a:gd name="T15" fmla="*/ 26 h 55"/>
                <a:gd name="T16" fmla="*/ 36 w 55"/>
                <a:gd name="T17" fmla="*/ 27 h 55"/>
                <a:gd name="T18" fmla="*/ 43 w 55"/>
                <a:gd name="T19" fmla="*/ 23 h 55"/>
                <a:gd name="T20" fmla="*/ 46 w 55"/>
                <a:gd name="T21" fmla="*/ 29 h 55"/>
                <a:gd name="T22" fmla="*/ 39 w 55"/>
                <a:gd name="T23" fmla="*/ 32 h 55"/>
                <a:gd name="T24" fmla="*/ 39 w 55"/>
                <a:gd name="T25" fmla="*/ 34 h 55"/>
                <a:gd name="T26" fmla="*/ 42 w 55"/>
                <a:gd name="T27" fmla="*/ 32 h 55"/>
                <a:gd name="T28" fmla="*/ 44 w 55"/>
                <a:gd name="T29" fmla="*/ 38 h 55"/>
                <a:gd name="T30" fmla="*/ 26 w 55"/>
                <a:gd name="T31" fmla="*/ 48 h 55"/>
                <a:gd name="T32" fmla="*/ 17 w 55"/>
                <a:gd name="T33" fmla="*/ 49 h 55"/>
                <a:gd name="T34" fmla="*/ 0 w 55"/>
                <a:gd name="T35" fmla="*/ 55 h 55"/>
                <a:gd name="T36" fmla="*/ 0 w 55"/>
                <a:gd name="T37" fmla="*/ 29 h 55"/>
                <a:gd name="T38" fmla="*/ 3 w 55"/>
                <a:gd name="T39" fmla="*/ 28 h 55"/>
                <a:gd name="T40" fmla="*/ 7 w 55"/>
                <a:gd name="T41" fmla="*/ 16 h 55"/>
                <a:gd name="T42" fmla="*/ 24 w 55"/>
                <a:gd name="T43" fmla="*/ 3 h 55"/>
                <a:gd name="T44" fmla="*/ 22 w 55"/>
                <a:gd name="T45" fmla="*/ 11 h 55"/>
                <a:gd name="T46" fmla="*/ 19 w 55"/>
                <a:gd name="T47" fmla="*/ 13 h 55"/>
                <a:gd name="T48" fmla="*/ 16 w 55"/>
                <a:gd name="T49" fmla="*/ 16 h 55"/>
                <a:gd name="T50" fmla="*/ 17 w 55"/>
                <a:gd name="T51" fmla="*/ 1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5" h="55">
                  <a:moveTo>
                    <a:pt x="17" y="16"/>
                  </a:moveTo>
                  <a:cubicBezTo>
                    <a:pt x="47" y="2"/>
                    <a:pt x="47" y="2"/>
                    <a:pt x="47" y="2"/>
                  </a:cubicBezTo>
                  <a:cubicBezTo>
                    <a:pt x="51" y="0"/>
                    <a:pt x="55" y="6"/>
                    <a:pt x="50" y="9"/>
                  </a:cubicBezTo>
                  <a:cubicBezTo>
                    <a:pt x="32" y="18"/>
                    <a:pt x="32" y="18"/>
                    <a:pt x="32" y="18"/>
                  </a:cubicBezTo>
                  <a:cubicBezTo>
                    <a:pt x="32" y="18"/>
                    <a:pt x="31" y="19"/>
                    <a:pt x="32" y="19"/>
                  </a:cubicBezTo>
                  <a:cubicBezTo>
                    <a:pt x="41" y="15"/>
                    <a:pt x="41" y="15"/>
                    <a:pt x="41" y="15"/>
                  </a:cubicBezTo>
                  <a:cubicBezTo>
                    <a:pt x="45" y="13"/>
                    <a:pt x="48" y="19"/>
                    <a:pt x="45" y="21"/>
                  </a:cubicBezTo>
                  <a:cubicBezTo>
                    <a:pt x="35" y="26"/>
                    <a:pt x="35" y="26"/>
                    <a:pt x="35" y="26"/>
                  </a:cubicBezTo>
                  <a:cubicBezTo>
                    <a:pt x="35" y="26"/>
                    <a:pt x="34" y="27"/>
                    <a:pt x="36" y="27"/>
                  </a:cubicBezTo>
                  <a:cubicBezTo>
                    <a:pt x="43" y="23"/>
                    <a:pt x="43" y="23"/>
                    <a:pt x="43" y="23"/>
                  </a:cubicBezTo>
                  <a:cubicBezTo>
                    <a:pt x="45" y="22"/>
                    <a:pt x="48" y="28"/>
                    <a:pt x="46" y="29"/>
                  </a:cubicBezTo>
                  <a:cubicBezTo>
                    <a:pt x="39" y="32"/>
                    <a:pt x="39" y="32"/>
                    <a:pt x="39" y="32"/>
                  </a:cubicBezTo>
                  <a:cubicBezTo>
                    <a:pt x="39" y="32"/>
                    <a:pt x="37" y="34"/>
                    <a:pt x="39" y="34"/>
                  </a:cubicBezTo>
                  <a:cubicBezTo>
                    <a:pt x="39" y="34"/>
                    <a:pt x="39" y="34"/>
                    <a:pt x="42" y="32"/>
                  </a:cubicBezTo>
                  <a:cubicBezTo>
                    <a:pt x="45" y="31"/>
                    <a:pt x="48" y="36"/>
                    <a:pt x="44" y="38"/>
                  </a:cubicBezTo>
                  <a:cubicBezTo>
                    <a:pt x="26" y="48"/>
                    <a:pt x="26" y="48"/>
                    <a:pt x="26" y="48"/>
                  </a:cubicBezTo>
                  <a:cubicBezTo>
                    <a:pt x="26" y="48"/>
                    <a:pt x="21" y="50"/>
                    <a:pt x="17" y="49"/>
                  </a:cubicBezTo>
                  <a:cubicBezTo>
                    <a:pt x="0" y="55"/>
                    <a:pt x="0" y="55"/>
                    <a:pt x="0" y="55"/>
                  </a:cubicBezTo>
                  <a:cubicBezTo>
                    <a:pt x="0" y="29"/>
                    <a:pt x="0" y="29"/>
                    <a:pt x="0" y="29"/>
                  </a:cubicBezTo>
                  <a:cubicBezTo>
                    <a:pt x="3" y="28"/>
                    <a:pt x="3" y="28"/>
                    <a:pt x="3" y="28"/>
                  </a:cubicBezTo>
                  <a:cubicBezTo>
                    <a:pt x="3" y="28"/>
                    <a:pt x="5" y="21"/>
                    <a:pt x="7" y="16"/>
                  </a:cubicBezTo>
                  <a:cubicBezTo>
                    <a:pt x="8" y="11"/>
                    <a:pt x="24" y="3"/>
                    <a:pt x="24" y="3"/>
                  </a:cubicBezTo>
                  <a:cubicBezTo>
                    <a:pt x="27" y="8"/>
                    <a:pt x="25" y="10"/>
                    <a:pt x="22" y="11"/>
                  </a:cubicBezTo>
                  <a:cubicBezTo>
                    <a:pt x="21" y="12"/>
                    <a:pt x="19" y="13"/>
                    <a:pt x="19" y="13"/>
                  </a:cubicBezTo>
                  <a:cubicBezTo>
                    <a:pt x="16" y="16"/>
                    <a:pt x="16" y="16"/>
                    <a:pt x="16" y="16"/>
                  </a:cubicBezTo>
                  <a:lnTo>
                    <a:pt x="17" y="16"/>
                  </a:lnTo>
                  <a:close/>
                </a:path>
              </a:pathLst>
            </a:custGeom>
            <a:solidFill>
              <a:srgbClr val="F7C2AB"/>
            </a:solidFill>
            <a:ln>
              <a:noFill/>
            </a:ln>
          </p:spPr>
          <p:txBody>
            <a:bodyPr vert="horz" wrap="square" lIns="68580" tIns="34290" rIns="68580" bIns="34290" numCol="1" anchor="t" anchorCtr="0" compatLnSpc="1"/>
            <a:lstStyle/>
            <a:p>
              <a:endParaRPr lang="en-US" sz="1350"/>
            </a:p>
          </p:txBody>
        </p:sp>
        <p:sp>
          <p:nvSpPr>
            <p:cNvPr id="86" name="Freeform 85"/>
            <p:cNvSpPr/>
            <p:nvPr/>
          </p:nvSpPr>
          <p:spPr bwMode="auto">
            <a:xfrm>
              <a:off x="5071771" y="4542816"/>
              <a:ext cx="449796" cy="233028"/>
            </a:xfrm>
            <a:custGeom>
              <a:avLst/>
              <a:gdLst>
                <a:gd name="T0" fmla="*/ 34 w 35"/>
                <a:gd name="T1" fmla="*/ 18 h 18"/>
                <a:gd name="T2" fmla="*/ 18 w 35"/>
                <a:gd name="T3" fmla="*/ 2 h 18"/>
                <a:gd name="T4" fmla="*/ 2 w 35"/>
                <a:gd name="T5" fmla="*/ 16 h 18"/>
                <a:gd name="T6" fmla="*/ 0 w 35"/>
                <a:gd name="T7" fmla="*/ 16 h 18"/>
                <a:gd name="T8" fmla="*/ 18 w 35"/>
                <a:gd name="T9" fmla="*/ 1 h 18"/>
                <a:gd name="T10" fmla="*/ 35 w 35"/>
                <a:gd name="T11" fmla="*/ 17 h 18"/>
                <a:gd name="T12" fmla="*/ 34 w 35"/>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35" h="18">
                  <a:moveTo>
                    <a:pt x="34" y="18"/>
                  </a:moveTo>
                  <a:cubicBezTo>
                    <a:pt x="29" y="8"/>
                    <a:pt x="24" y="2"/>
                    <a:pt x="18" y="2"/>
                  </a:cubicBezTo>
                  <a:cubicBezTo>
                    <a:pt x="9" y="2"/>
                    <a:pt x="2" y="16"/>
                    <a:pt x="2" y="16"/>
                  </a:cubicBezTo>
                  <a:cubicBezTo>
                    <a:pt x="0" y="16"/>
                    <a:pt x="0" y="16"/>
                    <a:pt x="0" y="16"/>
                  </a:cubicBezTo>
                  <a:cubicBezTo>
                    <a:pt x="0" y="15"/>
                    <a:pt x="8" y="0"/>
                    <a:pt x="18" y="1"/>
                  </a:cubicBezTo>
                  <a:cubicBezTo>
                    <a:pt x="24" y="1"/>
                    <a:pt x="30" y="6"/>
                    <a:pt x="35" y="17"/>
                  </a:cubicBezTo>
                  <a:cubicBezTo>
                    <a:pt x="34" y="18"/>
                    <a:pt x="34" y="18"/>
                    <a:pt x="34" y="18"/>
                  </a:cubicBezTo>
                </a:path>
              </a:pathLst>
            </a:custGeom>
            <a:solidFill>
              <a:srgbClr val="2E262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87" name="Freeform 86"/>
            <p:cNvSpPr/>
            <p:nvPr/>
          </p:nvSpPr>
          <p:spPr bwMode="auto">
            <a:xfrm>
              <a:off x="4722233" y="4737908"/>
              <a:ext cx="1056747" cy="661143"/>
            </a:xfrm>
            <a:custGeom>
              <a:avLst/>
              <a:gdLst>
                <a:gd name="T0" fmla="*/ 81 w 82"/>
                <a:gd name="T1" fmla="*/ 47 h 51"/>
                <a:gd name="T2" fmla="*/ 77 w 82"/>
                <a:gd name="T3" fmla="*/ 51 h 51"/>
                <a:gd name="T4" fmla="*/ 3 w 82"/>
                <a:gd name="T5" fmla="*/ 48 h 51"/>
                <a:gd name="T6" fmla="*/ 0 w 82"/>
                <a:gd name="T7" fmla="*/ 44 h 51"/>
                <a:gd name="T8" fmla="*/ 1 w 82"/>
                <a:gd name="T9" fmla="*/ 3 h 51"/>
                <a:gd name="T10" fmla="*/ 5 w 82"/>
                <a:gd name="T11" fmla="*/ 0 h 51"/>
                <a:gd name="T12" fmla="*/ 79 w 82"/>
                <a:gd name="T13" fmla="*/ 3 h 51"/>
                <a:gd name="T14" fmla="*/ 82 w 82"/>
                <a:gd name="T15" fmla="*/ 6 h 51"/>
                <a:gd name="T16" fmla="*/ 81 w 82"/>
                <a:gd name="T17" fmla="*/ 4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51">
                  <a:moveTo>
                    <a:pt x="81" y="47"/>
                  </a:moveTo>
                  <a:cubicBezTo>
                    <a:pt x="80" y="49"/>
                    <a:pt x="79" y="51"/>
                    <a:pt x="77" y="51"/>
                  </a:cubicBezTo>
                  <a:cubicBezTo>
                    <a:pt x="3" y="48"/>
                    <a:pt x="3" y="48"/>
                    <a:pt x="3" y="48"/>
                  </a:cubicBezTo>
                  <a:cubicBezTo>
                    <a:pt x="1" y="48"/>
                    <a:pt x="0" y="46"/>
                    <a:pt x="0" y="44"/>
                  </a:cubicBezTo>
                  <a:cubicBezTo>
                    <a:pt x="1" y="3"/>
                    <a:pt x="1" y="3"/>
                    <a:pt x="1" y="3"/>
                  </a:cubicBezTo>
                  <a:cubicBezTo>
                    <a:pt x="1" y="1"/>
                    <a:pt x="3" y="0"/>
                    <a:pt x="5" y="0"/>
                  </a:cubicBezTo>
                  <a:cubicBezTo>
                    <a:pt x="79" y="3"/>
                    <a:pt x="79" y="3"/>
                    <a:pt x="79" y="3"/>
                  </a:cubicBezTo>
                  <a:cubicBezTo>
                    <a:pt x="81" y="3"/>
                    <a:pt x="82" y="4"/>
                    <a:pt x="82" y="6"/>
                  </a:cubicBezTo>
                  <a:cubicBezTo>
                    <a:pt x="81" y="47"/>
                    <a:pt x="81" y="47"/>
                    <a:pt x="81" y="47"/>
                  </a:cubicBezTo>
                </a:path>
              </a:pathLst>
            </a:custGeom>
            <a:solidFill>
              <a:srgbClr val="242424"/>
            </a:solidFill>
            <a:ln>
              <a:noFill/>
            </a:ln>
          </p:spPr>
          <p:txBody>
            <a:bodyPr vert="horz" wrap="square" lIns="68580" tIns="34290" rIns="68580" bIns="34290" numCol="1" anchor="t" anchorCtr="0" compatLnSpc="1"/>
            <a:lstStyle/>
            <a:p>
              <a:endParaRPr lang="en-US" sz="1350"/>
            </a:p>
          </p:txBody>
        </p:sp>
        <p:sp>
          <p:nvSpPr>
            <p:cNvPr id="88" name="Freeform 87"/>
            <p:cNvSpPr/>
            <p:nvPr/>
          </p:nvSpPr>
          <p:spPr bwMode="auto">
            <a:xfrm>
              <a:off x="5209962" y="5025129"/>
              <a:ext cx="102967" cy="124643"/>
            </a:xfrm>
            <a:custGeom>
              <a:avLst/>
              <a:gdLst>
                <a:gd name="T0" fmla="*/ 19 w 19"/>
                <a:gd name="T1" fmla="*/ 23 h 23"/>
                <a:gd name="T2" fmla="*/ 0 w 19"/>
                <a:gd name="T3" fmla="*/ 23 h 23"/>
                <a:gd name="T4" fmla="*/ 3 w 19"/>
                <a:gd name="T5" fmla="*/ 0 h 23"/>
                <a:gd name="T6" fmla="*/ 19 w 19"/>
                <a:gd name="T7" fmla="*/ 0 h 23"/>
                <a:gd name="T8" fmla="*/ 19 w 19"/>
                <a:gd name="T9" fmla="*/ 23 h 23"/>
              </a:gdLst>
              <a:ahLst/>
              <a:cxnLst>
                <a:cxn ang="0">
                  <a:pos x="T0" y="T1"/>
                </a:cxn>
                <a:cxn ang="0">
                  <a:pos x="T2" y="T3"/>
                </a:cxn>
                <a:cxn ang="0">
                  <a:pos x="T4" y="T5"/>
                </a:cxn>
                <a:cxn ang="0">
                  <a:pos x="T6" y="T7"/>
                </a:cxn>
                <a:cxn ang="0">
                  <a:pos x="T8" y="T9"/>
                </a:cxn>
              </a:cxnLst>
              <a:rect l="0" t="0" r="r" b="b"/>
              <a:pathLst>
                <a:path w="19" h="23">
                  <a:moveTo>
                    <a:pt x="19" y="23"/>
                  </a:moveTo>
                  <a:lnTo>
                    <a:pt x="0" y="23"/>
                  </a:lnTo>
                  <a:lnTo>
                    <a:pt x="3" y="0"/>
                  </a:lnTo>
                  <a:lnTo>
                    <a:pt x="19" y="0"/>
                  </a:lnTo>
                  <a:lnTo>
                    <a:pt x="19" y="2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89" name="Freeform 88"/>
            <p:cNvSpPr/>
            <p:nvPr/>
          </p:nvSpPr>
          <p:spPr bwMode="auto">
            <a:xfrm>
              <a:off x="4733072" y="4737908"/>
              <a:ext cx="1045907" cy="455212"/>
            </a:xfrm>
            <a:custGeom>
              <a:avLst/>
              <a:gdLst>
                <a:gd name="T0" fmla="*/ 78 w 81"/>
                <a:gd name="T1" fmla="*/ 3 h 35"/>
                <a:gd name="T2" fmla="*/ 4 w 81"/>
                <a:gd name="T3" fmla="*/ 0 h 35"/>
                <a:gd name="T4" fmla="*/ 0 w 81"/>
                <a:gd name="T5" fmla="*/ 3 h 35"/>
                <a:gd name="T6" fmla="*/ 0 w 81"/>
                <a:gd name="T7" fmla="*/ 8 h 35"/>
                <a:gd name="T8" fmla="*/ 81 w 81"/>
                <a:gd name="T9" fmla="*/ 13 h 35"/>
                <a:gd name="T10" fmla="*/ 81 w 81"/>
                <a:gd name="T11" fmla="*/ 6 h 35"/>
                <a:gd name="T12" fmla="*/ 78 w 81"/>
                <a:gd name="T13" fmla="*/ 3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78" y="3"/>
                  </a:moveTo>
                  <a:cubicBezTo>
                    <a:pt x="4" y="0"/>
                    <a:pt x="4" y="0"/>
                    <a:pt x="4" y="0"/>
                  </a:cubicBezTo>
                  <a:cubicBezTo>
                    <a:pt x="2" y="0"/>
                    <a:pt x="0" y="1"/>
                    <a:pt x="0" y="3"/>
                  </a:cubicBezTo>
                  <a:cubicBezTo>
                    <a:pt x="0" y="8"/>
                    <a:pt x="0" y="8"/>
                    <a:pt x="0" y="8"/>
                  </a:cubicBezTo>
                  <a:cubicBezTo>
                    <a:pt x="17" y="21"/>
                    <a:pt x="47" y="35"/>
                    <a:pt x="81" y="13"/>
                  </a:cubicBezTo>
                  <a:cubicBezTo>
                    <a:pt x="81" y="6"/>
                    <a:pt x="81" y="6"/>
                    <a:pt x="81" y="6"/>
                  </a:cubicBezTo>
                  <a:cubicBezTo>
                    <a:pt x="81" y="4"/>
                    <a:pt x="80" y="3"/>
                    <a:pt x="78" y="3"/>
                  </a:cubicBezTo>
                </a:path>
              </a:pathLst>
            </a:custGeom>
            <a:solidFill>
              <a:srgbClr val="4C4C4C"/>
            </a:solidFill>
            <a:ln>
              <a:noFill/>
            </a:ln>
          </p:spPr>
          <p:txBody>
            <a:bodyPr vert="horz" wrap="square" lIns="68580" tIns="34290" rIns="68580" bIns="34290" numCol="1" anchor="t" anchorCtr="0" compatLnSpc="1"/>
            <a:lstStyle/>
            <a:p>
              <a:endParaRPr lang="en-US" sz="1350"/>
            </a:p>
          </p:txBody>
        </p:sp>
        <p:sp>
          <p:nvSpPr>
            <p:cNvPr id="90" name="Freeform 89"/>
            <p:cNvSpPr/>
            <p:nvPr/>
          </p:nvSpPr>
          <p:spPr bwMode="auto">
            <a:xfrm>
              <a:off x="5209962" y="5008870"/>
              <a:ext cx="102967" cy="140899"/>
            </a:xfrm>
            <a:custGeom>
              <a:avLst/>
              <a:gdLst>
                <a:gd name="T0" fmla="*/ 7 w 8"/>
                <a:gd name="T1" fmla="*/ 10 h 11"/>
                <a:gd name="T2" fmla="*/ 1 w 8"/>
                <a:gd name="T3" fmla="*/ 9 h 11"/>
                <a:gd name="T4" fmla="*/ 1 w 8"/>
                <a:gd name="T5" fmla="*/ 0 h 11"/>
                <a:gd name="T6" fmla="*/ 8 w 8"/>
                <a:gd name="T7" fmla="*/ 0 h 11"/>
                <a:gd name="T8" fmla="*/ 7 w 8"/>
                <a:gd name="T9" fmla="*/ 10 h 11"/>
              </a:gdLst>
              <a:ahLst/>
              <a:cxnLst>
                <a:cxn ang="0">
                  <a:pos x="T0" y="T1"/>
                </a:cxn>
                <a:cxn ang="0">
                  <a:pos x="T2" y="T3"/>
                </a:cxn>
                <a:cxn ang="0">
                  <a:pos x="T4" y="T5"/>
                </a:cxn>
                <a:cxn ang="0">
                  <a:pos x="T6" y="T7"/>
                </a:cxn>
                <a:cxn ang="0">
                  <a:pos x="T8" y="T9"/>
                </a:cxn>
              </a:cxnLst>
              <a:rect l="0" t="0" r="r" b="b"/>
              <a:pathLst>
                <a:path w="8" h="11">
                  <a:moveTo>
                    <a:pt x="7" y="10"/>
                  </a:moveTo>
                  <a:cubicBezTo>
                    <a:pt x="6" y="11"/>
                    <a:pt x="2" y="10"/>
                    <a:pt x="1" y="9"/>
                  </a:cubicBezTo>
                  <a:cubicBezTo>
                    <a:pt x="0" y="6"/>
                    <a:pt x="1" y="0"/>
                    <a:pt x="1" y="0"/>
                  </a:cubicBezTo>
                  <a:cubicBezTo>
                    <a:pt x="8" y="0"/>
                    <a:pt x="8" y="0"/>
                    <a:pt x="8" y="0"/>
                  </a:cubicBezTo>
                  <a:cubicBezTo>
                    <a:pt x="8" y="0"/>
                    <a:pt x="8" y="6"/>
                    <a:pt x="7" y="10"/>
                  </a:cubicBezTo>
                </a:path>
              </a:pathLst>
            </a:custGeom>
            <a:solidFill>
              <a:schemeClr val="bg1"/>
            </a:solidFill>
            <a:ln>
              <a:noFill/>
            </a:ln>
          </p:spPr>
          <p:txBody>
            <a:bodyPr vert="horz" wrap="square" lIns="68580" tIns="34290" rIns="68580" bIns="34290" numCol="1" anchor="t" anchorCtr="0" compatLnSpc="1"/>
            <a:lstStyle/>
            <a:p>
              <a:endParaRPr lang="en-US" sz="1350"/>
            </a:p>
          </p:txBody>
        </p:sp>
        <p:sp>
          <p:nvSpPr>
            <p:cNvPr id="91" name="Freeform 90"/>
            <p:cNvSpPr/>
            <p:nvPr/>
          </p:nvSpPr>
          <p:spPr bwMode="auto">
            <a:xfrm>
              <a:off x="5069063" y="4672878"/>
              <a:ext cx="54191" cy="81290"/>
            </a:xfrm>
            <a:custGeom>
              <a:avLst/>
              <a:gdLst>
                <a:gd name="T0" fmla="*/ 4 w 4"/>
                <a:gd name="T1" fmla="*/ 0 h 6"/>
                <a:gd name="T2" fmla="*/ 0 w 4"/>
                <a:gd name="T3" fmla="*/ 6 h 6"/>
                <a:gd name="T4" fmla="*/ 0 w 4"/>
                <a:gd name="T5" fmla="*/ 6 h 6"/>
                <a:gd name="T6" fmla="*/ 4 w 4"/>
                <a:gd name="T7" fmla="*/ 0 h 6"/>
                <a:gd name="T8" fmla="*/ 4 w 4"/>
                <a:gd name="T9" fmla="*/ 0 h 6"/>
              </a:gdLst>
              <a:ahLst/>
              <a:cxnLst>
                <a:cxn ang="0">
                  <a:pos x="T0" y="T1"/>
                </a:cxn>
                <a:cxn ang="0">
                  <a:pos x="T2" y="T3"/>
                </a:cxn>
                <a:cxn ang="0">
                  <a:pos x="T4" y="T5"/>
                </a:cxn>
                <a:cxn ang="0">
                  <a:pos x="T6" y="T7"/>
                </a:cxn>
                <a:cxn ang="0">
                  <a:pos x="T8" y="T9"/>
                </a:cxn>
              </a:cxnLst>
              <a:rect l="0" t="0" r="r" b="b"/>
              <a:pathLst>
                <a:path w="4" h="6">
                  <a:moveTo>
                    <a:pt x="4" y="0"/>
                  </a:moveTo>
                  <a:cubicBezTo>
                    <a:pt x="2" y="2"/>
                    <a:pt x="1" y="5"/>
                    <a:pt x="0" y="6"/>
                  </a:cubicBezTo>
                  <a:cubicBezTo>
                    <a:pt x="0" y="6"/>
                    <a:pt x="0" y="6"/>
                    <a:pt x="0" y="6"/>
                  </a:cubicBezTo>
                  <a:cubicBezTo>
                    <a:pt x="1" y="5"/>
                    <a:pt x="2" y="2"/>
                    <a:pt x="4" y="0"/>
                  </a:cubicBezTo>
                  <a:cubicBezTo>
                    <a:pt x="4" y="0"/>
                    <a:pt x="4" y="0"/>
                    <a:pt x="4" y="0"/>
                  </a:cubicBezTo>
                </a:path>
              </a:pathLst>
            </a:custGeom>
            <a:solidFill>
              <a:srgbClr val="898C8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92" name="Freeform 91"/>
            <p:cNvSpPr/>
            <p:nvPr/>
          </p:nvSpPr>
          <p:spPr bwMode="auto">
            <a:xfrm>
              <a:off x="5123254" y="4569915"/>
              <a:ext cx="140899" cy="102967"/>
            </a:xfrm>
            <a:custGeom>
              <a:avLst/>
              <a:gdLst>
                <a:gd name="T0" fmla="*/ 11 w 11"/>
                <a:gd name="T1" fmla="*/ 0 h 8"/>
                <a:gd name="T2" fmla="*/ 0 w 11"/>
                <a:gd name="T3" fmla="*/ 8 h 8"/>
                <a:gd name="T4" fmla="*/ 0 w 11"/>
                <a:gd name="T5" fmla="*/ 8 h 8"/>
                <a:gd name="T6" fmla="*/ 11 w 11"/>
                <a:gd name="T7" fmla="*/ 0 h 8"/>
                <a:gd name="T8" fmla="*/ 11 w 11"/>
                <a:gd name="T9" fmla="*/ 0 h 8"/>
              </a:gdLst>
              <a:ahLst/>
              <a:cxnLst>
                <a:cxn ang="0">
                  <a:pos x="T0" y="T1"/>
                </a:cxn>
                <a:cxn ang="0">
                  <a:pos x="T2" y="T3"/>
                </a:cxn>
                <a:cxn ang="0">
                  <a:pos x="T4" y="T5"/>
                </a:cxn>
                <a:cxn ang="0">
                  <a:pos x="T6" y="T7"/>
                </a:cxn>
                <a:cxn ang="0">
                  <a:pos x="T8" y="T9"/>
                </a:cxn>
              </a:cxnLst>
              <a:rect l="0" t="0" r="r" b="b"/>
              <a:pathLst>
                <a:path w="11" h="8">
                  <a:moveTo>
                    <a:pt x="11" y="0"/>
                  </a:moveTo>
                  <a:cubicBezTo>
                    <a:pt x="7" y="1"/>
                    <a:pt x="3" y="4"/>
                    <a:pt x="0" y="8"/>
                  </a:cubicBezTo>
                  <a:cubicBezTo>
                    <a:pt x="0" y="8"/>
                    <a:pt x="0" y="8"/>
                    <a:pt x="0" y="8"/>
                  </a:cubicBezTo>
                  <a:cubicBezTo>
                    <a:pt x="3" y="4"/>
                    <a:pt x="7" y="1"/>
                    <a:pt x="11" y="0"/>
                  </a:cubicBezTo>
                  <a:cubicBezTo>
                    <a:pt x="11" y="0"/>
                    <a:pt x="11" y="0"/>
                    <a:pt x="11" y="0"/>
                  </a:cubicBezTo>
                </a:path>
              </a:pathLst>
            </a:custGeom>
            <a:solidFill>
              <a:srgbClr val="4F525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93" name="Freeform 92"/>
            <p:cNvSpPr/>
            <p:nvPr/>
          </p:nvSpPr>
          <p:spPr bwMode="auto">
            <a:xfrm>
              <a:off x="4787264" y="4737908"/>
              <a:ext cx="254705" cy="16259"/>
            </a:xfrm>
            <a:custGeom>
              <a:avLst/>
              <a:gdLst>
                <a:gd name="T0" fmla="*/ 0 w 20"/>
                <a:gd name="T1" fmla="*/ 0 h 1"/>
                <a:gd name="T2" fmla="*/ 0 w 20"/>
                <a:gd name="T3" fmla="*/ 0 h 1"/>
                <a:gd name="T4" fmla="*/ 0 w 20"/>
                <a:gd name="T5" fmla="*/ 0 h 1"/>
                <a:gd name="T6" fmla="*/ 0 w 20"/>
                <a:gd name="T7" fmla="*/ 0 h 1"/>
                <a:gd name="T8" fmla="*/ 20 w 20"/>
                <a:gd name="T9" fmla="*/ 1 h 1"/>
                <a:gd name="T10" fmla="*/ 20 w 20"/>
                <a:gd name="T11" fmla="*/ 1 h 1"/>
                <a:gd name="T12" fmla="*/ 0 w 20"/>
                <a:gd name="T13" fmla="*/ 0 h 1"/>
                <a:gd name="T14" fmla="*/ 0 w 20"/>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1">
                  <a:moveTo>
                    <a:pt x="0" y="0"/>
                  </a:moveTo>
                  <a:cubicBezTo>
                    <a:pt x="0" y="0"/>
                    <a:pt x="0" y="0"/>
                    <a:pt x="0" y="0"/>
                  </a:cubicBezTo>
                  <a:cubicBezTo>
                    <a:pt x="0" y="0"/>
                    <a:pt x="0" y="0"/>
                    <a:pt x="0" y="0"/>
                  </a:cubicBezTo>
                  <a:cubicBezTo>
                    <a:pt x="0" y="0"/>
                    <a:pt x="0" y="0"/>
                    <a:pt x="0" y="0"/>
                  </a:cubicBezTo>
                  <a:cubicBezTo>
                    <a:pt x="20" y="1"/>
                    <a:pt x="20" y="1"/>
                    <a:pt x="20" y="1"/>
                  </a:cubicBezTo>
                  <a:cubicBezTo>
                    <a:pt x="20" y="1"/>
                    <a:pt x="20" y="1"/>
                    <a:pt x="20" y="1"/>
                  </a:cubicBezTo>
                  <a:cubicBezTo>
                    <a:pt x="0" y="0"/>
                    <a:pt x="0" y="0"/>
                    <a:pt x="0" y="0"/>
                  </a:cubicBezTo>
                  <a:cubicBezTo>
                    <a:pt x="0" y="0"/>
                    <a:pt x="0" y="0"/>
                    <a:pt x="0" y="0"/>
                  </a:cubicBezTo>
                </a:path>
              </a:pathLst>
            </a:custGeom>
            <a:solidFill>
              <a:srgbClr val="D1D3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sp>
          <p:nvSpPr>
            <p:cNvPr id="94" name="Freeform 93"/>
            <p:cNvSpPr>
              <a:spLocks noEditPoints="1"/>
            </p:cNvSpPr>
            <p:nvPr/>
          </p:nvSpPr>
          <p:spPr bwMode="auto">
            <a:xfrm>
              <a:off x="4722233" y="4737908"/>
              <a:ext cx="525665" cy="634049"/>
            </a:xfrm>
            <a:custGeom>
              <a:avLst/>
              <a:gdLst>
                <a:gd name="T0" fmla="*/ 1 w 41"/>
                <a:gd name="T1" fmla="*/ 8 h 49"/>
                <a:gd name="T2" fmla="*/ 0 w 41"/>
                <a:gd name="T3" fmla="*/ 44 h 49"/>
                <a:gd name="T4" fmla="*/ 3 w 41"/>
                <a:gd name="T5" fmla="*/ 48 h 49"/>
                <a:gd name="T6" fmla="*/ 40 w 41"/>
                <a:gd name="T7" fmla="*/ 49 h 49"/>
                <a:gd name="T8" fmla="*/ 41 w 41"/>
                <a:gd name="T9" fmla="*/ 32 h 49"/>
                <a:gd name="T10" fmla="*/ 38 w 41"/>
                <a:gd name="T11" fmla="*/ 32 h 49"/>
                <a:gd name="T12" fmla="*/ 38 w 41"/>
                <a:gd name="T13" fmla="*/ 24 h 49"/>
                <a:gd name="T14" fmla="*/ 1 w 41"/>
                <a:gd name="T15" fmla="*/ 8 h 49"/>
                <a:gd name="T16" fmla="*/ 5 w 41"/>
                <a:gd name="T17" fmla="*/ 0 h 49"/>
                <a:gd name="T18" fmla="*/ 5 w 41"/>
                <a:gd name="T19" fmla="*/ 0 h 49"/>
                <a:gd name="T20" fmla="*/ 5 w 41"/>
                <a:gd name="T21" fmla="*/ 0 h 49"/>
                <a:gd name="T22" fmla="*/ 5 w 41"/>
                <a:gd name="T23"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 h="49">
                  <a:moveTo>
                    <a:pt x="1" y="8"/>
                  </a:moveTo>
                  <a:cubicBezTo>
                    <a:pt x="0" y="44"/>
                    <a:pt x="0" y="44"/>
                    <a:pt x="0" y="44"/>
                  </a:cubicBezTo>
                  <a:cubicBezTo>
                    <a:pt x="0" y="46"/>
                    <a:pt x="1" y="48"/>
                    <a:pt x="3" y="48"/>
                  </a:cubicBezTo>
                  <a:cubicBezTo>
                    <a:pt x="40" y="49"/>
                    <a:pt x="40" y="49"/>
                    <a:pt x="40" y="49"/>
                  </a:cubicBezTo>
                  <a:cubicBezTo>
                    <a:pt x="41" y="32"/>
                    <a:pt x="41" y="32"/>
                    <a:pt x="41" y="32"/>
                  </a:cubicBezTo>
                  <a:cubicBezTo>
                    <a:pt x="38" y="32"/>
                    <a:pt x="38" y="32"/>
                    <a:pt x="38" y="32"/>
                  </a:cubicBezTo>
                  <a:cubicBezTo>
                    <a:pt x="38" y="24"/>
                    <a:pt x="38" y="24"/>
                    <a:pt x="38" y="24"/>
                  </a:cubicBezTo>
                  <a:cubicBezTo>
                    <a:pt x="23" y="22"/>
                    <a:pt x="10" y="15"/>
                    <a:pt x="1" y="8"/>
                  </a:cubicBezTo>
                  <a:moveTo>
                    <a:pt x="5" y="0"/>
                  </a:moveTo>
                  <a:cubicBezTo>
                    <a:pt x="5" y="0"/>
                    <a:pt x="5" y="0"/>
                    <a:pt x="5" y="0"/>
                  </a:cubicBezTo>
                  <a:cubicBezTo>
                    <a:pt x="5" y="0"/>
                    <a:pt x="5" y="0"/>
                    <a:pt x="5" y="0"/>
                  </a:cubicBezTo>
                  <a:cubicBezTo>
                    <a:pt x="5" y="0"/>
                    <a:pt x="5" y="0"/>
                    <a:pt x="5" y="0"/>
                  </a:cubicBezTo>
                </a:path>
              </a:pathLst>
            </a:custGeom>
            <a:solidFill>
              <a:srgbClr val="484848"/>
            </a:solidFill>
            <a:ln>
              <a:noFill/>
            </a:ln>
          </p:spPr>
          <p:txBody>
            <a:bodyPr vert="horz" wrap="square" lIns="68580" tIns="34290" rIns="68580" bIns="34290" numCol="1" anchor="t" anchorCtr="0" compatLnSpc="1"/>
            <a:lstStyle/>
            <a:p>
              <a:endParaRPr lang="en-US" sz="1350"/>
            </a:p>
          </p:txBody>
        </p:sp>
        <p:sp>
          <p:nvSpPr>
            <p:cNvPr id="95" name="Freeform 94"/>
            <p:cNvSpPr/>
            <p:nvPr/>
          </p:nvSpPr>
          <p:spPr bwMode="auto">
            <a:xfrm>
              <a:off x="4733072" y="4737908"/>
              <a:ext cx="531082" cy="308896"/>
            </a:xfrm>
            <a:custGeom>
              <a:avLst/>
              <a:gdLst>
                <a:gd name="T0" fmla="*/ 4 w 41"/>
                <a:gd name="T1" fmla="*/ 0 h 24"/>
                <a:gd name="T2" fmla="*/ 0 w 41"/>
                <a:gd name="T3" fmla="*/ 3 h 24"/>
                <a:gd name="T4" fmla="*/ 0 w 41"/>
                <a:gd name="T5" fmla="*/ 8 h 24"/>
                <a:gd name="T6" fmla="*/ 0 w 41"/>
                <a:gd name="T7" fmla="*/ 8 h 24"/>
                <a:gd name="T8" fmla="*/ 37 w 41"/>
                <a:gd name="T9" fmla="*/ 24 h 24"/>
                <a:gd name="T10" fmla="*/ 38 w 41"/>
                <a:gd name="T11" fmla="*/ 24 h 24"/>
                <a:gd name="T12" fmla="*/ 38 w 41"/>
                <a:gd name="T13" fmla="*/ 21 h 24"/>
                <a:gd name="T14" fmla="*/ 40 w 41"/>
                <a:gd name="T15" fmla="*/ 21 h 24"/>
                <a:gd name="T16" fmla="*/ 41 w 41"/>
                <a:gd name="T17" fmla="*/ 1 h 24"/>
                <a:gd name="T18" fmla="*/ 26 w 41"/>
                <a:gd name="T19" fmla="*/ 1 h 24"/>
                <a:gd name="T20" fmla="*/ 26 w 41"/>
                <a:gd name="T21" fmla="*/ 1 h 24"/>
                <a:gd name="T22" fmla="*/ 26 w 41"/>
                <a:gd name="T23" fmla="*/ 1 h 24"/>
                <a:gd name="T24" fmla="*/ 24 w 41"/>
                <a:gd name="T25" fmla="*/ 1 h 24"/>
                <a:gd name="T26" fmla="*/ 4 w 41"/>
                <a:gd name="T27" fmla="*/ 0 h 24"/>
                <a:gd name="T28" fmla="*/ 4 w 41"/>
                <a:gd name="T29" fmla="*/ 0 h 24"/>
                <a:gd name="T30" fmla="*/ 4 w 41"/>
                <a:gd name="T31"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1" h="24">
                  <a:moveTo>
                    <a:pt x="4" y="0"/>
                  </a:moveTo>
                  <a:cubicBezTo>
                    <a:pt x="2" y="0"/>
                    <a:pt x="0" y="1"/>
                    <a:pt x="0" y="3"/>
                  </a:cubicBezTo>
                  <a:cubicBezTo>
                    <a:pt x="0" y="8"/>
                    <a:pt x="0" y="8"/>
                    <a:pt x="0" y="8"/>
                  </a:cubicBezTo>
                  <a:cubicBezTo>
                    <a:pt x="0" y="8"/>
                    <a:pt x="0" y="8"/>
                    <a:pt x="0" y="8"/>
                  </a:cubicBezTo>
                  <a:cubicBezTo>
                    <a:pt x="9" y="15"/>
                    <a:pt x="22" y="22"/>
                    <a:pt x="37" y="24"/>
                  </a:cubicBezTo>
                  <a:cubicBezTo>
                    <a:pt x="38" y="24"/>
                    <a:pt x="38" y="24"/>
                    <a:pt x="38" y="24"/>
                  </a:cubicBezTo>
                  <a:cubicBezTo>
                    <a:pt x="38" y="22"/>
                    <a:pt x="38" y="21"/>
                    <a:pt x="38" y="21"/>
                  </a:cubicBezTo>
                  <a:cubicBezTo>
                    <a:pt x="40" y="21"/>
                    <a:pt x="40" y="21"/>
                    <a:pt x="40" y="21"/>
                  </a:cubicBezTo>
                  <a:cubicBezTo>
                    <a:pt x="41" y="1"/>
                    <a:pt x="41" y="1"/>
                    <a:pt x="41" y="1"/>
                  </a:cubicBezTo>
                  <a:cubicBezTo>
                    <a:pt x="26" y="1"/>
                    <a:pt x="26" y="1"/>
                    <a:pt x="26" y="1"/>
                  </a:cubicBezTo>
                  <a:cubicBezTo>
                    <a:pt x="26" y="1"/>
                    <a:pt x="26" y="1"/>
                    <a:pt x="26" y="1"/>
                  </a:cubicBezTo>
                  <a:cubicBezTo>
                    <a:pt x="26" y="1"/>
                    <a:pt x="26" y="1"/>
                    <a:pt x="26" y="1"/>
                  </a:cubicBezTo>
                  <a:cubicBezTo>
                    <a:pt x="24" y="1"/>
                    <a:pt x="24" y="1"/>
                    <a:pt x="24" y="1"/>
                  </a:cubicBezTo>
                  <a:cubicBezTo>
                    <a:pt x="4" y="0"/>
                    <a:pt x="4" y="0"/>
                    <a:pt x="4" y="0"/>
                  </a:cubicBezTo>
                  <a:cubicBezTo>
                    <a:pt x="4" y="0"/>
                    <a:pt x="4" y="0"/>
                    <a:pt x="4" y="0"/>
                  </a:cubicBezTo>
                  <a:cubicBezTo>
                    <a:pt x="4" y="0"/>
                    <a:pt x="4" y="0"/>
                    <a:pt x="4" y="0"/>
                  </a:cubicBezTo>
                </a:path>
              </a:pathLst>
            </a:custGeom>
            <a:solidFill>
              <a:srgbClr val="5E5E5E"/>
            </a:solidFill>
            <a:ln>
              <a:noFill/>
            </a:ln>
          </p:spPr>
          <p:txBody>
            <a:bodyPr vert="horz" wrap="square" lIns="68580" tIns="34290" rIns="68580" bIns="34290" numCol="1" anchor="t" anchorCtr="0" compatLnSpc="1"/>
            <a:lstStyle/>
            <a:p>
              <a:endParaRPr lang="en-US" sz="1350"/>
            </a:p>
          </p:txBody>
        </p:sp>
        <p:sp>
          <p:nvSpPr>
            <p:cNvPr id="96" name="Freeform 95"/>
            <p:cNvSpPr/>
            <p:nvPr/>
          </p:nvSpPr>
          <p:spPr bwMode="auto">
            <a:xfrm>
              <a:off x="5140487" y="4353147"/>
              <a:ext cx="346828" cy="373926"/>
            </a:xfrm>
            <a:custGeom>
              <a:avLst/>
              <a:gdLst>
                <a:gd name="T0" fmla="*/ 1 w 27"/>
                <a:gd name="T1" fmla="*/ 23 h 29"/>
                <a:gd name="T2" fmla="*/ 6 w 27"/>
                <a:gd name="T3" fmla="*/ 22 h 29"/>
                <a:gd name="T4" fmla="*/ 5 w 27"/>
                <a:gd name="T5" fmla="*/ 20 h 29"/>
                <a:gd name="T6" fmla="*/ 6 w 27"/>
                <a:gd name="T7" fmla="*/ 20 h 29"/>
                <a:gd name="T8" fmla="*/ 6 w 27"/>
                <a:gd name="T9" fmla="*/ 25 h 29"/>
                <a:gd name="T10" fmla="*/ 11 w 27"/>
                <a:gd name="T11" fmla="*/ 24 h 29"/>
                <a:gd name="T12" fmla="*/ 11 w 27"/>
                <a:gd name="T13" fmla="*/ 20 h 29"/>
                <a:gd name="T14" fmla="*/ 11 w 27"/>
                <a:gd name="T15" fmla="*/ 20 h 29"/>
                <a:gd name="T16" fmla="*/ 11 w 27"/>
                <a:gd name="T17" fmla="*/ 26 h 29"/>
                <a:gd name="T18" fmla="*/ 16 w 27"/>
                <a:gd name="T19" fmla="*/ 26 h 29"/>
                <a:gd name="T20" fmla="*/ 16 w 27"/>
                <a:gd name="T21" fmla="*/ 19 h 29"/>
                <a:gd name="T22" fmla="*/ 16 w 27"/>
                <a:gd name="T23" fmla="*/ 19 h 29"/>
                <a:gd name="T24" fmla="*/ 16 w 27"/>
                <a:gd name="T25" fmla="*/ 25 h 29"/>
                <a:gd name="T26" fmla="*/ 21 w 27"/>
                <a:gd name="T27" fmla="*/ 25 h 29"/>
                <a:gd name="T28" fmla="*/ 21 w 27"/>
                <a:gd name="T29" fmla="*/ 13 h 29"/>
                <a:gd name="T30" fmla="*/ 23 w 27"/>
                <a:gd name="T31" fmla="*/ 14 h 29"/>
                <a:gd name="T32" fmla="*/ 23 w 27"/>
                <a:gd name="T33" fmla="*/ 18 h 29"/>
                <a:gd name="T34" fmla="*/ 27 w 27"/>
                <a:gd name="T35" fmla="*/ 21 h 29"/>
                <a:gd name="T36" fmla="*/ 27 w 27"/>
                <a:gd name="T37" fmla="*/ 11 h 29"/>
                <a:gd name="T38" fmla="*/ 21 w 27"/>
                <a:gd name="T39" fmla="*/ 5 h 29"/>
                <a:gd name="T40" fmla="*/ 19 w 27"/>
                <a:gd name="T41" fmla="*/ 0 h 29"/>
                <a:gd name="T42" fmla="*/ 3 w 27"/>
                <a:gd name="T43" fmla="*/ 0 h 29"/>
                <a:gd name="T44" fmla="*/ 3 w 27"/>
                <a:gd name="T45" fmla="*/ 3 h 29"/>
                <a:gd name="T46" fmla="*/ 1 w 27"/>
                <a:gd name="T47" fmla="*/ 5 h 29"/>
                <a:gd name="T48" fmla="*/ 1 w 27"/>
                <a:gd name="T49" fmla="*/ 18 h 29"/>
                <a:gd name="T50" fmla="*/ 1 w 27"/>
                <a:gd name="T51"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 h="29">
                  <a:moveTo>
                    <a:pt x="1" y="23"/>
                  </a:moveTo>
                  <a:cubicBezTo>
                    <a:pt x="1" y="25"/>
                    <a:pt x="6" y="25"/>
                    <a:pt x="6" y="22"/>
                  </a:cubicBezTo>
                  <a:cubicBezTo>
                    <a:pt x="5" y="21"/>
                    <a:pt x="5" y="20"/>
                    <a:pt x="5" y="20"/>
                  </a:cubicBezTo>
                  <a:cubicBezTo>
                    <a:pt x="6" y="20"/>
                    <a:pt x="6" y="20"/>
                    <a:pt x="6" y="20"/>
                  </a:cubicBezTo>
                  <a:cubicBezTo>
                    <a:pt x="6" y="20"/>
                    <a:pt x="6" y="25"/>
                    <a:pt x="6" y="25"/>
                  </a:cubicBezTo>
                  <a:cubicBezTo>
                    <a:pt x="6" y="27"/>
                    <a:pt x="11" y="26"/>
                    <a:pt x="11" y="24"/>
                  </a:cubicBezTo>
                  <a:cubicBezTo>
                    <a:pt x="11" y="23"/>
                    <a:pt x="11" y="21"/>
                    <a:pt x="11" y="20"/>
                  </a:cubicBezTo>
                  <a:cubicBezTo>
                    <a:pt x="11" y="19"/>
                    <a:pt x="11" y="19"/>
                    <a:pt x="11" y="20"/>
                  </a:cubicBezTo>
                  <a:cubicBezTo>
                    <a:pt x="11" y="26"/>
                    <a:pt x="11" y="26"/>
                    <a:pt x="11" y="26"/>
                  </a:cubicBezTo>
                  <a:cubicBezTo>
                    <a:pt x="11" y="29"/>
                    <a:pt x="16" y="29"/>
                    <a:pt x="16" y="26"/>
                  </a:cubicBezTo>
                  <a:cubicBezTo>
                    <a:pt x="16" y="24"/>
                    <a:pt x="16" y="19"/>
                    <a:pt x="16" y="19"/>
                  </a:cubicBezTo>
                  <a:cubicBezTo>
                    <a:pt x="16" y="19"/>
                    <a:pt x="16" y="19"/>
                    <a:pt x="16" y="19"/>
                  </a:cubicBezTo>
                  <a:cubicBezTo>
                    <a:pt x="16" y="21"/>
                    <a:pt x="16" y="25"/>
                    <a:pt x="16" y="25"/>
                  </a:cubicBezTo>
                  <a:cubicBezTo>
                    <a:pt x="16" y="27"/>
                    <a:pt x="21" y="27"/>
                    <a:pt x="21" y="25"/>
                  </a:cubicBezTo>
                  <a:cubicBezTo>
                    <a:pt x="21" y="20"/>
                    <a:pt x="21" y="16"/>
                    <a:pt x="21" y="13"/>
                  </a:cubicBezTo>
                  <a:cubicBezTo>
                    <a:pt x="21" y="11"/>
                    <a:pt x="23" y="14"/>
                    <a:pt x="23" y="14"/>
                  </a:cubicBezTo>
                  <a:cubicBezTo>
                    <a:pt x="23" y="18"/>
                    <a:pt x="23" y="18"/>
                    <a:pt x="23" y="18"/>
                  </a:cubicBezTo>
                  <a:cubicBezTo>
                    <a:pt x="23" y="19"/>
                    <a:pt x="27" y="21"/>
                    <a:pt x="27" y="21"/>
                  </a:cubicBezTo>
                  <a:cubicBezTo>
                    <a:pt x="27" y="20"/>
                    <a:pt x="27" y="12"/>
                    <a:pt x="27" y="11"/>
                  </a:cubicBezTo>
                  <a:cubicBezTo>
                    <a:pt x="25" y="9"/>
                    <a:pt x="23" y="7"/>
                    <a:pt x="21" y="5"/>
                  </a:cubicBezTo>
                  <a:cubicBezTo>
                    <a:pt x="19" y="3"/>
                    <a:pt x="19" y="0"/>
                    <a:pt x="19" y="0"/>
                  </a:cubicBezTo>
                  <a:cubicBezTo>
                    <a:pt x="3" y="0"/>
                    <a:pt x="3" y="0"/>
                    <a:pt x="3" y="0"/>
                  </a:cubicBezTo>
                  <a:cubicBezTo>
                    <a:pt x="3" y="2"/>
                    <a:pt x="3" y="2"/>
                    <a:pt x="3" y="3"/>
                  </a:cubicBezTo>
                  <a:cubicBezTo>
                    <a:pt x="3" y="4"/>
                    <a:pt x="2" y="4"/>
                    <a:pt x="1" y="5"/>
                  </a:cubicBezTo>
                  <a:cubicBezTo>
                    <a:pt x="0" y="8"/>
                    <a:pt x="1" y="18"/>
                    <a:pt x="1" y="18"/>
                  </a:cubicBezTo>
                  <a:lnTo>
                    <a:pt x="1" y="23"/>
                  </a:lnTo>
                  <a:close/>
                </a:path>
              </a:pathLst>
            </a:custGeom>
            <a:solidFill>
              <a:srgbClr val="F7C2AB"/>
            </a:solidFill>
            <a:ln>
              <a:noFill/>
            </a:ln>
          </p:spPr>
          <p:txBody>
            <a:bodyPr vert="horz" wrap="square" lIns="68580" tIns="34290" rIns="68580" bIns="34290" numCol="1" anchor="t" anchorCtr="0" compatLnSpc="1"/>
            <a:lstStyle/>
            <a:p>
              <a:endParaRPr lang="en-US" sz="1350"/>
            </a:p>
          </p:txBody>
        </p:sp>
        <p:sp>
          <p:nvSpPr>
            <p:cNvPr id="97" name="Rectangle 96"/>
            <p:cNvSpPr>
              <a:spLocks noChangeArrowheads="1"/>
            </p:cNvSpPr>
            <p:nvPr/>
          </p:nvSpPr>
          <p:spPr bwMode="auto">
            <a:xfrm>
              <a:off x="5106999" y="4309793"/>
              <a:ext cx="325153" cy="43354"/>
            </a:xfrm>
            <a:prstGeom prst="rect">
              <a:avLst/>
            </a:prstGeom>
            <a:solidFill>
              <a:schemeClr val="bg1"/>
            </a:solidFill>
            <a:ln>
              <a:noFill/>
            </a:ln>
          </p:spPr>
          <p:txBody>
            <a:bodyPr vert="horz" wrap="square" lIns="68580" tIns="34290" rIns="68580" bIns="34290" numCol="1" anchor="t" anchorCtr="0" compatLnSpc="1"/>
            <a:lstStyle/>
            <a:p>
              <a:endParaRPr lang="en-US" sz="1350"/>
            </a:p>
          </p:txBody>
        </p:sp>
        <p:sp>
          <p:nvSpPr>
            <p:cNvPr id="98" name="Freeform 97"/>
            <p:cNvSpPr/>
            <p:nvPr/>
          </p:nvSpPr>
          <p:spPr bwMode="auto">
            <a:xfrm>
              <a:off x="5079900" y="3030860"/>
              <a:ext cx="514827" cy="1278933"/>
            </a:xfrm>
            <a:custGeom>
              <a:avLst/>
              <a:gdLst>
                <a:gd name="T0" fmla="*/ 39 w 40"/>
                <a:gd name="T1" fmla="*/ 0 h 99"/>
                <a:gd name="T2" fmla="*/ 1 w 40"/>
                <a:gd name="T3" fmla="*/ 67 h 99"/>
                <a:gd name="T4" fmla="*/ 0 w 40"/>
                <a:gd name="T5" fmla="*/ 99 h 99"/>
                <a:gd name="T6" fmla="*/ 31 w 40"/>
                <a:gd name="T7" fmla="*/ 99 h 99"/>
                <a:gd name="T8" fmla="*/ 29 w 40"/>
                <a:gd name="T9" fmla="*/ 67 h 99"/>
                <a:gd name="T10" fmla="*/ 40 w 40"/>
                <a:gd name="T11" fmla="*/ 25 h 99"/>
                <a:gd name="T12" fmla="*/ 39 w 40"/>
                <a:gd name="T13" fmla="*/ 0 h 99"/>
              </a:gdLst>
              <a:ahLst/>
              <a:cxnLst>
                <a:cxn ang="0">
                  <a:pos x="T0" y="T1"/>
                </a:cxn>
                <a:cxn ang="0">
                  <a:pos x="T2" y="T3"/>
                </a:cxn>
                <a:cxn ang="0">
                  <a:pos x="T4" y="T5"/>
                </a:cxn>
                <a:cxn ang="0">
                  <a:pos x="T6" y="T7"/>
                </a:cxn>
                <a:cxn ang="0">
                  <a:pos x="T8" y="T9"/>
                </a:cxn>
                <a:cxn ang="0">
                  <a:pos x="T10" y="T11"/>
                </a:cxn>
                <a:cxn ang="0">
                  <a:pos x="T12" y="T13"/>
                </a:cxn>
              </a:cxnLst>
              <a:rect l="0" t="0" r="r" b="b"/>
              <a:pathLst>
                <a:path w="40" h="99">
                  <a:moveTo>
                    <a:pt x="39" y="0"/>
                  </a:moveTo>
                  <a:cubicBezTo>
                    <a:pt x="5" y="14"/>
                    <a:pt x="2" y="44"/>
                    <a:pt x="1" y="67"/>
                  </a:cubicBezTo>
                  <a:cubicBezTo>
                    <a:pt x="1" y="76"/>
                    <a:pt x="0" y="99"/>
                    <a:pt x="0" y="99"/>
                  </a:cubicBezTo>
                  <a:cubicBezTo>
                    <a:pt x="31" y="99"/>
                    <a:pt x="31" y="99"/>
                    <a:pt x="31" y="99"/>
                  </a:cubicBezTo>
                  <a:cubicBezTo>
                    <a:pt x="31" y="99"/>
                    <a:pt x="30" y="86"/>
                    <a:pt x="29" y="67"/>
                  </a:cubicBezTo>
                  <a:cubicBezTo>
                    <a:pt x="26" y="14"/>
                    <a:pt x="40" y="25"/>
                    <a:pt x="40" y="25"/>
                  </a:cubicBezTo>
                  <a:lnTo>
                    <a:pt x="39" y="0"/>
                  </a:lnTo>
                  <a:close/>
                </a:path>
              </a:pathLst>
            </a:custGeom>
            <a:solidFill>
              <a:srgbClr val="484848"/>
            </a:solidFill>
            <a:ln>
              <a:noFill/>
            </a:ln>
          </p:spPr>
          <p:txBody>
            <a:bodyPr vert="horz" wrap="square" lIns="68580" tIns="34290" rIns="68580" bIns="34290" numCol="1" anchor="t" anchorCtr="0" compatLnSpc="1"/>
            <a:lstStyle/>
            <a:p>
              <a:endParaRPr lang="en-US" sz="1350"/>
            </a:p>
          </p:txBody>
        </p:sp>
        <p:sp>
          <p:nvSpPr>
            <p:cNvPr id="99" name="Rectangle 98"/>
            <p:cNvSpPr>
              <a:spLocks noChangeArrowheads="1"/>
            </p:cNvSpPr>
            <p:nvPr/>
          </p:nvSpPr>
          <p:spPr bwMode="auto">
            <a:xfrm>
              <a:off x="8353095" y="2581066"/>
              <a:ext cx="102967" cy="438957"/>
            </a:xfrm>
            <a:prstGeom prst="rect">
              <a:avLst/>
            </a:prstGeom>
            <a:solidFill>
              <a:schemeClr val="bg1"/>
            </a:solidFill>
            <a:ln>
              <a:noFill/>
            </a:ln>
          </p:spPr>
          <p:txBody>
            <a:bodyPr vert="horz" wrap="square" lIns="68580" tIns="34290" rIns="68580" bIns="34290" numCol="1" anchor="t" anchorCtr="0" compatLnSpc="1"/>
            <a:lstStyle/>
            <a:p>
              <a:endParaRPr lang="en-US" sz="1350"/>
            </a:p>
          </p:txBody>
        </p:sp>
        <p:sp>
          <p:nvSpPr>
            <p:cNvPr id="100" name="Freeform 99"/>
            <p:cNvSpPr/>
            <p:nvPr/>
          </p:nvSpPr>
          <p:spPr bwMode="auto">
            <a:xfrm rot="2664520">
              <a:off x="6886262" y="2961681"/>
              <a:ext cx="1349384" cy="915848"/>
            </a:xfrm>
            <a:custGeom>
              <a:avLst/>
              <a:gdLst>
                <a:gd name="T0" fmla="*/ 4 w 105"/>
                <a:gd name="T1" fmla="*/ 40 h 71"/>
                <a:gd name="T2" fmla="*/ 105 w 105"/>
                <a:gd name="T3" fmla="*/ 0 h 71"/>
                <a:gd name="T4" fmla="*/ 105 w 105"/>
                <a:gd name="T5" fmla="*/ 42 h 71"/>
                <a:gd name="T6" fmla="*/ 0 w 105"/>
                <a:gd name="T7" fmla="*/ 65 h 71"/>
                <a:gd name="T8" fmla="*/ 4 w 105"/>
                <a:gd name="T9" fmla="*/ 40 h 71"/>
              </a:gdLst>
              <a:ahLst/>
              <a:cxnLst>
                <a:cxn ang="0">
                  <a:pos x="T0" y="T1"/>
                </a:cxn>
                <a:cxn ang="0">
                  <a:pos x="T2" y="T3"/>
                </a:cxn>
                <a:cxn ang="0">
                  <a:pos x="T4" y="T5"/>
                </a:cxn>
                <a:cxn ang="0">
                  <a:pos x="T6" y="T7"/>
                </a:cxn>
                <a:cxn ang="0">
                  <a:pos x="T8" y="T9"/>
                </a:cxn>
              </a:cxnLst>
              <a:rect l="0" t="0" r="r" b="b"/>
              <a:pathLst>
                <a:path w="105" h="71">
                  <a:moveTo>
                    <a:pt x="4" y="40"/>
                  </a:moveTo>
                  <a:cubicBezTo>
                    <a:pt x="4" y="40"/>
                    <a:pt x="68" y="46"/>
                    <a:pt x="105" y="0"/>
                  </a:cubicBezTo>
                  <a:cubicBezTo>
                    <a:pt x="105" y="42"/>
                    <a:pt x="105" y="42"/>
                    <a:pt x="105" y="42"/>
                  </a:cubicBezTo>
                  <a:cubicBezTo>
                    <a:pt x="77" y="71"/>
                    <a:pt x="0" y="65"/>
                    <a:pt x="0" y="65"/>
                  </a:cubicBezTo>
                  <a:lnTo>
                    <a:pt x="4" y="40"/>
                  </a:lnTo>
                  <a:close/>
                </a:path>
              </a:pathLst>
            </a:custGeom>
            <a:solidFill>
              <a:srgbClr val="484848"/>
            </a:solidFill>
            <a:ln>
              <a:noFill/>
            </a:ln>
          </p:spPr>
          <p:txBody>
            <a:bodyPr vert="horz" wrap="square" lIns="68580" tIns="34290" rIns="68580" bIns="34290" numCol="1" anchor="t" anchorCtr="0" compatLnSpc="1"/>
            <a:lstStyle/>
            <a:p>
              <a:endParaRPr lang="en-US" sz="1350"/>
            </a:p>
          </p:txBody>
        </p:sp>
        <p:sp>
          <p:nvSpPr>
            <p:cNvPr id="101" name="Oval 100"/>
            <p:cNvSpPr>
              <a:spLocks noChangeArrowheads="1"/>
            </p:cNvSpPr>
            <p:nvPr/>
          </p:nvSpPr>
          <p:spPr bwMode="auto">
            <a:xfrm>
              <a:off x="8390947" y="2944125"/>
              <a:ext cx="37936" cy="37936"/>
            </a:xfrm>
            <a:prstGeom prst="ellipse">
              <a:avLst/>
            </a:prstGeom>
            <a:solidFill>
              <a:srgbClr val="250F0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1350"/>
            </a:p>
          </p:txBody>
        </p:sp>
      </p:grpSp>
      <p:sp>
        <p:nvSpPr>
          <p:cNvPr id="102" name="矩形 101"/>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peelOff"/>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500"/>
                                        <p:tgtEl>
                                          <p:spTgt spid="4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500"/>
                                        <p:tgtEl>
                                          <p:spTgt spid="51"/>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3">
                                            <p:txEl>
                                              <p:pRg st="0" end="0"/>
                                            </p:txEl>
                                          </p:spTgt>
                                        </p:tgtEl>
                                        <p:attrNameLst>
                                          <p:attrName>style.visibility</p:attrName>
                                        </p:attrNameLst>
                                      </p:cBhvr>
                                      <p:to>
                                        <p:strVal val="visible"/>
                                      </p:to>
                                    </p:set>
                                    <p:animEffect transition="in" filter="fade">
                                      <p:cBhvr>
                                        <p:cTn id="15" dur="500"/>
                                        <p:tgtEl>
                                          <p:spTgt spid="43">
                                            <p:txEl>
                                              <p:pRg st="0" end="0"/>
                                            </p:txEl>
                                          </p:spTgt>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44">
                                            <p:txEl>
                                              <p:pRg st="0" end="0"/>
                                            </p:txEl>
                                          </p:spTgt>
                                        </p:tgtEl>
                                        <p:attrNameLst>
                                          <p:attrName>style.visibility</p:attrName>
                                        </p:attrNameLst>
                                      </p:cBhvr>
                                      <p:to>
                                        <p:strVal val="visible"/>
                                      </p:to>
                                    </p:set>
                                    <p:animEffect transition="in" filter="wipe(down)">
                                      <p:cBhvr>
                                        <p:cTn id="19" dur="500"/>
                                        <p:tgtEl>
                                          <p:spTgt spid="44">
                                            <p:txEl>
                                              <p:pRg st="0" end="0"/>
                                            </p:txEl>
                                          </p:spTgt>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44">
                                            <p:txEl>
                                              <p:pRg st="1" end="1"/>
                                            </p:txEl>
                                          </p:spTgt>
                                        </p:tgtEl>
                                        <p:attrNameLst>
                                          <p:attrName>style.visibility</p:attrName>
                                        </p:attrNameLst>
                                      </p:cBhvr>
                                      <p:to>
                                        <p:strVal val="visible"/>
                                      </p:to>
                                    </p:set>
                                    <p:animEffect transition="in" filter="wipe(down)">
                                      <p:cBhvr>
                                        <p:cTn id="23" dur="500"/>
                                        <p:tgtEl>
                                          <p:spTgt spid="44">
                                            <p:txEl>
                                              <p:pRg st="1" end="1"/>
                                            </p:txEl>
                                          </p:spTgt>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44">
                                            <p:txEl>
                                              <p:pRg st="2" end="2"/>
                                            </p:txEl>
                                          </p:spTgt>
                                        </p:tgtEl>
                                        <p:attrNameLst>
                                          <p:attrName>style.visibility</p:attrName>
                                        </p:attrNameLst>
                                      </p:cBhvr>
                                      <p:to>
                                        <p:strVal val="visible"/>
                                      </p:to>
                                    </p:set>
                                    <p:animEffect transition="in" filter="wipe(down)">
                                      <p:cBhvr>
                                        <p:cTn id="27" dur="500"/>
                                        <p:tgtEl>
                                          <p:spTgt spid="44">
                                            <p:txEl>
                                              <p:pRg st="2" end="2"/>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45">
                                            <p:txEl>
                                              <p:pRg st="0" end="0"/>
                                            </p:txEl>
                                          </p:spTgt>
                                        </p:tgtEl>
                                        <p:attrNameLst>
                                          <p:attrName>style.visibility</p:attrName>
                                        </p:attrNameLst>
                                      </p:cBhvr>
                                      <p:to>
                                        <p:strVal val="visible"/>
                                      </p:to>
                                    </p:set>
                                    <p:animEffect transition="in" filter="fade">
                                      <p:cBhvr>
                                        <p:cTn id="31" dur="500"/>
                                        <p:tgtEl>
                                          <p:spTgt spid="45">
                                            <p:txEl>
                                              <p:pRg st="0" end="0"/>
                                            </p:txEl>
                                          </p:spTgt>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46">
                                            <p:txEl>
                                              <p:pRg st="0" end="0"/>
                                            </p:txEl>
                                          </p:spTgt>
                                        </p:tgtEl>
                                        <p:attrNameLst>
                                          <p:attrName>style.visibility</p:attrName>
                                        </p:attrNameLst>
                                      </p:cBhvr>
                                      <p:to>
                                        <p:strVal val="visible"/>
                                      </p:to>
                                    </p:set>
                                    <p:animEffect transition="in" filter="wipe(down)">
                                      <p:cBhvr>
                                        <p:cTn id="35" dur="500"/>
                                        <p:tgtEl>
                                          <p:spTgt spid="46">
                                            <p:txEl>
                                              <p:pRg st="0" end="0"/>
                                            </p:txEl>
                                          </p:spTgt>
                                        </p:tgtEl>
                                      </p:cBhvr>
                                    </p:animEffect>
                                  </p:childTnLst>
                                </p:cTn>
                              </p:par>
                            </p:childTnLst>
                          </p:cTn>
                        </p:par>
                        <p:par>
                          <p:cTn id="36" fill="hold">
                            <p:stCondLst>
                              <p:cond delay="4000"/>
                            </p:stCondLst>
                            <p:childTnLst>
                              <p:par>
                                <p:cTn id="37" presetID="22" presetClass="entr" presetSubtype="4" fill="hold" grpId="0" nodeType="afterEffect">
                                  <p:stCondLst>
                                    <p:cond delay="0"/>
                                  </p:stCondLst>
                                  <p:childTnLst>
                                    <p:set>
                                      <p:cBhvr>
                                        <p:cTn id="38" dur="1" fill="hold">
                                          <p:stCondLst>
                                            <p:cond delay="0"/>
                                          </p:stCondLst>
                                        </p:cTn>
                                        <p:tgtEl>
                                          <p:spTgt spid="46">
                                            <p:txEl>
                                              <p:pRg st="1" end="1"/>
                                            </p:txEl>
                                          </p:spTgt>
                                        </p:tgtEl>
                                        <p:attrNameLst>
                                          <p:attrName>style.visibility</p:attrName>
                                        </p:attrNameLst>
                                      </p:cBhvr>
                                      <p:to>
                                        <p:strVal val="visible"/>
                                      </p:to>
                                    </p:set>
                                    <p:animEffect transition="in" filter="wipe(down)">
                                      <p:cBhvr>
                                        <p:cTn id="39" dur="500"/>
                                        <p:tgtEl>
                                          <p:spTgt spid="46">
                                            <p:txEl>
                                              <p:pRg st="1" end="1"/>
                                            </p:txEl>
                                          </p:spTgt>
                                        </p:tgtEl>
                                      </p:cBhvr>
                                    </p:animEffect>
                                  </p:childTnLst>
                                </p:cTn>
                              </p:par>
                            </p:childTnLst>
                          </p:cTn>
                        </p:par>
                        <p:par>
                          <p:cTn id="40" fill="hold">
                            <p:stCondLst>
                              <p:cond delay="4500"/>
                            </p:stCondLst>
                            <p:childTnLst>
                              <p:par>
                                <p:cTn id="41" presetID="22" presetClass="entr" presetSubtype="4" fill="hold" grpId="0" nodeType="afterEffect">
                                  <p:stCondLst>
                                    <p:cond delay="0"/>
                                  </p:stCondLst>
                                  <p:childTnLst>
                                    <p:set>
                                      <p:cBhvr>
                                        <p:cTn id="42" dur="1" fill="hold">
                                          <p:stCondLst>
                                            <p:cond delay="0"/>
                                          </p:stCondLst>
                                        </p:cTn>
                                        <p:tgtEl>
                                          <p:spTgt spid="46">
                                            <p:txEl>
                                              <p:pRg st="2" end="2"/>
                                            </p:txEl>
                                          </p:spTgt>
                                        </p:tgtEl>
                                        <p:attrNameLst>
                                          <p:attrName>style.visibility</p:attrName>
                                        </p:attrNameLst>
                                      </p:cBhvr>
                                      <p:to>
                                        <p:strVal val="visible"/>
                                      </p:to>
                                    </p:set>
                                    <p:animEffect transition="in" filter="wipe(down)">
                                      <p:cBhvr>
                                        <p:cTn id="43" dur="500"/>
                                        <p:tgtEl>
                                          <p:spTgt spid="46">
                                            <p:txEl>
                                              <p:pRg st="2" end="2"/>
                                            </p:txEl>
                                          </p:spTgt>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47">
                                            <p:txEl>
                                              <p:pRg st="0" end="0"/>
                                            </p:txEl>
                                          </p:spTgt>
                                        </p:tgtEl>
                                        <p:attrNameLst>
                                          <p:attrName>style.visibility</p:attrName>
                                        </p:attrNameLst>
                                      </p:cBhvr>
                                      <p:to>
                                        <p:strVal val="visible"/>
                                      </p:to>
                                    </p:set>
                                    <p:animEffect transition="in" filter="fade">
                                      <p:cBhvr>
                                        <p:cTn id="47" dur="500"/>
                                        <p:tgtEl>
                                          <p:spTgt spid="47">
                                            <p:txEl>
                                              <p:pRg st="0" end="0"/>
                                            </p:txEl>
                                          </p:spTgt>
                                        </p:tgtEl>
                                      </p:cBhvr>
                                    </p:animEffect>
                                  </p:childTnLst>
                                </p:cTn>
                              </p:par>
                            </p:childTnLst>
                          </p:cTn>
                        </p:par>
                        <p:par>
                          <p:cTn id="48" fill="hold">
                            <p:stCondLst>
                              <p:cond delay="5500"/>
                            </p:stCondLst>
                            <p:childTnLst>
                              <p:par>
                                <p:cTn id="49" presetID="22" presetClass="entr" presetSubtype="4" fill="hold" grpId="0" nodeType="afterEffect">
                                  <p:stCondLst>
                                    <p:cond delay="0"/>
                                  </p:stCondLst>
                                  <p:childTnLst>
                                    <p:set>
                                      <p:cBhvr>
                                        <p:cTn id="50" dur="1" fill="hold">
                                          <p:stCondLst>
                                            <p:cond delay="0"/>
                                          </p:stCondLst>
                                        </p:cTn>
                                        <p:tgtEl>
                                          <p:spTgt spid="48">
                                            <p:txEl>
                                              <p:pRg st="0" end="0"/>
                                            </p:txEl>
                                          </p:spTgt>
                                        </p:tgtEl>
                                        <p:attrNameLst>
                                          <p:attrName>style.visibility</p:attrName>
                                        </p:attrNameLst>
                                      </p:cBhvr>
                                      <p:to>
                                        <p:strVal val="visible"/>
                                      </p:to>
                                    </p:set>
                                    <p:animEffect transition="in" filter="wipe(down)">
                                      <p:cBhvr>
                                        <p:cTn id="51" dur="500"/>
                                        <p:tgtEl>
                                          <p:spTgt spid="48">
                                            <p:txEl>
                                              <p:pRg st="0" end="0"/>
                                            </p:txEl>
                                          </p:spTgt>
                                        </p:tgtEl>
                                      </p:cBhvr>
                                    </p:animEffect>
                                  </p:childTnLst>
                                </p:cTn>
                              </p:par>
                            </p:childTnLst>
                          </p:cTn>
                        </p:par>
                        <p:par>
                          <p:cTn id="52" fill="hold">
                            <p:stCondLst>
                              <p:cond delay="6000"/>
                            </p:stCondLst>
                            <p:childTnLst>
                              <p:par>
                                <p:cTn id="53" presetID="22" presetClass="entr" presetSubtype="4" fill="hold" grpId="0" nodeType="afterEffect">
                                  <p:stCondLst>
                                    <p:cond delay="0"/>
                                  </p:stCondLst>
                                  <p:childTnLst>
                                    <p:set>
                                      <p:cBhvr>
                                        <p:cTn id="54" dur="1" fill="hold">
                                          <p:stCondLst>
                                            <p:cond delay="0"/>
                                          </p:stCondLst>
                                        </p:cTn>
                                        <p:tgtEl>
                                          <p:spTgt spid="48">
                                            <p:txEl>
                                              <p:pRg st="1" end="1"/>
                                            </p:txEl>
                                          </p:spTgt>
                                        </p:tgtEl>
                                        <p:attrNameLst>
                                          <p:attrName>style.visibility</p:attrName>
                                        </p:attrNameLst>
                                      </p:cBhvr>
                                      <p:to>
                                        <p:strVal val="visible"/>
                                      </p:to>
                                    </p:set>
                                    <p:animEffect transition="in" filter="wipe(down)">
                                      <p:cBhvr>
                                        <p:cTn id="55" dur="500"/>
                                        <p:tgtEl>
                                          <p:spTgt spid="48">
                                            <p:txEl>
                                              <p:pRg st="1" end="1"/>
                                            </p:txEl>
                                          </p:spTgt>
                                        </p:tgtEl>
                                      </p:cBhvr>
                                    </p:animEffect>
                                  </p:childTnLst>
                                </p:cTn>
                              </p:par>
                            </p:childTnLst>
                          </p:cTn>
                        </p:par>
                        <p:par>
                          <p:cTn id="56" fill="hold">
                            <p:stCondLst>
                              <p:cond delay="6500"/>
                            </p:stCondLst>
                            <p:childTnLst>
                              <p:par>
                                <p:cTn id="57" presetID="22" presetClass="entr" presetSubtype="4" fill="hold" grpId="0" nodeType="afterEffect">
                                  <p:stCondLst>
                                    <p:cond delay="0"/>
                                  </p:stCondLst>
                                  <p:childTnLst>
                                    <p:set>
                                      <p:cBhvr>
                                        <p:cTn id="58" dur="1" fill="hold">
                                          <p:stCondLst>
                                            <p:cond delay="0"/>
                                          </p:stCondLst>
                                        </p:cTn>
                                        <p:tgtEl>
                                          <p:spTgt spid="48">
                                            <p:txEl>
                                              <p:pRg st="2" end="2"/>
                                            </p:txEl>
                                          </p:spTgt>
                                        </p:tgtEl>
                                        <p:attrNameLst>
                                          <p:attrName>style.visibility</p:attrName>
                                        </p:attrNameLst>
                                      </p:cBhvr>
                                      <p:to>
                                        <p:strVal val="visible"/>
                                      </p:to>
                                    </p:set>
                                    <p:animEffect transition="in" filter="wipe(down)">
                                      <p:cBhvr>
                                        <p:cTn id="59" dur="500"/>
                                        <p:tgtEl>
                                          <p:spTgt spid="48">
                                            <p:txEl>
                                              <p:pRg st="2" end="2"/>
                                            </p:txEl>
                                          </p:spTgt>
                                        </p:tgtEl>
                                      </p:cBhvr>
                                    </p:animEffect>
                                  </p:childTnLst>
                                </p:cTn>
                              </p:par>
                            </p:childTnLst>
                          </p:cTn>
                        </p:par>
                        <p:par>
                          <p:cTn id="60" fill="hold">
                            <p:stCondLst>
                              <p:cond delay="7000"/>
                            </p:stCondLst>
                            <p:childTnLst>
                              <p:par>
                                <p:cTn id="61" presetID="22" presetClass="entr" presetSubtype="4" fill="hold" grpId="0" nodeType="afterEffect">
                                  <p:stCondLst>
                                    <p:cond delay="0"/>
                                  </p:stCondLst>
                                  <p:childTnLst>
                                    <p:set>
                                      <p:cBhvr>
                                        <p:cTn id="62" dur="1" fill="hold">
                                          <p:stCondLst>
                                            <p:cond delay="0"/>
                                          </p:stCondLst>
                                        </p:cTn>
                                        <p:tgtEl>
                                          <p:spTgt spid="49">
                                            <p:txEl>
                                              <p:pRg st="0" end="0"/>
                                            </p:txEl>
                                          </p:spTgt>
                                        </p:tgtEl>
                                        <p:attrNameLst>
                                          <p:attrName>style.visibility</p:attrName>
                                        </p:attrNameLst>
                                      </p:cBhvr>
                                      <p:to>
                                        <p:strVal val="visible"/>
                                      </p:to>
                                    </p:set>
                                    <p:animEffect transition="in" filter="wipe(down)">
                                      <p:cBhvr>
                                        <p:cTn id="63" dur="500"/>
                                        <p:tgtEl>
                                          <p:spTgt spid="49">
                                            <p:txEl>
                                              <p:pRg st="0" end="0"/>
                                            </p:txEl>
                                          </p:spTgt>
                                        </p:tgtEl>
                                      </p:cBhvr>
                                    </p:animEffect>
                                  </p:childTnLst>
                                </p:cTn>
                              </p:par>
                            </p:childTnLst>
                          </p:cTn>
                        </p:par>
                        <p:par>
                          <p:cTn id="64" fill="hold">
                            <p:stCondLst>
                              <p:cond delay="7500"/>
                            </p:stCondLst>
                            <p:childTnLst>
                              <p:par>
                                <p:cTn id="65" presetID="22" presetClass="entr" presetSubtype="8" fill="hold" grpId="0" nodeType="afterEffect">
                                  <p:stCondLst>
                                    <p:cond delay="0"/>
                                  </p:stCondLst>
                                  <p:childTnLst>
                                    <p:set>
                                      <p:cBhvr>
                                        <p:cTn id="66" dur="1" fill="hold">
                                          <p:stCondLst>
                                            <p:cond delay="0"/>
                                          </p:stCondLst>
                                        </p:cTn>
                                        <p:tgtEl>
                                          <p:spTgt spid="50">
                                            <p:txEl>
                                              <p:pRg st="0" end="0"/>
                                            </p:txEl>
                                          </p:spTgt>
                                        </p:tgtEl>
                                        <p:attrNameLst>
                                          <p:attrName>style.visibility</p:attrName>
                                        </p:attrNameLst>
                                      </p:cBhvr>
                                      <p:to>
                                        <p:strVal val="visible"/>
                                      </p:to>
                                    </p:set>
                                    <p:animEffect transition="in" filter="wipe(left)">
                                      <p:cBhvr>
                                        <p:cTn id="67" dur="500"/>
                                        <p:tgtEl>
                                          <p:spTgt spid="50">
                                            <p:txEl>
                                              <p:pRg st="0" end="0"/>
                                            </p:txEl>
                                          </p:spTgt>
                                        </p:tgtEl>
                                      </p:cBhvr>
                                    </p:animEffect>
                                  </p:childTnLst>
                                </p:cTn>
                              </p:par>
                            </p:childTnLst>
                          </p:cTn>
                        </p:par>
                        <p:par>
                          <p:cTn id="68" fill="hold">
                            <p:stCondLst>
                              <p:cond delay="8000"/>
                            </p:stCondLst>
                            <p:childTnLst>
                              <p:par>
                                <p:cTn id="69" presetID="22" presetClass="entr" presetSubtype="8" fill="hold" grpId="0" nodeType="afterEffect">
                                  <p:stCondLst>
                                    <p:cond delay="0"/>
                                  </p:stCondLst>
                                  <p:childTnLst>
                                    <p:set>
                                      <p:cBhvr>
                                        <p:cTn id="70" dur="1" fill="hold">
                                          <p:stCondLst>
                                            <p:cond delay="0"/>
                                          </p:stCondLst>
                                        </p:cTn>
                                        <p:tgtEl>
                                          <p:spTgt spid="50">
                                            <p:txEl>
                                              <p:pRg st="1" end="1"/>
                                            </p:txEl>
                                          </p:spTgt>
                                        </p:tgtEl>
                                        <p:attrNameLst>
                                          <p:attrName>style.visibility</p:attrName>
                                        </p:attrNameLst>
                                      </p:cBhvr>
                                      <p:to>
                                        <p:strVal val="visible"/>
                                      </p:to>
                                    </p:set>
                                    <p:animEffect transition="in" filter="wipe(left)">
                                      <p:cBhvr>
                                        <p:cTn id="71" dur="500"/>
                                        <p:tgtEl>
                                          <p:spTgt spid="50">
                                            <p:txEl>
                                              <p:pRg st="1" end="1"/>
                                            </p:txEl>
                                          </p:spTgt>
                                        </p:tgtEl>
                                      </p:cBhvr>
                                    </p:animEffect>
                                  </p:childTnLst>
                                </p:cTn>
                              </p:par>
                            </p:childTnLst>
                          </p:cTn>
                        </p:par>
                        <p:par>
                          <p:cTn id="72" fill="hold">
                            <p:stCondLst>
                              <p:cond delay="8500"/>
                            </p:stCondLst>
                            <p:childTnLst>
                              <p:par>
                                <p:cTn id="73" presetID="22" presetClass="entr" presetSubtype="8" fill="hold" grpId="0" nodeType="afterEffect">
                                  <p:stCondLst>
                                    <p:cond delay="0"/>
                                  </p:stCondLst>
                                  <p:childTnLst>
                                    <p:set>
                                      <p:cBhvr>
                                        <p:cTn id="74" dur="1" fill="hold">
                                          <p:stCondLst>
                                            <p:cond delay="0"/>
                                          </p:stCondLst>
                                        </p:cTn>
                                        <p:tgtEl>
                                          <p:spTgt spid="50">
                                            <p:txEl>
                                              <p:pRg st="2" end="2"/>
                                            </p:txEl>
                                          </p:spTgt>
                                        </p:tgtEl>
                                        <p:attrNameLst>
                                          <p:attrName>style.visibility</p:attrName>
                                        </p:attrNameLst>
                                      </p:cBhvr>
                                      <p:to>
                                        <p:strVal val="visible"/>
                                      </p:to>
                                    </p:set>
                                    <p:animEffect transition="in" filter="wipe(left)">
                                      <p:cBhvr>
                                        <p:cTn id="75" dur="500"/>
                                        <p:tgtEl>
                                          <p:spTgt spid="5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uild="p"/>
      <p:bldP spid="44" grpId="0" build="p"/>
      <p:bldP spid="45" grpId="0" build="p"/>
      <p:bldP spid="46" grpId="0" build="p"/>
      <p:bldP spid="47" grpId="0" build="p"/>
      <p:bldP spid="48" grpId="0" build="p"/>
      <p:bldP spid="49" grpId="0" build="p"/>
      <p:bldP spid="5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a:spLocks noChangeAspect="1"/>
          </p:cNvSpPr>
          <p:nvPr/>
        </p:nvSpPr>
        <p:spPr>
          <a:xfrm>
            <a:off x="3859624" y="1399238"/>
            <a:ext cx="1801091" cy="180108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en-US" sz="1350" dirty="0">
              <a:solidFill>
                <a:schemeClr val="bg1"/>
              </a:solidFill>
              <a:latin typeface="FontAwesome" pitchFamily="2" charset="0"/>
            </a:endParaRPr>
          </a:p>
        </p:txBody>
      </p:sp>
      <p:sp>
        <p:nvSpPr>
          <p:cNvPr id="3" name="Oval 2"/>
          <p:cNvSpPr>
            <a:spLocks noChangeAspect="1"/>
          </p:cNvSpPr>
          <p:nvPr/>
        </p:nvSpPr>
        <p:spPr>
          <a:xfrm>
            <a:off x="1470935" y="1558884"/>
            <a:ext cx="1481799" cy="14817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en-US" sz="1350" dirty="0">
              <a:solidFill>
                <a:schemeClr val="bg1"/>
              </a:solidFill>
              <a:latin typeface="FontAwesome" pitchFamily="2" charset="0"/>
            </a:endParaRPr>
          </a:p>
        </p:txBody>
      </p:sp>
      <p:sp>
        <p:nvSpPr>
          <p:cNvPr id="4" name="Oval 3"/>
          <p:cNvSpPr>
            <a:spLocks noChangeAspect="1"/>
          </p:cNvSpPr>
          <p:nvPr/>
        </p:nvSpPr>
        <p:spPr>
          <a:xfrm>
            <a:off x="6660021" y="1870238"/>
            <a:ext cx="1384521" cy="138451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en-US" sz="1350" dirty="0">
              <a:solidFill>
                <a:schemeClr val="bg1"/>
              </a:solidFill>
              <a:latin typeface="FontAwesome" pitchFamily="2" charset="0"/>
            </a:endParaRPr>
          </a:p>
        </p:txBody>
      </p:sp>
      <p:sp>
        <p:nvSpPr>
          <p:cNvPr id="5" name="Oval 4"/>
          <p:cNvSpPr>
            <a:spLocks noChangeAspect="1"/>
          </p:cNvSpPr>
          <p:nvPr/>
        </p:nvSpPr>
        <p:spPr>
          <a:xfrm>
            <a:off x="2745695" y="2987157"/>
            <a:ext cx="1210079" cy="121007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en-US" sz="1350" dirty="0">
              <a:solidFill>
                <a:schemeClr val="bg1"/>
              </a:solidFill>
              <a:latin typeface="FontAwesome" pitchFamily="2" charset="0"/>
            </a:endParaRPr>
          </a:p>
        </p:txBody>
      </p:sp>
      <p:sp>
        <p:nvSpPr>
          <p:cNvPr id="6" name="Oval 5"/>
          <p:cNvSpPr>
            <a:spLocks noChangeAspect="1"/>
          </p:cNvSpPr>
          <p:nvPr/>
        </p:nvSpPr>
        <p:spPr>
          <a:xfrm>
            <a:off x="7476960" y="1363848"/>
            <a:ext cx="945883" cy="94588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endParaRPr lang="en-US" sz="1200" dirty="0">
              <a:solidFill>
                <a:schemeClr val="bg1"/>
              </a:solidFill>
              <a:latin typeface="Lato Black" panose="020F0A02020204030203" pitchFamily="34" charset="0"/>
            </a:endParaRPr>
          </a:p>
        </p:txBody>
      </p:sp>
      <p:sp>
        <p:nvSpPr>
          <p:cNvPr id="7" name="Oval 6"/>
          <p:cNvSpPr>
            <a:spLocks noChangeAspect="1"/>
          </p:cNvSpPr>
          <p:nvPr/>
        </p:nvSpPr>
        <p:spPr>
          <a:xfrm>
            <a:off x="1099480" y="2726966"/>
            <a:ext cx="1087133" cy="10871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en-US" sz="1350" dirty="0">
              <a:solidFill>
                <a:srgbClr val="5C4470"/>
              </a:solidFill>
              <a:latin typeface="FontAwesome" pitchFamily="2" charset="0"/>
            </a:endParaRPr>
          </a:p>
        </p:txBody>
      </p:sp>
      <p:sp>
        <p:nvSpPr>
          <p:cNvPr id="8" name="Oval 7"/>
          <p:cNvSpPr>
            <a:spLocks noChangeAspect="1"/>
          </p:cNvSpPr>
          <p:nvPr/>
        </p:nvSpPr>
        <p:spPr>
          <a:xfrm>
            <a:off x="674601" y="2077624"/>
            <a:ext cx="444317" cy="44431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dirty="0"/>
          </a:p>
        </p:txBody>
      </p:sp>
      <p:sp>
        <p:nvSpPr>
          <p:cNvPr id="9" name="Oval 8"/>
          <p:cNvSpPr>
            <a:spLocks noChangeAspect="1"/>
          </p:cNvSpPr>
          <p:nvPr/>
        </p:nvSpPr>
        <p:spPr>
          <a:xfrm>
            <a:off x="7727743" y="2694756"/>
            <a:ext cx="444317" cy="44431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en-AU" sz="1350" dirty="0">
              <a:solidFill>
                <a:srgbClr val="FFFFFF"/>
              </a:solidFill>
              <a:latin typeface="FontAwesome" pitchFamily="2" charset="0"/>
            </a:endParaRPr>
          </a:p>
        </p:txBody>
      </p:sp>
      <p:sp>
        <p:nvSpPr>
          <p:cNvPr id="10" name="Oval 9"/>
          <p:cNvSpPr>
            <a:spLocks noChangeAspect="1"/>
          </p:cNvSpPr>
          <p:nvPr/>
        </p:nvSpPr>
        <p:spPr>
          <a:xfrm>
            <a:off x="5364277" y="1664322"/>
            <a:ext cx="548168" cy="5481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en-US" sz="1350" dirty="0">
              <a:solidFill>
                <a:srgbClr val="FFFFFF"/>
              </a:solidFill>
              <a:latin typeface="FontAwesome" pitchFamily="2" charset="0"/>
            </a:endParaRPr>
          </a:p>
        </p:txBody>
      </p:sp>
      <p:sp>
        <p:nvSpPr>
          <p:cNvPr id="20" name="Oval 19"/>
          <p:cNvSpPr>
            <a:spLocks noChangeAspect="1"/>
          </p:cNvSpPr>
          <p:nvPr/>
        </p:nvSpPr>
        <p:spPr>
          <a:xfrm>
            <a:off x="5962400" y="2769168"/>
            <a:ext cx="570104" cy="57010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dirty="0"/>
          </a:p>
        </p:txBody>
      </p:sp>
      <p:sp>
        <p:nvSpPr>
          <p:cNvPr id="21" name="Oval 20"/>
          <p:cNvSpPr>
            <a:spLocks noChangeAspect="1"/>
          </p:cNvSpPr>
          <p:nvPr/>
        </p:nvSpPr>
        <p:spPr>
          <a:xfrm>
            <a:off x="5563279" y="3274789"/>
            <a:ext cx="342438" cy="34243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en-US" sz="1200" dirty="0">
              <a:solidFill>
                <a:schemeClr val="bg1"/>
              </a:solidFill>
              <a:latin typeface="FontAwesome" pitchFamily="2" charset="0"/>
            </a:endParaRPr>
          </a:p>
        </p:txBody>
      </p:sp>
      <p:sp>
        <p:nvSpPr>
          <p:cNvPr id="24" name="Oval 23"/>
          <p:cNvSpPr>
            <a:spLocks noChangeAspect="1"/>
          </p:cNvSpPr>
          <p:nvPr/>
        </p:nvSpPr>
        <p:spPr>
          <a:xfrm>
            <a:off x="2745694" y="3865218"/>
            <a:ext cx="444317" cy="44431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dirty="0"/>
          </a:p>
        </p:txBody>
      </p:sp>
      <p:sp>
        <p:nvSpPr>
          <p:cNvPr id="25" name="Text Placeholder 22"/>
          <p:cNvSpPr>
            <a:spLocks noGrp="1"/>
          </p:cNvSpPr>
          <p:nvPr>
            <p:ph type="body" sz="quarter" idx="13"/>
          </p:nvPr>
        </p:nvSpPr>
        <p:spPr>
          <a:xfrm>
            <a:off x="1286242" y="3146210"/>
            <a:ext cx="713606" cy="353700"/>
          </a:xfrm>
        </p:spPr>
        <p:txBody>
          <a:bodyPr>
            <a:normAutofit fontScale="55000" lnSpcReduction="20000"/>
          </a:bodyPr>
          <a:lstStyle/>
          <a:p>
            <a:r>
              <a:rPr lang="zh-CN" altLang="en-US" dirty="0">
                <a:solidFill>
                  <a:schemeClr val="bg1"/>
                </a:solidFill>
              </a:rPr>
              <a:t>输入您的标题</a:t>
            </a:r>
            <a:endParaRPr lang="en-AU" dirty="0">
              <a:solidFill>
                <a:schemeClr val="bg1"/>
              </a:solidFill>
            </a:endParaRPr>
          </a:p>
        </p:txBody>
      </p:sp>
      <p:sp>
        <p:nvSpPr>
          <p:cNvPr id="26" name="Text Placeholder 22"/>
          <p:cNvSpPr>
            <a:spLocks noGrp="1"/>
          </p:cNvSpPr>
          <p:nvPr>
            <p:ph type="body" sz="quarter" idx="13"/>
          </p:nvPr>
        </p:nvSpPr>
        <p:spPr>
          <a:xfrm>
            <a:off x="2846950" y="3480784"/>
            <a:ext cx="1007567" cy="353700"/>
          </a:xfrm>
        </p:spPr>
        <p:txBody>
          <a:bodyPr>
            <a:normAutofit lnSpcReduction="10000"/>
          </a:bodyPr>
          <a:lstStyle/>
          <a:p>
            <a:pPr algn="ctr"/>
            <a:r>
              <a:rPr lang="en-US" dirty="0">
                <a:solidFill>
                  <a:schemeClr val="bg1"/>
                </a:solidFill>
              </a:rPr>
              <a:t>2016</a:t>
            </a:r>
            <a:endParaRPr lang="en-AU" dirty="0">
              <a:solidFill>
                <a:schemeClr val="bg1"/>
              </a:solidFill>
            </a:endParaRPr>
          </a:p>
        </p:txBody>
      </p:sp>
      <p:sp>
        <p:nvSpPr>
          <p:cNvPr id="27" name="Text Placeholder 8"/>
          <p:cNvSpPr>
            <a:spLocks noGrp="1"/>
          </p:cNvSpPr>
          <p:nvPr>
            <p:ph type="body" sz="quarter" idx="18"/>
          </p:nvPr>
        </p:nvSpPr>
        <p:spPr>
          <a:xfrm>
            <a:off x="4066664" y="1747387"/>
            <a:ext cx="1297614" cy="353615"/>
          </a:xfrm>
        </p:spPr>
        <p:txBody>
          <a:bodyPr/>
          <a:lstStyle/>
          <a:p>
            <a:pPr algn="ctr"/>
            <a:r>
              <a:rPr lang="zh-CN" altLang="en-US" dirty="0">
                <a:solidFill>
                  <a:schemeClr val="bg1"/>
                </a:solidFill>
              </a:rPr>
              <a:t>输入您的标题</a:t>
            </a:r>
            <a:endParaRPr lang="en-AU" dirty="0">
              <a:solidFill>
                <a:schemeClr val="bg1"/>
              </a:solidFill>
            </a:endParaRPr>
          </a:p>
        </p:txBody>
      </p:sp>
      <p:sp>
        <p:nvSpPr>
          <p:cNvPr id="28" name="Text Placeholder 9"/>
          <p:cNvSpPr>
            <a:spLocks noGrp="1"/>
          </p:cNvSpPr>
          <p:nvPr>
            <p:ph type="body" sz="quarter" idx="19"/>
          </p:nvPr>
        </p:nvSpPr>
        <p:spPr>
          <a:xfrm>
            <a:off x="4066664" y="2111718"/>
            <a:ext cx="1297614" cy="703659"/>
          </a:xfrm>
        </p:spPr>
        <p:txBody>
          <a:bodyPr>
            <a:normAutofit lnSpcReduction="10000"/>
          </a:bodyPr>
          <a:lstStyle/>
          <a:p>
            <a:pPr algn="ctr"/>
            <a:r>
              <a:rPr lang="zh-CN" altLang="en-US" dirty="0">
                <a:solidFill>
                  <a:schemeClr val="bg1"/>
                </a:solidFill>
              </a:rPr>
              <a:t> </a:t>
            </a:r>
          </a:p>
          <a:p>
            <a:pPr algn="ctr"/>
            <a:r>
              <a:rPr lang="zh-CN" altLang="en-US" dirty="0">
                <a:solidFill>
                  <a:schemeClr val="bg1"/>
                </a:solidFill>
              </a:rPr>
              <a:t>单击此处添加文本</a:t>
            </a:r>
          </a:p>
          <a:p>
            <a:pPr algn="ctr"/>
            <a:r>
              <a:rPr lang="zh-CN" altLang="en-US" dirty="0">
                <a:solidFill>
                  <a:schemeClr val="bg1"/>
                </a:solidFill>
              </a:rPr>
              <a:t>单击此处添加文本</a:t>
            </a:r>
          </a:p>
          <a:p>
            <a:pPr algn="ctr"/>
            <a:r>
              <a:rPr lang="zh-CN" altLang="en-US" dirty="0">
                <a:solidFill>
                  <a:schemeClr val="bg1"/>
                </a:solidFill>
              </a:rPr>
              <a:t>单击此处添加文本</a:t>
            </a:r>
            <a:endParaRPr lang="en-AU" dirty="0">
              <a:solidFill>
                <a:schemeClr val="bg1"/>
              </a:solidFill>
            </a:endParaRPr>
          </a:p>
        </p:txBody>
      </p:sp>
      <p:sp>
        <p:nvSpPr>
          <p:cNvPr id="29" name="Text Placeholder 9"/>
          <p:cNvSpPr>
            <a:spLocks noGrp="1"/>
          </p:cNvSpPr>
          <p:nvPr>
            <p:ph type="body" sz="quarter" idx="19"/>
          </p:nvPr>
        </p:nvSpPr>
        <p:spPr>
          <a:xfrm>
            <a:off x="1563027" y="1938406"/>
            <a:ext cx="1297614" cy="703659"/>
          </a:xfrm>
        </p:spPr>
        <p:txBody>
          <a:bodyPr>
            <a:normAutofit lnSpcReduction="10000"/>
          </a:bodyPr>
          <a:lstStyle/>
          <a:p>
            <a:pPr algn="ctr"/>
            <a:r>
              <a:rPr lang="zh-CN" altLang="en-US" dirty="0">
                <a:solidFill>
                  <a:schemeClr val="bg1"/>
                </a:solidFill>
              </a:rPr>
              <a:t> </a:t>
            </a:r>
          </a:p>
          <a:p>
            <a:pPr algn="ctr"/>
            <a:r>
              <a:rPr lang="zh-CN" altLang="en-US" dirty="0">
                <a:solidFill>
                  <a:schemeClr val="bg1"/>
                </a:solidFill>
              </a:rPr>
              <a:t>单击此处添加文本</a:t>
            </a:r>
          </a:p>
          <a:p>
            <a:pPr algn="ctr"/>
            <a:r>
              <a:rPr lang="zh-CN" altLang="en-US" dirty="0">
                <a:solidFill>
                  <a:schemeClr val="bg1"/>
                </a:solidFill>
              </a:rPr>
              <a:t>单击此处添加文本</a:t>
            </a:r>
          </a:p>
          <a:p>
            <a:pPr algn="ctr"/>
            <a:r>
              <a:rPr lang="zh-CN" altLang="en-US" dirty="0">
                <a:solidFill>
                  <a:schemeClr val="bg1"/>
                </a:solidFill>
              </a:rPr>
              <a:t>单击此处添加文本</a:t>
            </a:r>
            <a:endParaRPr lang="en-AU" dirty="0">
              <a:solidFill>
                <a:schemeClr val="bg1"/>
              </a:solidFill>
            </a:endParaRPr>
          </a:p>
        </p:txBody>
      </p:sp>
      <p:sp>
        <p:nvSpPr>
          <p:cNvPr id="31" name="Text Placeholder 22"/>
          <p:cNvSpPr>
            <a:spLocks noGrp="1"/>
          </p:cNvSpPr>
          <p:nvPr>
            <p:ph type="body" sz="quarter" idx="13"/>
          </p:nvPr>
        </p:nvSpPr>
        <p:spPr>
          <a:xfrm>
            <a:off x="6992640" y="2385647"/>
            <a:ext cx="713606" cy="353700"/>
          </a:xfrm>
        </p:spPr>
        <p:txBody>
          <a:bodyPr>
            <a:normAutofit lnSpcReduction="10000"/>
          </a:bodyPr>
          <a:lstStyle/>
          <a:p>
            <a:r>
              <a:rPr lang="id-ID" dirty="0">
                <a:solidFill>
                  <a:schemeClr val="bg1"/>
                </a:solidFill>
              </a:rPr>
              <a:t>RICH</a:t>
            </a:r>
            <a:endParaRPr lang="en-AU" dirty="0">
              <a:solidFill>
                <a:schemeClr val="bg1"/>
              </a:solidFill>
            </a:endParaRPr>
          </a:p>
        </p:txBody>
      </p:sp>
      <p:sp>
        <p:nvSpPr>
          <p:cNvPr id="33" name="Text Placeholder 22"/>
          <p:cNvSpPr>
            <a:spLocks noGrp="1"/>
          </p:cNvSpPr>
          <p:nvPr>
            <p:ph type="body" sz="quarter" idx="13"/>
          </p:nvPr>
        </p:nvSpPr>
        <p:spPr>
          <a:xfrm>
            <a:off x="7593097" y="1659938"/>
            <a:ext cx="713606" cy="353700"/>
          </a:xfrm>
        </p:spPr>
        <p:txBody>
          <a:bodyPr>
            <a:normAutofit lnSpcReduction="10000"/>
          </a:bodyPr>
          <a:lstStyle/>
          <a:p>
            <a:r>
              <a:rPr lang="id-ID" dirty="0">
                <a:solidFill>
                  <a:schemeClr val="bg1"/>
                </a:solidFill>
              </a:rPr>
              <a:t>2015</a:t>
            </a:r>
            <a:endParaRPr lang="en-AU" dirty="0">
              <a:solidFill>
                <a:schemeClr val="bg1"/>
              </a:solidFill>
            </a:endParaRPr>
          </a:p>
        </p:txBody>
      </p:sp>
      <p:sp>
        <p:nvSpPr>
          <p:cNvPr id="34" name="Text Placeholder 5"/>
          <p:cNvSpPr>
            <a:spLocks noGrp="1"/>
          </p:cNvSpPr>
          <p:nvPr>
            <p:ph type="body" sz="quarter" idx="15"/>
          </p:nvPr>
        </p:nvSpPr>
        <p:spPr>
          <a:xfrm>
            <a:off x="4572000" y="3862712"/>
            <a:ext cx="3940969" cy="370284"/>
          </a:xfrm>
        </p:spPr>
        <p:txBody>
          <a:bodyPr>
            <a:normAutofit/>
          </a:bodyPr>
          <a:lstStyle/>
          <a:p>
            <a:r>
              <a:rPr lang="id-ID" dirty="0"/>
              <a:t>“ </a:t>
            </a:r>
            <a:r>
              <a:rPr lang="zh-CN" altLang="en-US" dirty="0"/>
              <a:t>单击此处添加文本单击此处添加文本</a:t>
            </a:r>
            <a:endParaRPr lang="en-AU" dirty="0"/>
          </a:p>
        </p:txBody>
      </p:sp>
      <p:sp>
        <p:nvSpPr>
          <p:cNvPr id="22" name="矩形 21"/>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peelOff"/>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upRight)">
                                      <p:cBhvr>
                                        <p:cTn id="7" dur="500"/>
                                        <p:tgtEl>
                                          <p:spTgt spid="8"/>
                                        </p:tgtEl>
                                      </p:cBhvr>
                                    </p:animEffect>
                                  </p:childTnLst>
                                </p:cTn>
                              </p:par>
                            </p:childTnLst>
                          </p:cTn>
                        </p:par>
                        <p:par>
                          <p:cTn id="8" fill="hold">
                            <p:stCondLst>
                              <p:cond delay="500"/>
                            </p:stCondLst>
                            <p:childTnLst>
                              <p:par>
                                <p:cTn id="9" presetID="18" presetClass="entr" presetSubtype="3"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strips(upRight)">
                                      <p:cBhvr>
                                        <p:cTn id="11" dur="500"/>
                                        <p:tgtEl>
                                          <p:spTgt spid="7"/>
                                        </p:tgtEl>
                                      </p:cBhvr>
                                    </p:animEffect>
                                  </p:childTnLst>
                                </p:cTn>
                              </p:par>
                            </p:childTnLst>
                          </p:cTn>
                        </p:par>
                        <p:par>
                          <p:cTn id="12" fill="hold">
                            <p:stCondLst>
                              <p:cond delay="1000"/>
                            </p:stCondLst>
                            <p:childTnLst>
                              <p:par>
                                <p:cTn id="13" presetID="18" presetClass="entr" presetSubtype="3"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strips(upRight)">
                                      <p:cBhvr>
                                        <p:cTn id="15" dur="500"/>
                                        <p:tgtEl>
                                          <p:spTgt spid="3"/>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25">
                                            <p:txEl>
                                              <p:pRg st="0" end="0"/>
                                            </p:txEl>
                                          </p:spTgt>
                                        </p:tgtEl>
                                        <p:attrNameLst>
                                          <p:attrName>style.visibility</p:attrName>
                                        </p:attrNameLst>
                                      </p:cBhvr>
                                      <p:to>
                                        <p:strVal val="visible"/>
                                      </p:to>
                                    </p:set>
                                    <p:animEffect transition="in" filter="wipe(down)">
                                      <p:cBhvr>
                                        <p:cTn id="19" dur="500"/>
                                        <p:tgtEl>
                                          <p:spTgt spid="25">
                                            <p:txEl>
                                              <p:pRg st="0" end="0"/>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9">
                                            <p:txEl>
                                              <p:pRg st="0" end="0"/>
                                            </p:txEl>
                                          </p:spTgt>
                                        </p:tgtEl>
                                        <p:attrNameLst>
                                          <p:attrName>style.visibility</p:attrName>
                                        </p:attrNameLst>
                                      </p:cBhvr>
                                      <p:to>
                                        <p:strVal val="visible"/>
                                      </p:to>
                                    </p:set>
                                    <p:animEffect transition="in" filter="fade">
                                      <p:cBhvr>
                                        <p:cTn id="23" dur="500"/>
                                        <p:tgtEl>
                                          <p:spTgt spid="29">
                                            <p:txEl>
                                              <p:pRg st="0" end="0"/>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29">
                                            <p:txEl>
                                              <p:pRg st="1" end="1"/>
                                            </p:txEl>
                                          </p:spTgt>
                                        </p:tgtEl>
                                        <p:attrNameLst>
                                          <p:attrName>style.visibility</p:attrName>
                                        </p:attrNameLst>
                                      </p:cBhvr>
                                      <p:to>
                                        <p:strVal val="visible"/>
                                      </p:to>
                                    </p:set>
                                    <p:animEffect transition="in" filter="fade">
                                      <p:cBhvr>
                                        <p:cTn id="27" dur="500"/>
                                        <p:tgtEl>
                                          <p:spTgt spid="29">
                                            <p:txEl>
                                              <p:pRg st="1" end="1"/>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29">
                                            <p:txEl>
                                              <p:pRg st="2" end="2"/>
                                            </p:txEl>
                                          </p:spTgt>
                                        </p:tgtEl>
                                        <p:attrNameLst>
                                          <p:attrName>style.visibility</p:attrName>
                                        </p:attrNameLst>
                                      </p:cBhvr>
                                      <p:to>
                                        <p:strVal val="visible"/>
                                      </p:to>
                                    </p:set>
                                    <p:animEffect transition="in" filter="fade">
                                      <p:cBhvr>
                                        <p:cTn id="31" dur="500"/>
                                        <p:tgtEl>
                                          <p:spTgt spid="29">
                                            <p:txEl>
                                              <p:pRg st="2" end="2"/>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29">
                                            <p:txEl>
                                              <p:pRg st="3" end="3"/>
                                            </p:txEl>
                                          </p:spTgt>
                                        </p:tgtEl>
                                        <p:attrNameLst>
                                          <p:attrName>style.visibility</p:attrName>
                                        </p:attrNameLst>
                                      </p:cBhvr>
                                      <p:to>
                                        <p:strVal val="visible"/>
                                      </p:to>
                                    </p:set>
                                    <p:animEffect transition="in" filter="fade">
                                      <p:cBhvr>
                                        <p:cTn id="35" dur="500"/>
                                        <p:tgtEl>
                                          <p:spTgt spid="29">
                                            <p:txEl>
                                              <p:pRg st="3" end="3"/>
                                            </p:txEl>
                                          </p:spTgt>
                                        </p:tgtEl>
                                      </p:cBhvr>
                                    </p:animEffect>
                                  </p:childTnLst>
                                </p:cTn>
                              </p:par>
                            </p:childTnLst>
                          </p:cTn>
                        </p:par>
                        <p:par>
                          <p:cTn id="36" fill="hold">
                            <p:stCondLst>
                              <p:cond delay="4000"/>
                            </p:stCondLst>
                            <p:childTnLst>
                              <p:par>
                                <p:cTn id="37" presetID="18" presetClass="entr" presetSubtype="3"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strips(upRight)">
                                      <p:cBhvr>
                                        <p:cTn id="39" dur="500"/>
                                        <p:tgtEl>
                                          <p:spTgt spid="24"/>
                                        </p:tgtEl>
                                      </p:cBhvr>
                                    </p:animEffect>
                                  </p:childTnLst>
                                </p:cTn>
                              </p:par>
                            </p:childTnLst>
                          </p:cTn>
                        </p:par>
                        <p:par>
                          <p:cTn id="40" fill="hold">
                            <p:stCondLst>
                              <p:cond delay="4500"/>
                            </p:stCondLst>
                            <p:childTnLst>
                              <p:par>
                                <p:cTn id="41" presetID="18" presetClass="entr" presetSubtype="3" fill="hold" grpId="0" nodeType="after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strips(upRight)">
                                      <p:cBhvr>
                                        <p:cTn id="43" dur="500"/>
                                        <p:tgtEl>
                                          <p:spTgt spid="5"/>
                                        </p:tgtEl>
                                      </p:cBhvr>
                                    </p:animEffect>
                                  </p:childTnLst>
                                </p:cTn>
                              </p:par>
                            </p:childTnLst>
                          </p:cTn>
                        </p:par>
                        <p:par>
                          <p:cTn id="44" fill="hold">
                            <p:stCondLst>
                              <p:cond delay="5000"/>
                            </p:stCondLst>
                            <p:childTnLst>
                              <p:par>
                                <p:cTn id="45" presetID="18" presetClass="entr" presetSubtype="3" fill="hold" grpId="0" nodeType="after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strips(upRight)">
                                      <p:cBhvr>
                                        <p:cTn id="47" dur="500"/>
                                        <p:tgtEl>
                                          <p:spTgt spid="2"/>
                                        </p:tgtEl>
                                      </p:cBhvr>
                                    </p:animEffect>
                                  </p:childTnLst>
                                </p:cTn>
                              </p:par>
                            </p:childTnLst>
                          </p:cTn>
                        </p:par>
                        <p:par>
                          <p:cTn id="48" fill="hold">
                            <p:stCondLst>
                              <p:cond delay="5500"/>
                            </p:stCondLst>
                            <p:childTnLst>
                              <p:par>
                                <p:cTn id="49" presetID="18" presetClass="entr" presetSubtype="3" fill="hold" grpId="0"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strips(upRight)">
                                      <p:cBhvr>
                                        <p:cTn id="51" dur="500"/>
                                        <p:tgtEl>
                                          <p:spTgt spid="10"/>
                                        </p:tgtEl>
                                      </p:cBhvr>
                                    </p:animEffect>
                                  </p:childTnLst>
                                </p:cTn>
                              </p:par>
                            </p:childTnLst>
                          </p:cTn>
                        </p:par>
                        <p:par>
                          <p:cTn id="52" fill="hold">
                            <p:stCondLst>
                              <p:cond delay="6000"/>
                            </p:stCondLst>
                            <p:childTnLst>
                              <p:par>
                                <p:cTn id="53" presetID="22" presetClass="entr" presetSubtype="4" fill="hold" grpId="0" nodeType="afterEffect">
                                  <p:stCondLst>
                                    <p:cond delay="0"/>
                                  </p:stCondLst>
                                  <p:childTnLst>
                                    <p:set>
                                      <p:cBhvr>
                                        <p:cTn id="54" dur="1" fill="hold">
                                          <p:stCondLst>
                                            <p:cond delay="0"/>
                                          </p:stCondLst>
                                        </p:cTn>
                                        <p:tgtEl>
                                          <p:spTgt spid="26">
                                            <p:txEl>
                                              <p:pRg st="0" end="0"/>
                                            </p:txEl>
                                          </p:spTgt>
                                        </p:tgtEl>
                                        <p:attrNameLst>
                                          <p:attrName>style.visibility</p:attrName>
                                        </p:attrNameLst>
                                      </p:cBhvr>
                                      <p:to>
                                        <p:strVal val="visible"/>
                                      </p:to>
                                    </p:set>
                                    <p:animEffect transition="in" filter="wipe(down)">
                                      <p:cBhvr>
                                        <p:cTn id="55" dur="500"/>
                                        <p:tgtEl>
                                          <p:spTgt spid="26">
                                            <p:txEl>
                                              <p:pRg st="0" end="0"/>
                                            </p:txEl>
                                          </p:spTgt>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27">
                                            <p:txEl>
                                              <p:pRg st="0" end="0"/>
                                            </p:txEl>
                                          </p:spTgt>
                                        </p:tgtEl>
                                        <p:attrNameLst>
                                          <p:attrName>style.visibility</p:attrName>
                                        </p:attrNameLst>
                                      </p:cBhvr>
                                      <p:to>
                                        <p:strVal val="visible"/>
                                      </p:to>
                                    </p:set>
                                    <p:animEffect transition="in" filter="fade">
                                      <p:cBhvr>
                                        <p:cTn id="59" dur="500"/>
                                        <p:tgtEl>
                                          <p:spTgt spid="27">
                                            <p:txEl>
                                              <p:pRg st="0" end="0"/>
                                            </p:txEl>
                                          </p:spTgt>
                                        </p:tgtEl>
                                      </p:cBhvr>
                                    </p:animEffect>
                                  </p:childTnLst>
                                </p:cTn>
                              </p:par>
                            </p:childTnLst>
                          </p:cTn>
                        </p:par>
                        <p:par>
                          <p:cTn id="60" fill="hold">
                            <p:stCondLst>
                              <p:cond delay="7000"/>
                            </p:stCondLst>
                            <p:childTnLst>
                              <p:par>
                                <p:cTn id="61" presetID="10" presetClass="entr" presetSubtype="0" fill="hold" grpId="0" nodeType="afterEffect">
                                  <p:stCondLst>
                                    <p:cond delay="0"/>
                                  </p:stCondLst>
                                  <p:childTnLst>
                                    <p:set>
                                      <p:cBhvr>
                                        <p:cTn id="62" dur="1" fill="hold">
                                          <p:stCondLst>
                                            <p:cond delay="0"/>
                                          </p:stCondLst>
                                        </p:cTn>
                                        <p:tgtEl>
                                          <p:spTgt spid="28">
                                            <p:txEl>
                                              <p:pRg st="0" end="0"/>
                                            </p:txEl>
                                          </p:spTgt>
                                        </p:tgtEl>
                                        <p:attrNameLst>
                                          <p:attrName>style.visibility</p:attrName>
                                        </p:attrNameLst>
                                      </p:cBhvr>
                                      <p:to>
                                        <p:strVal val="visible"/>
                                      </p:to>
                                    </p:set>
                                    <p:animEffect transition="in" filter="fade">
                                      <p:cBhvr>
                                        <p:cTn id="63" dur="500"/>
                                        <p:tgtEl>
                                          <p:spTgt spid="28">
                                            <p:txEl>
                                              <p:pRg st="0" end="0"/>
                                            </p:txEl>
                                          </p:spTgt>
                                        </p:tgtEl>
                                      </p:cBhvr>
                                    </p:animEffect>
                                  </p:childTnLst>
                                </p:cTn>
                              </p:par>
                            </p:childTnLst>
                          </p:cTn>
                        </p:par>
                        <p:par>
                          <p:cTn id="64" fill="hold">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28">
                                            <p:txEl>
                                              <p:pRg st="1" end="1"/>
                                            </p:txEl>
                                          </p:spTgt>
                                        </p:tgtEl>
                                        <p:attrNameLst>
                                          <p:attrName>style.visibility</p:attrName>
                                        </p:attrNameLst>
                                      </p:cBhvr>
                                      <p:to>
                                        <p:strVal val="visible"/>
                                      </p:to>
                                    </p:set>
                                    <p:animEffect transition="in" filter="fade">
                                      <p:cBhvr>
                                        <p:cTn id="67" dur="500"/>
                                        <p:tgtEl>
                                          <p:spTgt spid="28">
                                            <p:txEl>
                                              <p:pRg st="1" end="1"/>
                                            </p:txEl>
                                          </p:spTgt>
                                        </p:tgtEl>
                                      </p:cBhvr>
                                    </p:animEffect>
                                  </p:childTnLst>
                                </p:cTn>
                              </p:par>
                            </p:childTnLst>
                          </p:cTn>
                        </p:par>
                        <p:par>
                          <p:cTn id="68" fill="hold">
                            <p:stCondLst>
                              <p:cond delay="8000"/>
                            </p:stCondLst>
                            <p:childTnLst>
                              <p:par>
                                <p:cTn id="69" presetID="10" presetClass="entr" presetSubtype="0" fill="hold" grpId="0" nodeType="afterEffect">
                                  <p:stCondLst>
                                    <p:cond delay="0"/>
                                  </p:stCondLst>
                                  <p:childTnLst>
                                    <p:set>
                                      <p:cBhvr>
                                        <p:cTn id="70" dur="1" fill="hold">
                                          <p:stCondLst>
                                            <p:cond delay="0"/>
                                          </p:stCondLst>
                                        </p:cTn>
                                        <p:tgtEl>
                                          <p:spTgt spid="28">
                                            <p:txEl>
                                              <p:pRg st="2" end="2"/>
                                            </p:txEl>
                                          </p:spTgt>
                                        </p:tgtEl>
                                        <p:attrNameLst>
                                          <p:attrName>style.visibility</p:attrName>
                                        </p:attrNameLst>
                                      </p:cBhvr>
                                      <p:to>
                                        <p:strVal val="visible"/>
                                      </p:to>
                                    </p:set>
                                    <p:animEffect transition="in" filter="fade">
                                      <p:cBhvr>
                                        <p:cTn id="71" dur="500"/>
                                        <p:tgtEl>
                                          <p:spTgt spid="28">
                                            <p:txEl>
                                              <p:pRg st="2" end="2"/>
                                            </p:txEl>
                                          </p:spTgt>
                                        </p:tgtEl>
                                      </p:cBhvr>
                                    </p:animEffect>
                                  </p:childTnLst>
                                </p:cTn>
                              </p:par>
                            </p:childTnLst>
                          </p:cTn>
                        </p:par>
                        <p:par>
                          <p:cTn id="72" fill="hold">
                            <p:stCondLst>
                              <p:cond delay="8500"/>
                            </p:stCondLst>
                            <p:childTnLst>
                              <p:par>
                                <p:cTn id="73" presetID="10" presetClass="entr" presetSubtype="0" fill="hold" grpId="0" nodeType="afterEffect">
                                  <p:stCondLst>
                                    <p:cond delay="0"/>
                                  </p:stCondLst>
                                  <p:childTnLst>
                                    <p:set>
                                      <p:cBhvr>
                                        <p:cTn id="74" dur="1" fill="hold">
                                          <p:stCondLst>
                                            <p:cond delay="0"/>
                                          </p:stCondLst>
                                        </p:cTn>
                                        <p:tgtEl>
                                          <p:spTgt spid="28">
                                            <p:txEl>
                                              <p:pRg st="3" end="3"/>
                                            </p:txEl>
                                          </p:spTgt>
                                        </p:tgtEl>
                                        <p:attrNameLst>
                                          <p:attrName>style.visibility</p:attrName>
                                        </p:attrNameLst>
                                      </p:cBhvr>
                                      <p:to>
                                        <p:strVal val="visible"/>
                                      </p:to>
                                    </p:set>
                                    <p:animEffect transition="in" filter="fade">
                                      <p:cBhvr>
                                        <p:cTn id="75" dur="500"/>
                                        <p:tgtEl>
                                          <p:spTgt spid="28">
                                            <p:txEl>
                                              <p:pRg st="3" end="3"/>
                                            </p:txEl>
                                          </p:spTgt>
                                        </p:tgtEl>
                                      </p:cBhvr>
                                    </p:animEffect>
                                  </p:childTnLst>
                                </p:cTn>
                              </p:par>
                            </p:childTnLst>
                          </p:cTn>
                        </p:par>
                        <p:par>
                          <p:cTn id="76" fill="hold">
                            <p:stCondLst>
                              <p:cond delay="9000"/>
                            </p:stCondLst>
                            <p:childTnLst>
                              <p:par>
                                <p:cTn id="77" presetID="18" presetClass="entr" presetSubtype="12" fill="hold" grpId="0" nodeType="after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strips(downLeft)">
                                      <p:cBhvr>
                                        <p:cTn id="79" dur="500"/>
                                        <p:tgtEl>
                                          <p:spTgt spid="21"/>
                                        </p:tgtEl>
                                      </p:cBhvr>
                                    </p:animEffect>
                                  </p:childTnLst>
                                </p:cTn>
                              </p:par>
                            </p:childTnLst>
                          </p:cTn>
                        </p:par>
                        <p:par>
                          <p:cTn id="80" fill="hold">
                            <p:stCondLst>
                              <p:cond delay="9500"/>
                            </p:stCondLst>
                            <p:childTnLst>
                              <p:par>
                                <p:cTn id="81" presetID="18" presetClass="entr" presetSubtype="12" fill="hold" grpId="0" nodeType="after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strips(downLeft)">
                                      <p:cBhvr>
                                        <p:cTn id="83" dur="500"/>
                                        <p:tgtEl>
                                          <p:spTgt spid="20"/>
                                        </p:tgtEl>
                                      </p:cBhvr>
                                    </p:animEffect>
                                  </p:childTnLst>
                                </p:cTn>
                              </p:par>
                            </p:childTnLst>
                          </p:cTn>
                        </p:par>
                        <p:par>
                          <p:cTn id="84" fill="hold">
                            <p:stCondLst>
                              <p:cond delay="10000"/>
                            </p:stCondLst>
                            <p:childTnLst>
                              <p:par>
                                <p:cTn id="85" presetID="18" presetClass="entr" presetSubtype="12" fill="hold" grpId="0" nodeType="afterEffect">
                                  <p:stCondLst>
                                    <p:cond delay="0"/>
                                  </p:stCondLst>
                                  <p:childTnLst>
                                    <p:set>
                                      <p:cBhvr>
                                        <p:cTn id="86" dur="1" fill="hold">
                                          <p:stCondLst>
                                            <p:cond delay="0"/>
                                          </p:stCondLst>
                                        </p:cTn>
                                        <p:tgtEl>
                                          <p:spTgt spid="4"/>
                                        </p:tgtEl>
                                        <p:attrNameLst>
                                          <p:attrName>style.visibility</p:attrName>
                                        </p:attrNameLst>
                                      </p:cBhvr>
                                      <p:to>
                                        <p:strVal val="visible"/>
                                      </p:to>
                                    </p:set>
                                    <p:animEffect transition="in" filter="strips(downLeft)">
                                      <p:cBhvr>
                                        <p:cTn id="87" dur="500"/>
                                        <p:tgtEl>
                                          <p:spTgt spid="4"/>
                                        </p:tgtEl>
                                      </p:cBhvr>
                                    </p:animEffect>
                                  </p:childTnLst>
                                </p:cTn>
                              </p:par>
                            </p:childTnLst>
                          </p:cTn>
                        </p:par>
                        <p:par>
                          <p:cTn id="88" fill="hold">
                            <p:stCondLst>
                              <p:cond delay="10500"/>
                            </p:stCondLst>
                            <p:childTnLst>
                              <p:par>
                                <p:cTn id="89" presetID="18" presetClass="entr" presetSubtype="12" fill="hold" grpId="0" nodeType="afterEffect">
                                  <p:stCondLst>
                                    <p:cond delay="0"/>
                                  </p:stCondLst>
                                  <p:childTnLst>
                                    <p:set>
                                      <p:cBhvr>
                                        <p:cTn id="90" dur="1" fill="hold">
                                          <p:stCondLst>
                                            <p:cond delay="0"/>
                                          </p:stCondLst>
                                        </p:cTn>
                                        <p:tgtEl>
                                          <p:spTgt spid="9"/>
                                        </p:tgtEl>
                                        <p:attrNameLst>
                                          <p:attrName>style.visibility</p:attrName>
                                        </p:attrNameLst>
                                      </p:cBhvr>
                                      <p:to>
                                        <p:strVal val="visible"/>
                                      </p:to>
                                    </p:set>
                                    <p:animEffect transition="in" filter="strips(downLeft)">
                                      <p:cBhvr>
                                        <p:cTn id="91" dur="500"/>
                                        <p:tgtEl>
                                          <p:spTgt spid="9"/>
                                        </p:tgtEl>
                                      </p:cBhvr>
                                    </p:animEffect>
                                  </p:childTnLst>
                                </p:cTn>
                              </p:par>
                            </p:childTnLst>
                          </p:cTn>
                        </p:par>
                        <p:par>
                          <p:cTn id="92" fill="hold">
                            <p:stCondLst>
                              <p:cond delay="11000"/>
                            </p:stCondLst>
                            <p:childTnLst>
                              <p:par>
                                <p:cTn id="93" presetID="18" presetClass="entr" presetSubtype="12" fill="hold" grpId="0" nodeType="afterEffect">
                                  <p:stCondLst>
                                    <p:cond delay="0"/>
                                  </p:stCondLst>
                                  <p:childTnLst>
                                    <p:set>
                                      <p:cBhvr>
                                        <p:cTn id="94" dur="1" fill="hold">
                                          <p:stCondLst>
                                            <p:cond delay="0"/>
                                          </p:stCondLst>
                                        </p:cTn>
                                        <p:tgtEl>
                                          <p:spTgt spid="6"/>
                                        </p:tgtEl>
                                        <p:attrNameLst>
                                          <p:attrName>style.visibility</p:attrName>
                                        </p:attrNameLst>
                                      </p:cBhvr>
                                      <p:to>
                                        <p:strVal val="visible"/>
                                      </p:to>
                                    </p:set>
                                    <p:animEffect transition="in" filter="strips(downLeft)">
                                      <p:cBhvr>
                                        <p:cTn id="95" dur="500"/>
                                        <p:tgtEl>
                                          <p:spTgt spid="6"/>
                                        </p:tgtEl>
                                      </p:cBhvr>
                                    </p:animEffect>
                                  </p:childTnLst>
                                </p:cTn>
                              </p:par>
                            </p:childTnLst>
                          </p:cTn>
                        </p:par>
                        <p:par>
                          <p:cTn id="96" fill="hold">
                            <p:stCondLst>
                              <p:cond delay="11500"/>
                            </p:stCondLst>
                            <p:childTnLst>
                              <p:par>
                                <p:cTn id="97" presetID="22" presetClass="entr" presetSubtype="4" fill="hold" grpId="0" nodeType="afterEffect">
                                  <p:stCondLst>
                                    <p:cond delay="0"/>
                                  </p:stCondLst>
                                  <p:childTnLst>
                                    <p:set>
                                      <p:cBhvr>
                                        <p:cTn id="98" dur="1" fill="hold">
                                          <p:stCondLst>
                                            <p:cond delay="0"/>
                                          </p:stCondLst>
                                        </p:cTn>
                                        <p:tgtEl>
                                          <p:spTgt spid="31">
                                            <p:txEl>
                                              <p:pRg st="0" end="0"/>
                                            </p:txEl>
                                          </p:spTgt>
                                        </p:tgtEl>
                                        <p:attrNameLst>
                                          <p:attrName>style.visibility</p:attrName>
                                        </p:attrNameLst>
                                      </p:cBhvr>
                                      <p:to>
                                        <p:strVal val="visible"/>
                                      </p:to>
                                    </p:set>
                                    <p:animEffect transition="in" filter="wipe(down)">
                                      <p:cBhvr>
                                        <p:cTn id="99" dur="500"/>
                                        <p:tgtEl>
                                          <p:spTgt spid="31">
                                            <p:txEl>
                                              <p:pRg st="0" end="0"/>
                                            </p:txEl>
                                          </p:spTgt>
                                        </p:tgtEl>
                                      </p:cBhvr>
                                    </p:animEffect>
                                  </p:childTnLst>
                                </p:cTn>
                              </p:par>
                            </p:childTnLst>
                          </p:cTn>
                        </p:par>
                        <p:par>
                          <p:cTn id="100" fill="hold">
                            <p:stCondLst>
                              <p:cond delay="12000"/>
                            </p:stCondLst>
                            <p:childTnLst>
                              <p:par>
                                <p:cTn id="101" presetID="22" presetClass="entr" presetSubtype="4" fill="hold" grpId="0" nodeType="afterEffect">
                                  <p:stCondLst>
                                    <p:cond delay="0"/>
                                  </p:stCondLst>
                                  <p:childTnLst>
                                    <p:set>
                                      <p:cBhvr>
                                        <p:cTn id="102" dur="1" fill="hold">
                                          <p:stCondLst>
                                            <p:cond delay="0"/>
                                          </p:stCondLst>
                                        </p:cTn>
                                        <p:tgtEl>
                                          <p:spTgt spid="33">
                                            <p:txEl>
                                              <p:pRg st="0" end="0"/>
                                            </p:txEl>
                                          </p:spTgt>
                                        </p:tgtEl>
                                        <p:attrNameLst>
                                          <p:attrName>style.visibility</p:attrName>
                                        </p:attrNameLst>
                                      </p:cBhvr>
                                      <p:to>
                                        <p:strVal val="visible"/>
                                      </p:to>
                                    </p:set>
                                    <p:animEffect transition="in" filter="wipe(down)">
                                      <p:cBhvr>
                                        <p:cTn id="103" dur="500"/>
                                        <p:tgtEl>
                                          <p:spTgt spid="33">
                                            <p:txEl>
                                              <p:pRg st="0" end="0"/>
                                            </p:txEl>
                                          </p:spTgt>
                                        </p:tgtEl>
                                      </p:cBhvr>
                                    </p:animEffect>
                                  </p:childTnLst>
                                </p:cTn>
                              </p:par>
                            </p:childTnLst>
                          </p:cTn>
                        </p:par>
                        <p:par>
                          <p:cTn id="104" fill="hold">
                            <p:stCondLst>
                              <p:cond delay="12500"/>
                            </p:stCondLst>
                            <p:childTnLst>
                              <p:par>
                                <p:cTn id="105" presetID="53" presetClass="entr" presetSubtype="16" fill="hold" grpId="0" nodeType="afterEffect">
                                  <p:stCondLst>
                                    <p:cond delay="0"/>
                                  </p:stCondLst>
                                  <p:childTnLst>
                                    <p:set>
                                      <p:cBhvr>
                                        <p:cTn id="106" dur="1" fill="hold">
                                          <p:stCondLst>
                                            <p:cond delay="0"/>
                                          </p:stCondLst>
                                        </p:cTn>
                                        <p:tgtEl>
                                          <p:spTgt spid="34">
                                            <p:txEl>
                                              <p:pRg st="0" end="0"/>
                                            </p:txEl>
                                          </p:spTgt>
                                        </p:tgtEl>
                                        <p:attrNameLst>
                                          <p:attrName>style.visibility</p:attrName>
                                        </p:attrNameLst>
                                      </p:cBhvr>
                                      <p:to>
                                        <p:strVal val="visible"/>
                                      </p:to>
                                    </p:set>
                                    <p:anim calcmode="lin" valueType="num">
                                      <p:cBhvr>
                                        <p:cTn id="107" dur="500" fill="hold"/>
                                        <p:tgtEl>
                                          <p:spTgt spid="34">
                                            <p:txEl>
                                              <p:pRg st="0" end="0"/>
                                            </p:txEl>
                                          </p:spTgt>
                                        </p:tgtEl>
                                        <p:attrNameLst>
                                          <p:attrName>ppt_w</p:attrName>
                                        </p:attrNameLst>
                                      </p:cBhvr>
                                      <p:tavLst>
                                        <p:tav tm="0">
                                          <p:val>
                                            <p:fltVal val="0"/>
                                          </p:val>
                                        </p:tav>
                                        <p:tav tm="100000">
                                          <p:val>
                                            <p:strVal val="#ppt_w"/>
                                          </p:val>
                                        </p:tav>
                                      </p:tavLst>
                                    </p:anim>
                                    <p:anim calcmode="lin" valueType="num">
                                      <p:cBhvr>
                                        <p:cTn id="108" dur="500" fill="hold"/>
                                        <p:tgtEl>
                                          <p:spTgt spid="34">
                                            <p:txEl>
                                              <p:pRg st="0" end="0"/>
                                            </p:txEl>
                                          </p:spTgt>
                                        </p:tgtEl>
                                        <p:attrNameLst>
                                          <p:attrName>ppt_h</p:attrName>
                                        </p:attrNameLst>
                                      </p:cBhvr>
                                      <p:tavLst>
                                        <p:tav tm="0">
                                          <p:val>
                                            <p:fltVal val="0"/>
                                          </p:val>
                                        </p:tav>
                                        <p:tav tm="100000">
                                          <p:val>
                                            <p:strVal val="#ppt_h"/>
                                          </p:val>
                                        </p:tav>
                                      </p:tavLst>
                                    </p:anim>
                                    <p:animEffect transition="in" filter="fade">
                                      <p:cBhvr>
                                        <p:cTn id="109"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20" grpId="0" animBg="1"/>
      <p:bldP spid="21" grpId="0" animBg="1"/>
      <p:bldP spid="24" grpId="0" animBg="1"/>
      <p:bldP spid="25" grpId="0" build="p"/>
      <p:bldP spid="26" grpId="0" build="p"/>
      <p:bldP spid="27" grpId="0" build="p"/>
      <p:bldP spid="28" grpId="0" build="p"/>
      <p:bldP spid="29" grpId="0" build="p"/>
      <p:bldP spid="31" grpId="0" build="p"/>
      <p:bldP spid="33" grpId="0" build="p"/>
      <p:bldP spid="3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726"/>
          <p:cNvSpPr/>
          <p:nvPr/>
        </p:nvSpPr>
        <p:spPr>
          <a:xfrm>
            <a:off x="5167400" y="2914455"/>
            <a:ext cx="969188" cy="969192"/>
          </a:xfrm>
          <a:custGeom>
            <a:avLst/>
            <a:gdLst/>
            <a:ahLst/>
            <a:cxnLst>
              <a:cxn ang="0">
                <a:pos x="wd2" y="hd2"/>
              </a:cxn>
              <a:cxn ang="5400000">
                <a:pos x="wd2" y="hd2"/>
              </a:cxn>
              <a:cxn ang="10800000">
                <a:pos x="wd2" y="hd2"/>
              </a:cxn>
              <a:cxn ang="16200000">
                <a:pos x="wd2" y="hd2"/>
              </a:cxn>
            </a:cxnLst>
            <a:rect l="0" t="0" r="r" b="b"/>
            <a:pathLst>
              <a:path w="21600" h="21600" extrusionOk="0">
                <a:moveTo>
                  <a:pt x="5499" y="10800"/>
                </a:moveTo>
                <a:cubicBezTo>
                  <a:pt x="5499" y="7872"/>
                  <a:pt x="7872" y="5500"/>
                  <a:pt x="10800" y="5500"/>
                </a:cubicBezTo>
                <a:cubicBezTo>
                  <a:pt x="13728" y="5500"/>
                  <a:pt x="16101" y="7872"/>
                  <a:pt x="16101" y="10800"/>
                </a:cubicBezTo>
                <a:cubicBezTo>
                  <a:pt x="16101" y="13728"/>
                  <a:pt x="13728" y="16101"/>
                  <a:pt x="10800" y="16101"/>
                </a:cubicBezTo>
                <a:cubicBezTo>
                  <a:pt x="7872" y="16101"/>
                  <a:pt x="5499" y="13728"/>
                  <a:pt x="5499" y="10800"/>
                </a:cubicBezTo>
                <a:close/>
                <a:moveTo>
                  <a:pt x="0" y="9882"/>
                </a:moveTo>
                <a:lnTo>
                  <a:pt x="0" y="11719"/>
                </a:lnTo>
                <a:cubicBezTo>
                  <a:pt x="0" y="12204"/>
                  <a:pt x="397" y="12601"/>
                  <a:pt x="882" y="12601"/>
                </a:cubicBezTo>
                <a:lnTo>
                  <a:pt x="1963" y="12601"/>
                </a:lnTo>
                <a:cubicBezTo>
                  <a:pt x="2448" y="12601"/>
                  <a:pt x="2965" y="12978"/>
                  <a:pt x="3113" y="13439"/>
                </a:cubicBezTo>
                <a:lnTo>
                  <a:pt x="3495" y="14371"/>
                </a:lnTo>
                <a:cubicBezTo>
                  <a:pt x="3719" y="14800"/>
                  <a:pt x="3621" y="15433"/>
                  <a:pt x="3279" y="15776"/>
                </a:cubicBezTo>
                <a:lnTo>
                  <a:pt x="2514" y="16541"/>
                </a:lnTo>
                <a:cubicBezTo>
                  <a:pt x="2170" y="16884"/>
                  <a:pt x="2170" y="17444"/>
                  <a:pt x="2514" y="17787"/>
                </a:cubicBezTo>
                <a:lnTo>
                  <a:pt x="3812" y="19087"/>
                </a:lnTo>
                <a:cubicBezTo>
                  <a:pt x="4156" y="19430"/>
                  <a:pt x="4716" y="19430"/>
                  <a:pt x="5059" y="19087"/>
                </a:cubicBezTo>
                <a:lnTo>
                  <a:pt x="5824" y="18321"/>
                </a:lnTo>
                <a:cubicBezTo>
                  <a:pt x="6167" y="17979"/>
                  <a:pt x="6800" y="17882"/>
                  <a:pt x="7230" y="18105"/>
                </a:cubicBezTo>
                <a:lnTo>
                  <a:pt x="8160" y="18487"/>
                </a:lnTo>
                <a:cubicBezTo>
                  <a:pt x="8622" y="18635"/>
                  <a:pt x="9001" y="19152"/>
                  <a:pt x="9001" y="19637"/>
                </a:cubicBezTo>
                <a:lnTo>
                  <a:pt x="9001" y="20718"/>
                </a:lnTo>
                <a:cubicBezTo>
                  <a:pt x="9001" y="21203"/>
                  <a:pt x="9398" y="21600"/>
                  <a:pt x="9882" y="21600"/>
                </a:cubicBezTo>
                <a:lnTo>
                  <a:pt x="11718" y="21600"/>
                </a:lnTo>
                <a:cubicBezTo>
                  <a:pt x="12204" y="21600"/>
                  <a:pt x="12601" y="21203"/>
                  <a:pt x="12601" y="20718"/>
                </a:cubicBezTo>
                <a:lnTo>
                  <a:pt x="12601" y="19637"/>
                </a:lnTo>
                <a:cubicBezTo>
                  <a:pt x="12601" y="19152"/>
                  <a:pt x="12978" y="18635"/>
                  <a:pt x="13440" y="18487"/>
                </a:cubicBezTo>
                <a:lnTo>
                  <a:pt x="14370" y="18105"/>
                </a:lnTo>
                <a:cubicBezTo>
                  <a:pt x="14800" y="17882"/>
                  <a:pt x="15433" y="17979"/>
                  <a:pt x="15775" y="18321"/>
                </a:cubicBezTo>
                <a:lnTo>
                  <a:pt x="16541" y="19087"/>
                </a:lnTo>
                <a:cubicBezTo>
                  <a:pt x="16884" y="19430"/>
                  <a:pt x="17444" y="19430"/>
                  <a:pt x="17788" y="19087"/>
                </a:cubicBezTo>
                <a:lnTo>
                  <a:pt x="19087" y="17787"/>
                </a:lnTo>
                <a:cubicBezTo>
                  <a:pt x="19430" y="17444"/>
                  <a:pt x="19430" y="16884"/>
                  <a:pt x="19087" y="16541"/>
                </a:cubicBezTo>
                <a:lnTo>
                  <a:pt x="18321" y="15776"/>
                </a:lnTo>
                <a:cubicBezTo>
                  <a:pt x="17979" y="15433"/>
                  <a:pt x="17882" y="14801"/>
                  <a:pt x="18105" y="14371"/>
                </a:cubicBezTo>
                <a:lnTo>
                  <a:pt x="18487" y="13439"/>
                </a:lnTo>
                <a:cubicBezTo>
                  <a:pt x="18635" y="12978"/>
                  <a:pt x="19152" y="12601"/>
                  <a:pt x="19637" y="12601"/>
                </a:cubicBezTo>
                <a:lnTo>
                  <a:pt x="20718" y="12601"/>
                </a:lnTo>
                <a:cubicBezTo>
                  <a:pt x="21203" y="12601"/>
                  <a:pt x="21600" y="12204"/>
                  <a:pt x="21600" y="11719"/>
                </a:cubicBezTo>
                <a:lnTo>
                  <a:pt x="21600" y="9882"/>
                </a:lnTo>
                <a:cubicBezTo>
                  <a:pt x="21600" y="9396"/>
                  <a:pt x="21203" y="8999"/>
                  <a:pt x="20718" y="8999"/>
                </a:cubicBezTo>
                <a:lnTo>
                  <a:pt x="19637" y="8999"/>
                </a:lnTo>
                <a:cubicBezTo>
                  <a:pt x="19152" y="8999"/>
                  <a:pt x="18635" y="8623"/>
                  <a:pt x="18487" y="8161"/>
                </a:cubicBezTo>
                <a:lnTo>
                  <a:pt x="18105" y="7229"/>
                </a:lnTo>
                <a:cubicBezTo>
                  <a:pt x="17882" y="6800"/>
                  <a:pt x="17979" y="6167"/>
                  <a:pt x="18321" y="5825"/>
                </a:cubicBezTo>
                <a:lnTo>
                  <a:pt x="19087" y="5060"/>
                </a:lnTo>
                <a:cubicBezTo>
                  <a:pt x="19430" y="4718"/>
                  <a:pt x="19430" y="4156"/>
                  <a:pt x="19087" y="3813"/>
                </a:cubicBezTo>
                <a:lnTo>
                  <a:pt x="17788" y="2514"/>
                </a:lnTo>
                <a:cubicBezTo>
                  <a:pt x="17444" y="2171"/>
                  <a:pt x="16884" y="2171"/>
                  <a:pt x="16541" y="2514"/>
                </a:cubicBezTo>
                <a:lnTo>
                  <a:pt x="15775" y="3279"/>
                </a:lnTo>
                <a:cubicBezTo>
                  <a:pt x="15433" y="3621"/>
                  <a:pt x="14800" y="3718"/>
                  <a:pt x="14370" y="3495"/>
                </a:cubicBezTo>
                <a:lnTo>
                  <a:pt x="13440" y="3114"/>
                </a:lnTo>
                <a:cubicBezTo>
                  <a:pt x="12978" y="2965"/>
                  <a:pt x="12601" y="2448"/>
                  <a:pt x="12601" y="1963"/>
                </a:cubicBezTo>
                <a:lnTo>
                  <a:pt x="12601" y="882"/>
                </a:lnTo>
                <a:cubicBezTo>
                  <a:pt x="12601" y="397"/>
                  <a:pt x="12204" y="0"/>
                  <a:pt x="11718" y="0"/>
                </a:cubicBezTo>
                <a:lnTo>
                  <a:pt x="9882" y="0"/>
                </a:lnTo>
                <a:cubicBezTo>
                  <a:pt x="9398" y="0"/>
                  <a:pt x="9001" y="397"/>
                  <a:pt x="9001" y="882"/>
                </a:cubicBezTo>
                <a:lnTo>
                  <a:pt x="9001" y="1963"/>
                </a:lnTo>
                <a:cubicBezTo>
                  <a:pt x="9001" y="2448"/>
                  <a:pt x="8622" y="2965"/>
                  <a:pt x="8160" y="3114"/>
                </a:cubicBezTo>
                <a:lnTo>
                  <a:pt x="7230" y="3495"/>
                </a:lnTo>
                <a:cubicBezTo>
                  <a:pt x="6800" y="3718"/>
                  <a:pt x="6167" y="3621"/>
                  <a:pt x="5824" y="3279"/>
                </a:cubicBezTo>
                <a:lnTo>
                  <a:pt x="5059" y="2514"/>
                </a:lnTo>
                <a:cubicBezTo>
                  <a:pt x="4716" y="2171"/>
                  <a:pt x="4156" y="2171"/>
                  <a:pt x="3812" y="2514"/>
                </a:cubicBezTo>
                <a:lnTo>
                  <a:pt x="2514" y="3813"/>
                </a:lnTo>
                <a:cubicBezTo>
                  <a:pt x="2170" y="4156"/>
                  <a:pt x="2170" y="4718"/>
                  <a:pt x="2514" y="5060"/>
                </a:cubicBezTo>
                <a:lnTo>
                  <a:pt x="3279" y="5825"/>
                </a:lnTo>
                <a:cubicBezTo>
                  <a:pt x="3621" y="6167"/>
                  <a:pt x="3719" y="6800"/>
                  <a:pt x="3495" y="7229"/>
                </a:cubicBezTo>
                <a:lnTo>
                  <a:pt x="3113" y="8161"/>
                </a:lnTo>
                <a:cubicBezTo>
                  <a:pt x="2965" y="8623"/>
                  <a:pt x="2448" y="8999"/>
                  <a:pt x="1963" y="8999"/>
                </a:cubicBezTo>
                <a:lnTo>
                  <a:pt x="882" y="8999"/>
                </a:lnTo>
                <a:cubicBezTo>
                  <a:pt x="397" y="8999"/>
                  <a:pt x="0" y="9396"/>
                  <a:pt x="0" y="9882"/>
                </a:cubicBezTo>
                <a:close/>
              </a:path>
            </a:pathLst>
          </a:custGeom>
          <a:solidFill>
            <a:schemeClr val="accent4"/>
          </a:solidFill>
          <a:ln w="12700">
            <a:miter lim="400000"/>
          </a:ln>
        </p:spPr>
        <p:txBody>
          <a:bodyPr lIns="28575" tIns="28575" rIns="28575" bIns="28575" anchor="ctr"/>
          <a:lstStyle/>
          <a:p>
            <a:pPr algn="ctr">
              <a:defRPr sz="3200">
                <a:solidFill>
                  <a:srgbClr val="FFFFFF"/>
                </a:solidFill>
                <a:latin typeface="+mn-lt"/>
                <a:ea typeface="+mn-ea"/>
                <a:cs typeface="+mn-cs"/>
                <a:sym typeface="Helvetica Light"/>
              </a:defRPr>
            </a:pPr>
            <a:endParaRPr sz="2400"/>
          </a:p>
        </p:txBody>
      </p:sp>
      <p:sp>
        <p:nvSpPr>
          <p:cNvPr id="15" name="Shape 727"/>
          <p:cNvSpPr/>
          <p:nvPr/>
        </p:nvSpPr>
        <p:spPr>
          <a:xfrm>
            <a:off x="4482195" y="1744429"/>
            <a:ext cx="1243537" cy="1243487"/>
          </a:xfrm>
          <a:custGeom>
            <a:avLst/>
            <a:gdLst/>
            <a:ahLst/>
            <a:cxnLst>
              <a:cxn ang="0">
                <a:pos x="wd2" y="hd2"/>
              </a:cxn>
              <a:cxn ang="5400000">
                <a:pos x="wd2" y="hd2"/>
              </a:cxn>
              <a:cxn ang="10800000">
                <a:pos x="wd2" y="hd2"/>
              </a:cxn>
              <a:cxn ang="16200000">
                <a:pos x="wd2" y="hd2"/>
              </a:cxn>
            </a:cxnLst>
            <a:rect l="0" t="0" r="r" b="b"/>
            <a:pathLst>
              <a:path w="21600" h="21600" extrusionOk="0">
                <a:moveTo>
                  <a:pt x="5499" y="10800"/>
                </a:moveTo>
                <a:cubicBezTo>
                  <a:pt x="5499" y="7873"/>
                  <a:pt x="7872" y="5499"/>
                  <a:pt x="10800" y="5499"/>
                </a:cubicBezTo>
                <a:cubicBezTo>
                  <a:pt x="13728" y="5499"/>
                  <a:pt x="16100" y="7873"/>
                  <a:pt x="16100" y="10800"/>
                </a:cubicBezTo>
                <a:cubicBezTo>
                  <a:pt x="16100" y="13728"/>
                  <a:pt x="13728" y="16102"/>
                  <a:pt x="10800" y="16102"/>
                </a:cubicBezTo>
                <a:cubicBezTo>
                  <a:pt x="7872" y="16102"/>
                  <a:pt x="5499" y="13728"/>
                  <a:pt x="5499" y="10800"/>
                </a:cubicBezTo>
                <a:close/>
                <a:moveTo>
                  <a:pt x="0" y="9882"/>
                </a:moveTo>
                <a:lnTo>
                  <a:pt x="0" y="11719"/>
                </a:lnTo>
                <a:cubicBezTo>
                  <a:pt x="0" y="12204"/>
                  <a:pt x="397" y="12601"/>
                  <a:pt x="881" y="12601"/>
                </a:cubicBezTo>
                <a:lnTo>
                  <a:pt x="1963" y="12601"/>
                </a:lnTo>
                <a:cubicBezTo>
                  <a:pt x="2448" y="12601"/>
                  <a:pt x="2966" y="12979"/>
                  <a:pt x="3113" y="13440"/>
                </a:cubicBezTo>
                <a:lnTo>
                  <a:pt x="3495" y="14370"/>
                </a:lnTo>
                <a:cubicBezTo>
                  <a:pt x="3719" y="14800"/>
                  <a:pt x="3622" y="15433"/>
                  <a:pt x="3279" y="15776"/>
                </a:cubicBezTo>
                <a:lnTo>
                  <a:pt x="2514" y="16541"/>
                </a:lnTo>
                <a:cubicBezTo>
                  <a:pt x="2171" y="16883"/>
                  <a:pt x="2171" y="17445"/>
                  <a:pt x="2514" y="17788"/>
                </a:cubicBezTo>
                <a:lnTo>
                  <a:pt x="3813" y="19087"/>
                </a:lnTo>
                <a:cubicBezTo>
                  <a:pt x="4155" y="19429"/>
                  <a:pt x="4717" y="19429"/>
                  <a:pt x="5060" y="19087"/>
                </a:cubicBezTo>
                <a:lnTo>
                  <a:pt x="5825" y="18321"/>
                </a:lnTo>
                <a:cubicBezTo>
                  <a:pt x="6167" y="17979"/>
                  <a:pt x="6800" y="17881"/>
                  <a:pt x="7230" y="18105"/>
                </a:cubicBezTo>
                <a:lnTo>
                  <a:pt x="8160" y="18487"/>
                </a:lnTo>
                <a:cubicBezTo>
                  <a:pt x="8622" y="18635"/>
                  <a:pt x="9000" y="19153"/>
                  <a:pt x="9000" y="19638"/>
                </a:cubicBezTo>
                <a:lnTo>
                  <a:pt x="9000" y="20720"/>
                </a:lnTo>
                <a:cubicBezTo>
                  <a:pt x="9000" y="21204"/>
                  <a:pt x="9397" y="21600"/>
                  <a:pt x="9881" y="21600"/>
                </a:cubicBezTo>
                <a:lnTo>
                  <a:pt x="11719" y="21600"/>
                </a:lnTo>
                <a:cubicBezTo>
                  <a:pt x="12203" y="21600"/>
                  <a:pt x="12600" y="21204"/>
                  <a:pt x="12600" y="20720"/>
                </a:cubicBezTo>
                <a:lnTo>
                  <a:pt x="12600" y="19638"/>
                </a:lnTo>
                <a:cubicBezTo>
                  <a:pt x="12600" y="19153"/>
                  <a:pt x="12978" y="18635"/>
                  <a:pt x="13439" y="18487"/>
                </a:cubicBezTo>
                <a:lnTo>
                  <a:pt x="14370" y="18105"/>
                </a:lnTo>
                <a:cubicBezTo>
                  <a:pt x="14801" y="17881"/>
                  <a:pt x="15432" y="17979"/>
                  <a:pt x="15775" y="18321"/>
                </a:cubicBezTo>
                <a:lnTo>
                  <a:pt x="16540" y="19087"/>
                </a:lnTo>
                <a:cubicBezTo>
                  <a:pt x="16883" y="19429"/>
                  <a:pt x="17444" y="19429"/>
                  <a:pt x="17787" y="19087"/>
                </a:cubicBezTo>
                <a:lnTo>
                  <a:pt x="19086" y="17788"/>
                </a:lnTo>
                <a:cubicBezTo>
                  <a:pt x="19429" y="17445"/>
                  <a:pt x="19429" y="16883"/>
                  <a:pt x="19086" y="16541"/>
                </a:cubicBezTo>
                <a:lnTo>
                  <a:pt x="18321" y="15776"/>
                </a:lnTo>
                <a:cubicBezTo>
                  <a:pt x="17978" y="15433"/>
                  <a:pt x="17880" y="14800"/>
                  <a:pt x="18104" y="14370"/>
                </a:cubicBezTo>
                <a:lnTo>
                  <a:pt x="18487" y="13440"/>
                </a:lnTo>
                <a:cubicBezTo>
                  <a:pt x="18634" y="12979"/>
                  <a:pt x="19152" y="12601"/>
                  <a:pt x="19637" y="12601"/>
                </a:cubicBezTo>
                <a:lnTo>
                  <a:pt x="20718" y="12601"/>
                </a:lnTo>
                <a:cubicBezTo>
                  <a:pt x="21203" y="12601"/>
                  <a:pt x="21600" y="12204"/>
                  <a:pt x="21600" y="11719"/>
                </a:cubicBezTo>
                <a:lnTo>
                  <a:pt x="21600" y="9882"/>
                </a:lnTo>
                <a:cubicBezTo>
                  <a:pt x="21600" y="9397"/>
                  <a:pt x="21203" y="9000"/>
                  <a:pt x="20718" y="9000"/>
                </a:cubicBezTo>
                <a:lnTo>
                  <a:pt x="19637" y="9000"/>
                </a:lnTo>
                <a:cubicBezTo>
                  <a:pt x="19152" y="9000"/>
                  <a:pt x="18634" y="8622"/>
                  <a:pt x="18487" y="8160"/>
                </a:cubicBezTo>
                <a:lnTo>
                  <a:pt x="18104" y="7230"/>
                </a:lnTo>
                <a:cubicBezTo>
                  <a:pt x="17880" y="6800"/>
                  <a:pt x="17978" y="6168"/>
                  <a:pt x="18321" y="5824"/>
                </a:cubicBezTo>
                <a:lnTo>
                  <a:pt x="19086" y="5060"/>
                </a:lnTo>
                <a:cubicBezTo>
                  <a:pt x="19429" y="4717"/>
                  <a:pt x="19429" y="4156"/>
                  <a:pt x="19086" y="3813"/>
                </a:cubicBezTo>
                <a:lnTo>
                  <a:pt x="17787" y="2514"/>
                </a:lnTo>
                <a:cubicBezTo>
                  <a:pt x="17444" y="2171"/>
                  <a:pt x="16883" y="2171"/>
                  <a:pt x="16540" y="2514"/>
                </a:cubicBezTo>
                <a:lnTo>
                  <a:pt x="15775" y="3279"/>
                </a:lnTo>
                <a:cubicBezTo>
                  <a:pt x="15432" y="3622"/>
                  <a:pt x="14801" y="3719"/>
                  <a:pt x="14370" y="3495"/>
                </a:cubicBezTo>
                <a:lnTo>
                  <a:pt x="13439" y="3113"/>
                </a:lnTo>
                <a:cubicBezTo>
                  <a:pt x="12978" y="2966"/>
                  <a:pt x="12600" y="2448"/>
                  <a:pt x="12600" y="1963"/>
                </a:cubicBezTo>
                <a:lnTo>
                  <a:pt x="12600" y="882"/>
                </a:lnTo>
                <a:cubicBezTo>
                  <a:pt x="12600" y="397"/>
                  <a:pt x="12203" y="0"/>
                  <a:pt x="11719" y="0"/>
                </a:cubicBezTo>
                <a:lnTo>
                  <a:pt x="9881" y="0"/>
                </a:lnTo>
                <a:cubicBezTo>
                  <a:pt x="9397" y="0"/>
                  <a:pt x="9000" y="397"/>
                  <a:pt x="9000" y="882"/>
                </a:cubicBezTo>
                <a:lnTo>
                  <a:pt x="9000" y="1963"/>
                </a:lnTo>
                <a:cubicBezTo>
                  <a:pt x="9000" y="2448"/>
                  <a:pt x="8622" y="2966"/>
                  <a:pt x="8160" y="3113"/>
                </a:cubicBezTo>
                <a:lnTo>
                  <a:pt x="7230" y="3495"/>
                </a:lnTo>
                <a:cubicBezTo>
                  <a:pt x="6800" y="3719"/>
                  <a:pt x="6167" y="3622"/>
                  <a:pt x="5825" y="3279"/>
                </a:cubicBezTo>
                <a:lnTo>
                  <a:pt x="5060" y="2514"/>
                </a:lnTo>
                <a:cubicBezTo>
                  <a:pt x="4717" y="2171"/>
                  <a:pt x="4155" y="2171"/>
                  <a:pt x="3813" y="2514"/>
                </a:cubicBezTo>
                <a:lnTo>
                  <a:pt x="2514" y="3813"/>
                </a:lnTo>
                <a:cubicBezTo>
                  <a:pt x="2171" y="4156"/>
                  <a:pt x="2171" y="4717"/>
                  <a:pt x="2514" y="5060"/>
                </a:cubicBezTo>
                <a:lnTo>
                  <a:pt x="3279" y="5824"/>
                </a:lnTo>
                <a:cubicBezTo>
                  <a:pt x="3622" y="6168"/>
                  <a:pt x="3719" y="6800"/>
                  <a:pt x="3495" y="7230"/>
                </a:cubicBezTo>
                <a:lnTo>
                  <a:pt x="3113" y="8160"/>
                </a:lnTo>
                <a:cubicBezTo>
                  <a:pt x="2966" y="8622"/>
                  <a:pt x="2448" y="9000"/>
                  <a:pt x="1963" y="9000"/>
                </a:cubicBezTo>
                <a:lnTo>
                  <a:pt x="881" y="9000"/>
                </a:lnTo>
                <a:cubicBezTo>
                  <a:pt x="397" y="9000"/>
                  <a:pt x="0" y="9397"/>
                  <a:pt x="0" y="9882"/>
                </a:cubicBezTo>
                <a:close/>
              </a:path>
            </a:pathLst>
          </a:custGeom>
          <a:solidFill>
            <a:schemeClr val="accent2"/>
          </a:solidFill>
          <a:ln w="12700">
            <a:miter lim="400000"/>
          </a:ln>
        </p:spPr>
        <p:txBody>
          <a:bodyPr lIns="28575" tIns="28575" rIns="28575" bIns="28575" anchor="ctr"/>
          <a:lstStyle/>
          <a:p>
            <a:pPr algn="ctr">
              <a:defRPr sz="3200">
                <a:solidFill>
                  <a:srgbClr val="FFFFFF"/>
                </a:solidFill>
                <a:latin typeface="+mn-lt"/>
                <a:ea typeface="+mn-ea"/>
                <a:cs typeface="+mn-cs"/>
                <a:sym typeface="Helvetica Light"/>
              </a:defRPr>
            </a:pPr>
            <a:endParaRPr sz="2400"/>
          </a:p>
        </p:txBody>
      </p:sp>
      <p:sp>
        <p:nvSpPr>
          <p:cNvPr id="16" name="Shape 728"/>
          <p:cNvSpPr/>
          <p:nvPr/>
        </p:nvSpPr>
        <p:spPr>
          <a:xfrm>
            <a:off x="3616074" y="2961685"/>
            <a:ext cx="1554368" cy="1554356"/>
          </a:xfrm>
          <a:custGeom>
            <a:avLst/>
            <a:gdLst/>
            <a:ahLst/>
            <a:cxnLst>
              <a:cxn ang="0">
                <a:pos x="wd2" y="hd2"/>
              </a:cxn>
              <a:cxn ang="5400000">
                <a:pos x="wd2" y="hd2"/>
              </a:cxn>
              <a:cxn ang="10800000">
                <a:pos x="wd2" y="hd2"/>
              </a:cxn>
              <a:cxn ang="16200000">
                <a:pos x="wd2" y="hd2"/>
              </a:cxn>
            </a:cxnLst>
            <a:rect l="0" t="0" r="r" b="b"/>
            <a:pathLst>
              <a:path w="21600" h="21600" extrusionOk="0">
                <a:moveTo>
                  <a:pt x="5499" y="10800"/>
                </a:moveTo>
                <a:cubicBezTo>
                  <a:pt x="5499" y="7872"/>
                  <a:pt x="7872" y="5499"/>
                  <a:pt x="10800" y="5499"/>
                </a:cubicBezTo>
                <a:cubicBezTo>
                  <a:pt x="13727" y="5499"/>
                  <a:pt x="16101" y="7872"/>
                  <a:pt x="16101" y="10800"/>
                </a:cubicBezTo>
                <a:cubicBezTo>
                  <a:pt x="16101" y="13727"/>
                  <a:pt x="13727" y="16101"/>
                  <a:pt x="10800" y="16101"/>
                </a:cubicBezTo>
                <a:cubicBezTo>
                  <a:pt x="7872" y="16101"/>
                  <a:pt x="5499" y="13727"/>
                  <a:pt x="5499" y="10800"/>
                </a:cubicBezTo>
                <a:close/>
                <a:moveTo>
                  <a:pt x="0" y="9882"/>
                </a:moveTo>
                <a:lnTo>
                  <a:pt x="0" y="11719"/>
                </a:lnTo>
                <a:cubicBezTo>
                  <a:pt x="0" y="12203"/>
                  <a:pt x="397" y="12600"/>
                  <a:pt x="882" y="12600"/>
                </a:cubicBezTo>
                <a:lnTo>
                  <a:pt x="1963" y="12600"/>
                </a:lnTo>
                <a:cubicBezTo>
                  <a:pt x="2448" y="12600"/>
                  <a:pt x="2965" y="12978"/>
                  <a:pt x="3113" y="13440"/>
                </a:cubicBezTo>
                <a:lnTo>
                  <a:pt x="3495" y="14369"/>
                </a:lnTo>
                <a:cubicBezTo>
                  <a:pt x="3719" y="14800"/>
                  <a:pt x="3622" y="15433"/>
                  <a:pt x="3279" y="15776"/>
                </a:cubicBezTo>
                <a:lnTo>
                  <a:pt x="2514" y="16541"/>
                </a:lnTo>
                <a:cubicBezTo>
                  <a:pt x="2171" y="16884"/>
                  <a:pt x="2171" y="17444"/>
                  <a:pt x="2514" y="17788"/>
                </a:cubicBezTo>
                <a:lnTo>
                  <a:pt x="3812" y="19086"/>
                </a:lnTo>
                <a:cubicBezTo>
                  <a:pt x="4155" y="19429"/>
                  <a:pt x="4717" y="19429"/>
                  <a:pt x="5060" y="19086"/>
                </a:cubicBezTo>
                <a:lnTo>
                  <a:pt x="5825" y="18321"/>
                </a:lnTo>
                <a:cubicBezTo>
                  <a:pt x="6168" y="17978"/>
                  <a:pt x="6800" y="17880"/>
                  <a:pt x="7230" y="18105"/>
                </a:cubicBezTo>
                <a:lnTo>
                  <a:pt x="8160" y="18487"/>
                </a:lnTo>
                <a:cubicBezTo>
                  <a:pt x="8622" y="18634"/>
                  <a:pt x="9000" y="19152"/>
                  <a:pt x="9000" y="19637"/>
                </a:cubicBezTo>
                <a:lnTo>
                  <a:pt x="9000" y="20719"/>
                </a:lnTo>
                <a:cubicBezTo>
                  <a:pt x="9000" y="21203"/>
                  <a:pt x="9396" y="21600"/>
                  <a:pt x="9881" y="21600"/>
                </a:cubicBezTo>
                <a:lnTo>
                  <a:pt x="11718" y="21600"/>
                </a:lnTo>
                <a:cubicBezTo>
                  <a:pt x="12203" y="21600"/>
                  <a:pt x="12600" y="21203"/>
                  <a:pt x="12600" y="20719"/>
                </a:cubicBezTo>
                <a:lnTo>
                  <a:pt x="12600" y="19637"/>
                </a:lnTo>
                <a:cubicBezTo>
                  <a:pt x="12600" y="19152"/>
                  <a:pt x="12978" y="18634"/>
                  <a:pt x="13439" y="18487"/>
                </a:cubicBezTo>
                <a:lnTo>
                  <a:pt x="14370" y="18105"/>
                </a:lnTo>
                <a:cubicBezTo>
                  <a:pt x="14800" y="17880"/>
                  <a:pt x="15432" y="17978"/>
                  <a:pt x="15775" y="18321"/>
                </a:cubicBezTo>
                <a:lnTo>
                  <a:pt x="16540" y="19086"/>
                </a:lnTo>
                <a:cubicBezTo>
                  <a:pt x="16883" y="19429"/>
                  <a:pt x="17444" y="19429"/>
                  <a:pt x="17787" y="19086"/>
                </a:cubicBezTo>
                <a:lnTo>
                  <a:pt x="19086" y="17788"/>
                </a:lnTo>
                <a:cubicBezTo>
                  <a:pt x="19429" y="17444"/>
                  <a:pt x="19429" y="16884"/>
                  <a:pt x="19086" y="16541"/>
                </a:cubicBezTo>
                <a:lnTo>
                  <a:pt x="18321" y="15776"/>
                </a:lnTo>
                <a:cubicBezTo>
                  <a:pt x="17978" y="15433"/>
                  <a:pt x="17881" y="14800"/>
                  <a:pt x="18105" y="14369"/>
                </a:cubicBezTo>
                <a:lnTo>
                  <a:pt x="18486" y="13440"/>
                </a:lnTo>
                <a:cubicBezTo>
                  <a:pt x="18634" y="12978"/>
                  <a:pt x="19152" y="12600"/>
                  <a:pt x="19637" y="12600"/>
                </a:cubicBezTo>
                <a:lnTo>
                  <a:pt x="20718" y="12600"/>
                </a:lnTo>
                <a:cubicBezTo>
                  <a:pt x="21203" y="12600"/>
                  <a:pt x="21600" y="12203"/>
                  <a:pt x="21600" y="11719"/>
                </a:cubicBezTo>
                <a:lnTo>
                  <a:pt x="21600" y="9882"/>
                </a:lnTo>
                <a:cubicBezTo>
                  <a:pt x="21600" y="9397"/>
                  <a:pt x="21203" y="9000"/>
                  <a:pt x="20718" y="9000"/>
                </a:cubicBezTo>
                <a:lnTo>
                  <a:pt x="19637" y="9000"/>
                </a:lnTo>
                <a:cubicBezTo>
                  <a:pt x="19152" y="9000"/>
                  <a:pt x="18634" y="8622"/>
                  <a:pt x="18486" y="8161"/>
                </a:cubicBezTo>
                <a:lnTo>
                  <a:pt x="18105" y="7230"/>
                </a:lnTo>
                <a:cubicBezTo>
                  <a:pt x="17881" y="6800"/>
                  <a:pt x="17978" y="6168"/>
                  <a:pt x="18321" y="5825"/>
                </a:cubicBezTo>
                <a:lnTo>
                  <a:pt x="19086" y="5059"/>
                </a:lnTo>
                <a:cubicBezTo>
                  <a:pt x="19429" y="4717"/>
                  <a:pt x="19429" y="4156"/>
                  <a:pt x="19086" y="3812"/>
                </a:cubicBezTo>
                <a:lnTo>
                  <a:pt x="17787" y="2514"/>
                </a:lnTo>
                <a:cubicBezTo>
                  <a:pt x="17444" y="2171"/>
                  <a:pt x="16883" y="2171"/>
                  <a:pt x="16540" y="2514"/>
                </a:cubicBezTo>
                <a:lnTo>
                  <a:pt x="15775" y="3279"/>
                </a:lnTo>
                <a:cubicBezTo>
                  <a:pt x="15432" y="3622"/>
                  <a:pt x="14800" y="3719"/>
                  <a:pt x="14370" y="3495"/>
                </a:cubicBezTo>
                <a:lnTo>
                  <a:pt x="13439" y="3113"/>
                </a:lnTo>
                <a:cubicBezTo>
                  <a:pt x="12978" y="2965"/>
                  <a:pt x="12600" y="2448"/>
                  <a:pt x="12600" y="1963"/>
                </a:cubicBezTo>
                <a:lnTo>
                  <a:pt x="12600" y="882"/>
                </a:lnTo>
                <a:cubicBezTo>
                  <a:pt x="12600" y="396"/>
                  <a:pt x="12203" y="0"/>
                  <a:pt x="11718" y="0"/>
                </a:cubicBezTo>
                <a:lnTo>
                  <a:pt x="9881" y="0"/>
                </a:lnTo>
                <a:cubicBezTo>
                  <a:pt x="9396" y="0"/>
                  <a:pt x="9000" y="396"/>
                  <a:pt x="9000" y="882"/>
                </a:cubicBezTo>
                <a:lnTo>
                  <a:pt x="9000" y="1963"/>
                </a:lnTo>
                <a:cubicBezTo>
                  <a:pt x="9000" y="2448"/>
                  <a:pt x="8622" y="2965"/>
                  <a:pt x="8160" y="3113"/>
                </a:cubicBezTo>
                <a:lnTo>
                  <a:pt x="7230" y="3495"/>
                </a:lnTo>
                <a:cubicBezTo>
                  <a:pt x="6800" y="3719"/>
                  <a:pt x="6168" y="3622"/>
                  <a:pt x="5825" y="3279"/>
                </a:cubicBezTo>
                <a:lnTo>
                  <a:pt x="5060" y="2514"/>
                </a:lnTo>
                <a:cubicBezTo>
                  <a:pt x="4717" y="2171"/>
                  <a:pt x="4155" y="2171"/>
                  <a:pt x="3812" y="2514"/>
                </a:cubicBezTo>
                <a:lnTo>
                  <a:pt x="2514" y="3812"/>
                </a:lnTo>
                <a:cubicBezTo>
                  <a:pt x="2171" y="4156"/>
                  <a:pt x="2171" y="4717"/>
                  <a:pt x="2514" y="5059"/>
                </a:cubicBezTo>
                <a:lnTo>
                  <a:pt x="3279" y="5825"/>
                </a:lnTo>
                <a:cubicBezTo>
                  <a:pt x="3622" y="6168"/>
                  <a:pt x="3719" y="6800"/>
                  <a:pt x="3495" y="7230"/>
                </a:cubicBezTo>
                <a:lnTo>
                  <a:pt x="3113" y="8161"/>
                </a:lnTo>
                <a:cubicBezTo>
                  <a:pt x="2965" y="8622"/>
                  <a:pt x="2448" y="9000"/>
                  <a:pt x="1963" y="9000"/>
                </a:cubicBezTo>
                <a:lnTo>
                  <a:pt x="882" y="9000"/>
                </a:lnTo>
                <a:cubicBezTo>
                  <a:pt x="397" y="9000"/>
                  <a:pt x="0" y="9397"/>
                  <a:pt x="0" y="9882"/>
                </a:cubicBezTo>
                <a:close/>
              </a:path>
            </a:pathLst>
          </a:custGeom>
          <a:solidFill>
            <a:schemeClr val="accent3"/>
          </a:solidFill>
          <a:ln w="12700">
            <a:miter lim="400000"/>
          </a:ln>
        </p:spPr>
        <p:txBody>
          <a:bodyPr lIns="28575" tIns="28575" rIns="28575" bIns="28575" anchor="ctr"/>
          <a:lstStyle/>
          <a:p>
            <a:pPr algn="ctr">
              <a:defRPr sz="3200">
                <a:solidFill>
                  <a:srgbClr val="FFFFFF"/>
                </a:solidFill>
                <a:latin typeface="+mn-lt"/>
                <a:ea typeface="+mn-ea"/>
                <a:cs typeface="+mn-cs"/>
                <a:sym typeface="Helvetica Light"/>
              </a:defRPr>
            </a:pPr>
            <a:endParaRPr sz="2400"/>
          </a:p>
        </p:txBody>
      </p:sp>
      <p:sp>
        <p:nvSpPr>
          <p:cNvPr id="17" name="Shape 726"/>
          <p:cNvSpPr/>
          <p:nvPr/>
        </p:nvSpPr>
        <p:spPr>
          <a:xfrm>
            <a:off x="3086994" y="1962012"/>
            <a:ext cx="1131406" cy="1131411"/>
          </a:xfrm>
          <a:custGeom>
            <a:avLst/>
            <a:gdLst/>
            <a:ahLst/>
            <a:cxnLst>
              <a:cxn ang="0">
                <a:pos x="wd2" y="hd2"/>
              </a:cxn>
              <a:cxn ang="5400000">
                <a:pos x="wd2" y="hd2"/>
              </a:cxn>
              <a:cxn ang="10800000">
                <a:pos x="wd2" y="hd2"/>
              </a:cxn>
              <a:cxn ang="16200000">
                <a:pos x="wd2" y="hd2"/>
              </a:cxn>
            </a:cxnLst>
            <a:rect l="0" t="0" r="r" b="b"/>
            <a:pathLst>
              <a:path w="21600" h="21600" extrusionOk="0">
                <a:moveTo>
                  <a:pt x="5499" y="10800"/>
                </a:moveTo>
                <a:cubicBezTo>
                  <a:pt x="5499" y="7872"/>
                  <a:pt x="7872" y="5500"/>
                  <a:pt x="10800" y="5500"/>
                </a:cubicBezTo>
                <a:cubicBezTo>
                  <a:pt x="13728" y="5500"/>
                  <a:pt x="16101" y="7872"/>
                  <a:pt x="16101" y="10800"/>
                </a:cubicBezTo>
                <a:cubicBezTo>
                  <a:pt x="16101" y="13728"/>
                  <a:pt x="13728" y="16101"/>
                  <a:pt x="10800" y="16101"/>
                </a:cubicBezTo>
                <a:cubicBezTo>
                  <a:pt x="7872" y="16101"/>
                  <a:pt x="5499" y="13728"/>
                  <a:pt x="5499" y="10800"/>
                </a:cubicBezTo>
                <a:close/>
                <a:moveTo>
                  <a:pt x="0" y="9882"/>
                </a:moveTo>
                <a:lnTo>
                  <a:pt x="0" y="11719"/>
                </a:lnTo>
                <a:cubicBezTo>
                  <a:pt x="0" y="12204"/>
                  <a:pt x="397" y="12601"/>
                  <a:pt x="882" y="12601"/>
                </a:cubicBezTo>
                <a:lnTo>
                  <a:pt x="1963" y="12601"/>
                </a:lnTo>
                <a:cubicBezTo>
                  <a:pt x="2448" y="12601"/>
                  <a:pt x="2965" y="12978"/>
                  <a:pt x="3113" y="13439"/>
                </a:cubicBezTo>
                <a:lnTo>
                  <a:pt x="3495" y="14371"/>
                </a:lnTo>
                <a:cubicBezTo>
                  <a:pt x="3719" y="14800"/>
                  <a:pt x="3621" y="15433"/>
                  <a:pt x="3279" y="15776"/>
                </a:cubicBezTo>
                <a:lnTo>
                  <a:pt x="2514" y="16541"/>
                </a:lnTo>
                <a:cubicBezTo>
                  <a:pt x="2170" y="16884"/>
                  <a:pt x="2170" y="17444"/>
                  <a:pt x="2514" y="17787"/>
                </a:cubicBezTo>
                <a:lnTo>
                  <a:pt x="3812" y="19087"/>
                </a:lnTo>
                <a:cubicBezTo>
                  <a:pt x="4156" y="19430"/>
                  <a:pt x="4716" y="19430"/>
                  <a:pt x="5059" y="19087"/>
                </a:cubicBezTo>
                <a:lnTo>
                  <a:pt x="5824" y="18321"/>
                </a:lnTo>
                <a:cubicBezTo>
                  <a:pt x="6167" y="17979"/>
                  <a:pt x="6800" y="17882"/>
                  <a:pt x="7230" y="18105"/>
                </a:cubicBezTo>
                <a:lnTo>
                  <a:pt x="8160" y="18487"/>
                </a:lnTo>
                <a:cubicBezTo>
                  <a:pt x="8622" y="18635"/>
                  <a:pt x="9001" y="19152"/>
                  <a:pt x="9001" y="19637"/>
                </a:cubicBezTo>
                <a:lnTo>
                  <a:pt x="9001" y="20718"/>
                </a:lnTo>
                <a:cubicBezTo>
                  <a:pt x="9001" y="21203"/>
                  <a:pt x="9398" y="21600"/>
                  <a:pt x="9882" y="21600"/>
                </a:cubicBezTo>
                <a:lnTo>
                  <a:pt x="11718" y="21600"/>
                </a:lnTo>
                <a:cubicBezTo>
                  <a:pt x="12204" y="21600"/>
                  <a:pt x="12601" y="21203"/>
                  <a:pt x="12601" y="20718"/>
                </a:cubicBezTo>
                <a:lnTo>
                  <a:pt x="12601" y="19637"/>
                </a:lnTo>
                <a:cubicBezTo>
                  <a:pt x="12601" y="19152"/>
                  <a:pt x="12978" y="18635"/>
                  <a:pt x="13440" y="18487"/>
                </a:cubicBezTo>
                <a:lnTo>
                  <a:pt x="14370" y="18105"/>
                </a:lnTo>
                <a:cubicBezTo>
                  <a:pt x="14800" y="17882"/>
                  <a:pt x="15433" y="17979"/>
                  <a:pt x="15775" y="18321"/>
                </a:cubicBezTo>
                <a:lnTo>
                  <a:pt x="16541" y="19087"/>
                </a:lnTo>
                <a:cubicBezTo>
                  <a:pt x="16884" y="19430"/>
                  <a:pt x="17444" y="19430"/>
                  <a:pt x="17788" y="19087"/>
                </a:cubicBezTo>
                <a:lnTo>
                  <a:pt x="19087" y="17787"/>
                </a:lnTo>
                <a:cubicBezTo>
                  <a:pt x="19430" y="17444"/>
                  <a:pt x="19430" y="16884"/>
                  <a:pt x="19087" y="16541"/>
                </a:cubicBezTo>
                <a:lnTo>
                  <a:pt x="18321" y="15776"/>
                </a:lnTo>
                <a:cubicBezTo>
                  <a:pt x="17979" y="15433"/>
                  <a:pt x="17882" y="14801"/>
                  <a:pt x="18105" y="14371"/>
                </a:cubicBezTo>
                <a:lnTo>
                  <a:pt x="18487" y="13439"/>
                </a:lnTo>
                <a:cubicBezTo>
                  <a:pt x="18635" y="12978"/>
                  <a:pt x="19152" y="12601"/>
                  <a:pt x="19637" y="12601"/>
                </a:cubicBezTo>
                <a:lnTo>
                  <a:pt x="20718" y="12601"/>
                </a:lnTo>
                <a:cubicBezTo>
                  <a:pt x="21203" y="12601"/>
                  <a:pt x="21600" y="12204"/>
                  <a:pt x="21600" y="11719"/>
                </a:cubicBezTo>
                <a:lnTo>
                  <a:pt x="21600" y="9882"/>
                </a:lnTo>
                <a:cubicBezTo>
                  <a:pt x="21600" y="9396"/>
                  <a:pt x="21203" y="8999"/>
                  <a:pt x="20718" y="8999"/>
                </a:cubicBezTo>
                <a:lnTo>
                  <a:pt x="19637" y="8999"/>
                </a:lnTo>
                <a:cubicBezTo>
                  <a:pt x="19152" y="8999"/>
                  <a:pt x="18635" y="8623"/>
                  <a:pt x="18487" y="8161"/>
                </a:cubicBezTo>
                <a:lnTo>
                  <a:pt x="18105" y="7229"/>
                </a:lnTo>
                <a:cubicBezTo>
                  <a:pt x="17882" y="6800"/>
                  <a:pt x="17979" y="6167"/>
                  <a:pt x="18321" y="5825"/>
                </a:cubicBezTo>
                <a:lnTo>
                  <a:pt x="19087" y="5060"/>
                </a:lnTo>
                <a:cubicBezTo>
                  <a:pt x="19430" y="4718"/>
                  <a:pt x="19430" y="4156"/>
                  <a:pt x="19087" y="3813"/>
                </a:cubicBezTo>
                <a:lnTo>
                  <a:pt x="17788" y="2514"/>
                </a:lnTo>
                <a:cubicBezTo>
                  <a:pt x="17444" y="2171"/>
                  <a:pt x="16884" y="2171"/>
                  <a:pt x="16541" y="2514"/>
                </a:cubicBezTo>
                <a:lnTo>
                  <a:pt x="15775" y="3279"/>
                </a:lnTo>
                <a:cubicBezTo>
                  <a:pt x="15433" y="3621"/>
                  <a:pt x="14800" y="3718"/>
                  <a:pt x="14370" y="3495"/>
                </a:cubicBezTo>
                <a:lnTo>
                  <a:pt x="13440" y="3114"/>
                </a:lnTo>
                <a:cubicBezTo>
                  <a:pt x="12978" y="2965"/>
                  <a:pt x="12601" y="2448"/>
                  <a:pt x="12601" y="1963"/>
                </a:cubicBezTo>
                <a:lnTo>
                  <a:pt x="12601" y="882"/>
                </a:lnTo>
                <a:cubicBezTo>
                  <a:pt x="12601" y="397"/>
                  <a:pt x="12204" y="0"/>
                  <a:pt x="11718" y="0"/>
                </a:cubicBezTo>
                <a:lnTo>
                  <a:pt x="9882" y="0"/>
                </a:lnTo>
                <a:cubicBezTo>
                  <a:pt x="9398" y="0"/>
                  <a:pt x="9001" y="397"/>
                  <a:pt x="9001" y="882"/>
                </a:cubicBezTo>
                <a:lnTo>
                  <a:pt x="9001" y="1963"/>
                </a:lnTo>
                <a:cubicBezTo>
                  <a:pt x="9001" y="2448"/>
                  <a:pt x="8622" y="2965"/>
                  <a:pt x="8160" y="3114"/>
                </a:cubicBezTo>
                <a:lnTo>
                  <a:pt x="7230" y="3495"/>
                </a:lnTo>
                <a:cubicBezTo>
                  <a:pt x="6800" y="3718"/>
                  <a:pt x="6167" y="3621"/>
                  <a:pt x="5824" y="3279"/>
                </a:cubicBezTo>
                <a:lnTo>
                  <a:pt x="5059" y="2514"/>
                </a:lnTo>
                <a:cubicBezTo>
                  <a:pt x="4716" y="2171"/>
                  <a:pt x="4156" y="2171"/>
                  <a:pt x="3812" y="2514"/>
                </a:cubicBezTo>
                <a:lnTo>
                  <a:pt x="2514" y="3813"/>
                </a:lnTo>
                <a:cubicBezTo>
                  <a:pt x="2170" y="4156"/>
                  <a:pt x="2170" y="4718"/>
                  <a:pt x="2514" y="5060"/>
                </a:cubicBezTo>
                <a:lnTo>
                  <a:pt x="3279" y="5825"/>
                </a:lnTo>
                <a:cubicBezTo>
                  <a:pt x="3621" y="6167"/>
                  <a:pt x="3719" y="6800"/>
                  <a:pt x="3495" y="7229"/>
                </a:cubicBezTo>
                <a:lnTo>
                  <a:pt x="3113" y="8161"/>
                </a:lnTo>
                <a:cubicBezTo>
                  <a:pt x="2965" y="8623"/>
                  <a:pt x="2448" y="8999"/>
                  <a:pt x="1963" y="8999"/>
                </a:cubicBezTo>
                <a:lnTo>
                  <a:pt x="882" y="8999"/>
                </a:lnTo>
                <a:cubicBezTo>
                  <a:pt x="397" y="8999"/>
                  <a:pt x="0" y="9396"/>
                  <a:pt x="0" y="9882"/>
                </a:cubicBezTo>
                <a:close/>
              </a:path>
            </a:pathLst>
          </a:custGeom>
          <a:solidFill>
            <a:schemeClr val="accent1"/>
          </a:solidFill>
          <a:ln w="12700">
            <a:miter lim="400000"/>
          </a:ln>
        </p:spPr>
        <p:txBody>
          <a:bodyPr lIns="28575" tIns="28575" rIns="28575" bIns="28575" anchor="ctr"/>
          <a:lstStyle/>
          <a:p>
            <a:pPr algn="ctr">
              <a:defRPr sz="3200">
                <a:solidFill>
                  <a:srgbClr val="FFFFFF"/>
                </a:solidFill>
                <a:latin typeface="+mn-lt"/>
                <a:ea typeface="+mn-ea"/>
                <a:cs typeface="+mn-cs"/>
                <a:sym typeface="Helvetica Light"/>
              </a:defRPr>
            </a:pPr>
            <a:endParaRPr sz="2400"/>
          </a:p>
        </p:txBody>
      </p:sp>
      <p:sp>
        <p:nvSpPr>
          <p:cNvPr id="18" name="Text Placeholder 10"/>
          <p:cNvSpPr>
            <a:spLocks noGrp="1"/>
          </p:cNvSpPr>
          <p:nvPr>
            <p:ph type="body" sz="quarter" idx="13"/>
          </p:nvPr>
        </p:nvSpPr>
        <p:spPr>
          <a:xfrm>
            <a:off x="1056079" y="1927148"/>
            <a:ext cx="1766375" cy="353700"/>
          </a:xfrm>
        </p:spPr>
        <p:txBody>
          <a:bodyPr/>
          <a:lstStyle/>
          <a:p>
            <a:pPr algn="ctr"/>
            <a:r>
              <a:rPr lang="zh-CN" altLang="en-US" dirty="0"/>
              <a:t>输入您的标题</a:t>
            </a:r>
            <a:endParaRPr lang="en-AU" dirty="0"/>
          </a:p>
        </p:txBody>
      </p:sp>
      <p:sp>
        <p:nvSpPr>
          <p:cNvPr id="19" name="Text Placeholder 11"/>
          <p:cNvSpPr>
            <a:spLocks noGrp="1"/>
          </p:cNvSpPr>
          <p:nvPr>
            <p:ph type="body" sz="quarter" idx="14"/>
          </p:nvPr>
        </p:nvSpPr>
        <p:spPr>
          <a:xfrm>
            <a:off x="1056079" y="2292279"/>
            <a:ext cx="1766374" cy="535328"/>
          </a:xfrm>
        </p:spPr>
        <p:txBody>
          <a:bodyPr>
            <a:normAutofit/>
          </a:bodyPr>
          <a:lstStyle/>
          <a:p>
            <a:pPr algn="ctr"/>
            <a:r>
              <a:rPr lang="zh-CN" altLang="en-US" dirty="0"/>
              <a:t>单击此处添加文本单击此处添加文本</a:t>
            </a:r>
            <a:endParaRPr lang="en-AU" dirty="0"/>
          </a:p>
        </p:txBody>
      </p:sp>
      <p:sp>
        <p:nvSpPr>
          <p:cNvPr id="22" name="Text Placeholder 10"/>
          <p:cNvSpPr>
            <a:spLocks noGrp="1"/>
          </p:cNvSpPr>
          <p:nvPr>
            <p:ph type="body" sz="quarter" idx="13"/>
          </p:nvPr>
        </p:nvSpPr>
        <p:spPr>
          <a:xfrm>
            <a:off x="6393871" y="1927148"/>
            <a:ext cx="1766375" cy="353700"/>
          </a:xfrm>
        </p:spPr>
        <p:txBody>
          <a:bodyPr/>
          <a:lstStyle/>
          <a:p>
            <a:pPr algn="ctr"/>
            <a:r>
              <a:rPr lang="zh-CN" altLang="en-US" dirty="0"/>
              <a:t>输入您的标题</a:t>
            </a:r>
            <a:endParaRPr lang="en-AU" dirty="0"/>
          </a:p>
        </p:txBody>
      </p:sp>
      <p:sp>
        <p:nvSpPr>
          <p:cNvPr id="23" name="Text Placeholder 11"/>
          <p:cNvSpPr>
            <a:spLocks noGrp="1"/>
          </p:cNvSpPr>
          <p:nvPr>
            <p:ph type="body" sz="quarter" idx="14"/>
          </p:nvPr>
        </p:nvSpPr>
        <p:spPr>
          <a:xfrm>
            <a:off x="6393871" y="2292279"/>
            <a:ext cx="1766374" cy="535328"/>
          </a:xfrm>
        </p:spPr>
        <p:txBody>
          <a:bodyPr>
            <a:normAutofit/>
          </a:bodyPr>
          <a:lstStyle/>
          <a:p>
            <a:pPr algn="ctr"/>
            <a:r>
              <a:rPr lang="zh-CN" altLang="en-US" dirty="0"/>
              <a:t>单击此处添加文本单击此处添加文本</a:t>
            </a:r>
            <a:endParaRPr lang="en-AU" dirty="0"/>
          </a:p>
        </p:txBody>
      </p:sp>
      <p:sp>
        <p:nvSpPr>
          <p:cNvPr id="24" name="Text Placeholder 10"/>
          <p:cNvSpPr>
            <a:spLocks noGrp="1"/>
          </p:cNvSpPr>
          <p:nvPr>
            <p:ph type="body" sz="quarter" idx="13"/>
          </p:nvPr>
        </p:nvSpPr>
        <p:spPr>
          <a:xfrm>
            <a:off x="1056078" y="3383155"/>
            <a:ext cx="1766375" cy="353700"/>
          </a:xfrm>
        </p:spPr>
        <p:txBody>
          <a:bodyPr/>
          <a:lstStyle/>
          <a:p>
            <a:pPr algn="ctr"/>
            <a:r>
              <a:rPr lang="zh-CN" altLang="en-US" dirty="0"/>
              <a:t>输入您的标题</a:t>
            </a:r>
            <a:endParaRPr lang="en-AU" dirty="0"/>
          </a:p>
        </p:txBody>
      </p:sp>
      <p:sp>
        <p:nvSpPr>
          <p:cNvPr id="25" name="Text Placeholder 11"/>
          <p:cNvSpPr>
            <a:spLocks noGrp="1"/>
          </p:cNvSpPr>
          <p:nvPr>
            <p:ph type="body" sz="quarter" idx="14"/>
          </p:nvPr>
        </p:nvSpPr>
        <p:spPr>
          <a:xfrm>
            <a:off x="1056078" y="3748285"/>
            <a:ext cx="1766374" cy="535328"/>
          </a:xfrm>
        </p:spPr>
        <p:txBody>
          <a:bodyPr>
            <a:normAutofit/>
          </a:bodyPr>
          <a:lstStyle/>
          <a:p>
            <a:pPr algn="ctr"/>
            <a:r>
              <a:rPr lang="zh-CN" altLang="en-US" dirty="0"/>
              <a:t>单击此处添加文本单击此处添加文本</a:t>
            </a:r>
            <a:endParaRPr lang="en-AU" dirty="0"/>
          </a:p>
        </p:txBody>
      </p:sp>
      <p:sp>
        <p:nvSpPr>
          <p:cNvPr id="26" name="Text Placeholder 10"/>
          <p:cNvSpPr>
            <a:spLocks noGrp="1"/>
          </p:cNvSpPr>
          <p:nvPr>
            <p:ph type="body" sz="quarter" idx="13"/>
          </p:nvPr>
        </p:nvSpPr>
        <p:spPr>
          <a:xfrm>
            <a:off x="6393871" y="3383155"/>
            <a:ext cx="1766375" cy="353700"/>
          </a:xfrm>
        </p:spPr>
        <p:txBody>
          <a:bodyPr/>
          <a:lstStyle/>
          <a:p>
            <a:pPr algn="ctr"/>
            <a:r>
              <a:rPr lang="zh-CN" altLang="en-US" dirty="0"/>
              <a:t>输入您的标题</a:t>
            </a:r>
            <a:endParaRPr lang="en-AU" dirty="0"/>
          </a:p>
        </p:txBody>
      </p:sp>
      <p:sp>
        <p:nvSpPr>
          <p:cNvPr id="27" name="Text Placeholder 11"/>
          <p:cNvSpPr>
            <a:spLocks noGrp="1"/>
          </p:cNvSpPr>
          <p:nvPr>
            <p:ph type="body" sz="quarter" idx="14"/>
          </p:nvPr>
        </p:nvSpPr>
        <p:spPr>
          <a:xfrm>
            <a:off x="6393871" y="3748285"/>
            <a:ext cx="1766374" cy="535328"/>
          </a:xfrm>
        </p:spPr>
        <p:txBody>
          <a:bodyPr>
            <a:normAutofit/>
          </a:bodyPr>
          <a:lstStyle/>
          <a:p>
            <a:pPr algn="ctr"/>
            <a:r>
              <a:rPr lang="zh-CN" altLang="en-US" dirty="0"/>
              <a:t>单击此处添加文本单击此处添加文本</a:t>
            </a:r>
            <a:endParaRPr lang="en-AU" dirty="0"/>
          </a:p>
        </p:txBody>
      </p:sp>
      <p:sp>
        <p:nvSpPr>
          <p:cNvPr id="20" name="矩形 19"/>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 calcmode="lin" valueType="num">
                                      <p:cBhvr>
                                        <p:cTn id="9" dur="500" fill="hold"/>
                                        <p:tgtEl>
                                          <p:spTgt spid="17"/>
                                        </p:tgtEl>
                                        <p:attrNameLst>
                                          <p:attrName>style.rotation</p:attrName>
                                        </p:attrNameLst>
                                      </p:cBhvr>
                                      <p:tavLst>
                                        <p:tav tm="0">
                                          <p:val>
                                            <p:fltVal val="360"/>
                                          </p:val>
                                        </p:tav>
                                        <p:tav tm="100000">
                                          <p:val>
                                            <p:fltVal val="0"/>
                                          </p:val>
                                        </p:tav>
                                      </p:tavLst>
                                    </p:anim>
                                    <p:animEffect transition="in" filter="fade">
                                      <p:cBhvr>
                                        <p:cTn id="10" dur="500"/>
                                        <p:tgtEl>
                                          <p:spTgt spid="17"/>
                                        </p:tgtEl>
                                      </p:cBhvr>
                                    </p:animEffect>
                                  </p:childTnLst>
                                </p:cTn>
                              </p:par>
                            </p:childTnLst>
                          </p:cTn>
                        </p:par>
                        <p:par>
                          <p:cTn id="11" fill="hold">
                            <p:stCondLst>
                              <p:cond delay="500"/>
                            </p:stCondLst>
                            <p:childTnLst>
                              <p:par>
                                <p:cTn id="12" presetID="49" presetClass="entr" presetSubtype="0" decel="10000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 calcmode="lin" valueType="num">
                                      <p:cBhvr>
                                        <p:cTn id="16" dur="500" fill="hold"/>
                                        <p:tgtEl>
                                          <p:spTgt spid="15"/>
                                        </p:tgtEl>
                                        <p:attrNameLst>
                                          <p:attrName>style.rotation</p:attrName>
                                        </p:attrNameLst>
                                      </p:cBhvr>
                                      <p:tavLst>
                                        <p:tav tm="0">
                                          <p:val>
                                            <p:fltVal val="360"/>
                                          </p:val>
                                        </p:tav>
                                        <p:tav tm="100000">
                                          <p:val>
                                            <p:fltVal val="0"/>
                                          </p:val>
                                        </p:tav>
                                      </p:tavLst>
                                    </p:anim>
                                    <p:animEffect transition="in" filter="fade">
                                      <p:cBhvr>
                                        <p:cTn id="17" dur="500"/>
                                        <p:tgtEl>
                                          <p:spTgt spid="15"/>
                                        </p:tgtEl>
                                      </p:cBhvr>
                                    </p:animEffect>
                                  </p:childTnLst>
                                </p:cTn>
                              </p:par>
                            </p:childTnLst>
                          </p:cTn>
                        </p:par>
                        <p:par>
                          <p:cTn id="18" fill="hold">
                            <p:stCondLst>
                              <p:cond delay="1000"/>
                            </p:stCondLst>
                            <p:childTnLst>
                              <p:par>
                                <p:cTn id="19" presetID="49" presetClass="entr" presetSubtype="0" decel="100000"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 calcmode="lin" valueType="num">
                                      <p:cBhvr>
                                        <p:cTn id="23" dur="500" fill="hold"/>
                                        <p:tgtEl>
                                          <p:spTgt spid="16"/>
                                        </p:tgtEl>
                                        <p:attrNameLst>
                                          <p:attrName>style.rotation</p:attrName>
                                        </p:attrNameLst>
                                      </p:cBhvr>
                                      <p:tavLst>
                                        <p:tav tm="0">
                                          <p:val>
                                            <p:fltVal val="360"/>
                                          </p:val>
                                        </p:tav>
                                        <p:tav tm="100000">
                                          <p:val>
                                            <p:fltVal val="0"/>
                                          </p:val>
                                        </p:tav>
                                      </p:tavLst>
                                    </p:anim>
                                    <p:animEffect transition="in" filter="fade">
                                      <p:cBhvr>
                                        <p:cTn id="24" dur="500"/>
                                        <p:tgtEl>
                                          <p:spTgt spid="16"/>
                                        </p:tgtEl>
                                      </p:cBhvr>
                                    </p:animEffect>
                                  </p:childTnLst>
                                </p:cTn>
                              </p:par>
                            </p:childTnLst>
                          </p:cTn>
                        </p:par>
                        <p:par>
                          <p:cTn id="25" fill="hold">
                            <p:stCondLst>
                              <p:cond delay="1500"/>
                            </p:stCondLst>
                            <p:childTnLst>
                              <p:par>
                                <p:cTn id="26" presetID="49" presetClass="entr" presetSubtype="0" decel="10000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anim calcmode="lin" valueType="num">
                                      <p:cBhvr>
                                        <p:cTn id="30" dur="500" fill="hold"/>
                                        <p:tgtEl>
                                          <p:spTgt spid="14"/>
                                        </p:tgtEl>
                                        <p:attrNameLst>
                                          <p:attrName>style.rotation</p:attrName>
                                        </p:attrNameLst>
                                      </p:cBhvr>
                                      <p:tavLst>
                                        <p:tav tm="0">
                                          <p:val>
                                            <p:fltVal val="360"/>
                                          </p:val>
                                        </p:tav>
                                        <p:tav tm="100000">
                                          <p:val>
                                            <p:fltVal val="0"/>
                                          </p:val>
                                        </p:tav>
                                      </p:tavLst>
                                    </p:anim>
                                    <p:animEffect transition="in" filter="fade">
                                      <p:cBhvr>
                                        <p:cTn id="31" dur="500"/>
                                        <p:tgtEl>
                                          <p:spTgt spid="14"/>
                                        </p:tgtEl>
                                      </p:cBhvr>
                                    </p:animEffect>
                                  </p:childTnLst>
                                </p:cTn>
                              </p:par>
                            </p:childTnLst>
                          </p:cTn>
                        </p:par>
                        <p:par>
                          <p:cTn id="32" fill="hold">
                            <p:stCondLst>
                              <p:cond delay="2000"/>
                            </p:stCondLst>
                            <p:childTnLst>
                              <p:par>
                                <p:cTn id="33" presetID="8" presetClass="emph" presetSubtype="0" fill="hold" grpId="1" nodeType="afterEffect">
                                  <p:stCondLst>
                                    <p:cond delay="0"/>
                                  </p:stCondLst>
                                  <p:childTnLst>
                                    <p:animRot by="21600000">
                                      <p:cBhvr>
                                        <p:cTn id="34" dur="2000" fill="hold"/>
                                        <p:tgtEl>
                                          <p:spTgt spid="17"/>
                                        </p:tgtEl>
                                        <p:attrNameLst>
                                          <p:attrName>r</p:attrName>
                                        </p:attrNameLst>
                                      </p:cBhvr>
                                    </p:animRot>
                                  </p:childTnLst>
                                </p:cTn>
                              </p:par>
                            </p:childTnLst>
                          </p:cTn>
                        </p:par>
                        <p:par>
                          <p:cTn id="35" fill="hold">
                            <p:stCondLst>
                              <p:cond delay="4000"/>
                            </p:stCondLst>
                            <p:childTnLst>
                              <p:par>
                                <p:cTn id="36" presetID="10" presetClass="entr" presetSubtype="0" fill="hold" grpId="0" nodeType="afterEffect">
                                  <p:stCondLst>
                                    <p:cond delay="0"/>
                                  </p:stCondLst>
                                  <p:childTnLst>
                                    <p:set>
                                      <p:cBhvr>
                                        <p:cTn id="37" dur="1" fill="hold">
                                          <p:stCondLst>
                                            <p:cond delay="0"/>
                                          </p:stCondLst>
                                        </p:cTn>
                                        <p:tgtEl>
                                          <p:spTgt spid="18">
                                            <p:txEl>
                                              <p:pRg st="0" end="0"/>
                                            </p:txEl>
                                          </p:spTgt>
                                        </p:tgtEl>
                                        <p:attrNameLst>
                                          <p:attrName>style.visibility</p:attrName>
                                        </p:attrNameLst>
                                      </p:cBhvr>
                                      <p:to>
                                        <p:strVal val="visible"/>
                                      </p:to>
                                    </p:set>
                                    <p:animEffect transition="in" filter="fade">
                                      <p:cBhvr>
                                        <p:cTn id="38" dur="500"/>
                                        <p:tgtEl>
                                          <p:spTgt spid="18">
                                            <p:txEl>
                                              <p:pRg st="0" end="0"/>
                                            </p:txEl>
                                          </p:spTgt>
                                        </p:tgtEl>
                                      </p:cBhvr>
                                    </p:animEffect>
                                  </p:childTnLst>
                                </p:cTn>
                              </p:par>
                            </p:childTnLst>
                          </p:cTn>
                        </p:par>
                        <p:par>
                          <p:cTn id="39" fill="hold">
                            <p:stCondLst>
                              <p:cond delay="4500"/>
                            </p:stCondLst>
                            <p:childTnLst>
                              <p:par>
                                <p:cTn id="40" presetID="22" presetClass="entr" presetSubtype="4" fill="hold" grpId="0" nodeType="afterEffect">
                                  <p:stCondLst>
                                    <p:cond delay="0"/>
                                  </p:stCondLst>
                                  <p:childTnLst>
                                    <p:set>
                                      <p:cBhvr>
                                        <p:cTn id="41" dur="1" fill="hold">
                                          <p:stCondLst>
                                            <p:cond delay="0"/>
                                          </p:stCondLst>
                                        </p:cTn>
                                        <p:tgtEl>
                                          <p:spTgt spid="19">
                                            <p:txEl>
                                              <p:pRg st="0" end="0"/>
                                            </p:txEl>
                                          </p:spTgt>
                                        </p:tgtEl>
                                        <p:attrNameLst>
                                          <p:attrName>style.visibility</p:attrName>
                                        </p:attrNameLst>
                                      </p:cBhvr>
                                      <p:to>
                                        <p:strVal val="visible"/>
                                      </p:to>
                                    </p:set>
                                    <p:animEffect transition="in" filter="wipe(down)">
                                      <p:cBhvr>
                                        <p:cTn id="42" dur="500"/>
                                        <p:tgtEl>
                                          <p:spTgt spid="19">
                                            <p:txEl>
                                              <p:pRg st="0" end="0"/>
                                            </p:txEl>
                                          </p:spTgt>
                                        </p:tgtEl>
                                      </p:cBhvr>
                                    </p:animEffect>
                                  </p:childTnLst>
                                </p:cTn>
                              </p:par>
                            </p:childTnLst>
                          </p:cTn>
                        </p:par>
                        <p:par>
                          <p:cTn id="43" fill="hold">
                            <p:stCondLst>
                              <p:cond delay="5000"/>
                            </p:stCondLst>
                            <p:childTnLst>
                              <p:par>
                                <p:cTn id="44" presetID="8" presetClass="emph" presetSubtype="0" fill="hold" grpId="1" nodeType="afterEffect">
                                  <p:stCondLst>
                                    <p:cond delay="0"/>
                                  </p:stCondLst>
                                  <p:childTnLst>
                                    <p:animRot by="21600000">
                                      <p:cBhvr>
                                        <p:cTn id="45" dur="2000" fill="hold"/>
                                        <p:tgtEl>
                                          <p:spTgt spid="15"/>
                                        </p:tgtEl>
                                        <p:attrNameLst>
                                          <p:attrName>r</p:attrName>
                                        </p:attrNameLst>
                                      </p:cBhvr>
                                    </p:animRot>
                                  </p:childTnLst>
                                </p:cTn>
                              </p:par>
                            </p:childTnLst>
                          </p:cTn>
                        </p:par>
                        <p:par>
                          <p:cTn id="46" fill="hold">
                            <p:stCondLst>
                              <p:cond delay="7000"/>
                            </p:stCondLst>
                            <p:childTnLst>
                              <p:par>
                                <p:cTn id="47" presetID="10" presetClass="entr" presetSubtype="0" fill="hold" grpId="0" nodeType="afterEffect">
                                  <p:stCondLst>
                                    <p:cond delay="0"/>
                                  </p:stCondLst>
                                  <p:childTnLst>
                                    <p:set>
                                      <p:cBhvr>
                                        <p:cTn id="48" dur="1" fill="hold">
                                          <p:stCondLst>
                                            <p:cond delay="0"/>
                                          </p:stCondLst>
                                        </p:cTn>
                                        <p:tgtEl>
                                          <p:spTgt spid="22">
                                            <p:txEl>
                                              <p:pRg st="0" end="0"/>
                                            </p:txEl>
                                          </p:spTgt>
                                        </p:tgtEl>
                                        <p:attrNameLst>
                                          <p:attrName>style.visibility</p:attrName>
                                        </p:attrNameLst>
                                      </p:cBhvr>
                                      <p:to>
                                        <p:strVal val="visible"/>
                                      </p:to>
                                    </p:set>
                                    <p:animEffect transition="in" filter="fade">
                                      <p:cBhvr>
                                        <p:cTn id="49" dur="500"/>
                                        <p:tgtEl>
                                          <p:spTgt spid="22">
                                            <p:txEl>
                                              <p:pRg st="0" end="0"/>
                                            </p:txEl>
                                          </p:spTgt>
                                        </p:tgtEl>
                                      </p:cBhvr>
                                    </p:animEffect>
                                  </p:childTnLst>
                                </p:cTn>
                              </p:par>
                            </p:childTnLst>
                          </p:cTn>
                        </p:par>
                        <p:par>
                          <p:cTn id="50" fill="hold">
                            <p:stCondLst>
                              <p:cond delay="7500"/>
                            </p:stCondLst>
                            <p:childTnLst>
                              <p:par>
                                <p:cTn id="51" presetID="22" presetClass="entr" presetSubtype="4" fill="hold" grpId="0" nodeType="afterEffect">
                                  <p:stCondLst>
                                    <p:cond delay="0"/>
                                  </p:stCondLst>
                                  <p:childTnLst>
                                    <p:set>
                                      <p:cBhvr>
                                        <p:cTn id="52" dur="1" fill="hold">
                                          <p:stCondLst>
                                            <p:cond delay="0"/>
                                          </p:stCondLst>
                                        </p:cTn>
                                        <p:tgtEl>
                                          <p:spTgt spid="23">
                                            <p:txEl>
                                              <p:pRg st="0" end="0"/>
                                            </p:txEl>
                                          </p:spTgt>
                                        </p:tgtEl>
                                        <p:attrNameLst>
                                          <p:attrName>style.visibility</p:attrName>
                                        </p:attrNameLst>
                                      </p:cBhvr>
                                      <p:to>
                                        <p:strVal val="visible"/>
                                      </p:to>
                                    </p:set>
                                    <p:animEffect transition="in" filter="wipe(down)">
                                      <p:cBhvr>
                                        <p:cTn id="53" dur="500"/>
                                        <p:tgtEl>
                                          <p:spTgt spid="23">
                                            <p:txEl>
                                              <p:pRg st="0" end="0"/>
                                            </p:txEl>
                                          </p:spTgt>
                                        </p:tgtEl>
                                      </p:cBhvr>
                                    </p:animEffect>
                                  </p:childTnLst>
                                </p:cTn>
                              </p:par>
                            </p:childTnLst>
                          </p:cTn>
                        </p:par>
                        <p:par>
                          <p:cTn id="54" fill="hold">
                            <p:stCondLst>
                              <p:cond delay="8000"/>
                            </p:stCondLst>
                            <p:childTnLst>
                              <p:par>
                                <p:cTn id="55" presetID="8" presetClass="emph" presetSubtype="0" fill="hold" grpId="1" nodeType="afterEffect">
                                  <p:stCondLst>
                                    <p:cond delay="0"/>
                                  </p:stCondLst>
                                  <p:childTnLst>
                                    <p:animRot by="21600000">
                                      <p:cBhvr>
                                        <p:cTn id="56" dur="2000" fill="hold"/>
                                        <p:tgtEl>
                                          <p:spTgt spid="16"/>
                                        </p:tgtEl>
                                        <p:attrNameLst>
                                          <p:attrName>r</p:attrName>
                                        </p:attrNameLst>
                                      </p:cBhvr>
                                    </p:animRot>
                                  </p:childTnLst>
                                </p:cTn>
                              </p:par>
                            </p:childTnLst>
                          </p:cTn>
                        </p:par>
                        <p:par>
                          <p:cTn id="57" fill="hold">
                            <p:stCondLst>
                              <p:cond delay="10000"/>
                            </p:stCondLst>
                            <p:childTnLst>
                              <p:par>
                                <p:cTn id="58" presetID="10" presetClass="entr" presetSubtype="0" fill="hold" grpId="0" nodeType="afterEffect">
                                  <p:stCondLst>
                                    <p:cond delay="0"/>
                                  </p:stCondLst>
                                  <p:childTnLst>
                                    <p:set>
                                      <p:cBhvr>
                                        <p:cTn id="59" dur="1" fill="hold">
                                          <p:stCondLst>
                                            <p:cond delay="0"/>
                                          </p:stCondLst>
                                        </p:cTn>
                                        <p:tgtEl>
                                          <p:spTgt spid="24">
                                            <p:txEl>
                                              <p:pRg st="0" end="0"/>
                                            </p:txEl>
                                          </p:spTgt>
                                        </p:tgtEl>
                                        <p:attrNameLst>
                                          <p:attrName>style.visibility</p:attrName>
                                        </p:attrNameLst>
                                      </p:cBhvr>
                                      <p:to>
                                        <p:strVal val="visible"/>
                                      </p:to>
                                    </p:set>
                                    <p:animEffect transition="in" filter="fade">
                                      <p:cBhvr>
                                        <p:cTn id="60" dur="500"/>
                                        <p:tgtEl>
                                          <p:spTgt spid="24">
                                            <p:txEl>
                                              <p:pRg st="0" end="0"/>
                                            </p:txEl>
                                          </p:spTgt>
                                        </p:tgtEl>
                                      </p:cBhvr>
                                    </p:animEffect>
                                  </p:childTnLst>
                                </p:cTn>
                              </p:par>
                            </p:childTnLst>
                          </p:cTn>
                        </p:par>
                        <p:par>
                          <p:cTn id="61" fill="hold">
                            <p:stCondLst>
                              <p:cond delay="10500"/>
                            </p:stCondLst>
                            <p:childTnLst>
                              <p:par>
                                <p:cTn id="62" presetID="22" presetClass="entr" presetSubtype="4" fill="hold" grpId="0" nodeType="afterEffect">
                                  <p:stCondLst>
                                    <p:cond delay="0"/>
                                  </p:stCondLst>
                                  <p:childTnLst>
                                    <p:set>
                                      <p:cBhvr>
                                        <p:cTn id="63" dur="1" fill="hold">
                                          <p:stCondLst>
                                            <p:cond delay="0"/>
                                          </p:stCondLst>
                                        </p:cTn>
                                        <p:tgtEl>
                                          <p:spTgt spid="25">
                                            <p:txEl>
                                              <p:pRg st="0" end="0"/>
                                            </p:txEl>
                                          </p:spTgt>
                                        </p:tgtEl>
                                        <p:attrNameLst>
                                          <p:attrName>style.visibility</p:attrName>
                                        </p:attrNameLst>
                                      </p:cBhvr>
                                      <p:to>
                                        <p:strVal val="visible"/>
                                      </p:to>
                                    </p:set>
                                    <p:animEffect transition="in" filter="wipe(down)">
                                      <p:cBhvr>
                                        <p:cTn id="64" dur="500"/>
                                        <p:tgtEl>
                                          <p:spTgt spid="25">
                                            <p:txEl>
                                              <p:pRg st="0" end="0"/>
                                            </p:txEl>
                                          </p:spTgt>
                                        </p:tgtEl>
                                      </p:cBhvr>
                                    </p:animEffect>
                                  </p:childTnLst>
                                </p:cTn>
                              </p:par>
                            </p:childTnLst>
                          </p:cTn>
                        </p:par>
                        <p:par>
                          <p:cTn id="65" fill="hold">
                            <p:stCondLst>
                              <p:cond delay="11000"/>
                            </p:stCondLst>
                            <p:childTnLst>
                              <p:par>
                                <p:cTn id="66" presetID="8" presetClass="emph" presetSubtype="0" fill="hold" grpId="1" nodeType="afterEffect">
                                  <p:stCondLst>
                                    <p:cond delay="0"/>
                                  </p:stCondLst>
                                  <p:childTnLst>
                                    <p:animRot by="21600000">
                                      <p:cBhvr>
                                        <p:cTn id="67" dur="2000" fill="hold"/>
                                        <p:tgtEl>
                                          <p:spTgt spid="14"/>
                                        </p:tgtEl>
                                        <p:attrNameLst>
                                          <p:attrName>r</p:attrName>
                                        </p:attrNameLst>
                                      </p:cBhvr>
                                    </p:animRot>
                                  </p:childTnLst>
                                </p:cTn>
                              </p:par>
                            </p:childTnLst>
                          </p:cTn>
                        </p:par>
                        <p:par>
                          <p:cTn id="68" fill="hold">
                            <p:stCondLst>
                              <p:cond delay="13000"/>
                            </p:stCondLst>
                            <p:childTnLst>
                              <p:par>
                                <p:cTn id="69" presetID="10" presetClass="entr" presetSubtype="0" fill="hold" grpId="0" nodeType="afterEffect">
                                  <p:stCondLst>
                                    <p:cond delay="0"/>
                                  </p:stCondLst>
                                  <p:childTnLst>
                                    <p:set>
                                      <p:cBhvr>
                                        <p:cTn id="70" dur="1" fill="hold">
                                          <p:stCondLst>
                                            <p:cond delay="0"/>
                                          </p:stCondLst>
                                        </p:cTn>
                                        <p:tgtEl>
                                          <p:spTgt spid="26">
                                            <p:txEl>
                                              <p:pRg st="0" end="0"/>
                                            </p:txEl>
                                          </p:spTgt>
                                        </p:tgtEl>
                                        <p:attrNameLst>
                                          <p:attrName>style.visibility</p:attrName>
                                        </p:attrNameLst>
                                      </p:cBhvr>
                                      <p:to>
                                        <p:strVal val="visible"/>
                                      </p:to>
                                    </p:set>
                                    <p:animEffect transition="in" filter="fade">
                                      <p:cBhvr>
                                        <p:cTn id="71" dur="500"/>
                                        <p:tgtEl>
                                          <p:spTgt spid="26">
                                            <p:txEl>
                                              <p:pRg st="0" end="0"/>
                                            </p:txEl>
                                          </p:spTgt>
                                        </p:tgtEl>
                                      </p:cBhvr>
                                    </p:animEffect>
                                  </p:childTnLst>
                                </p:cTn>
                              </p:par>
                            </p:childTnLst>
                          </p:cTn>
                        </p:par>
                        <p:par>
                          <p:cTn id="72" fill="hold">
                            <p:stCondLst>
                              <p:cond delay="13500"/>
                            </p:stCondLst>
                            <p:childTnLst>
                              <p:par>
                                <p:cTn id="73" presetID="22" presetClass="entr" presetSubtype="4" fill="hold" grpId="0" nodeType="afterEffect">
                                  <p:stCondLst>
                                    <p:cond delay="0"/>
                                  </p:stCondLst>
                                  <p:childTnLst>
                                    <p:set>
                                      <p:cBhvr>
                                        <p:cTn id="74" dur="1" fill="hold">
                                          <p:stCondLst>
                                            <p:cond delay="0"/>
                                          </p:stCondLst>
                                        </p:cTn>
                                        <p:tgtEl>
                                          <p:spTgt spid="27">
                                            <p:txEl>
                                              <p:pRg st="0" end="0"/>
                                            </p:txEl>
                                          </p:spTgt>
                                        </p:tgtEl>
                                        <p:attrNameLst>
                                          <p:attrName>style.visibility</p:attrName>
                                        </p:attrNameLst>
                                      </p:cBhvr>
                                      <p:to>
                                        <p:strVal val="visible"/>
                                      </p:to>
                                    </p:set>
                                    <p:animEffect transition="in" filter="wipe(down)">
                                      <p:cBhvr>
                                        <p:cTn id="75" dur="500"/>
                                        <p:tgtEl>
                                          <p:spTgt spid="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5" grpId="0" animBg="1"/>
      <p:bldP spid="15" grpId="1" animBg="1"/>
      <p:bldP spid="16" grpId="0" animBg="1"/>
      <p:bldP spid="16" grpId="1" animBg="1"/>
      <p:bldP spid="17" grpId="0" animBg="1"/>
      <p:bldP spid="17" grpId="1" animBg="1"/>
      <p:bldP spid="18" grpId="0" build="p"/>
      <p:bldP spid="19" grpId="0" build="p"/>
      <p:bldP spid="22" grpId="0" build="p"/>
      <p:bldP spid="23" grpId="0" build="p"/>
      <p:bldP spid="24" grpId="0" build="p"/>
      <p:bldP spid="25" grpId="0" build="p"/>
      <p:bldP spid="26" grpId="0" build="p"/>
      <p:bldP spid="2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0" y="0"/>
            <a:ext cx="9144000" cy="514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pic>
        <p:nvPicPr>
          <p:cNvPr id="6" name="图片占位符 5"/>
          <p:cNvPicPr>
            <a:picLocks noGrp="1" noChangeAspect="1"/>
          </p:cNvPicPr>
          <p:nvPr>
            <p:ph type="pic" sz="quarter" idx="16"/>
          </p:nvPr>
        </p:nvPicPr>
        <p:blipFill>
          <a:blip r:embed="rId3" cstate="print">
            <a:extLst>
              <a:ext uri="{28A0092B-C50C-407E-A947-70E740481C1C}">
                <a14:useLocalDpi xmlns:a14="http://schemas.microsoft.com/office/drawing/2010/main" val="0"/>
              </a:ext>
            </a:extLst>
          </a:blip>
          <a:srcRect t="6054" b="6054"/>
          <a:stretch>
            <a:fillRect/>
          </a:stretch>
        </p:blipFill>
        <p:spPr>
          <a:xfrm>
            <a:off x="1619672" y="1563638"/>
            <a:ext cx="1625132" cy="1625132"/>
          </a:xfrm>
        </p:spPr>
      </p:pic>
      <p:sp>
        <p:nvSpPr>
          <p:cNvPr id="29" name="Text Placeholder 20"/>
          <p:cNvSpPr>
            <a:spLocks noGrp="1"/>
          </p:cNvSpPr>
          <p:nvPr>
            <p:ph type="body" sz="quarter" idx="22"/>
          </p:nvPr>
        </p:nvSpPr>
        <p:spPr>
          <a:xfrm>
            <a:off x="3507186" y="1923678"/>
            <a:ext cx="3891908" cy="353615"/>
          </a:xfrm>
        </p:spPr>
        <p:txBody>
          <a:bodyPr>
            <a:noAutofit/>
          </a:bodyPr>
          <a:lstStyle/>
          <a:p>
            <a:r>
              <a:rPr lang="zh-CN" altLang="en-US" sz="3600" b="1" dirty="0"/>
              <a:t>输入您的标题</a:t>
            </a:r>
            <a:endParaRPr lang="en-AU" sz="3600" b="1" dirty="0"/>
          </a:p>
        </p:txBody>
      </p:sp>
      <p:sp>
        <p:nvSpPr>
          <p:cNvPr id="30" name="Text Placeholder 21"/>
          <p:cNvSpPr>
            <a:spLocks noGrp="1"/>
          </p:cNvSpPr>
          <p:nvPr>
            <p:ph type="body" sz="quarter" idx="23"/>
          </p:nvPr>
        </p:nvSpPr>
        <p:spPr>
          <a:xfrm>
            <a:off x="3491880" y="2605143"/>
            <a:ext cx="4104456" cy="1622791"/>
          </a:xfrm>
        </p:spPr>
        <p:txBody>
          <a:bodyPr>
            <a:noAutofit/>
          </a:bodyPr>
          <a:lstStyle/>
          <a:p>
            <a:r>
              <a:rPr lang="zh-CN" altLang="en-US" sz="1050" b="1" dirty="0"/>
              <a:t>单击此处添加文本单击此处添加文本单击此处添加文本单击此处添加文本单击此处添加文本单击此处添加文本单击</a:t>
            </a:r>
            <a:endParaRPr lang="en-US" altLang="zh-CN" sz="1050" b="1" dirty="0"/>
          </a:p>
          <a:p>
            <a:r>
              <a:rPr lang="zh-CN" altLang="en-US" sz="1050" b="1" dirty="0"/>
              <a:t>此处添加文本单击此处添加文本</a:t>
            </a:r>
            <a:endParaRPr lang="en-AU" altLang="zh-CN" sz="1050" b="1" dirty="0"/>
          </a:p>
          <a:p>
            <a:endParaRPr lang="en-AU" altLang="zh-CN" sz="1600" b="1" dirty="0"/>
          </a:p>
          <a:p>
            <a:endParaRPr lang="en-AU" altLang="zh-CN" sz="1050" b="1" dirty="0"/>
          </a:p>
          <a:p>
            <a:endParaRPr lang="en-AU" altLang="zh-CN" sz="1600" b="1" dirty="0"/>
          </a:p>
          <a:p>
            <a:endParaRPr lang="en-AU" altLang="zh-CN" sz="1050" b="1" dirty="0"/>
          </a:p>
          <a:p>
            <a:endParaRPr lang="en-AU" altLang="zh-CN" sz="1600" b="1" dirty="0"/>
          </a:p>
          <a:p>
            <a:endParaRPr lang="en-AU" altLang="zh-CN" sz="1600" b="1" dirty="0"/>
          </a:p>
          <a:p>
            <a:endParaRPr lang="en-AU" sz="1050" b="1" dirty="0"/>
          </a:p>
          <a:p>
            <a:endParaRPr lang="en-AU" sz="1600" b="1" dirty="0"/>
          </a:p>
        </p:txBody>
      </p:sp>
    </p:spTree>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par>
                          <p:cTn id="8" fill="hold">
                            <p:stCondLst>
                              <p:cond delay="2000"/>
                            </p:stCondLst>
                            <p:childTnLst>
                              <p:par>
                                <p:cTn id="9" presetID="42" presetClass="entr" presetSubtype="0" fill="hold" grpId="0" nodeType="afterEffect">
                                  <p:stCondLst>
                                    <p:cond delay="0"/>
                                  </p:stCondLst>
                                  <p:childTnLst>
                                    <p:set>
                                      <p:cBhvr>
                                        <p:cTn id="10" dur="1" fill="hold">
                                          <p:stCondLst>
                                            <p:cond delay="0"/>
                                          </p:stCondLst>
                                        </p:cTn>
                                        <p:tgtEl>
                                          <p:spTgt spid="29">
                                            <p:txEl>
                                              <p:pRg st="0" end="0"/>
                                            </p:txEl>
                                          </p:spTgt>
                                        </p:tgtEl>
                                        <p:attrNameLst>
                                          <p:attrName>style.visibility</p:attrName>
                                        </p:attrNameLst>
                                      </p:cBhvr>
                                      <p:to>
                                        <p:strVal val="visible"/>
                                      </p:to>
                                    </p:set>
                                    <p:animEffect transition="in" filter="fade">
                                      <p:cBhvr>
                                        <p:cTn id="11" dur="1000"/>
                                        <p:tgtEl>
                                          <p:spTgt spid="29">
                                            <p:txEl>
                                              <p:pRg st="0" end="0"/>
                                            </p:txEl>
                                          </p:spTgt>
                                        </p:tgtEl>
                                      </p:cBhvr>
                                    </p:animEffect>
                                    <p:anim calcmode="lin" valueType="num">
                                      <p:cBhvr>
                                        <p:cTn id="12" dur="1000" fill="hold"/>
                                        <p:tgtEl>
                                          <p:spTgt spid="29">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29">
                                            <p:txEl>
                                              <p:pRg st="0" end="0"/>
                                            </p:txEl>
                                          </p:spTgt>
                                        </p:tgtEl>
                                        <p:attrNameLst>
                                          <p:attrName>ppt_y</p:attrName>
                                        </p:attrNameLst>
                                      </p:cBhvr>
                                      <p:tavLst>
                                        <p:tav tm="0">
                                          <p:val>
                                            <p:strVal val="#ppt_y+.1"/>
                                          </p:val>
                                        </p:tav>
                                        <p:tav tm="100000">
                                          <p:val>
                                            <p:strVal val="#ppt_y"/>
                                          </p:val>
                                        </p:tav>
                                      </p:tavLst>
                                    </p:anim>
                                  </p:childTnLst>
                                </p:cTn>
                              </p:par>
                            </p:childTnLst>
                          </p:cTn>
                        </p:par>
                        <p:par>
                          <p:cTn id="14" fill="hold">
                            <p:stCondLst>
                              <p:cond delay="3000"/>
                            </p:stCondLst>
                            <p:childTnLst>
                              <p:par>
                                <p:cTn id="15" presetID="42" presetClass="entr" presetSubtype="0" fill="hold" grpId="0" nodeType="afterEffect">
                                  <p:stCondLst>
                                    <p:cond delay="0"/>
                                  </p:stCondLst>
                                  <p:childTnLst>
                                    <p:set>
                                      <p:cBhvr>
                                        <p:cTn id="16" dur="1" fill="hold">
                                          <p:stCondLst>
                                            <p:cond delay="0"/>
                                          </p:stCondLst>
                                        </p:cTn>
                                        <p:tgtEl>
                                          <p:spTgt spid="30">
                                            <p:txEl>
                                              <p:pRg st="0" end="0"/>
                                            </p:txEl>
                                          </p:spTgt>
                                        </p:tgtEl>
                                        <p:attrNameLst>
                                          <p:attrName>style.visibility</p:attrName>
                                        </p:attrNameLst>
                                      </p:cBhvr>
                                      <p:to>
                                        <p:strVal val="visible"/>
                                      </p:to>
                                    </p:set>
                                    <p:animEffect transition="in" filter="fade">
                                      <p:cBhvr>
                                        <p:cTn id="17" dur="1000"/>
                                        <p:tgtEl>
                                          <p:spTgt spid="30">
                                            <p:txEl>
                                              <p:pRg st="0" end="0"/>
                                            </p:txEl>
                                          </p:spTgt>
                                        </p:tgtEl>
                                      </p:cBhvr>
                                    </p:animEffect>
                                    <p:anim calcmode="lin" valueType="num">
                                      <p:cBhvr>
                                        <p:cTn id="18" dur="1000" fill="hold"/>
                                        <p:tgtEl>
                                          <p:spTgt spid="30">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0">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4000"/>
                            </p:stCondLst>
                            <p:childTnLst>
                              <p:par>
                                <p:cTn id="21" presetID="42" presetClass="entr" presetSubtype="0" fill="hold" grpId="0" nodeType="afterEffect">
                                  <p:stCondLst>
                                    <p:cond delay="0"/>
                                  </p:stCondLst>
                                  <p:childTnLst>
                                    <p:set>
                                      <p:cBhvr>
                                        <p:cTn id="22" dur="1" fill="hold">
                                          <p:stCondLst>
                                            <p:cond delay="0"/>
                                          </p:stCondLst>
                                        </p:cTn>
                                        <p:tgtEl>
                                          <p:spTgt spid="30">
                                            <p:txEl>
                                              <p:pRg st="1" end="1"/>
                                            </p:txEl>
                                          </p:spTgt>
                                        </p:tgtEl>
                                        <p:attrNameLst>
                                          <p:attrName>style.visibility</p:attrName>
                                        </p:attrNameLst>
                                      </p:cBhvr>
                                      <p:to>
                                        <p:strVal val="visible"/>
                                      </p:to>
                                    </p:set>
                                    <p:animEffect transition="in" filter="fade">
                                      <p:cBhvr>
                                        <p:cTn id="23" dur="1000"/>
                                        <p:tgtEl>
                                          <p:spTgt spid="30">
                                            <p:txEl>
                                              <p:pRg st="1" end="1"/>
                                            </p:txEl>
                                          </p:spTgt>
                                        </p:tgtEl>
                                      </p:cBhvr>
                                    </p:animEffect>
                                    <p:anim calcmode="lin" valueType="num">
                                      <p:cBhvr>
                                        <p:cTn id="24" dur="1000" fill="hold"/>
                                        <p:tgtEl>
                                          <p:spTgt spid="30">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3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P spid="3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hart Placeholder 15"/>
          <p:cNvGraphicFramePr>
            <a:graphicFrameLocks noGrp="1"/>
          </p:cNvGraphicFramePr>
          <p:nvPr>
            <p:ph type="chart" sz="quarter" idx="15"/>
          </p:nvPr>
        </p:nvGraphicFramePr>
        <p:xfrm>
          <a:off x="5114925" y="627460"/>
          <a:ext cx="3399235" cy="3888581"/>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 Placeholder 22"/>
          <p:cNvSpPr>
            <a:spLocks noGrp="1"/>
          </p:cNvSpPr>
          <p:nvPr>
            <p:ph type="body" sz="quarter" idx="13"/>
          </p:nvPr>
        </p:nvSpPr>
        <p:spPr>
          <a:xfrm>
            <a:off x="628650" y="1503513"/>
            <a:ext cx="3942159" cy="353700"/>
          </a:xfrm>
        </p:spPr>
        <p:txBody>
          <a:bodyPr>
            <a:normAutofit lnSpcReduction="10000"/>
          </a:bodyPr>
          <a:lstStyle/>
          <a:p>
            <a:r>
              <a:rPr lang="zh-CN" altLang="en-US" dirty="0">
                <a:solidFill>
                  <a:schemeClr val="accent1"/>
                </a:solidFill>
              </a:rPr>
              <a:t>输入您的标题</a:t>
            </a:r>
            <a:endParaRPr lang="en-AU" dirty="0">
              <a:solidFill>
                <a:schemeClr val="accent1"/>
              </a:solidFill>
            </a:endParaRPr>
          </a:p>
        </p:txBody>
      </p:sp>
      <p:sp>
        <p:nvSpPr>
          <p:cNvPr id="26" name="Text Placeholder 23"/>
          <p:cNvSpPr>
            <a:spLocks noGrp="1"/>
          </p:cNvSpPr>
          <p:nvPr>
            <p:ph type="body" sz="quarter" idx="14"/>
          </p:nvPr>
        </p:nvSpPr>
        <p:spPr>
          <a:xfrm>
            <a:off x="628650" y="1868643"/>
            <a:ext cx="3942159" cy="1637787"/>
          </a:xfrm>
        </p:spPr>
        <p:txBody>
          <a:bodyPr>
            <a:normAutofit/>
          </a:bodyPr>
          <a:lstStyle/>
          <a:p>
            <a:r>
              <a:rPr lang="zh-CN" altLang="en-US" b="1" dirty="0"/>
              <a:t>点击添加文本内容点击添加文本内容点击添加文本内容点击添加文本内容点击添加文本内容点击添加文本内容点击添加文本内容点击添加文本内容点击添加文本内容 </a:t>
            </a:r>
          </a:p>
          <a:p>
            <a:endParaRPr lang="id-ID" dirty="0"/>
          </a:p>
          <a:p>
            <a:endParaRPr lang="en-AU" dirty="0"/>
          </a:p>
        </p:txBody>
      </p:sp>
      <p:sp>
        <p:nvSpPr>
          <p:cNvPr id="27" name="Text Placeholder 10"/>
          <p:cNvSpPr txBox="1"/>
          <p:nvPr/>
        </p:nvSpPr>
        <p:spPr>
          <a:xfrm>
            <a:off x="631281" y="2787774"/>
            <a:ext cx="1766375" cy="353700"/>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800" dirty="0"/>
              <a:t>输入您的标题</a:t>
            </a:r>
            <a:endParaRPr lang="en-AU" sz="1800" dirty="0"/>
          </a:p>
        </p:txBody>
      </p:sp>
      <p:sp>
        <p:nvSpPr>
          <p:cNvPr id="28" name="Text Placeholder 11"/>
          <p:cNvSpPr txBox="1"/>
          <p:nvPr/>
        </p:nvSpPr>
        <p:spPr>
          <a:xfrm>
            <a:off x="631281" y="3152904"/>
            <a:ext cx="1766374" cy="703107"/>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900" dirty="0"/>
              <a:t>单击此处添加文本单击此处添加文本</a:t>
            </a:r>
            <a:endParaRPr lang="en-AU" sz="900" dirty="0"/>
          </a:p>
        </p:txBody>
      </p:sp>
      <p:sp>
        <p:nvSpPr>
          <p:cNvPr id="29" name="Text Placeholder 10"/>
          <p:cNvSpPr txBox="1"/>
          <p:nvPr/>
        </p:nvSpPr>
        <p:spPr>
          <a:xfrm>
            <a:off x="2644436" y="2787774"/>
            <a:ext cx="1766375" cy="353700"/>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800" dirty="0"/>
              <a:t>输入您的标题</a:t>
            </a:r>
            <a:endParaRPr lang="en-AU" sz="1800" dirty="0"/>
          </a:p>
        </p:txBody>
      </p:sp>
      <p:sp>
        <p:nvSpPr>
          <p:cNvPr id="30" name="Text Placeholder 11"/>
          <p:cNvSpPr txBox="1"/>
          <p:nvPr/>
        </p:nvSpPr>
        <p:spPr>
          <a:xfrm>
            <a:off x="2644436" y="3152904"/>
            <a:ext cx="1766374" cy="703107"/>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900" dirty="0"/>
              <a:t>单击此处添加文本单击此处添加文本</a:t>
            </a:r>
            <a:endParaRPr lang="en-AU" sz="900" dirty="0"/>
          </a:p>
        </p:txBody>
      </p:sp>
      <p:sp>
        <p:nvSpPr>
          <p:cNvPr id="3" name="Slide Number Placeholder 2"/>
          <p:cNvSpPr>
            <a:spLocks noGrp="1"/>
          </p:cNvSpPr>
          <p:nvPr>
            <p:ph type="sldNum" sz="quarter" idx="12"/>
          </p:nvPr>
        </p:nvSpPr>
        <p:spPr/>
        <p:txBody>
          <a:bodyPr/>
          <a:lstStyle/>
          <a:p>
            <a:fld id="{84AD2E7E-F7BA-4F6B-9D0C-0B2331C2AE06}" type="slidenum">
              <a:rPr lang="en-AU" smtClean="0"/>
              <a:t>17</a:t>
            </a:fld>
            <a:endParaRPr lang="en-AU" dirty="0"/>
          </a:p>
        </p:txBody>
      </p:sp>
      <p:sp>
        <p:nvSpPr>
          <p:cNvPr id="10" name="矩形 9"/>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wipe(down)">
                                      <p:cBhvr>
                                        <p:cTn id="7" dur="500"/>
                                        <p:tgtEl>
                                          <p:spTgt spid="25">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7">
                                            <p:txEl>
                                              <p:pRg st="0" end="0"/>
                                            </p:txEl>
                                          </p:spTgt>
                                        </p:tgtEl>
                                        <p:attrNameLst>
                                          <p:attrName>style.visibility</p:attrName>
                                        </p:attrNameLst>
                                      </p:cBhvr>
                                      <p:to>
                                        <p:strVal val="visible"/>
                                      </p:to>
                                    </p:set>
                                    <p:animEffect transition="in" filter="fade">
                                      <p:cBhvr>
                                        <p:cTn id="11" dur="500"/>
                                        <p:tgtEl>
                                          <p:spTgt spid="27">
                                            <p:txEl>
                                              <p:pRg st="0" end="0"/>
                                            </p:tx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28">
                                            <p:txEl>
                                              <p:pRg st="0" end="0"/>
                                            </p:txEl>
                                          </p:spTgt>
                                        </p:tgtEl>
                                        <p:attrNameLst>
                                          <p:attrName>style.visibility</p:attrName>
                                        </p:attrNameLst>
                                      </p:cBhvr>
                                      <p:to>
                                        <p:strVal val="visible"/>
                                      </p:to>
                                    </p:set>
                                    <p:animEffect transition="in" filter="wipe(down)">
                                      <p:cBhvr>
                                        <p:cTn id="15" dur="500"/>
                                        <p:tgtEl>
                                          <p:spTgt spid="28">
                                            <p:txEl>
                                              <p:pRg st="0" end="0"/>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9">
                                            <p:txEl>
                                              <p:pRg st="0" end="0"/>
                                            </p:txEl>
                                          </p:spTgt>
                                        </p:tgtEl>
                                        <p:attrNameLst>
                                          <p:attrName>style.visibility</p:attrName>
                                        </p:attrNameLst>
                                      </p:cBhvr>
                                      <p:to>
                                        <p:strVal val="visible"/>
                                      </p:to>
                                    </p:set>
                                    <p:animEffect transition="in" filter="fade">
                                      <p:cBhvr>
                                        <p:cTn id="19" dur="500"/>
                                        <p:tgtEl>
                                          <p:spTgt spid="29">
                                            <p:txEl>
                                              <p:pRg st="0" end="0"/>
                                            </p:txEl>
                                          </p:spTgt>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30">
                                            <p:txEl>
                                              <p:pRg st="0" end="0"/>
                                            </p:txEl>
                                          </p:spTgt>
                                        </p:tgtEl>
                                        <p:attrNameLst>
                                          <p:attrName>style.visibility</p:attrName>
                                        </p:attrNameLst>
                                      </p:cBhvr>
                                      <p:to>
                                        <p:strVal val="visible"/>
                                      </p:to>
                                    </p:set>
                                    <p:animEffect transition="in" filter="wipe(down)">
                                      <p:cBhvr>
                                        <p:cTn id="23" dur="500"/>
                                        <p:tgtEl>
                                          <p:spTgt spid="30">
                                            <p:txEl>
                                              <p:pRg st="0" end="0"/>
                                            </p:txEl>
                                          </p:spTgt>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16">
                                            <p:graphicEl>
                                              <a:chart seriesIdx="-3" categoryIdx="-3" bldStep="gridLegend"/>
                                            </p:graphicEl>
                                          </p:spTgt>
                                        </p:tgtEl>
                                        <p:attrNameLst>
                                          <p:attrName>style.visibility</p:attrName>
                                        </p:attrNameLst>
                                      </p:cBhvr>
                                      <p:to>
                                        <p:strVal val="visible"/>
                                      </p:to>
                                    </p:set>
                                    <p:animEffect transition="in" filter="wipe(down)">
                                      <p:cBhvr>
                                        <p:cTn id="27" dur="500"/>
                                        <p:tgtEl>
                                          <p:spTgt spid="16">
                                            <p:graphicEl>
                                              <a:chart seriesIdx="-3" categoryIdx="-3" bldStep="gridLegend"/>
                                            </p:graphicEl>
                                          </p:spTgt>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16">
                                            <p:graphicEl>
                                              <a:chart seriesIdx="0" categoryIdx="0" bldStep="ptInCategory"/>
                                            </p:graphicEl>
                                          </p:spTgt>
                                        </p:tgtEl>
                                        <p:attrNameLst>
                                          <p:attrName>style.visibility</p:attrName>
                                        </p:attrNameLst>
                                      </p:cBhvr>
                                      <p:to>
                                        <p:strVal val="visible"/>
                                      </p:to>
                                    </p:set>
                                    <p:animEffect transition="in" filter="wipe(down)">
                                      <p:cBhvr>
                                        <p:cTn id="31" dur="500"/>
                                        <p:tgtEl>
                                          <p:spTgt spid="16">
                                            <p:graphicEl>
                                              <a:chart seriesIdx="0" categoryIdx="0" bldStep="ptInCategory"/>
                                            </p:graphicEl>
                                          </p:spTgt>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16">
                                            <p:graphicEl>
                                              <a:chart seriesIdx="1" categoryIdx="0" bldStep="ptInCategory"/>
                                            </p:graphicEl>
                                          </p:spTgt>
                                        </p:tgtEl>
                                        <p:attrNameLst>
                                          <p:attrName>style.visibility</p:attrName>
                                        </p:attrNameLst>
                                      </p:cBhvr>
                                      <p:to>
                                        <p:strVal val="visible"/>
                                      </p:to>
                                    </p:set>
                                    <p:animEffect transition="in" filter="wipe(down)">
                                      <p:cBhvr>
                                        <p:cTn id="35" dur="500"/>
                                        <p:tgtEl>
                                          <p:spTgt spid="16">
                                            <p:graphicEl>
                                              <a:chart seriesIdx="1" categoryIdx="0" bldStep="ptInCategory"/>
                                            </p:graphicEl>
                                          </p:spTgt>
                                        </p:tgtEl>
                                      </p:cBhvr>
                                    </p:animEffect>
                                  </p:childTnLst>
                                </p:cTn>
                              </p:par>
                            </p:childTnLst>
                          </p:cTn>
                        </p:par>
                        <p:par>
                          <p:cTn id="36" fill="hold">
                            <p:stCondLst>
                              <p:cond delay="4000"/>
                            </p:stCondLst>
                            <p:childTnLst>
                              <p:par>
                                <p:cTn id="37" presetID="22" presetClass="entr" presetSubtype="4" fill="hold" grpId="0" nodeType="afterEffect">
                                  <p:stCondLst>
                                    <p:cond delay="0"/>
                                  </p:stCondLst>
                                  <p:childTnLst>
                                    <p:set>
                                      <p:cBhvr>
                                        <p:cTn id="38" dur="1" fill="hold">
                                          <p:stCondLst>
                                            <p:cond delay="0"/>
                                          </p:stCondLst>
                                        </p:cTn>
                                        <p:tgtEl>
                                          <p:spTgt spid="16">
                                            <p:graphicEl>
                                              <a:chart seriesIdx="2" categoryIdx="0" bldStep="ptInCategory"/>
                                            </p:graphicEl>
                                          </p:spTgt>
                                        </p:tgtEl>
                                        <p:attrNameLst>
                                          <p:attrName>style.visibility</p:attrName>
                                        </p:attrNameLst>
                                      </p:cBhvr>
                                      <p:to>
                                        <p:strVal val="visible"/>
                                      </p:to>
                                    </p:set>
                                    <p:animEffect transition="in" filter="wipe(down)">
                                      <p:cBhvr>
                                        <p:cTn id="39" dur="500"/>
                                        <p:tgtEl>
                                          <p:spTgt spid="16">
                                            <p:graphicEl>
                                              <a:chart seriesIdx="2" categoryIdx="0" bldStep="ptInCategory"/>
                                            </p:graphicEl>
                                          </p:spTgt>
                                        </p:tgtEl>
                                      </p:cBhvr>
                                    </p:animEffect>
                                  </p:childTnLst>
                                </p:cTn>
                              </p:par>
                            </p:childTnLst>
                          </p:cTn>
                        </p:par>
                        <p:par>
                          <p:cTn id="40" fill="hold">
                            <p:stCondLst>
                              <p:cond delay="4500"/>
                            </p:stCondLst>
                            <p:childTnLst>
                              <p:par>
                                <p:cTn id="41" presetID="22" presetClass="entr" presetSubtype="4" fill="hold" grpId="0" nodeType="afterEffect">
                                  <p:stCondLst>
                                    <p:cond delay="0"/>
                                  </p:stCondLst>
                                  <p:childTnLst>
                                    <p:set>
                                      <p:cBhvr>
                                        <p:cTn id="42" dur="1" fill="hold">
                                          <p:stCondLst>
                                            <p:cond delay="0"/>
                                          </p:stCondLst>
                                        </p:cTn>
                                        <p:tgtEl>
                                          <p:spTgt spid="16">
                                            <p:graphicEl>
                                              <a:chart seriesIdx="0" categoryIdx="1" bldStep="ptInCategory"/>
                                            </p:graphicEl>
                                          </p:spTgt>
                                        </p:tgtEl>
                                        <p:attrNameLst>
                                          <p:attrName>style.visibility</p:attrName>
                                        </p:attrNameLst>
                                      </p:cBhvr>
                                      <p:to>
                                        <p:strVal val="visible"/>
                                      </p:to>
                                    </p:set>
                                    <p:animEffect transition="in" filter="wipe(down)">
                                      <p:cBhvr>
                                        <p:cTn id="43" dur="500"/>
                                        <p:tgtEl>
                                          <p:spTgt spid="16">
                                            <p:graphicEl>
                                              <a:chart seriesIdx="0" categoryIdx="1" bldStep="ptInCategory"/>
                                            </p:graphicEl>
                                          </p:spTgt>
                                        </p:tgtEl>
                                      </p:cBhvr>
                                    </p:animEffect>
                                  </p:childTnLst>
                                </p:cTn>
                              </p:par>
                            </p:childTnLst>
                          </p:cTn>
                        </p:par>
                        <p:par>
                          <p:cTn id="44" fill="hold">
                            <p:stCondLst>
                              <p:cond delay="5000"/>
                            </p:stCondLst>
                            <p:childTnLst>
                              <p:par>
                                <p:cTn id="45" presetID="22" presetClass="entr" presetSubtype="4" fill="hold" grpId="0" nodeType="afterEffect">
                                  <p:stCondLst>
                                    <p:cond delay="0"/>
                                  </p:stCondLst>
                                  <p:childTnLst>
                                    <p:set>
                                      <p:cBhvr>
                                        <p:cTn id="46" dur="1" fill="hold">
                                          <p:stCondLst>
                                            <p:cond delay="0"/>
                                          </p:stCondLst>
                                        </p:cTn>
                                        <p:tgtEl>
                                          <p:spTgt spid="16">
                                            <p:graphicEl>
                                              <a:chart seriesIdx="1" categoryIdx="1" bldStep="ptInCategory"/>
                                            </p:graphicEl>
                                          </p:spTgt>
                                        </p:tgtEl>
                                        <p:attrNameLst>
                                          <p:attrName>style.visibility</p:attrName>
                                        </p:attrNameLst>
                                      </p:cBhvr>
                                      <p:to>
                                        <p:strVal val="visible"/>
                                      </p:to>
                                    </p:set>
                                    <p:animEffect transition="in" filter="wipe(down)">
                                      <p:cBhvr>
                                        <p:cTn id="47" dur="500"/>
                                        <p:tgtEl>
                                          <p:spTgt spid="16">
                                            <p:graphicEl>
                                              <a:chart seriesIdx="1" categoryIdx="1" bldStep="ptInCategory"/>
                                            </p:graphicEl>
                                          </p:spTgt>
                                        </p:tgtEl>
                                      </p:cBhvr>
                                    </p:animEffect>
                                  </p:childTnLst>
                                </p:cTn>
                              </p:par>
                            </p:childTnLst>
                          </p:cTn>
                        </p:par>
                        <p:par>
                          <p:cTn id="48" fill="hold">
                            <p:stCondLst>
                              <p:cond delay="5500"/>
                            </p:stCondLst>
                            <p:childTnLst>
                              <p:par>
                                <p:cTn id="49" presetID="22" presetClass="entr" presetSubtype="4" fill="hold" grpId="0" nodeType="afterEffect">
                                  <p:stCondLst>
                                    <p:cond delay="0"/>
                                  </p:stCondLst>
                                  <p:childTnLst>
                                    <p:set>
                                      <p:cBhvr>
                                        <p:cTn id="50" dur="1" fill="hold">
                                          <p:stCondLst>
                                            <p:cond delay="0"/>
                                          </p:stCondLst>
                                        </p:cTn>
                                        <p:tgtEl>
                                          <p:spTgt spid="16">
                                            <p:graphicEl>
                                              <a:chart seriesIdx="2" categoryIdx="1" bldStep="ptInCategory"/>
                                            </p:graphicEl>
                                          </p:spTgt>
                                        </p:tgtEl>
                                        <p:attrNameLst>
                                          <p:attrName>style.visibility</p:attrName>
                                        </p:attrNameLst>
                                      </p:cBhvr>
                                      <p:to>
                                        <p:strVal val="visible"/>
                                      </p:to>
                                    </p:set>
                                    <p:animEffect transition="in" filter="wipe(down)">
                                      <p:cBhvr>
                                        <p:cTn id="51" dur="500"/>
                                        <p:tgtEl>
                                          <p:spTgt spid="16">
                                            <p:graphicEl>
                                              <a:chart seriesIdx="2" categoryIdx="1" bldStep="ptInCategory"/>
                                            </p:graphicEl>
                                          </p:spTgt>
                                        </p:tgtEl>
                                      </p:cBhvr>
                                    </p:animEffect>
                                  </p:childTnLst>
                                </p:cTn>
                              </p:par>
                            </p:childTnLst>
                          </p:cTn>
                        </p:par>
                        <p:par>
                          <p:cTn id="52" fill="hold">
                            <p:stCondLst>
                              <p:cond delay="6000"/>
                            </p:stCondLst>
                            <p:childTnLst>
                              <p:par>
                                <p:cTn id="53" presetID="22" presetClass="entr" presetSubtype="4" fill="hold" grpId="0" nodeType="afterEffect">
                                  <p:stCondLst>
                                    <p:cond delay="0"/>
                                  </p:stCondLst>
                                  <p:childTnLst>
                                    <p:set>
                                      <p:cBhvr>
                                        <p:cTn id="54" dur="1" fill="hold">
                                          <p:stCondLst>
                                            <p:cond delay="0"/>
                                          </p:stCondLst>
                                        </p:cTn>
                                        <p:tgtEl>
                                          <p:spTgt spid="16">
                                            <p:graphicEl>
                                              <a:chart seriesIdx="0" categoryIdx="2" bldStep="ptInCategory"/>
                                            </p:graphicEl>
                                          </p:spTgt>
                                        </p:tgtEl>
                                        <p:attrNameLst>
                                          <p:attrName>style.visibility</p:attrName>
                                        </p:attrNameLst>
                                      </p:cBhvr>
                                      <p:to>
                                        <p:strVal val="visible"/>
                                      </p:to>
                                    </p:set>
                                    <p:animEffect transition="in" filter="wipe(down)">
                                      <p:cBhvr>
                                        <p:cTn id="55" dur="500"/>
                                        <p:tgtEl>
                                          <p:spTgt spid="16">
                                            <p:graphicEl>
                                              <a:chart seriesIdx="0" categoryIdx="2" bldStep="ptInCategory"/>
                                            </p:graphicEl>
                                          </p:spTgt>
                                        </p:tgtEl>
                                      </p:cBhvr>
                                    </p:animEffect>
                                  </p:childTnLst>
                                </p:cTn>
                              </p:par>
                            </p:childTnLst>
                          </p:cTn>
                        </p:par>
                        <p:par>
                          <p:cTn id="56" fill="hold">
                            <p:stCondLst>
                              <p:cond delay="6500"/>
                            </p:stCondLst>
                            <p:childTnLst>
                              <p:par>
                                <p:cTn id="57" presetID="22" presetClass="entr" presetSubtype="4" fill="hold" grpId="0" nodeType="afterEffect">
                                  <p:stCondLst>
                                    <p:cond delay="0"/>
                                  </p:stCondLst>
                                  <p:childTnLst>
                                    <p:set>
                                      <p:cBhvr>
                                        <p:cTn id="58" dur="1" fill="hold">
                                          <p:stCondLst>
                                            <p:cond delay="0"/>
                                          </p:stCondLst>
                                        </p:cTn>
                                        <p:tgtEl>
                                          <p:spTgt spid="16">
                                            <p:graphicEl>
                                              <a:chart seriesIdx="1" categoryIdx="2" bldStep="ptInCategory"/>
                                            </p:graphicEl>
                                          </p:spTgt>
                                        </p:tgtEl>
                                        <p:attrNameLst>
                                          <p:attrName>style.visibility</p:attrName>
                                        </p:attrNameLst>
                                      </p:cBhvr>
                                      <p:to>
                                        <p:strVal val="visible"/>
                                      </p:to>
                                    </p:set>
                                    <p:animEffect transition="in" filter="wipe(down)">
                                      <p:cBhvr>
                                        <p:cTn id="59" dur="500"/>
                                        <p:tgtEl>
                                          <p:spTgt spid="16">
                                            <p:graphicEl>
                                              <a:chart seriesIdx="1" categoryIdx="2" bldStep="ptInCategory"/>
                                            </p:graphicEl>
                                          </p:spTgt>
                                        </p:tgtEl>
                                      </p:cBhvr>
                                    </p:animEffect>
                                  </p:childTnLst>
                                </p:cTn>
                              </p:par>
                            </p:childTnLst>
                          </p:cTn>
                        </p:par>
                        <p:par>
                          <p:cTn id="60" fill="hold">
                            <p:stCondLst>
                              <p:cond delay="7000"/>
                            </p:stCondLst>
                            <p:childTnLst>
                              <p:par>
                                <p:cTn id="61" presetID="22" presetClass="entr" presetSubtype="4" fill="hold" grpId="0" nodeType="afterEffect">
                                  <p:stCondLst>
                                    <p:cond delay="0"/>
                                  </p:stCondLst>
                                  <p:childTnLst>
                                    <p:set>
                                      <p:cBhvr>
                                        <p:cTn id="62" dur="1" fill="hold">
                                          <p:stCondLst>
                                            <p:cond delay="0"/>
                                          </p:stCondLst>
                                        </p:cTn>
                                        <p:tgtEl>
                                          <p:spTgt spid="16">
                                            <p:graphicEl>
                                              <a:chart seriesIdx="2" categoryIdx="2" bldStep="ptInCategory"/>
                                            </p:graphicEl>
                                          </p:spTgt>
                                        </p:tgtEl>
                                        <p:attrNameLst>
                                          <p:attrName>style.visibility</p:attrName>
                                        </p:attrNameLst>
                                      </p:cBhvr>
                                      <p:to>
                                        <p:strVal val="visible"/>
                                      </p:to>
                                    </p:set>
                                    <p:animEffect transition="in" filter="wipe(down)">
                                      <p:cBhvr>
                                        <p:cTn id="63" dur="500"/>
                                        <p:tgtEl>
                                          <p:spTgt spid="16">
                                            <p:graphicEl>
                                              <a:chart seriesIdx="2" categoryIdx="2" bldStep="ptInCategory"/>
                                            </p:graphicEl>
                                          </p:spTgt>
                                        </p:tgtEl>
                                      </p:cBhvr>
                                    </p:animEffect>
                                  </p:childTnLst>
                                </p:cTn>
                              </p:par>
                            </p:childTnLst>
                          </p:cTn>
                        </p:par>
                        <p:par>
                          <p:cTn id="64" fill="hold">
                            <p:stCondLst>
                              <p:cond delay="7500"/>
                            </p:stCondLst>
                            <p:childTnLst>
                              <p:par>
                                <p:cTn id="65" presetID="22" presetClass="entr" presetSubtype="4" fill="hold" grpId="0" nodeType="afterEffect">
                                  <p:stCondLst>
                                    <p:cond delay="0"/>
                                  </p:stCondLst>
                                  <p:childTnLst>
                                    <p:set>
                                      <p:cBhvr>
                                        <p:cTn id="66" dur="1" fill="hold">
                                          <p:stCondLst>
                                            <p:cond delay="0"/>
                                          </p:stCondLst>
                                        </p:cTn>
                                        <p:tgtEl>
                                          <p:spTgt spid="16">
                                            <p:graphicEl>
                                              <a:chart seriesIdx="0" categoryIdx="3" bldStep="ptInCategory"/>
                                            </p:graphicEl>
                                          </p:spTgt>
                                        </p:tgtEl>
                                        <p:attrNameLst>
                                          <p:attrName>style.visibility</p:attrName>
                                        </p:attrNameLst>
                                      </p:cBhvr>
                                      <p:to>
                                        <p:strVal val="visible"/>
                                      </p:to>
                                    </p:set>
                                    <p:animEffect transition="in" filter="wipe(down)">
                                      <p:cBhvr>
                                        <p:cTn id="67" dur="500"/>
                                        <p:tgtEl>
                                          <p:spTgt spid="16">
                                            <p:graphicEl>
                                              <a:chart seriesIdx="0" categoryIdx="3" bldStep="ptInCategory"/>
                                            </p:graphicEl>
                                          </p:spTgt>
                                        </p:tgtEl>
                                      </p:cBhvr>
                                    </p:animEffect>
                                  </p:childTnLst>
                                </p:cTn>
                              </p:par>
                            </p:childTnLst>
                          </p:cTn>
                        </p:par>
                        <p:par>
                          <p:cTn id="68" fill="hold">
                            <p:stCondLst>
                              <p:cond delay="8000"/>
                            </p:stCondLst>
                            <p:childTnLst>
                              <p:par>
                                <p:cTn id="69" presetID="22" presetClass="entr" presetSubtype="4" fill="hold" grpId="0" nodeType="afterEffect">
                                  <p:stCondLst>
                                    <p:cond delay="0"/>
                                  </p:stCondLst>
                                  <p:childTnLst>
                                    <p:set>
                                      <p:cBhvr>
                                        <p:cTn id="70" dur="1" fill="hold">
                                          <p:stCondLst>
                                            <p:cond delay="0"/>
                                          </p:stCondLst>
                                        </p:cTn>
                                        <p:tgtEl>
                                          <p:spTgt spid="16">
                                            <p:graphicEl>
                                              <a:chart seriesIdx="1" categoryIdx="3" bldStep="ptInCategory"/>
                                            </p:graphicEl>
                                          </p:spTgt>
                                        </p:tgtEl>
                                        <p:attrNameLst>
                                          <p:attrName>style.visibility</p:attrName>
                                        </p:attrNameLst>
                                      </p:cBhvr>
                                      <p:to>
                                        <p:strVal val="visible"/>
                                      </p:to>
                                    </p:set>
                                    <p:animEffect transition="in" filter="wipe(down)">
                                      <p:cBhvr>
                                        <p:cTn id="71" dur="500"/>
                                        <p:tgtEl>
                                          <p:spTgt spid="16">
                                            <p:graphicEl>
                                              <a:chart seriesIdx="1" categoryIdx="3" bldStep="ptInCategory"/>
                                            </p:graphicEl>
                                          </p:spTgt>
                                        </p:tgtEl>
                                      </p:cBhvr>
                                    </p:animEffect>
                                  </p:childTnLst>
                                </p:cTn>
                              </p:par>
                            </p:childTnLst>
                          </p:cTn>
                        </p:par>
                        <p:par>
                          <p:cTn id="72" fill="hold">
                            <p:stCondLst>
                              <p:cond delay="8500"/>
                            </p:stCondLst>
                            <p:childTnLst>
                              <p:par>
                                <p:cTn id="73" presetID="22" presetClass="entr" presetSubtype="4" fill="hold" grpId="0" nodeType="afterEffect">
                                  <p:stCondLst>
                                    <p:cond delay="0"/>
                                  </p:stCondLst>
                                  <p:childTnLst>
                                    <p:set>
                                      <p:cBhvr>
                                        <p:cTn id="74" dur="1" fill="hold">
                                          <p:stCondLst>
                                            <p:cond delay="0"/>
                                          </p:stCondLst>
                                        </p:cTn>
                                        <p:tgtEl>
                                          <p:spTgt spid="16">
                                            <p:graphicEl>
                                              <a:chart seriesIdx="2" categoryIdx="3" bldStep="ptInCategory"/>
                                            </p:graphicEl>
                                          </p:spTgt>
                                        </p:tgtEl>
                                        <p:attrNameLst>
                                          <p:attrName>style.visibility</p:attrName>
                                        </p:attrNameLst>
                                      </p:cBhvr>
                                      <p:to>
                                        <p:strVal val="visible"/>
                                      </p:to>
                                    </p:set>
                                    <p:animEffect transition="in" filter="wipe(down)">
                                      <p:cBhvr>
                                        <p:cTn id="75" dur="500"/>
                                        <p:tgtEl>
                                          <p:spTgt spid="16">
                                            <p:graphicEl>
                                              <a:chart seriesIdx="2" categoryIdx="3" bldStep="ptIn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6" grpId="0">
        <p:bldSub>
          <a:bldChart bld="categoryEl"/>
        </p:bldSub>
      </p:bldGraphic>
      <p:bldP spid="25" grpId="0" build="p"/>
      <p:bldP spid="27" grpId="0" build="p"/>
      <p:bldP spid="28" grpId="0" build="p"/>
      <p:bldP spid="29" grpId="0" build="p"/>
      <p:bldP spid="3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Placeholder 18"/>
          <p:cNvGraphicFramePr>
            <a:graphicFrameLocks noGrp="1"/>
          </p:cNvGraphicFramePr>
          <p:nvPr>
            <p:ph type="tbl" sz="quarter" idx="13"/>
          </p:nvPr>
        </p:nvGraphicFramePr>
        <p:xfrm>
          <a:off x="628650" y="1506141"/>
          <a:ext cx="7885510" cy="2545080"/>
        </p:xfrm>
        <a:graphic>
          <a:graphicData uri="http://schemas.openxmlformats.org/drawingml/2006/table">
            <a:tbl>
              <a:tblPr firstRow="1" bandRow="1">
                <a:tableStyleId>{5C22544A-7EE6-4342-B048-85BDC9FD1C3A}</a:tableStyleId>
              </a:tblPr>
              <a:tblGrid>
                <a:gridCol w="436978">
                  <a:extLst>
                    <a:ext uri="{9D8B030D-6E8A-4147-A177-3AD203B41FA5}">
                      <a16:colId xmlns:a16="http://schemas.microsoft.com/office/drawing/2014/main" val="20000"/>
                    </a:ext>
                  </a:extLst>
                </a:gridCol>
                <a:gridCol w="6077243">
                  <a:extLst>
                    <a:ext uri="{9D8B030D-6E8A-4147-A177-3AD203B41FA5}">
                      <a16:colId xmlns:a16="http://schemas.microsoft.com/office/drawing/2014/main" val="20001"/>
                    </a:ext>
                  </a:extLst>
                </a:gridCol>
                <a:gridCol w="1371289">
                  <a:extLst>
                    <a:ext uri="{9D8B030D-6E8A-4147-A177-3AD203B41FA5}">
                      <a16:colId xmlns:a16="http://schemas.microsoft.com/office/drawing/2014/main" val="20002"/>
                    </a:ext>
                  </a:extLst>
                </a:gridCol>
              </a:tblGrid>
              <a:tr h="480060">
                <a:tc>
                  <a:txBody>
                    <a:bodyPr/>
                    <a:lstStyle/>
                    <a:p>
                      <a:r>
                        <a:rPr lang="id-ID" sz="1400" dirty="0"/>
                        <a:t>No.</a:t>
                      </a:r>
                      <a:endParaRPr lang="en-AU" sz="1400" dirty="0"/>
                    </a:p>
                  </a:txBody>
                  <a:tcPr marL="68580" marR="68580" marT="34290" marB="34290"/>
                </a:tc>
                <a:tc>
                  <a:txBody>
                    <a:bodyPr/>
                    <a:lstStyle/>
                    <a:p>
                      <a:pPr algn="ctr"/>
                      <a:r>
                        <a:rPr lang="zh-CN" altLang="en-US" sz="1400" dirty="0"/>
                        <a:t>请输入您的内容</a:t>
                      </a:r>
                      <a:endParaRPr lang="en-AU" altLang="zh-CN" sz="1400" dirty="0"/>
                    </a:p>
                  </a:txBody>
                  <a:tcPr marL="68580" marR="68580"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400" dirty="0"/>
                        <a:t>请输入您的内容</a:t>
                      </a:r>
                      <a:endParaRPr lang="en-AU" altLang="zh-CN" sz="1400" dirty="0"/>
                    </a:p>
                    <a:p>
                      <a:pPr algn="ctr"/>
                      <a:r>
                        <a:rPr lang="id-ID" sz="1400" baseline="0" dirty="0"/>
                        <a:t> (USD)</a:t>
                      </a:r>
                      <a:endParaRPr lang="en-AU" sz="1400" dirty="0"/>
                    </a:p>
                  </a:txBody>
                  <a:tcPr marL="68580" marR="68580" marT="34290" marB="34290"/>
                </a:tc>
                <a:extLst>
                  <a:ext uri="{0D108BD9-81ED-4DB2-BD59-A6C34878D82A}">
                    <a16:rowId xmlns:a16="http://schemas.microsoft.com/office/drawing/2014/main" val="10000"/>
                  </a:ext>
                </a:extLst>
              </a:tr>
              <a:tr h="480060">
                <a:tc>
                  <a:txBody>
                    <a:bodyPr/>
                    <a:lstStyle/>
                    <a:p>
                      <a:pPr algn="ctr"/>
                      <a:r>
                        <a:rPr lang="id-ID" sz="1400" dirty="0"/>
                        <a:t>1</a:t>
                      </a:r>
                      <a:endParaRPr lang="en-AU" sz="1400" dirty="0"/>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400" dirty="0"/>
                        <a:t>输入您的标题</a:t>
                      </a:r>
                      <a:r>
                        <a:rPr lang="id-ID" sz="1400" dirty="0"/>
                        <a:t> 1:</a:t>
                      </a:r>
                      <a:r>
                        <a:rPr lang="zh-CN" altLang="en-US" sz="1400" dirty="0"/>
                        <a:t>请输入您的内容</a:t>
                      </a:r>
                      <a:endParaRPr lang="en-AU" altLang="zh-CN" sz="1400" dirty="0"/>
                    </a:p>
                    <a:p>
                      <a:endParaRPr lang="en-AU" sz="1400" dirty="0"/>
                    </a:p>
                  </a:txBody>
                  <a:tcPr marL="68580" marR="68580" marT="34290" marB="34290"/>
                </a:tc>
                <a:tc>
                  <a:txBody>
                    <a:bodyPr/>
                    <a:lstStyle/>
                    <a:p>
                      <a:pPr algn="ctr"/>
                      <a:r>
                        <a:rPr lang="id-ID" sz="1400" dirty="0"/>
                        <a:t>122</a:t>
                      </a:r>
                      <a:endParaRPr lang="en-AU" sz="1400" dirty="0"/>
                    </a:p>
                  </a:txBody>
                  <a:tcPr marL="68580" marR="68580" marT="34290" marB="34290"/>
                </a:tc>
                <a:extLst>
                  <a:ext uri="{0D108BD9-81ED-4DB2-BD59-A6C34878D82A}">
                    <a16:rowId xmlns:a16="http://schemas.microsoft.com/office/drawing/2014/main" val="10001"/>
                  </a:ext>
                </a:extLst>
              </a:tr>
              <a:tr h="480060">
                <a:tc>
                  <a:txBody>
                    <a:bodyPr/>
                    <a:lstStyle/>
                    <a:p>
                      <a:pPr algn="ctr"/>
                      <a:r>
                        <a:rPr lang="id-ID" sz="1400" dirty="0"/>
                        <a:t>2</a:t>
                      </a:r>
                      <a:endParaRPr lang="en-AU" sz="1400" dirty="0"/>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400" dirty="0"/>
                        <a:t>输入您的标题</a:t>
                      </a:r>
                      <a:r>
                        <a:rPr lang="id-ID" sz="1400" dirty="0"/>
                        <a:t> 2:</a:t>
                      </a:r>
                      <a:r>
                        <a:rPr lang="zh-CN" altLang="en-US" sz="1400" dirty="0"/>
                        <a:t>请输入您的内容</a:t>
                      </a:r>
                      <a:endParaRPr lang="en-AU" altLang="zh-CN" sz="1400" dirty="0"/>
                    </a:p>
                    <a:p>
                      <a:endParaRPr lang="en-AU" sz="1400" dirty="0"/>
                    </a:p>
                  </a:txBody>
                  <a:tcPr marL="68580" marR="68580" marT="34290" marB="34290"/>
                </a:tc>
                <a:tc>
                  <a:txBody>
                    <a:bodyPr/>
                    <a:lstStyle/>
                    <a:p>
                      <a:pPr algn="ctr"/>
                      <a:r>
                        <a:rPr lang="id-ID" sz="1400" dirty="0"/>
                        <a:t>125</a:t>
                      </a:r>
                      <a:endParaRPr lang="en-AU" sz="1400" dirty="0"/>
                    </a:p>
                  </a:txBody>
                  <a:tcPr marL="68580" marR="68580" marT="34290" marB="34290"/>
                </a:tc>
                <a:extLst>
                  <a:ext uri="{0D108BD9-81ED-4DB2-BD59-A6C34878D82A}">
                    <a16:rowId xmlns:a16="http://schemas.microsoft.com/office/drawing/2014/main" val="10002"/>
                  </a:ext>
                </a:extLst>
              </a:tr>
              <a:tr h="278130">
                <a:tc>
                  <a:txBody>
                    <a:bodyPr/>
                    <a:lstStyle/>
                    <a:p>
                      <a:pPr algn="ctr"/>
                      <a:r>
                        <a:rPr lang="id-ID" sz="1400" dirty="0"/>
                        <a:t>3</a:t>
                      </a:r>
                      <a:endParaRPr lang="en-AU" sz="1400" dirty="0"/>
                    </a:p>
                  </a:txBody>
                  <a:tcPr marL="68580" marR="68580" marT="34290" marB="34290"/>
                </a:tc>
                <a:tc>
                  <a:txBody>
                    <a:bodyPr/>
                    <a:lstStyle/>
                    <a:p>
                      <a:pPr algn="ctr"/>
                      <a:r>
                        <a:rPr lang="zh-CN" altLang="en-US" sz="1400" dirty="0"/>
                        <a:t>输入您的标题</a:t>
                      </a:r>
                      <a:r>
                        <a:rPr lang="id-ID" sz="1400" dirty="0"/>
                        <a:t> 3:</a:t>
                      </a:r>
                      <a:r>
                        <a:rPr lang="zh-CN" altLang="en-US" sz="1400" dirty="0"/>
                        <a:t>请输入您的内容</a:t>
                      </a:r>
                      <a:endParaRPr lang="en-AU" altLang="zh-CN" sz="1400" dirty="0"/>
                    </a:p>
                  </a:txBody>
                  <a:tcPr marL="68580" marR="68580" marT="34290" marB="34290"/>
                </a:tc>
                <a:tc>
                  <a:txBody>
                    <a:bodyPr/>
                    <a:lstStyle/>
                    <a:p>
                      <a:pPr algn="ctr"/>
                      <a:r>
                        <a:rPr lang="id-ID" sz="1400" dirty="0"/>
                        <a:t>255</a:t>
                      </a:r>
                      <a:endParaRPr lang="en-AU" sz="1400" dirty="0"/>
                    </a:p>
                  </a:txBody>
                  <a:tcPr marL="68580" marR="68580" marT="34290" marB="34290"/>
                </a:tc>
                <a:extLst>
                  <a:ext uri="{0D108BD9-81ED-4DB2-BD59-A6C34878D82A}">
                    <a16:rowId xmlns:a16="http://schemas.microsoft.com/office/drawing/2014/main" val="10003"/>
                  </a:ext>
                </a:extLst>
              </a:tr>
              <a:tr h="278130">
                <a:tc>
                  <a:txBody>
                    <a:bodyPr/>
                    <a:lstStyle/>
                    <a:p>
                      <a:pPr algn="ctr"/>
                      <a:r>
                        <a:rPr lang="id-ID" sz="1400" dirty="0"/>
                        <a:t>4</a:t>
                      </a:r>
                      <a:endParaRPr lang="en-AU" sz="1400" dirty="0"/>
                    </a:p>
                  </a:txBody>
                  <a:tcPr marL="68580" marR="68580" marT="34290" marB="34290"/>
                </a:tc>
                <a:tc>
                  <a:txBody>
                    <a:bodyPr/>
                    <a:lstStyle/>
                    <a:p>
                      <a:pPr algn="ctr"/>
                      <a:r>
                        <a:rPr lang="zh-CN" altLang="en-US" sz="1400" dirty="0"/>
                        <a:t>输入您的标题</a:t>
                      </a:r>
                      <a:r>
                        <a:rPr lang="id-ID" sz="1400" dirty="0"/>
                        <a:t> 4:</a:t>
                      </a:r>
                      <a:r>
                        <a:rPr lang="zh-CN" altLang="en-US" sz="1400" dirty="0"/>
                        <a:t>请输入您的内容</a:t>
                      </a:r>
                      <a:endParaRPr lang="en-AU" altLang="zh-CN" sz="1400" dirty="0"/>
                    </a:p>
                  </a:txBody>
                  <a:tcPr marL="68580" marR="68580" marT="34290" marB="34290"/>
                </a:tc>
                <a:tc>
                  <a:txBody>
                    <a:bodyPr/>
                    <a:lstStyle/>
                    <a:p>
                      <a:pPr algn="ctr"/>
                      <a:r>
                        <a:rPr lang="id-ID" sz="1400" dirty="0"/>
                        <a:t>75</a:t>
                      </a:r>
                      <a:endParaRPr lang="en-AU" sz="1400" dirty="0"/>
                    </a:p>
                  </a:txBody>
                  <a:tcPr marL="68580" marR="68580" marT="34290" marB="34290"/>
                </a:tc>
                <a:extLst>
                  <a:ext uri="{0D108BD9-81ED-4DB2-BD59-A6C34878D82A}">
                    <a16:rowId xmlns:a16="http://schemas.microsoft.com/office/drawing/2014/main" val="10004"/>
                  </a:ext>
                </a:extLst>
              </a:tr>
              <a:tr h="278130">
                <a:tc gridSpan="2">
                  <a:txBody>
                    <a:bodyPr/>
                    <a:lstStyle/>
                    <a:p>
                      <a:r>
                        <a:rPr lang="id-ID" sz="1400" b="1" dirty="0"/>
                        <a:t>Total</a:t>
                      </a:r>
                      <a:endParaRPr lang="en-AU" sz="1400" b="1" dirty="0"/>
                    </a:p>
                  </a:txBody>
                  <a:tcPr marL="68580" marR="68580" marT="34290" marB="34290"/>
                </a:tc>
                <a:tc hMerge="1">
                  <a:txBody>
                    <a:bodyPr/>
                    <a:lstStyle/>
                    <a:p>
                      <a:endParaRPr lang="zh-CN"/>
                    </a:p>
                  </a:txBody>
                  <a:tcPr/>
                </a:tc>
                <a:tc>
                  <a:txBody>
                    <a:bodyPr/>
                    <a:lstStyle/>
                    <a:p>
                      <a:pPr algn="ctr"/>
                      <a:r>
                        <a:rPr lang="id-ID" sz="1400" b="1" dirty="0"/>
                        <a:t>577</a:t>
                      </a:r>
                      <a:endParaRPr lang="en-AU" sz="1400" b="1" dirty="0"/>
                    </a:p>
                  </a:txBody>
                  <a:tcPr marL="68580" marR="68580" marT="34290" marB="34290"/>
                </a:tc>
                <a:extLst>
                  <a:ext uri="{0D108BD9-81ED-4DB2-BD59-A6C34878D82A}">
                    <a16:rowId xmlns:a16="http://schemas.microsoft.com/office/drawing/2014/main" val="10005"/>
                  </a:ext>
                </a:extLst>
              </a:tr>
            </a:tbl>
          </a:graphicData>
        </a:graphic>
      </p:graphicFrame>
      <p:sp>
        <p:nvSpPr>
          <p:cNvPr id="21" name="Subtitle 16"/>
          <p:cNvSpPr txBox="1"/>
          <p:nvPr/>
        </p:nvSpPr>
        <p:spPr>
          <a:xfrm>
            <a:off x="7876498" y="897191"/>
            <a:ext cx="727895" cy="222484"/>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lumMod val="50000"/>
                  </a:schemeClr>
                </a:solidFill>
                <a:latin typeface="Roboto" panose="02000000000000000000" pitchFamily="2" charset="0"/>
                <a:ea typeface="Roboto" panose="02000000000000000000" pitchFamily="2" charset="0"/>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bg1">
                    <a:lumMod val="50000"/>
                  </a:schemeClr>
                </a:solidFill>
                <a:latin typeface="Roboto" panose="02000000000000000000" pitchFamily="2" charset="0"/>
                <a:ea typeface="Roboto" panose="02000000000000000000" pitchFamily="2" charset="0"/>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bg1">
                    <a:lumMod val="50000"/>
                  </a:schemeClr>
                </a:solidFill>
                <a:latin typeface="Roboto" panose="02000000000000000000" pitchFamily="2" charset="0"/>
                <a:ea typeface="Roboto" panose="02000000000000000000" pitchFamily="2" charset="0"/>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bg1">
                    <a:lumMod val="50000"/>
                  </a:schemeClr>
                </a:solidFill>
                <a:latin typeface="Roboto" panose="02000000000000000000" pitchFamily="2" charset="0"/>
                <a:ea typeface="Roboto" panose="02000000000000000000" pitchFamily="2" charset="0"/>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1">
                    <a:lumMod val="50000"/>
                  </a:schemeClr>
                </a:solidFill>
                <a:latin typeface="Roboto" panose="02000000000000000000" pitchFamily="2" charset="0"/>
                <a:ea typeface="Roboto" panose="02000000000000000000" pitchFamily="2" charset="0"/>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d-ID" sz="1050" dirty="0"/>
              <a:t>Your logo</a:t>
            </a:r>
            <a:endParaRPr lang="en-AU" sz="1050" dirty="0"/>
          </a:p>
        </p:txBody>
      </p:sp>
      <p:grpSp>
        <p:nvGrpSpPr>
          <p:cNvPr id="23" name="Group 22"/>
          <p:cNvGrpSpPr/>
          <p:nvPr/>
        </p:nvGrpSpPr>
        <p:grpSpPr>
          <a:xfrm>
            <a:off x="8092336" y="524772"/>
            <a:ext cx="296219" cy="296219"/>
            <a:chOff x="10730241" y="605225"/>
            <a:chExt cx="514038" cy="514038"/>
          </a:xfrm>
        </p:grpSpPr>
        <p:sp>
          <p:nvSpPr>
            <p:cNvPr id="20" name="Rounded Rectangle 19"/>
            <p:cNvSpPr/>
            <p:nvPr/>
          </p:nvSpPr>
          <p:spPr>
            <a:xfrm rot="2700000">
              <a:off x="10730241" y="605225"/>
              <a:ext cx="514038" cy="514038"/>
            </a:xfrm>
            <a:prstGeom prst="roundRect">
              <a:avLst>
                <a:gd name="adj" fmla="val 2990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sp>
          <p:nvSpPr>
            <p:cNvPr id="22" name="Teardrop 21"/>
            <p:cNvSpPr/>
            <p:nvPr/>
          </p:nvSpPr>
          <p:spPr>
            <a:xfrm rot="8281304">
              <a:off x="10855630" y="715880"/>
              <a:ext cx="263258" cy="263258"/>
            </a:xfrm>
            <a:prstGeom prst="teardrop">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grpSp>
      <p:sp>
        <p:nvSpPr>
          <p:cNvPr id="28" name="Text Placeholder 4"/>
          <p:cNvSpPr txBox="1"/>
          <p:nvPr/>
        </p:nvSpPr>
        <p:spPr>
          <a:xfrm>
            <a:off x="614769" y="3800475"/>
            <a:ext cx="1751409" cy="231631"/>
          </a:xfrm>
          <a:prstGeom prst="rect">
            <a:avLst/>
          </a:prstGeom>
          <a:solidFill>
            <a:schemeClr val="accent2"/>
          </a:solidFill>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050" dirty="0">
                <a:solidFill>
                  <a:schemeClr val="bg1"/>
                </a:solidFill>
              </a:rPr>
              <a:t>输入您的标题</a:t>
            </a:r>
            <a:endParaRPr lang="en-AU" sz="1050" dirty="0">
              <a:solidFill>
                <a:schemeClr val="bg1"/>
              </a:solidFill>
            </a:endParaRPr>
          </a:p>
        </p:txBody>
      </p:sp>
      <p:sp>
        <p:nvSpPr>
          <p:cNvPr id="29" name="Text Placeholder 5"/>
          <p:cNvSpPr txBox="1"/>
          <p:nvPr/>
        </p:nvSpPr>
        <p:spPr>
          <a:xfrm>
            <a:off x="614769" y="4032106"/>
            <a:ext cx="1751409" cy="914400"/>
          </a:xfrm>
          <a:prstGeom prst="rect">
            <a:avLst/>
          </a:prstGeom>
        </p:spPr>
        <p:txBody>
          <a:bodyPr vert="horz" lIns="68580" tIns="34290" rIns="68580" bIns="34290" rtlCol="0">
            <a:normAutofit fontScale="70000" lnSpcReduction="20000"/>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900" dirty="0"/>
              <a:t> </a:t>
            </a:r>
          </a:p>
          <a:p>
            <a:r>
              <a:rPr lang="zh-CN" altLang="en-US" sz="900" dirty="0"/>
              <a:t>单击此处添加文本</a:t>
            </a:r>
          </a:p>
          <a:p>
            <a:r>
              <a:rPr lang="zh-CN" altLang="en-US" sz="900" dirty="0"/>
              <a:t>单击此处添加文本</a:t>
            </a:r>
          </a:p>
          <a:p>
            <a:r>
              <a:rPr lang="zh-CN" altLang="en-US" sz="900" dirty="0"/>
              <a:t>单击此处添加文本</a:t>
            </a:r>
          </a:p>
          <a:p>
            <a:r>
              <a:rPr lang="zh-CN" altLang="en-US" sz="900" dirty="0"/>
              <a:t>单击此处添加文本</a:t>
            </a:r>
            <a:endParaRPr lang="en-AU" sz="900" dirty="0"/>
          </a:p>
        </p:txBody>
      </p:sp>
      <p:sp>
        <p:nvSpPr>
          <p:cNvPr id="10" name="矩形 9"/>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ppt_w</p:attrName>
                                        </p:attrNameLst>
                                      </p:cBhvr>
                                      <p:tavLst>
                                        <p:tav tm="0">
                                          <p:val>
                                            <p:fltVal val="0"/>
                                          </p:val>
                                        </p:tav>
                                        <p:tav tm="100000">
                                          <p:val>
                                            <p:strVal val="#ppt_w"/>
                                          </p:val>
                                        </p:tav>
                                      </p:tavLst>
                                    </p:anim>
                                    <p:anim calcmode="lin" valueType="num">
                                      <p:cBhvr>
                                        <p:cTn id="14" dur="500" fill="hold"/>
                                        <p:tgtEl>
                                          <p:spTgt spid="21"/>
                                        </p:tgtEl>
                                        <p:attrNameLst>
                                          <p:attrName>ppt_h</p:attrName>
                                        </p:attrNameLst>
                                      </p:cBhvr>
                                      <p:tavLst>
                                        <p:tav tm="0">
                                          <p:val>
                                            <p:fltVal val="0"/>
                                          </p:val>
                                        </p:tav>
                                        <p:tav tm="100000">
                                          <p:val>
                                            <p:strVal val="#ppt_h"/>
                                          </p:val>
                                        </p:tav>
                                      </p:tavLst>
                                    </p:anim>
                                    <p:animEffect transition="in" filter="fade">
                                      <p:cBhvr>
                                        <p:cTn id="15" dur="500"/>
                                        <p:tgtEl>
                                          <p:spTgt spid="21"/>
                                        </p:tgtEl>
                                      </p:cBhvr>
                                    </p:animEffect>
                                  </p:childTnLst>
                                </p:cTn>
                              </p:par>
                            </p:childTnLst>
                          </p:cTn>
                        </p:par>
                        <p:par>
                          <p:cTn id="16" fill="hold">
                            <p:stCondLst>
                              <p:cond delay="1000"/>
                            </p:stCondLst>
                            <p:childTnLst>
                              <p:par>
                                <p:cTn id="17" presetID="22" presetClass="entr" presetSubtype="1"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up)">
                                      <p:cBhvr>
                                        <p:cTn id="19" dur="500"/>
                                        <p:tgtEl>
                                          <p:spTgt spid="19"/>
                                        </p:tgtEl>
                                      </p:cBhvr>
                                    </p:animEffect>
                                  </p:childTnLst>
                                </p:cTn>
                              </p:par>
                            </p:childTnLst>
                          </p:cTn>
                        </p:par>
                        <p:par>
                          <p:cTn id="20" fill="hold">
                            <p:stCondLst>
                              <p:cond delay="1500"/>
                            </p:stCondLst>
                            <p:childTnLst>
                              <p:par>
                                <p:cTn id="21" presetID="10" presetClass="entr" presetSubtype="0"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childTnLst>
                          </p:cTn>
                        </p:par>
                        <p:par>
                          <p:cTn id="24" fill="hold">
                            <p:stCondLst>
                              <p:cond delay="200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8" grpId="0" animBg="1"/>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p:cNvGrpSpPr/>
          <p:nvPr/>
        </p:nvGrpSpPr>
        <p:grpSpPr>
          <a:xfrm>
            <a:off x="888" y="3090511"/>
            <a:ext cx="9143112" cy="2060960"/>
            <a:chOff x="1184" y="4120681"/>
            <a:chExt cx="12190816" cy="2747947"/>
          </a:xfrm>
        </p:grpSpPr>
        <p:sp>
          <p:nvSpPr>
            <p:cNvPr id="39" name="Freeform 13"/>
            <p:cNvSpPr/>
            <p:nvPr/>
          </p:nvSpPr>
          <p:spPr bwMode="auto">
            <a:xfrm>
              <a:off x="10162130" y="5375511"/>
              <a:ext cx="2029870" cy="1482489"/>
            </a:xfrm>
            <a:custGeom>
              <a:avLst/>
              <a:gdLst>
                <a:gd name="T0" fmla="*/ 1230 w 1276"/>
                <a:gd name="T1" fmla="*/ 748 h 933"/>
                <a:gd name="T2" fmla="*/ 1221 w 1276"/>
                <a:gd name="T3" fmla="*/ 748 h 933"/>
                <a:gd name="T4" fmla="*/ 1206 w 1276"/>
                <a:gd name="T5" fmla="*/ 748 h 933"/>
                <a:gd name="T6" fmla="*/ 1211 w 1276"/>
                <a:gd name="T7" fmla="*/ 216 h 933"/>
                <a:gd name="T8" fmla="*/ 1218 w 1276"/>
                <a:gd name="T9" fmla="*/ 216 h 933"/>
                <a:gd name="T10" fmla="*/ 1221 w 1276"/>
                <a:gd name="T11" fmla="*/ 214 h 933"/>
                <a:gd name="T12" fmla="*/ 1218 w 1276"/>
                <a:gd name="T13" fmla="*/ 185 h 933"/>
                <a:gd name="T14" fmla="*/ 1206 w 1276"/>
                <a:gd name="T15" fmla="*/ 182 h 933"/>
                <a:gd name="T16" fmla="*/ 1192 w 1276"/>
                <a:gd name="T17" fmla="*/ 180 h 933"/>
                <a:gd name="T18" fmla="*/ 1182 w 1276"/>
                <a:gd name="T19" fmla="*/ 0 h 933"/>
                <a:gd name="T20" fmla="*/ 1172 w 1276"/>
                <a:gd name="T21" fmla="*/ 180 h 933"/>
                <a:gd name="T22" fmla="*/ 1158 w 1276"/>
                <a:gd name="T23" fmla="*/ 180 h 933"/>
                <a:gd name="T24" fmla="*/ 1143 w 1276"/>
                <a:gd name="T25" fmla="*/ 182 h 933"/>
                <a:gd name="T26" fmla="*/ 1141 w 1276"/>
                <a:gd name="T27" fmla="*/ 212 h 933"/>
                <a:gd name="T28" fmla="*/ 1143 w 1276"/>
                <a:gd name="T29" fmla="*/ 214 h 933"/>
                <a:gd name="T30" fmla="*/ 1151 w 1276"/>
                <a:gd name="T31" fmla="*/ 214 h 933"/>
                <a:gd name="T32" fmla="*/ 1071 w 1276"/>
                <a:gd name="T33" fmla="*/ 659 h 933"/>
                <a:gd name="T34" fmla="*/ 659 w 1276"/>
                <a:gd name="T35" fmla="*/ 496 h 933"/>
                <a:gd name="T36" fmla="*/ 666 w 1276"/>
                <a:gd name="T37" fmla="*/ 491 h 933"/>
                <a:gd name="T38" fmla="*/ 611 w 1276"/>
                <a:gd name="T39" fmla="*/ 430 h 933"/>
                <a:gd name="T40" fmla="*/ 620 w 1276"/>
                <a:gd name="T41" fmla="*/ 425 h 933"/>
                <a:gd name="T42" fmla="*/ 606 w 1276"/>
                <a:gd name="T43" fmla="*/ 420 h 933"/>
                <a:gd name="T44" fmla="*/ 608 w 1276"/>
                <a:gd name="T45" fmla="*/ 406 h 933"/>
                <a:gd name="T46" fmla="*/ 606 w 1276"/>
                <a:gd name="T47" fmla="*/ 389 h 933"/>
                <a:gd name="T48" fmla="*/ 594 w 1276"/>
                <a:gd name="T49" fmla="*/ 379 h 933"/>
                <a:gd name="T50" fmla="*/ 586 w 1276"/>
                <a:gd name="T51" fmla="*/ 377 h 933"/>
                <a:gd name="T52" fmla="*/ 569 w 1276"/>
                <a:gd name="T53" fmla="*/ 377 h 933"/>
                <a:gd name="T54" fmla="*/ 562 w 1276"/>
                <a:gd name="T55" fmla="*/ 379 h 933"/>
                <a:gd name="T56" fmla="*/ 552 w 1276"/>
                <a:gd name="T57" fmla="*/ 391 h 933"/>
                <a:gd name="T58" fmla="*/ 548 w 1276"/>
                <a:gd name="T59" fmla="*/ 399 h 933"/>
                <a:gd name="T60" fmla="*/ 548 w 1276"/>
                <a:gd name="T61" fmla="*/ 413 h 933"/>
                <a:gd name="T62" fmla="*/ 552 w 1276"/>
                <a:gd name="T63" fmla="*/ 423 h 933"/>
                <a:gd name="T64" fmla="*/ 538 w 1276"/>
                <a:gd name="T65" fmla="*/ 425 h 933"/>
                <a:gd name="T66" fmla="*/ 548 w 1276"/>
                <a:gd name="T67" fmla="*/ 430 h 933"/>
                <a:gd name="T68" fmla="*/ 519 w 1276"/>
                <a:gd name="T69" fmla="*/ 491 h 933"/>
                <a:gd name="T70" fmla="*/ 412 w 1276"/>
                <a:gd name="T71" fmla="*/ 491 h 933"/>
                <a:gd name="T72" fmla="*/ 402 w 1276"/>
                <a:gd name="T73" fmla="*/ 491 h 933"/>
                <a:gd name="T74" fmla="*/ 359 w 1276"/>
                <a:gd name="T75" fmla="*/ 464 h 933"/>
                <a:gd name="T76" fmla="*/ 366 w 1276"/>
                <a:gd name="T77" fmla="*/ 459 h 933"/>
                <a:gd name="T78" fmla="*/ 204 w 1276"/>
                <a:gd name="T79" fmla="*/ 447 h 933"/>
                <a:gd name="T80" fmla="*/ 194 w 1276"/>
                <a:gd name="T81" fmla="*/ 416 h 933"/>
                <a:gd name="T82" fmla="*/ 177 w 1276"/>
                <a:gd name="T83" fmla="*/ 391 h 933"/>
                <a:gd name="T84" fmla="*/ 155 w 1276"/>
                <a:gd name="T85" fmla="*/ 369 h 933"/>
                <a:gd name="T86" fmla="*/ 141 w 1276"/>
                <a:gd name="T87" fmla="*/ 360 h 933"/>
                <a:gd name="T88" fmla="*/ 114 w 1276"/>
                <a:gd name="T89" fmla="*/ 350 h 933"/>
                <a:gd name="T90" fmla="*/ 112 w 1276"/>
                <a:gd name="T91" fmla="*/ 348 h 933"/>
                <a:gd name="T92" fmla="*/ 97 w 1276"/>
                <a:gd name="T93" fmla="*/ 345 h 933"/>
                <a:gd name="T94" fmla="*/ 92 w 1276"/>
                <a:gd name="T95" fmla="*/ 345 h 933"/>
                <a:gd name="T96" fmla="*/ 88 w 1276"/>
                <a:gd name="T97" fmla="*/ 345 h 933"/>
                <a:gd name="T98" fmla="*/ 78 w 1276"/>
                <a:gd name="T99" fmla="*/ 263 h 933"/>
                <a:gd name="T100" fmla="*/ 73 w 1276"/>
                <a:gd name="T101" fmla="*/ 345 h 933"/>
                <a:gd name="T102" fmla="*/ 68 w 1276"/>
                <a:gd name="T103" fmla="*/ 345 h 933"/>
                <a:gd name="T104" fmla="*/ 51 w 1276"/>
                <a:gd name="T105" fmla="*/ 348 h 933"/>
                <a:gd name="T106" fmla="*/ 51 w 1276"/>
                <a:gd name="T107" fmla="*/ 348 h 933"/>
                <a:gd name="T108" fmla="*/ 37 w 1276"/>
                <a:gd name="T109" fmla="*/ 355 h 933"/>
                <a:gd name="T110" fmla="*/ 22 w 1276"/>
                <a:gd name="T111" fmla="*/ 360 h 933"/>
                <a:gd name="T112" fmla="*/ 0 w 1276"/>
                <a:gd name="T113" fmla="*/ 374 h 933"/>
                <a:gd name="T114" fmla="*/ 1276 w 1276"/>
                <a:gd name="T115" fmla="*/ 933 h 933"/>
                <a:gd name="T116" fmla="*/ 1233 w 1276"/>
                <a:gd name="T117" fmla="*/ 739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6" h="933">
                  <a:moveTo>
                    <a:pt x="1233" y="746"/>
                  </a:moveTo>
                  <a:lnTo>
                    <a:pt x="1230" y="748"/>
                  </a:lnTo>
                  <a:lnTo>
                    <a:pt x="1228" y="748"/>
                  </a:lnTo>
                  <a:lnTo>
                    <a:pt x="1221" y="748"/>
                  </a:lnTo>
                  <a:lnTo>
                    <a:pt x="1216" y="748"/>
                  </a:lnTo>
                  <a:lnTo>
                    <a:pt x="1206" y="748"/>
                  </a:lnTo>
                  <a:lnTo>
                    <a:pt x="1206" y="741"/>
                  </a:lnTo>
                  <a:lnTo>
                    <a:pt x="1211" y="216"/>
                  </a:lnTo>
                  <a:lnTo>
                    <a:pt x="1213" y="216"/>
                  </a:lnTo>
                  <a:lnTo>
                    <a:pt x="1218" y="216"/>
                  </a:lnTo>
                  <a:lnTo>
                    <a:pt x="1221" y="214"/>
                  </a:lnTo>
                  <a:lnTo>
                    <a:pt x="1221" y="214"/>
                  </a:lnTo>
                  <a:lnTo>
                    <a:pt x="1221" y="185"/>
                  </a:lnTo>
                  <a:lnTo>
                    <a:pt x="1218" y="185"/>
                  </a:lnTo>
                  <a:lnTo>
                    <a:pt x="1213" y="182"/>
                  </a:lnTo>
                  <a:lnTo>
                    <a:pt x="1206" y="182"/>
                  </a:lnTo>
                  <a:lnTo>
                    <a:pt x="1197" y="180"/>
                  </a:lnTo>
                  <a:lnTo>
                    <a:pt x="1192" y="180"/>
                  </a:lnTo>
                  <a:lnTo>
                    <a:pt x="1192" y="93"/>
                  </a:lnTo>
                  <a:lnTo>
                    <a:pt x="1182" y="0"/>
                  </a:lnTo>
                  <a:lnTo>
                    <a:pt x="1175" y="90"/>
                  </a:lnTo>
                  <a:lnTo>
                    <a:pt x="1172" y="180"/>
                  </a:lnTo>
                  <a:lnTo>
                    <a:pt x="1165" y="180"/>
                  </a:lnTo>
                  <a:lnTo>
                    <a:pt x="1158" y="180"/>
                  </a:lnTo>
                  <a:lnTo>
                    <a:pt x="1151" y="180"/>
                  </a:lnTo>
                  <a:lnTo>
                    <a:pt x="1143" y="182"/>
                  </a:lnTo>
                  <a:lnTo>
                    <a:pt x="1141" y="182"/>
                  </a:lnTo>
                  <a:lnTo>
                    <a:pt x="1141" y="212"/>
                  </a:lnTo>
                  <a:lnTo>
                    <a:pt x="1141" y="212"/>
                  </a:lnTo>
                  <a:lnTo>
                    <a:pt x="1143" y="214"/>
                  </a:lnTo>
                  <a:lnTo>
                    <a:pt x="1148" y="214"/>
                  </a:lnTo>
                  <a:lnTo>
                    <a:pt x="1151" y="214"/>
                  </a:lnTo>
                  <a:lnTo>
                    <a:pt x="1146" y="714"/>
                  </a:lnTo>
                  <a:lnTo>
                    <a:pt x="1071" y="659"/>
                  </a:lnTo>
                  <a:lnTo>
                    <a:pt x="661" y="651"/>
                  </a:lnTo>
                  <a:lnTo>
                    <a:pt x="659" y="496"/>
                  </a:lnTo>
                  <a:lnTo>
                    <a:pt x="666" y="496"/>
                  </a:lnTo>
                  <a:lnTo>
                    <a:pt x="666" y="491"/>
                  </a:lnTo>
                  <a:lnTo>
                    <a:pt x="611" y="491"/>
                  </a:lnTo>
                  <a:lnTo>
                    <a:pt x="611" y="430"/>
                  </a:lnTo>
                  <a:lnTo>
                    <a:pt x="620" y="428"/>
                  </a:lnTo>
                  <a:lnTo>
                    <a:pt x="620" y="425"/>
                  </a:lnTo>
                  <a:lnTo>
                    <a:pt x="603" y="423"/>
                  </a:lnTo>
                  <a:lnTo>
                    <a:pt x="606" y="420"/>
                  </a:lnTo>
                  <a:lnTo>
                    <a:pt x="608" y="413"/>
                  </a:lnTo>
                  <a:lnTo>
                    <a:pt x="608" y="406"/>
                  </a:lnTo>
                  <a:lnTo>
                    <a:pt x="608" y="399"/>
                  </a:lnTo>
                  <a:lnTo>
                    <a:pt x="606" y="389"/>
                  </a:lnTo>
                  <a:lnTo>
                    <a:pt x="601" y="384"/>
                  </a:lnTo>
                  <a:lnTo>
                    <a:pt x="594" y="379"/>
                  </a:lnTo>
                  <a:lnTo>
                    <a:pt x="586" y="377"/>
                  </a:lnTo>
                  <a:lnTo>
                    <a:pt x="586" y="377"/>
                  </a:lnTo>
                  <a:lnTo>
                    <a:pt x="577" y="374"/>
                  </a:lnTo>
                  <a:lnTo>
                    <a:pt x="569" y="377"/>
                  </a:lnTo>
                  <a:lnTo>
                    <a:pt x="569" y="377"/>
                  </a:lnTo>
                  <a:lnTo>
                    <a:pt x="562" y="379"/>
                  </a:lnTo>
                  <a:lnTo>
                    <a:pt x="557" y="384"/>
                  </a:lnTo>
                  <a:lnTo>
                    <a:pt x="552" y="391"/>
                  </a:lnTo>
                  <a:lnTo>
                    <a:pt x="548" y="399"/>
                  </a:lnTo>
                  <a:lnTo>
                    <a:pt x="548" y="399"/>
                  </a:lnTo>
                  <a:lnTo>
                    <a:pt x="548" y="406"/>
                  </a:lnTo>
                  <a:lnTo>
                    <a:pt x="548" y="413"/>
                  </a:lnTo>
                  <a:lnTo>
                    <a:pt x="552" y="420"/>
                  </a:lnTo>
                  <a:lnTo>
                    <a:pt x="552" y="423"/>
                  </a:lnTo>
                  <a:lnTo>
                    <a:pt x="552" y="423"/>
                  </a:lnTo>
                  <a:lnTo>
                    <a:pt x="538" y="425"/>
                  </a:lnTo>
                  <a:lnTo>
                    <a:pt x="538" y="430"/>
                  </a:lnTo>
                  <a:lnTo>
                    <a:pt x="548" y="430"/>
                  </a:lnTo>
                  <a:lnTo>
                    <a:pt x="550" y="491"/>
                  </a:lnTo>
                  <a:lnTo>
                    <a:pt x="519" y="491"/>
                  </a:lnTo>
                  <a:lnTo>
                    <a:pt x="509" y="491"/>
                  </a:lnTo>
                  <a:lnTo>
                    <a:pt x="412" y="491"/>
                  </a:lnTo>
                  <a:lnTo>
                    <a:pt x="412" y="491"/>
                  </a:lnTo>
                  <a:lnTo>
                    <a:pt x="402" y="491"/>
                  </a:lnTo>
                  <a:lnTo>
                    <a:pt x="359" y="491"/>
                  </a:lnTo>
                  <a:lnTo>
                    <a:pt x="359" y="464"/>
                  </a:lnTo>
                  <a:lnTo>
                    <a:pt x="366" y="464"/>
                  </a:lnTo>
                  <a:lnTo>
                    <a:pt x="366" y="459"/>
                  </a:lnTo>
                  <a:lnTo>
                    <a:pt x="206" y="459"/>
                  </a:lnTo>
                  <a:lnTo>
                    <a:pt x="204" y="447"/>
                  </a:lnTo>
                  <a:lnTo>
                    <a:pt x="201" y="430"/>
                  </a:lnTo>
                  <a:lnTo>
                    <a:pt x="194" y="416"/>
                  </a:lnTo>
                  <a:lnTo>
                    <a:pt x="187" y="403"/>
                  </a:lnTo>
                  <a:lnTo>
                    <a:pt x="177" y="391"/>
                  </a:lnTo>
                  <a:lnTo>
                    <a:pt x="167" y="379"/>
                  </a:lnTo>
                  <a:lnTo>
                    <a:pt x="155" y="369"/>
                  </a:lnTo>
                  <a:lnTo>
                    <a:pt x="141" y="362"/>
                  </a:lnTo>
                  <a:lnTo>
                    <a:pt x="141" y="360"/>
                  </a:lnTo>
                  <a:lnTo>
                    <a:pt x="126" y="355"/>
                  </a:lnTo>
                  <a:lnTo>
                    <a:pt x="114" y="350"/>
                  </a:lnTo>
                  <a:lnTo>
                    <a:pt x="114" y="348"/>
                  </a:lnTo>
                  <a:lnTo>
                    <a:pt x="112" y="348"/>
                  </a:lnTo>
                  <a:lnTo>
                    <a:pt x="112" y="348"/>
                  </a:lnTo>
                  <a:lnTo>
                    <a:pt x="97" y="345"/>
                  </a:lnTo>
                  <a:lnTo>
                    <a:pt x="95" y="345"/>
                  </a:lnTo>
                  <a:lnTo>
                    <a:pt x="92" y="345"/>
                  </a:lnTo>
                  <a:lnTo>
                    <a:pt x="90" y="345"/>
                  </a:lnTo>
                  <a:lnTo>
                    <a:pt x="88" y="345"/>
                  </a:lnTo>
                  <a:lnTo>
                    <a:pt x="90" y="263"/>
                  </a:lnTo>
                  <a:lnTo>
                    <a:pt x="78" y="263"/>
                  </a:lnTo>
                  <a:lnTo>
                    <a:pt x="75" y="345"/>
                  </a:lnTo>
                  <a:lnTo>
                    <a:pt x="73" y="345"/>
                  </a:lnTo>
                  <a:lnTo>
                    <a:pt x="71" y="345"/>
                  </a:lnTo>
                  <a:lnTo>
                    <a:pt x="68" y="345"/>
                  </a:lnTo>
                  <a:lnTo>
                    <a:pt x="54" y="348"/>
                  </a:lnTo>
                  <a:lnTo>
                    <a:pt x="51" y="348"/>
                  </a:lnTo>
                  <a:lnTo>
                    <a:pt x="51" y="348"/>
                  </a:lnTo>
                  <a:lnTo>
                    <a:pt x="51" y="348"/>
                  </a:lnTo>
                  <a:lnTo>
                    <a:pt x="51" y="350"/>
                  </a:lnTo>
                  <a:lnTo>
                    <a:pt x="37" y="355"/>
                  </a:lnTo>
                  <a:lnTo>
                    <a:pt x="22" y="360"/>
                  </a:lnTo>
                  <a:lnTo>
                    <a:pt x="22" y="360"/>
                  </a:lnTo>
                  <a:lnTo>
                    <a:pt x="8" y="369"/>
                  </a:lnTo>
                  <a:lnTo>
                    <a:pt x="0" y="374"/>
                  </a:lnTo>
                  <a:lnTo>
                    <a:pt x="0" y="933"/>
                  </a:lnTo>
                  <a:lnTo>
                    <a:pt x="1276" y="933"/>
                  </a:lnTo>
                  <a:lnTo>
                    <a:pt x="1276" y="739"/>
                  </a:lnTo>
                  <a:lnTo>
                    <a:pt x="1233" y="739"/>
                  </a:lnTo>
                  <a:lnTo>
                    <a:pt x="1233" y="746"/>
                  </a:lnTo>
                  <a:close/>
                </a:path>
              </a:pathLst>
            </a:custGeom>
            <a:solidFill>
              <a:schemeClr val="bg1">
                <a:lumMod val="85000"/>
                <a:alpha val="50000"/>
              </a:schemeClr>
            </a:solidFill>
            <a:ln>
              <a:noFill/>
            </a:ln>
          </p:spPr>
          <p:txBody>
            <a:bodyPr vert="horz" wrap="square" lIns="68580" tIns="34290" rIns="68580" bIns="34290" numCol="1" anchor="t" anchorCtr="0" compatLnSpc="1"/>
            <a:lstStyle/>
            <a:p>
              <a:endParaRPr lang="id-ID" sz="1350"/>
            </a:p>
          </p:txBody>
        </p:sp>
        <p:sp>
          <p:nvSpPr>
            <p:cNvPr id="40" name="Freeform 15"/>
            <p:cNvSpPr/>
            <p:nvPr/>
          </p:nvSpPr>
          <p:spPr bwMode="auto">
            <a:xfrm>
              <a:off x="8106277" y="4969180"/>
              <a:ext cx="2055853" cy="1895615"/>
            </a:xfrm>
            <a:custGeom>
              <a:avLst/>
              <a:gdLst>
                <a:gd name="T0" fmla="*/ 1278 w 1278"/>
                <a:gd name="T1" fmla="*/ 836 h 1193"/>
                <a:gd name="T2" fmla="*/ 1271 w 1278"/>
                <a:gd name="T3" fmla="*/ 819 h 1193"/>
                <a:gd name="T4" fmla="*/ 1252 w 1278"/>
                <a:gd name="T5" fmla="*/ 821 h 1193"/>
                <a:gd name="T6" fmla="*/ 1242 w 1278"/>
                <a:gd name="T7" fmla="*/ 807 h 1193"/>
                <a:gd name="T8" fmla="*/ 1206 w 1278"/>
                <a:gd name="T9" fmla="*/ 700 h 1193"/>
                <a:gd name="T10" fmla="*/ 1167 w 1278"/>
                <a:gd name="T11" fmla="*/ 693 h 1193"/>
                <a:gd name="T12" fmla="*/ 1126 w 1278"/>
                <a:gd name="T13" fmla="*/ 651 h 1193"/>
                <a:gd name="T14" fmla="*/ 1075 w 1278"/>
                <a:gd name="T15" fmla="*/ 598 h 1193"/>
                <a:gd name="T16" fmla="*/ 1068 w 1278"/>
                <a:gd name="T17" fmla="*/ 586 h 1193"/>
                <a:gd name="T18" fmla="*/ 1053 w 1278"/>
                <a:gd name="T19" fmla="*/ 566 h 1193"/>
                <a:gd name="T20" fmla="*/ 1048 w 1278"/>
                <a:gd name="T21" fmla="*/ 581 h 1193"/>
                <a:gd name="T22" fmla="*/ 1034 w 1278"/>
                <a:gd name="T23" fmla="*/ 593 h 1193"/>
                <a:gd name="T24" fmla="*/ 1034 w 1278"/>
                <a:gd name="T25" fmla="*/ 625 h 1193"/>
                <a:gd name="T26" fmla="*/ 956 w 1278"/>
                <a:gd name="T27" fmla="*/ 685 h 1193"/>
                <a:gd name="T28" fmla="*/ 925 w 1278"/>
                <a:gd name="T29" fmla="*/ 695 h 1193"/>
                <a:gd name="T30" fmla="*/ 884 w 1278"/>
                <a:gd name="T31" fmla="*/ 824 h 1193"/>
                <a:gd name="T32" fmla="*/ 864 w 1278"/>
                <a:gd name="T33" fmla="*/ 807 h 1193"/>
                <a:gd name="T34" fmla="*/ 850 w 1278"/>
                <a:gd name="T35" fmla="*/ 838 h 1193"/>
                <a:gd name="T36" fmla="*/ 833 w 1278"/>
                <a:gd name="T37" fmla="*/ 819 h 1193"/>
                <a:gd name="T38" fmla="*/ 814 w 1278"/>
                <a:gd name="T39" fmla="*/ 841 h 1193"/>
                <a:gd name="T40" fmla="*/ 751 w 1278"/>
                <a:gd name="T41" fmla="*/ 32 h 1193"/>
                <a:gd name="T42" fmla="*/ 445 w 1278"/>
                <a:gd name="T43" fmla="*/ 855 h 1193"/>
                <a:gd name="T44" fmla="*/ 431 w 1278"/>
                <a:gd name="T45" fmla="*/ 739 h 1193"/>
                <a:gd name="T46" fmla="*/ 404 w 1278"/>
                <a:gd name="T47" fmla="*/ 756 h 1193"/>
                <a:gd name="T48" fmla="*/ 378 w 1278"/>
                <a:gd name="T49" fmla="*/ 561 h 1193"/>
                <a:gd name="T50" fmla="*/ 375 w 1278"/>
                <a:gd name="T51" fmla="*/ 547 h 1193"/>
                <a:gd name="T52" fmla="*/ 368 w 1278"/>
                <a:gd name="T53" fmla="*/ 569 h 1193"/>
                <a:gd name="T54" fmla="*/ 351 w 1278"/>
                <a:gd name="T55" fmla="*/ 479 h 1193"/>
                <a:gd name="T56" fmla="*/ 341 w 1278"/>
                <a:gd name="T57" fmla="*/ 348 h 1193"/>
                <a:gd name="T58" fmla="*/ 324 w 1278"/>
                <a:gd name="T59" fmla="*/ 372 h 1193"/>
                <a:gd name="T60" fmla="*/ 312 w 1278"/>
                <a:gd name="T61" fmla="*/ 479 h 1193"/>
                <a:gd name="T62" fmla="*/ 295 w 1278"/>
                <a:gd name="T63" fmla="*/ 561 h 1193"/>
                <a:gd name="T64" fmla="*/ 290 w 1278"/>
                <a:gd name="T65" fmla="*/ 547 h 1193"/>
                <a:gd name="T66" fmla="*/ 288 w 1278"/>
                <a:gd name="T67" fmla="*/ 569 h 1193"/>
                <a:gd name="T68" fmla="*/ 269 w 1278"/>
                <a:gd name="T69" fmla="*/ 693 h 1193"/>
                <a:gd name="T70" fmla="*/ 269 w 1278"/>
                <a:gd name="T71" fmla="*/ 695 h 1193"/>
                <a:gd name="T72" fmla="*/ 261 w 1278"/>
                <a:gd name="T73" fmla="*/ 758 h 1193"/>
                <a:gd name="T74" fmla="*/ 244 w 1278"/>
                <a:gd name="T75" fmla="*/ 712 h 1193"/>
                <a:gd name="T76" fmla="*/ 232 w 1278"/>
                <a:gd name="T77" fmla="*/ 574 h 1193"/>
                <a:gd name="T78" fmla="*/ 208 w 1278"/>
                <a:gd name="T79" fmla="*/ 710 h 1193"/>
                <a:gd name="T80" fmla="*/ 194 w 1278"/>
                <a:gd name="T81" fmla="*/ 748 h 1193"/>
                <a:gd name="T82" fmla="*/ 174 w 1278"/>
                <a:gd name="T83" fmla="*/ 688 h 1193"/>
                <a:gd name="T84" fmla="*/ 172 w 1278"/>
                <a:gd name="T85" fmla="*/ 685 h 1193"/>
                <a:gd name="T86" fmla="*/ 169 w 1278"/>
                <a:gd name="T87" fmla="*/ 615 h 1193"/>
                <a:gd name="T88" fmla="*/ 167 w 1278"/>
                <a:gd name="T89" fmla="*/ 610 h 1193"/>
                <a:gd name="T90" fmla="*/ 157 w 1278"/>
                <a:gd name="T91" fmla="*/ 557 h 1193"/>
                <a:gd name="T92" fmla="*/ 148 w 1278"/>
                <a:gd name="T93" fmla="*/ 547 h 1193"/>
                <a:gd name="T94" fmla="*/ 123 w 1278"/>
                <a:gd name="T95" fmla="*/ 479 h 1193"/>
                <a:gd name="T96" fmla="*/ 123 w 1278"/>
                <a:gd name="T97" fmla="*/ 464 h 1193"/>
                <a:gd name="T98" fmla="*/ 121 w 1278"/>
                <a:gd name="T99" fmla="*/ 304 h 1193"/>
                <a:gd name="T100" fmla="*/ 97 w 1278"/>
                <a:gd name="T101" fmla="*/ 464 h 1193"/>
                <a:gd name="T102" fmla="*/ 94 w 1278"/>
                <a:gd name="T103" fmla="*/ 476 h 1193"/>
                <a:gd name="T104" fmla="*/ 70 w 1278"/>
                <a:gd name="T105" fmla="*/ 554 h 1193"/>
                <a:gd name="T106" fmla="*/ 60 w 1278"/>
                <a:gd name="T107" fmla="*/ 549 h 1193"/>
                <a:gd name="T108" fmla="*/ 48 w 1278"/>
                <a:gd name="T109" fmla="*/ 610 h 1193"/>
                <a:gd name="T110" fmla="*/ 41 w 1278"/>
                <a:gd name="T111" fmla="*/ 746 h 1193"/>
                <a:gd name="T112" fmla="*/ 17 w 1278"/>
                <a:gd name="T113" fmla="*/ 739 h 1193"/>
                <a:gd name="T114" fmla="*/ 7 w 1278"/>
                <a:gd name="T115" fmla="*/ 848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78" h="1193">
                  <a:moveTo>
                    <a:pt x="12" y="306"/>
                  </a:moveTo>
                  <a:lnTo>
                    <a:pt x="0" y="304"/>
                  </a:lnTo>
                  <a:lnTo>
                    <a:pt x="0" y="1193"/>
                  </a:lnTo>
                  <a:lnTo>
                    <a:pt x="1278" y="1193"/>
                  </a:lnTo>
                  <a:lnTo>
                    <a:pt x="1278" y="836"/>
                  </a:lnTo>
                  <a:lnTo>
                    <a:pt x="1274" y="836"/>
                  </a:lnTo>
                  <a:lnTo>
                    <a:pt x="1274" y="819"/>
                  </a:lnTo>
                  <a:lnTo>
                    <a:pt x="1271" y="819"/>
                  </a:lnTo>
                  <a:lnTo>
                    <a:pt x="1271" y="819"/>
                  </a:lnTo>
                  <a:lnTo>
                    <a:pt x="1271" y="819"/>
                  </a:lnTo>
                  <a:lnTo>
                    <a:pt x="1269" y="819"/>
                  </a:lnTo>
                  <a:lnTo>
                    <a:pt x="1269" y="836"/>
                  </a:lnTo>
                  <a:lnTo>
                    <a:pt x="1257" y="836"/>
                  </a:lnTo>
                  <a:lnTo>
                    <a:pt x="1257" y="824"/>
                  </a:lnTo>
                  <a:lnTo>
                    <a:pt x="1252" y="821"/>
                  </a:lnTo>
                  <a:lnTo>
                    <a:pt x="1245" y="821"/>
                  </a:lnTo>
                  <a:lnTo>
                    <a:pt x="1245" y="807"/>
                  </a:lnTo>
                  <a:lnTo>
                    <a:pt x="1242" y="807"/>
                  </a:lnTo>
                  <a:lnTo>
                    <a:pt x="1242" y="807"/>
                  </a:lnTo>
                  <a:lnTo>
                    <a:pt x="1242" y="807"/>
                  </a:lnTo>
                  <a:lnTo>
                    <a:pt x="1240" y="807"/>
                  </a:lnTo>
                  <a:lnTo>
                    <a:pt x="1240" y="821"/>
                  </a:lnTo>
                  <a:lnTo>
                    <a:pt x="1220" y="821"/>
                  </a:lnTo>
                  <a:lnTo>
                    <a:pt x="1223" y="702"/>
                  </a:lnTo>
                  <a:lnTo>
                    <a:pt x="1206" y="700"/>
                  </a:lnTo>
                  <a:lnTo>
                    <a:pt x="1182" y="700"/>
                  </a:lnTo>
                  <a:lnTo>
                    <a:pt x="1174" y="695"/>
                  </a:lnTo>
                  <a:lnTo>
                    <a:pt x="1174" y="695"/>
                  </a:lnTo>
                  <a:lnTo>
                    <a:pt x="1172" y="695"/>
                  </a:lnTo>
                  <a:lnTo>
                    <a:pt x="1167" y="693"/>
                  </a:lnTo>
                  <a:lnTo>
                    <a:pt x="1167" y="688"/>
                  </a:lnTo>
                  <a:lnTo>
                    <a:pt x="1155" y="685"/>
                  </a:lnTo>
                  <a:lnTo>
                    <a:pt x="1150" y="685"/>
                  </a:lnTo>
                  <a:lnTo>
                    <a:pt x="1140" y="668"/>
                  </a:lnTo>
                  <a:lnTo>
                    <a:pt x="1126" y="651"/>
                  </a:lnTo>
                  <a:lnTo>
                    <a:pt x="1111" y="639"/>
                  </a:lnTo>
                  <a:lnTo>
                    <a:pt x="1092" y="629"/>
                  </a:lnTo>
                  <a:lnTo>
                    <a:pt x="1073" y="625"/>
                  </a:lnTo>
                  <a:lnTo>
                    <a:pt x="1073" y="598"/>
                  </a:lnTo>
                  <a:lnTo>
                    <a:pt x="1075" y="598"/>
                  </a:lnTo>
                  <a:lnTo>
                    <a:pt x="1075" y="595"/>
                  </a:lnTo>
                  <a:lnTo>
                    <a:pt x="1075" y="593"/>
                  </a:lnTo>
                  <a:lnTo>
                    <a:pt x="1073" y="593"/>
                  </a:lnTo>
                  <a:lnTo>
                    <a:pt x="1070" y="588"/>
                  </a:lnTo>
                  <a:lnTo>
                    <a:pt x="1068" y="586"/>
                  </a:lnTo>
                  <a:lnTo>
                    <a:pt x="1063" y="583"/>
                  </a:lnTo>
                  <a:lnTo>
                    <a:pt x="1061" y="581"/>
                  </a:lnTo>
                  <a:lnTo>
                    <a:pt x="1056" y="581"/>
                  </a:lnTo>
                  <a:lnTo>
                    <a:pt x="1056" y="566"/>
                  </a:lnTo>
                  <a:lnTo>
                    <a:pt x="1053" y="566"/>
                  </a:lnTo>
                  <a:lnTo>
                    <a:pt x="1053" y="564"/>
                  </a:lnTo>
                  <a:lnTo>
                    <a:pt x="1053" y="566"/>
                  </a:lnTo>
                  <a:lnTo>
                    <a:pt x="1048" y="566"/>
                  </a:lnTo>
                  <a:lnTo>
                    <a:pt x="1048" y="581"/>
                  </a:lnTo>
                  <a:lnTo>
                    <a:pt x="1048" y="581"/>
                  </a:lnTo>
                  <a:lnTo>
                    <a:pt x="1046" y="581"/>
                  </a:lnTo>
                  <a:lnTo>
                    <a:pt x="1041" y="583"/>
                  </a:lnTo>
                  <a:lnTo>
                    <a:pt x="1039" y="586"/>
                  </a:lnTo>
                  <a:lnTo>
                    <a:pt x="1036" y="588"/>
                  </a:lnTo>
                  <a:lnTo>
                    <a:pt x="1034" y="593"/>
                  </a:lnTo>
                  <a:lnTo>
                    <a:pt x="1031" y="593"/>
                  </a:lnTo>
                  <a:lnTo>
                    <a:pt x="1031" y="595"/>
                  </a:lnTo>
                  <a:lnTo>
                    <a:pt x="1031" y="598"/>
                  </a:lnTo>
                  <a:lnTo>
                    <a:pt x="1034" y="598"/>
                  </a:lnTo>
                  <a:lnTo>
                    <a:pt x="1034" y="625"/>
                  </a:lnTo>
                  <a:lnTo>
                    <a:pt x="1014" y="629"/>
                  </a:lnTo>
                  <a:lnTo>
                    <a:pt x="995" y="639"/>
                  </a:lnTo>
                  <a:lnTo>
                    <a:pt x="978" y="651"/>
                  </a:lnTo>
                  <a:lnTo>
                    <a:pt x="964" y="668"/>
                  </a:lnTo>
                  <a:lnTo>
                    <a:pt x="956" y="685"/>
                  </a:lnTo>
                  <a:lnTo>
                    <a:pt x="949" y="685"/>
                  </a:lnTo>
                  <a:lnTo>
                    <a:pt x="937" y="688"/>
                  </a:lnTo>
                  <a:lnTo>
                    <a:pt x="937" y="693"/>
                  </a:lnTo>
                  <a:lnTo>
                    <a:pt x="935" y="695"/>
                  </a:lnTo>
                  <a:lnTo>
                    <a:pt x="925" y="695"/>
                  </a:lnTo>
                  <a:lnTo>
                    <a:pt x="925" y="697"/>
                  </a:lnTo>
                  <a:lnTo>
                    <a:pt x="922" y="700"/>
                  </a:lnTo>
                  <a:lnTo>
                    <a:pt x="896" y="700"/>
                  </a:lnTo>
                  <a:lnTo>
                    <a:pt x="881" y="702"/>
                  </a:lnTo>
                  <a:lnTo>
                    <a:pt x="884" y="824"/>
                  </a:lnTo>
                  <a:lnTo>
                    <a:pt x="867" y="824"/>
                  </a:lnTo>
                  <a:lnTo>
                    <a:pt x="867" y="807"/>
                  </a:lnTo>
                  <a:lnTo>
                    <a:pt x="864" y="807"/>
                  </a:lnTo>
                  <a:lnTo>
                    <a:pt x="864" y="807"/>
                  </a:lnTo>
                  <a:lnTo>
                    <a:pt x="864" y="807"/>
                  </a:lnTo>
                  <a:lnTo>
                    <a:pt x="862" y="807"/>
                  </a:lnTo>
                  <a:lnTo>
                    <a:pt x="862" y="824"/>
                  </a:lnTo>
                  <a:lnTo>
                    <a:pt x="855" y="824"/>
                  </a:lnTo>
                  <a:lnTo>
                    <a:pt x="850" y="826"/>
                  </a:lnTo>
                  <a:lnTo>
                    <a:pt x="850" y="838"/>
                  </a:lnTo>
                  <a:lnTo>
                    <a:pt x="850" y="838"/>
                  </a:lnTo>
                  <a:lnTo>
                    <a:pt x="835" y="838"/>
                  </a:lnTo>
                  <a:lnTo>
                    <a:pt x="833" y="819"/>
                  </a:lnTo>
                  <a:lnTo>
                    <a:pt x="833" y="819"/>
                  </a:lnTo>
                  <a:lnTo>
                    <a:pt x="833" y="819"/>
                  </a:lnTo>
                  <a:lnTo>
                    <a:pt x="830" y="819"/>
                  </a:lnTo>
                  <a:lnTo>
                    <a:pt x="828" y="819"/>
                  </a:lnTo>
                  <a:lnTo>
                    <a:pt x="828" y="838"/>
                  </a:lnTo>
                  <a:lnTo>
                    <a:pt x="818" y="838"/>
                  </a:lnTo>
                  <a:lnTo>
                    <a:pt x="814" y="841"/>
                  </a:lnTo>
                  <a:lnTo>
                    <a:pt x="814" y="841"/>
                  </a:lnTo>
                  <a:lnTo>
                    <a:pt x="809" y="841"/>
                  </a:lnTo>
                  <a:lnTo>
                    <a:pt x="811" y="90"/>
                  </a:lnTo>
                  <a:lnTo>
                    <a:pt x="782" y="32"/>
                  </a:lnTo>
                  <a:lnTo>
                    <a:pt x="751" y="32"/>
                  </a:lnTo>
                  <a:lnTo>
                    <a:pt x="734" y="0"/>
                  </a:lnTo>
                  <a:lnTo>
                    <a:pt x="508" y="0"/>
                  </a:lnTo>
                  <a:lnTo>
                    <a:pt x="508" y="32"/>
                  </a:lnTo>
                  <a:lnTo>
                    <a:pt x="448" y="32"/>
                  </a:lnTo>
                  <a:lnTo>
                    <a:pt x="445" y="855"/>
                  </a:lnTo>
                  <a:lnTo>
                    <a:pt x="438" y="848"/>
                  </a:lnTo>
                  <a:lnTo>
                    <a:pt x="438" y="836"/>
                  </a:lnTo>
                  <a:lnTo>
                    <a:pt x="436" y="746"/>
                  </a:lnTo>
                  <a:lnTo>
                    <a:pt x="436" y="739"/>
                  </a:lnTo>
                  <a:lnTo>
                    <a:pt x="431" y="739"/>
                  </a:lnTo>
                  <a:lnTo>
                    <a:pt x="429" y="739"/>
                  </a:lnTo>
                  <a:lnTo>
                    <a:pt x="429" y="746"/>
                  </a:lnTo>
                  <a:lnTo>
                    <a:pt x="429" y="758"/>
                  </a:lnTo>
                  <a:lnTo>
                    <a:pt x="404" y="758"/>
                  </a:lnTo>
                  <a:lnTo>
                    <a:pt x="404" y="756"/>
                  </a:lnTo>
                  <a:lnTo>
                    <a:pt x="399" y="746"/>
                  </a:lnTo>
                  <a:lnTo>
                    <a:pt x="399" y="693"/>
                  </a:lnTo>
                  <a:lnTo>
                    <a:pt x="392" y="676"/>
                  </a:lnTo>
                  <a:lnTo>
                    <a:pt x="392" y="622"/>
                  </a:lnTo>
                  <a:lnTo>
                    <a:pt x="378" y="561"/>
                  </a:lnTo>
                  <a:lnTo>
                    <a:pt x="380" y="561"/>
                  </a:lnTo>
                  <a:lnTo>
                    <a:pt x="380" y="547"/>
                  </a:lnTo>
                  <a:lnTo>
                    <a:pt x="375" y="547"/>
                  </a:lnTo>
                  <a:lnTo>
                    <a:pt x="375" y="547"/>
                  </a:lnTo>
                  <a:lnTo>
                    <a:pt x="375" y="547"/>
                  </a:lnTo>
                  <a:lnTo>
                    <a:pt x="368" y="547"/>
                  </a:lnTo>
                  <a:lnTo>
                    <a:pt x="368" y="554"/>
                  </a:lnTo>
                  <a:lnTo>
                    <a:pt x="366" y="554"/>
                  </a:lnTo>
                  <a:lnTo>
                    <a:pt x="366" y="569"/>
                  </a:lnTo>
                  <a:lnTo>
                    <a:pt x="368" y="569"/>
                  </a:lnTo>
                  <a:lnTo>
                    <a:pt x="358" y="610"/>
                  </a:lnTo>
                  <a:lnTo>
                    <a:pt x="346" y="481"/>
                  </a:lnTo>
                  <a:lnTo>
                    <a:pt x="351" y="481"/>
                  </a:lnTo>
                  <a:lnTo>
                    <a:pt x="351" y="479"/>
                  </a:lnTo>
                  <a:lnTo>
                    <a:pt x="351" y="479"/>
                  </a:lnTo>
                  <a:lnTo>
                    <a:pt x="351" y="469"/>
                  </a:lnTo>
                  <a:lnTo>
                    <a:pt x="344" y="469"/>
                  </a:lnTo>
                  <a:lnTo>
                    <a:pt x="337" y="372"/>
                  </a:lnTo>
                  <a:lnTo>
                    <a:pt x="341" y="372"/>
                  </a:lnTo>
                  <a:lnTo>
                    <a:pt x="341" y="348"/>
                  </a:lnTo>
                  <a:lnTo>
                    <a:pt x="341" y="309"/>
                  </a:lnTo>
                  <a:lnTo>
                    <a:pt x="320" y="309"/>
                  </a:lnTo>
                  <a:lnTo>
                    <a:pt x="320" y="348"/>
                  </a:lnTo>
                  <a:lnTo>
                    <a:pt x="320" y="372"/>
                  </a:lnTo>
                  <a:lnTo>
                    <a:pt x="324" y="372"/>
                  </a:lnTo>
                  <a:lnTo>
                    <a:pt x="324" y="374"/>
                  </a:lnTo>
                  <a:lnTo>
                    <a:pt x="317" y="469"/>
                  </a:lnTo>
                  <a:lnTo>
                    <a:pt x="312" y="469"/>
                  </a:lnTo>
                  <a:lnTo>
                    <a:pt x="312" y="472"/>
                  </a:lnTo>
                  <a:lnTo>
                    <a:pt x="312" y="479"/>
                  </a:lnTo>
                  <a:lnTo>
                    <a:pt x="312" y="481"/>
                  </a:lnTo>
                  <a:lnTo>
                    <a:pt x="317" y="481"/>
                  </a:lnTo>
                  <a:lnTo>
                    <a:pt x="305" y="610"/>
                  </a:lnTo>
                  <a:lnTo>
                    <a:pt x="295" y="566"/>
                  </a:lnTo>
                  <a:lnTo>
                    <a:pt x="295" y="561"/>
                  </a:lnTo>
                  <a:lnTo>
                    <a:pt x="298" y="561"/>
                  </a:lnTo>
                  <a:lnTo>
                    <a:pt x="298" y="547"/>
                  </a:lnTo>
                  <a:lnTo>
                    <a:pt x="290" y="547"/>
                  </a:lnTo>
                  <a:lnTo>
                    <a:pt x="290" y="547"/>
                  </a:lnTo>
                  <a:lnTo>
                    <a:pt x="290" y="547"/>
                  </a:lnTo>
                  <a:lnTo>
                    <a:pt x="286" y="547"/>
                  </a:lnTo>
                  <a:lnTo>
                    <a:pt x="286" y="554"/>
                  </a:lnTo>
                  <a:lnTo>
                    <a:pt x="286" y="554"/>
                  </a:lnTo>
                  <a:lnTo>
                    <a:pt x="286" y="569"/>
                  </a:lnTo>
                  <a:lnTo>
                    <a:pt x="288" y="569"/>
                  </a:lnTo>
                  <a:lnTo>
                    <a:pt x="276" y="622"/>
                  </a:lnTo>
                  <a:lnTo>
                    <a:pt x="276" y="622"/>
                  </a:lnTo>
                  <a:lnTo>
                    <a:pt x="274" y="627"/>
                  </a:lnTo>
                  <a:lnTo>
                    <a:pt x="274" y="676"/>
                  </a:lnTo>
                  <a:lnTo>
                    <a:pt x="269" y="693"/>
                  </a:lnTo>
                  <a:lnTo>
                    <a:pt x="269" y="693"/>
                  </a:lnTo>
                  <a:lnTo>
                    <a:pt x="269" y="693"/>
                  </a:lnTo>
                  <a:lnTo>
                    <a:pt x="269" y="695"/>
                  </a:lnTo>
                  <a:lnTo>
                    <a:pt x="269" y="695"/>
                  </a:lnTo>
                  <a:lnTo>
                    <a:pt x="269" y="695"/>
                  </a:lnTo>
                  <a:lnTo>
                    <a:pt x="269" y="695"/>
                  </a:lnTo>
                  <a:lnTo>
                    <a:pt x="269" y="746"/>
                  </a:lnTo>
                  <a:lnTo>
                    <a:pt x="261" y="756"/>
                  </a:lnTo>
                  <a:lnTo>
                    <a:pt x="261" y="756"/>
                  </a:lnTo>
                  <a:lnTo>
                    <a:pt x="261" y="758"/>
                  </a:lnTo>
                  <a:lnTo>
                    <a:pt x="261" y="758"/>
                  </a:lnTo>
                  <a:lnTo>
                    <a:pt x="252" y="758"/>
                  </a:lnTo>
                  <a:lnTo>
                    <a:pt x="252" y="748"/>
                  </a:lnTo>
                  <a:lnTo>
                    <a:pt x="244" y="748"/>
                  </a:lnTo>
                  <a:lnTo>
                    <a:pt x="244" y="712"/>
                  </a:lnTo>
                  <a:lnTo>
                    <a:pt x="244" y="710"/>
                  </a:lnTo>
                  <a:lnTo>
                    <a:pt x="240" y="710"/>
                  </a:lnTo>
                  <a:lnTo>
                    <a:pt x="225" y="574"/>
                  </a:lnTo>
                  <a:lnTo>
                    <a:pt x="225" y="574"/>
                  </a:lnTo>
                  <a:lnTo>
                    <a:pt x="232" y="574"/>
                  </a:lnTo>
                  <a:lnTo>
                    <a:pt x="232" y="537"/>
                  </a:lnTo>
                  <a:lnTo>
                    <a:pt x="215" y="537"/>
                  </a:lnTo>
                  <a:lnTo>
                    <a:pt x="215" y="574"/>
                  </a:lnTo>
                  <a:lnTo>
                    <a:pt x="220" y="574"/>
                  </a:lnTo>
                  <a:lnTo>
                    <a:pt x="208" y="710"/>
                  </a:lnTo>
                  <a:lnTo>
                    <a:pt x="208" y="710"/>
                  </a:lnTo>
                  <a:lnTo>
                    <a:pt x="208" y="710"/>
                  </a:lnTo>
                  <a:lnTo>
                    <a:pt x="201" y="710"/>
                  </a:lnTo>
                  <a:lnTo>
                    <a:pt x="201" y="748"/>
                  </a:lnTo>
                  <a:lnTo>
                    <a:pt x="194" y="748"/>
                  </a:lnTo>
                  <a:lnTo>
                    <a:pt x="194" y="758"/>
                  </a:lnTo>
                  <a:lnTo>
                    <a:pt x="179" y="758"/>
                  </a:lnTo>
                  <a:lnTo>
                    <a:pt x="179" y="758"/>
                  </a:lnTo>
                  <a:lnTo>
                    <a:pt x="174" y="746"/>
                  </a:lnTo>
                  <a:lnTo>
                    <a:pt x="174" y="688"/>
                  </a:lnTo>
                  <a:lnTo>
                    <a:pt x="174" y="688"/>
                  </a:lnTo>
                  <a:lnTo>
                    <a:pt x="174" y="688"/>
                  </a:lnTo>
                  <a:lnTo>
                    <a:pt x="172" y="688"/>
                  </a:lnTo>
                  <a:lnTo>
                    <a:pt x="172" y="685"/>
                  </a:lnTo>
                  <a:lnTo>
                    <a:pt x="172" y="685"/>
                  </a:lnTo>
                  <a:lnTo>
                    <a:pt x="172" y="685"/>
                  </a:lnTo>
                  <a:lnTo>
                    <a:pt x="169" y="683"/>
                  </a:lnTo>
                  <a:lnTo>
                    <a:pt x="169" y="617"/>
                  </a:lnTo>
                  <a:lnTo>
                    <a:pt x="169" y="617"/>
                  </a:lnTo>
                  <a:lnTo>
                    <a:pt x="169" y="615"/>
                  </a:lnTo>
                  <a:lnTo>
                    <a:pt x="167" y="615"/>
                  </a:lnTo>
                  <a:lnTo>
                    <a:pt x="167" y="615"/>
                  </a:lnTo>
                  <a:lnTo>
                    <a:pt x="167" y="610"/>
                  </a:lnTo>
                  <a:lnTo>
                    <a:pt x="167" y="610"/>
                  </a:lnTo>
                  <a:lnTo>
                    <a:pt x="167" y="610"/>
                  </a:lnTo>
                  <a:lnTo>
                    <a:pt x="165" y="610"/>
                  </a:lnTo>
                  <a:lnTo>
                    <a:pt x="165" y="610"/>
                  </a:lnTo>
                  <a:lnTo>
                    <a:pt x="155" y="569"/>
                  </a:lnTo>
                  <a:lnTo>
                    <a:pt x="157" y="569"/>
                  </a:lnTo>
                  <a:lnTo>
                    <a:pt x="157" y="557"/>
                  </a:lnTo>
                  <a:lnTo>
                    <a:pt x="155" y="557"/>
                  </a:lnTo>
                  <a:lnTo>
                    <a:pt x="155" y="547"/>
                  </a:lnTo>
                  <a:lnTo>
                    <a:pt x="148" y="547"/>
                  </a:lnTo>
                  <a:lnTo>
                    <a:pt x="148" y="547"/>
                  </a:lnTo>
                  <a:lnTo>
                    <a:pt x="148" y="547"/>
                  </a:lnTo>
                  <a:lnTo>
                    <a:pt x="143" y="547"/>
                  </a:lnTo>
                  <a:lnTo>
                    <a:pt x="143" y="561"/>
                  </a:lnTo>
                  <a:lnTo>
                    <a:pt x="145" y="561"/>
                  </a:lnTo>
                  <a:lnTo>
                    <a:pt x="136" y="603"/>
                  </a:lnTo>
                  <a:lnTo>
                    <a:pt x="123" y="479"/>
                  </a:lnTo>
                  <a:lnTo>
                    <a:pt x="131" y="476"/>
                  </a:lnTo>
                  <a:lnTo>
                    <a:pt x="131" y="476"/>
                  </a:lnTo>
                  <a:lnTo>
                    <a:pt x="131" y="467"/>
                  </a:lnTo>
                  <a:lnTo>
                    <a:pt x="128" y="464"/>
                  </a:lnTo>
                  <a:lnTo>
                    <a:pt x="123" y="464"/>
                  </a:lnTo>
                  <a:lnTo>
                    <a:pt x="116" y="370"/>
                  </a:lnTo>
                  <a:lnTo>
                    <a:pt x="116" y="370"/>
                  </a:lnTo>
                  <a:lnTo>
                    <a:pt x="121" y="370"/>
                  </a:lnTo>
                  <a:lnTo>
                    <a:pt x="121" y="343"/>
                  </a:lnTo>
                  <a:lnTo>
                    <a:pt x="121" y="304"/>
                  </a:lnTo>
                  <a:lnTo>
                    <a:pt x="99" y="304"/>
                  </a:lnTo>
                  <a:lnTo>
                    <a:pt x="99" y="343"/>
                  </a:lnTo>
                  <a:lnTo>
                    <a:pt x="99" y="370"/>
                  </a:lnTo>
                  <a:lnTo>
                    <a:pt x="104" y="370"/>
                  </a:lnTo>
                  <a:lnTo>
                    <a:pt x="97" y="464"/>
                  </a:lnTo>
                  <a:lnTo>
                    <a:pt x="90" y="464"/>
                  </a:lnTo>
                  <a:lnTo>
                    <a:pt x="90" y="474"/>
                  </a:lnTo>
                  <a:lnTo>
                    <a:pt x="90" y="474"/>
                  </a:lnTo>
                  <a:lnTo>
                    <a:pt x="90" y="476"/>
                  </a:lnTo>
                  <a:lnTo>
                    <a:pt x="94" y="476"/>
                  </a:lnTo>
                  <a:lnTo>
                    <a:pt x="82" y="603"/>
                  </a:lnTo>
                  <a:lnTo>
                    <a:pt x="75" y="569"/>
                  </a:lnTo>
                  <a:lnTo>
                    <a:pt x="75" y="569"/>
                  </a:lnTo>
                  <a:lnTo>
                    <a:pt x="75" y="554"/>
                  </a:lnTo>
                  <a:lnTo>
                    <a:pt x="70" y="554"/>
                  </a:lnTo>
                  <a:lnTo>
                    <a:pt x="70" y="549"/>
                  </a:lnTo>
                  <a:lnTo>
                    <a:pt x="65" y="549"/>
                  </a:lnTo>
                  <a:lnTo>
                    <a:pt x="65" y="547"/>
                  </a:lnTo>
                  <a:lnTo>
                    <a:pt x="65" y="549"/>
                  </a:lnTo>
                  <a:lnTo>
                    <a:pt x="60" y="549"/>
                  </a:lnTo>
                  <a:lnTo>
                    <a:pt x="60" y="561"/>
                  </a:lnTo>
                  <a:lnTo>
                    <a:pt x="63" y="561"/>
                  </a:lnTo>
                  <a:lnTo>
                    <a:pt x="51" y="610"/>
                  </a:lnTo>
                  <a:lnTo>
                    <a:pt x="51" y="610"/>
                  </a:lnTo>
                  <a:lnTo>
                    <a:pt x="48" y="610"/>
                  </a:lnTo>
                  <a:lnTo>
                    <a:pt x="46" y="610"/>
                  </a:lnTo>
                  <a:lnTo>
                    <a:pt x="46" y="683"/>
                  </a:lnTo>
                  <a:lnTo>
                    <a:pt x="41" y="685"/>
                  </a:lnTo>
                  <a:lnTo>
                    <a:pt x="41" y="700"/>
                  </a:lnTo>
                  <a:lnTo>
                    <a:pt x="41" y="746"/>
                  </a:lnTo>
                  <a:lnTo>
                    <a:pt x="34" y="756"/>
                  </a:lnTo>
                  <a:lnTo>
                    <a:pt x="34" y="758"/>
                  </a:lnTo>
                  <a:lnTo>
                    <a:pt x="19" y="758"/>
                  </a:lnTo>
                  <a:lnTo>
                    <a:pt x="17" y="746"/>
                  </a:lnTo>
                  <a:lnTo>
                    <a:pt x="17" y="739"/>
                  </a:lnTo>
                  <a:lnTo>
                    <a:pt x="17" y="739"/>
                  </a:lnTo>
                  <a:lnTo>
                    <a:pt x="12" y="739"/>
                  </a:lnTo>
                  <a:lnTo>
                    <a:pt x="12" y="746"/>
                  </a:lnTo>
                  <a:lnTo>
                    <a:pt x="7" y="836"/>
                  </a:lnTo>
                  <a:lnTo>
                    <a:pt x="7" y="848"/>
                  </a:lnTo>
                  <a:lnTo>
                    <a:pt x="5" y="851"/>
                  </a:lnTo>
                  <a:lnTo>
                    <a:pt x="10" y="365"/>
                  </a:lnTo>
                  <a:lnTo>
                    <a:pt x="12" y="306"/>
                  </a:lnTo>
                  <a:close/>
                </a:path>
              </a:pathLst>
            </a:custGeom>
            <a:solidFill>
              <a:schemeClr val="bg1">
                <a:lumMod val="85000"/>
                <a:alpha val="50000"/>
              </a:schemeClr>
            </a:solidFill>
            <a:ln>
              <a:noFill/>
            </a:ln>
          </p:spPr>
          <p:txBody>
            <a:bodyPr vert="horz" wrap="square" lIns="68580" tIns="34290" rIns="68580" bIns="34290" numCol="1" anchor="t" anchorCtr="0" compatLnSpc="1"/>
            <a:lstStyle/>
            <a:p>
              <a:endParaRPr lang="id-ID" sz="1350"/>
            </a:p>
          </p:txBody>
        </p:sp>
        <p:sp>
          <p:nvSpPr>
            <p:cNvPr id="41" name="Freeform 16"/>
            <p:cNvSpPr/>
            <p:nvPr/>
          </p:nvSpPr>
          <p:spPr bwMode="auto">
            <a:xfrm>
              <a:off x="6056860" y="4607554"/>
              <a:ext cx="2049418" cy="2261074"/>
            </a:xfrm>
            <a:custGeom>
              <a:avLst/>
              <a:gdLst>
                <a:gd name="T0" fmla="*/ 1242 w 1276"/>
                <a:gd name="T1" fmla="*/ 529 h 1423"/>
                <a:gd name="T2" fmla="*/ 1225 w 1276"/>
                <a:gd name="T3" fmla="*/ 527 h 1423"/>
                <a:gd name="T4" fmla="*/ 1196 w 1276"/>
                <a:gd name="T5" fmla="*/ 505 h 1423"/>
                <a:gd name="T6" fmla="*/ 1172 w 1276"/>
                <a:gd name="T7" fmla="*/ 483 h 1423"/>
                <a:gd name="T8" fmla="*/ 1148 w 1276"/>
                <a:gd name="T9" fmla="*/ 461 h 1423"/>
                <a:gd name="T10" fmla="*/ 1126 w 1276"/>
                <a:gd name="T11" fmla="*/ 439 h 1423"/>
                <a:gd name="T12" fmla="*/ 1043 w 1276"/>
                <a:gd name="T13" fmla="*/ 434 h 1423"/>
                <a:gd name="T14" fmla="*/ 1005 w 1276"/>
                <a:gd name="T15" fmla="*/ 447 h 1423"/>
                <a:gd name="T16" fmla="*/ 985 w 1276"/>
                <a:gd name="T17" fmla="*/ 461 h 1423"/>
                <a:gd name="T18" fmla="*/ 981 w 1276"/>
                <a:gd name="T19" fmla="*/ 481 h 1423"/>
                <a:gd name="T20" fmla="*/ 959 w 1276"/>
                <a:gd name="T21" fmla="*/ 495 h 1423"/>
                <a:gd name="T22" fmla="*/ 939 w 1276"/>
                <a:gd name="T23" fmla="*/ 505 h 1423"/>
                <a:gd name="T24" fmla="*/ 937 w 1276"/>
                <a:gd name="T25" fmla="*/ 524 h 1423"/>
                <a:gd name="T26" fmla="*/ 913 w 1276"/>
                <a:gd name="T27" fmla="*/ 529 h 1423"/>
                <a:gd name="T28" fmla="*/ 840 w 1276"/>
                <a:gd name="T29" fmla="*/ 534 h 1423"/>
                <a:gd name="T30" fmla="*/ 840 w 1276"/>
                <a:gd name="T31" fmla="*/ 595 h 1423"/>
                <a:gd name="T32" fmla="*/ 765 w 1276"/>
                <a:gd name="T33" fmla="*/ 876 h 1423"/>
                <a:gd name="T34" fmla="*/ 763 w 1276"/>
                <a:gd name="T35" fmla="*/ 544 h 1423"/>
                <a:gd name="T36" fmla="*/ 690 w 1276"/>
                <a:gd name="T37" fmla="*/ 539 h 1423"/>
                <a:gd name="T38" fmla="*/ 668 w 1276"/>
                <a:gd name="T39" fmla="*/ 534 h 1423"/>
                <a:gd name="T40" fmla="*/ 661 w 1276"/>
                <a:gd name="T41" fmla="*/ 515 h 1423"/>
                <a:gd name="T42" fmla="*/ 646 w 1276"/>
                <a:gd name="T43" fmla="*/ 502 h 1423"/>
                <a:gd name="T44" fmla="*/ 625 w 1276"/>
                <a:gd name="T45" fmla="*/ 490 h 1423"/>
                <a:gd name="T46" fmla="*/ 617 w 1276"/>
                <a:gd name="T47" fmla="*/ 471 h 1423"/>
                <a:gd name="T48" fmla="*/ 600 w 1276"/>
                <a:gd name="T49" fmla="*/ 456 h 1423"/>
                <a:gd name="T50" fmla="*/ 559 w 1276"/>
                <a:gd name="T51" fmla="*/ 444 h 1423"/>
                <a:gd name="T52" fmla="*/ 482 w 1276"/>
                <a:gd name="T53" fmla="*/ 449 h 1423"/>
                <a:gd name="T54" fmla="*/ 460 w 1276"/>
                <a:gd name="T55" fmla="*/ 471 h 1423"/>
                <a:gd name="T56" fmla="*/ 436 w 1276"/>
                <a:gd name="T57" fmla="*/ 493 h 1423"/>
                <a:gd name="T58" fmla="*/ 411 w 1276"/>
                <a:gd name="T59" fmla="*/ 512 h 1423"/>
                <a:gd name="T60" fmla="*/ 385 w 1276"/>
                <a:gd name="T61" fmla="*/ 534 h 1423"/>
                <a:gd name="T62" fmla="*/ 382 w 1276"/>
                <a:gd name="T63" fmla="*/ 536 h 1423"/>
                <a:gd name="T64" fmla="*/ 322 w 1276"/>
                <a:gd name="T65" fmla="*/ 328 h 1423"/>
                <a:gd name="T66" fmla="*/ 264 w 1276"/>
                <a:gd name="T67" fmla="*/ 274 h 1423"/>
                <a:gd name="T68" fmla="*/ 201 w 1276"/>
                <a:gd name="T69" fmla="*/ 233 h 1423"/>
                <a:gd name="T70" fmla="*/ 179 w 1276"/>
                <a:gd name="T71" fmla="*/ 328 h 1423"/>
                <a:gd name="T72" fmla="*/ 181 w 1276"/>
                <a:gd name="T73" fmla="*/ 255 h 1423"/>
                <a:gd name="T74" fmla="*/ 179 w 1276"/>
                <a:gd name="T75" fmla="*/ 252 h 1423"/>
                <a:gd name="T76" fmla="*/ 181 w 1276"/>
                <a:gd name="T77" fmla="*/ 213 h 1423"/>
                <a:gd name="T78" fmla="*/ 179 w 1276"/>
                <a:gd name="T79" fmla="*/ 213 h 1423"/>
                <a:gd name="T80" fmla="*/ 181 w 1276"/>
                <a:gd name="T81" fmla="*/ 174 h 1423"/>
                <a:gd name="T82" fmla="*/ 179 w 1276"/>
                <a:gd name="T83" fmla="*/ 172 h 1423"/>
                <a:gd name="T84" fmla="*/ 116 w 1276"/>
                <a:gd name="T85" fmla="*/ 109 h 1423"/>
                <a:gd name="T86" fmla="*/ 29 w 1276"/>
                <a:gd name="T87" fmla="*/ 104 h 1423"/>
                <a:gd name="T88" fmla="*/ 29 w 1276"/>
                <a:gd name="T89" fmla="*/ 31 h 1423"/>
                <a:gd name="T90" fmla="*/ 29 w 1276"/>
                <a:gd name="T91" fmla="*/ 9 h 1423"/>
                <a:gd name="T92" fmla="*/ 29 w 1276"/>
                <a:gd name="T93" fmla="*/ 0 h 1423"/>
                <a:gd name="T94" fmla="*/ 0 w 1276"/>
                <a:gd name="T95" fmla="*/ 1423 h 1423"/>
                <a:gd name="T96" fmla="*/ 1276 w 1276"/>
                <a:gd name="T97" fmla="*/ 534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76" h="1423">
                  <a:moveTo>
                    <a:pt x="1276" y="534"/>
                  </a:moveTo>
                  <a:lnTo>
                    <a:pt x="1242" y="529"/>
                  </a:lnTo>
                  <a:lnTo>
                    <a:pt x="1223" y="532"/>
                  </a:lnTo>
                  <a:lnTo>
                    <a:pt x="1225" y="527"/>
                  </a:lnTo>
                  <a:lnTo>
                    <a:pt x="1196" y="524"/>
                  </a:lnTo>
                  <a:lnTo>
                    <a:pt x="1196" y="505"/>
                  </a:lnTo>
                  <a:lnTo>
                    <a:pt x="1172" y="502"/>
                  </a:lnTo>
                  <a:lnTo>
                    <a:pt x="1172" y="483"/>
                  </a:lnTo>
                  <a:lnTo>
                    <a:pt x="1148" y="481"/>
                  </a:lnTo>
                  <a:lnTo>
                    <a:pt x="1148" y="461"/>
                  </a:lnTo>
                  <a:lnTo>
                    <a:pt x="1123" y="459"/>
                  </a:lnTo>
                  <a:lnTo>
                    <a:pt x="1126" y="439"/>
                  </a:lnTo>
                  <a:lnTo>
                    <a:pt x="1094" y="434"/>
                  </a:lnTo>
                  <a:lnTo>
                    <a:pt x="1043" y="434"/>
                  </a:lnTo>
                  <a:lnTo>
                    <a:pt x="1007" y="439"/>
                  </a:lnTo>
                  <a:lnTo>
                    <a:pt x="1005" y="447"/>
                  </a:lnTo>
                  <a:lnTo>
                    <a:pt x="1005" y="459"/>
                  </a:lnTo>
                  <a:lnTo>
                    <a:pt x="985" y="461"/>
                  </a:lnTo>
                  <a:lnTo>
                    <a:pt x="983" y="471"/>
                  </a:lnTo>
                  <a:lnTo>
                    <a:pt x="981" y="481"/>
                  </a:lnTo>
                  <a:lnTo>
                    <a:pt x="964" y="483"/>
                  </a:lnTo>
                  <a:lnTo>
                    <a:pt x="959" y="495"/>
                  </a:lnTo>
                  <a:lnTo>
                    <a:pt x="959" y="502"/>
                  </a:lnTo>
                  <a:lnTo>
                    <a:pt x="939" y="505"/>
                  </a:lnTo>
                  <a:lnTo>
                    <a:pt x="937" y="517"/>
                  </a:lnTo>
                  <a:lnTo>
                    <a:pt x="937" y="524"/>
                  </a:lnTo>
                  <a:lnTo>
                    <a:pt x="915" y="527"/>
                  </a:lnTo>
                  <a:lnTo>
                    <a:pt x="913" y="529"/>
                  </a:lnTo>
                  <a:lnTo>
                    <a:pt x="893" y="527"/>
                  </a:lnTo>
                  <a:lnTo>
                    <a:pt x="840" y="534"/>
                  </a:lnTo>
                  <a:lnTo>
                    <a:pt x="840" y="595"/>
                  </a:lnTo>
                  <a:lnTo>
                    <a:pt x="840" y="595"/>
                  </a:lnTo>
                  <a:lnTo>
                    <a:pt x="840" y="876"/>
                  </a:lnTo>
                  <a:lnTo>
                    <a:pt x="765" y="876"/>
                  </a:lnTo>
                  <a:lnTo>
                    <a:pt x="763" y="600"/>
                  </a:lnTo>
                  <a:lnTo>
                    <a:pt x="763" y="544"/>
                  </a:lnTo>
                  <a:lnTo>
                    <a:pt x="707" y="536"/>
                  </a:lnTo>
                  <a:lnTo>
                    <a:pt x="690" y="539"/>
                  </a:lnTo>
                  <a:lnTo>
                    <a:pt x="688" y="536"/>
                  </a:lnTo>
                  <a:lnTo>
                    <a:pt x="668" y="534"/>
                  </a:lnTo>
                  <a:lnTo>
                    <a:pt x="668" y="527"/>
                  </a:lnTo>
                  <a:lnTo>
                    <a:pt x="661" y="515"/>
                  </a:lnTo>
                  <a:lnTo>
                    <a:pt x="646" y="512"/>
                  </a:lnTo>
                  <a:lnTo>
                    <a:pt x="646" y="502"/>
                  </a:lnTo>
                  <a:lnTo>
                    <a:pt x="639" y="493"/>
                  </a:lnTo>
                  <a:lnTo>
                    <a:pt x="625" y="490"/>
                  </a:lnTo>
                  <a:lnTo>
                    <a:pt x="625" y="481"/>
                  </a:lnTo>
                  <a:lnTo>
                    <a:pt x="617" y="471"/>
                  </a:lnTo>
                  <a:lnTo>
                    <a:pt x="603" y="468"/>
                  </a:lnTo>
                  <a:lnTo>
                    <a:pt x="600" y="456"/>
                  </a:lnTo>
                  <a:lnTo>
                    <a:pt x="598" y="449"/>
                  </a:lnTo>
                  <a:lnTo>
                    <a:pt x="559" y="444"/>
                  </a:lnTo>
                  <a:lnTo>
                    <a:pt x="511" y="444"/>
                  </a:lnTo>
                  <a:lnTo>
                    <a:pt x="482" y="449"/>
                  </a:lnTo>
                  <a:lnTo>
                    <a:pt x="482" y="466"/>
                  </a:lnTo>
                  <a:lnTo>
                    <a:pt x="460" y="471"/>
                  </a:lnTo>
                  <a:lnTo>
                    <a:pt x="460" y="488"/>
                  </a:lnTo>
                  <a:lnTo>
                    <a:pt x="436" y="493"/>
                  </a:lnTo>
                  <a:lnTo>
                    <a:pt x="436" y="510"/>
                  </a:lnTo>
                  <a:lnTo>
                    <a:pt x="411" y="512"/>
                  </a:lnTo>
                  <a:lnTo>
                    <a:pt x="411" y="532"/>
                  </a:lnTo>
                  <a:lnTo>
                    <a:pt x="385" y="534"/>
                  </a:lnTo>
                  <a:lnTo>
                    <a:pt x="385" y="536"/>
                  </a:lnTo>
                  <a:lnTo>
                    <a:pt x="382" y="536"/>
                  </a:lnTo>
                  <a:lnTo>
                    <a:pt x="382" y="328"/>
                  </a:lnTo>
                  <a:lnTo>
                    <a:pt x="322" y="328"/>
                  </a:lnTo>
                  <a:lnTo>
                    <a:pt x="322" y="274"/>
                  </a:lnTo>
                  <a:lnTo>
                    <a:pt x="264" y="274"/>
                  </a:lnTo>
                  <a:lnTo>
                    <a:pt x="264" y="233"/>
                  </a:lnTo>
                  <a:lnTo>
                    <a:pt x="201" y="233"/>
                  </a:lnTo>
                  <a:lnTo>
                    <a:pt x="201" y="328"/>
                  </a:lnTo>
                  <a:lnTo>
                    <a:pt x="179" y="328"/>
                  </a:lnTo>
                  <a:lnTo>
                    <a:pt x="179" y="257"/>
                  </a:lnTo>
                  <a:lnTo>
                    <a:pt x="181" y="255"/>
                  </a:lnTo>
                  <a:lnTo>
                    <a:pt x="181" y="252"/>
                  </a:lnTo>
                  <a:lnTo>
                    <a:pt x="179" y="252"/>
                  </a:lnTo>
                  <a:lnTo>
                    <a:pt x="179" y="218"/>
                  </a:lnTo>
                  <a:lnTo>
                    <a:pt x="181" y="213"/>
                  </a:lnTo>
                  <a:lnTo>
                    <a:pt x="181" y="213"/>
                  </a:lnTo>
                  <a:lnTo>
                    <a:pt x="179" y="213"/>
                  </a:lnTo>
                  <a:lnTo>
                    <a:pt x="179" y="177"/>
                  </a:lnTo>
                  <a:lnTo>
                    <a:pt x="181" y="174"/>
                  </a:lnTo>
                  <a:lnTo>
                    <a:pt x="181" y="172"/>
                  </a:lnTo>
                  <a:lnTo>
                    <a:pt x="179" y="172"/>
                  </a:lnTo>
                  <a:lnTo>
                    <a:pt x="179" y="114"/>
                  </a:lnTo>
                  <a:lnTo>
                    <a:pt x="116" y="109"/>
                  </a:lnTo>
                  <a:lnTo>
                    <a:pt x="43" y="104"/>
                  </a:lnTo>
                  <a:lnTo>
                    <a:pt x="29" y="104"/>
                  </a:lnTo>
                  <a:lnTo>
                    <a:pt x="29" y="51"/>
                  </a:lnTo>
                  <a:lnTo>
                    <a:pt x="29" y="31"/>
                  </a:lnTo>
                  <a:lnTo>
                    <a:pt x="29" y="26"/>
                  </a:lnTo>
                  <a:lnTo>
                    <a:pt x="29" y="9"/>
                  </a:lnTo>
                  <a:lnTo>
                    <a:pt x="29" y="4"/>
                  </a:lnTo>
                  <a:lnTo>
                    <a:pt x="29" y="0"/>
                  </a:lnTo>
                  <a:lnTo>
                    <a:pt x="0" y="0"/>
                  </a:lnTo>
                  <a:lnTo>
                    <a:pt x="0" y="1423"/>
                  </a:lnTo>
                  <a:lnTo>
                    <a:pt x="1276" y="1423"/>
                  </a:lnTo>
                  <a:lnTo>
                    <a:pt x="1276" y="534"/>
                  </a:lnTo>
                  <a:close/>
                </a:path>
              </a:pathLst>
            </a:custGeom>
            <a:solidFill>
              <a:schemeClr val="bg1">
                <a:lumMod val="85000"/>
                <a:alpha val="50000"/>
              </a:schemeClr>
            </a:solidFill>
            <a:ln>
              <a:noFill/>
            </a:ln>
          </p:spPr>
          <p:txBody>
            <a:bodyPr vert="horz" wrap="square" lIns="68580" tIns="34290" rIns="68580" bIns="34290" numCol="1" anchor="t" anchorCtr="0" compatLnSpc="1"/>
            <a:lstStyle/>
            <a:p>
              <a:endParaRPr lang="id-ID" sz="1350"/>
            </a:p>
          </p:txBody>
        </p:sp>
        <p:sp>
          <p:nvSpPr>
            <p:cNvPr id="42" name="Freeform 17"/>
            <p:cNvSpPr/>
            <p:nvPr/>
          </p:nvSpPr>
          <p:spPr bwMode="auto">
            <a:xfrm flipH="1">
              <a:off x="1184" y="4120681"/>
              <a:ext cx="2042861" cy="2744114"/>
            </a:xfrm>
            <a:custGeom>
              <a:avLst/>
              <a:gdLst>
                <a:gd name="T0" fmla="*/ 1281 w 1281"/>
                <a:gd name="T1" fmla="*/ 1727 h 1727"/>
                <a:gd name="T2" fmla="*/ 1194 w 1281"/>
                <a:gd name="T3" fmla="*/ 304 h 1727"/>
                <a:gd name="T4" fmla="*/ 1194 w 1281"/>
                <a:gd name="T5" fmla="*/ 284 h 1727"/>
                <a:gd name="T6" fmla="*/ 1194 w 1281"/>
                <a:gd name="T7" fmla="*/ 265 h 1727"/>
                <a:gd name="T8" fmla="*/ 1080 w 1281"/>
                <a:gd name="T9" fmla="*/ 126 h 1727"/>
                <a:gd name="T10" fmla="*/ 1073 w 1281"/>
                <a:gd name="T11" fmla="*/ 80 h 1727"/>
                <a:gd name="T12" fmla="*/ 1063 w 1281"/>
                <a:gd name="T13" fmla="*/ 92 h 1727"/>
                <a:gd name="T14" fmla="*/ 1063 w 1281"/>
                <a:gd name="T15" fmla="*/ 12 h 1727"/>
                <a:gd name="T16" fmla="*/ 1061 w 1281"/>
                <a:gd name="T17" fmla="*/ 0 h 1727"/>
                <a:gd name="T18" fmla="*/ 1053 w 1281"/>
                <a:gd name="T19" fmla="*/ 92 h 1727"/>
                <a:gd name="T20" fmla="*/ 1053 w 1281"/>
                <a:gd name="T21" fmla="*/ 12 h 1727"/>
                <a:gd name="T22" fmla="*/ 1048 w 1281"/>
                <a:gd name="T23" fmla="*/ 0 h 1727"/>
                <a:gd name="T24" fmla="*/ 1041 w 1281"/>
                <a:gd name="T25" fmla="*/ 92 h 1727"/>
                <a:gd name="T26" fmla="*/ 1041 w 1281"/>
                <a:gd name="T27" fmla="*/ 12 h 1727"/>
                <a:gd name="T28" fmla="*/ 1039 w 1281"/>
                <a:gd name="T29" fmla="*/ 0 h 1727"/>
                <a:gd name="T30" fmla="*/ 1031 w 1281"/>
                <a:gd name="T31" fmla="*/ 92 h 1727"/>
                <a:gd name="T32" fmla="*/ 1031 w 1281"/>
                <a:gd name="T33" fmla="*/ 12 h 1727"/>
                <a:gd name="T34" fmla="*/ 1027 w 1281"/>
                <a:gd name="T35" fmla="*/ 0 h 1727"/>
                <a:gd name="T36" fmla="*/ 1019 w 1281"/>
                <a:gd name="T37" fmla="*/ 92 h 1727"/>
                <a:gd name="T38" fmla="*/ 1019 w 1281"/>
                <a:gd name="T39" fmla="*/ 12 h 1727"/>
                <a:gd name="T40" fmla="*/ 1017 w 1281"/>
                <a:gd name="T41" fmla="*/ 0 h 1727"/>
                <a:gd name="T42" fmla="*/ 1010 w 1281"/>
                <a:gd name="T43" fmla="*/ 92 h 1727"/>
                <a:gd name="T44" fmla="*/ 1000 w 1281"/>
                <a:gd name="T45" fmla="*/ 80 h 1727"/>
                <a:gd name="T46" fmla="*/ 1000 w 1281"/>
                <a:gd name="T47" fmla="*/ 257 h 1727"/>
                <a:gd name="T48" fmla="*/ 1000 w 1281"/>
                <a:gd name="T49" fmla="*/ 282 h 1727"/>
                <a:gd name="T50" fmla="*/ 971 w 1281"/>
                <a:gd name="T51" fmla="*/ 304 h 1727"/>
                <a:gd name="T52" fmla="*/ 971 w 1281"/>
                <a:gd name="T53" fmla="*/ 313 h 1727"/>
                <a:gd name="T54" fmla="*/ 971 w 1281"/>
                <a:gd name="T55" fmla="*/ 335 h 1727"/>
                <a:gd name="T56" fmla="*/ 971 w 1281"/>
                <a:gd name="T57" fmla="*/ 403 h 1727"/>
                <a:gd name="T58" fmla="*/ 968 w 1281"/>
                <a:gd name="T59" fmla="*/ 413 h 1727"/>
                <a:gd name="T60" fmla="*/ 932 w 1281"/>
                <a:gd name="T61" fmla="*/ 738 h 1727"/>
                <a:gd name="T62" fmla="*/ 814 w 1281"/>
                <a:gd name="T63" fmla="*/ 515 h 1727"/>
                <a:gd name="T64" fmla="*/ 746 w 1281"/>
                <a:gd name="T65" fmla="*/ 386 h 1727"/>
                <a:gd name="T66" fmla="*/ 719 w 1281"/>
                <a:gd name="T67" fmla="*/ 515 h 1727"/>
                <a:gd name="T68" fmla="*/ 608 w 1281"/>
                <a:gd name="T69" fmla="*/ 386 h 1727"/>
                <a:gd name="T70" fmla="*/ 557 w 1281"/>
                <a:gd name="T71" fmla="*/ 515 h 1727"/>
                <a:gd name="T72" fmla="*/ 513 w 1281"/>
                <a:gd name="T73" fmla="*/ 1195 h 1727"/>
                <a:gd name="T74" fmla="*/ 458 w 1281"/>
                <a:gd name="T75" fmla="*/ 1200 h 1727"/>
                <a:gd name="T76" fmla="*/ 431 w 1281"/>
                <a:gd name="T77" fmla="*/ 1202 h 1727"/>
                <a:gd name="T78" fmla="*/ 412 w 1281"/>
                <a:gd name="T79" fmla="*/ 1180 h 1727"/>
                <a:gd name="T80" fmla="*/ 370 w 1281"/>
                <a:gd name="T81" fmla="*/ 1207 h 1727"/>
                <a:gd name="T82" fmla="*/ 370 w 1281"/>
                <a:gd name="T83" fmla="*/ 1210 h 1727"/>
                <a:gd name="T84" fmla="*/ 370 w 1281"/>
                <a:gd name="T85" fmla="*/ 1200 h 1727"/>
                <a:gd name="T86" fmla="*/ 322 w 1281"/>
                <a:gd name="T87" fmla="*/ 1188 h 1727"/>
                <a:gd name="T88" fmla="*/ 312 w 1281"/>
                <a:gd name="T89" fmla="*/ 1202 h 1727"/>
                <a:gd name="T90" fmla="*/ 269 w 1281"/>
                <a:gd name="T91" fmla="*/ 1197 h 1727"/>
                <a:gd name="T92" fmla="*/ 140 w 1281"/>
                <a:gd name="T93" fmla="*/ 1193 h 1727"/>
                <a:gd name="T94" fmla="*/ 0 w 1281"/>
                <a:gd name="T95" fmla="*/ 1210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81" h="1727">
                  <a:moveTo>
                    <a:pt x="0" y="1727"/>
                  </a:moveTo>
                  <a:lnTo>
                    <a:pt x="1281" y="1727"/>
                  </a:lnTo>
                  <a:lnTo>
                    <a:pt x="1281" y="304"/>
                  </a:lnTo>
                  <a:lnTo>
                    <a:pt x="1194" y="304"/>
                  </a:lnTo>
                  <a:lnTo>
                    <a:pt x="1194" y="291"/>
                  </a:lnTo>
                  <a:lnTo>
                    <a:pt x="1194" y="284"/>
                  </a:lnTo>
                  <a:lnTo>
                    <a:pt x="1194" y="267"/>
                  </a:lnTo>
                  <a:lnTo>
                    <a:pt x="1194" y="265"/>
                  </a:lnTo>
                  <a:lnTo>
                    <a:pt x="1080" y="265"/>
                  </a:lnTo>
                  <a:lnTo>
                    <a:pt x="1080" y="126"/>
                  </a:lnTo>
                  <a:lnTo>
                    <a:pt x="1080" y="80"/>
                  </a:lnTo>
                  <a:lnTo>
                    <a:pt x="1073" y="80"/>
                  </a:lnTo>
                  <a:lnTo>
                    <a:pt x="1073" y="92"/>
                  </a:lnTo>
                  <a:lnTo>
                    <a:pt x="1063" y="92"/>
                  </a:lnTo>
                  <a:lnTo>
                    <a:pt x="1063" y="12"/>
                  </a:lnTo>
                  <a:lnTo>
                    <a:pt x="1063" y="12"/>
                  </a:lnTo>
                  <a:lnTo>
                    <a:pt x="1063" y="0"/>
                  </a:lnTo>
                  <a:lnTo>
                    <a:pt x="1061" y="0"/>
                  </a:lnTo>
                  <a:lnTo>
                    <a:pt x="1061" y="92"/>
                  </a:lnTo>
                  <a:lnTo>
                    <a:pt x="1053" y="92"/>
                  </a:lnTo>
                  <a:lnTo>
                    <a:pt x="1053" y="12"/>
                  </a:lnTo>
                  <a:lnTo>
                    <a:pt x="1053" y="12"/>
                  </a:lnTo>
                  <a:lnTo>
                    <a:pt x="1053" y="0"/>
                  </a:lnTo>
                  <a:lnTo>
                    <a:pt x="1048" y="0"/>
                  </a:lnTo>
                  <a:lnTo>
                    <a:pt x="1048" y="92"/>
                  </a:lnTo>
                  <a:lnTo>
                    <a:pt x="1041" y="92"/>
                  </a:lnTo>
                  <a:lnTo>
                    <a:pt x="1041" y="12"/>
                  </a:lnTo>
                  <a:lnTo>
                    <a:pt x="1041" y="12"/>
                  </a:lnTo>
                  <a:lnTo>
                    <a:pt x="1041" y="0"/>
                  </a:lnTo>
                  <a:lnTo>
                    <a:pt x="1039" y="0"/>
                  </a:lnTo>
                  <a:lnTo>
                    <a:pt x="1039" y="92"/>
                  </a:lnTo>
                  <a:lnTo>
                    <a:pt x="1031" y="92"/>
                  </a:lnTo>
                  <a:lnTo>
                    <a:pt x="1031" y="12"/>
                  </a:lnTo>
                  <a:lnTo>
                    <a:pt x="1031" y="12"/>
                  </a:lnTo>
                  <a:lnTo>
                    <a:pt x="1029" y="0"/>
                  </a:lnTo>
                  <a:lnTo>
                    <a:pt x="1027" y="0"/>
                  </a:lnTo>
                  <a:lnTo>
                    <a:pt x="1027" y="92"/>
                  </a:lnTo>
                  <a:lnTo>
                    <a:pt x="1019" y="92"/>
                  </a:lnTo>
                  <a:lnTo>
                    <a:pt x="1019" y="12"/>
                  </a:lnTo>
                  <a:lnTo>
                    <a:pt x="1019" y="12"/>
                  </a:lnTo>
                  <a:lnTo>
                    <a:pt x="1019" y="0"/>
                  </a:lnTo>
                  <a:lnTo>
                    <a:pt x="1017" y="0"/>
                  </a:lnTo>
                  <a:lnTo>
                    <a:pt x="1017" y="92"/>
                  </a:lnTo>
                  <a:lnTo>
                    <a:pt x="1010" y="92"/>
                  </a:lnTo>
                  <a:lnTo>
                    <a:pt x="1007" y="80"/>
                  </a:lnTo>
                  <a:lnTo>
                    <a:pt x="1000" y="80"/>
                  </a:lnTo>
                  <a:lnTo>
                    <a:pt x="1000" y="253"/>
                  </a:lnTo>
                  <a:lnTo>
                    <a:pt x="1000" y="257"/>
                  </a:lnTo>
                  <a:lnTo>
                    <a:pt x="1000" y="274"/>
                  </a:lnTo>
                  <a:lnTo>
                    <a:pt x="1000" y="282"/>
                  </a:lnTo>
                  <a:lnTo>
                    <a:pt x="1000" y="304"/>
                  </a:lnTo>
                  <a:lnTo>
                    <a:pt x="971" y="304"/>
                  </a:lnTo>
                  <a:lnTo>
                    <a:pt x="971" y="308"/>
                  </a:lnTo>
                  <a:lnTo>
                    <a:pt x="971" y="313"/>
                  </a:lnTo>
                  <a:lnTo>
                    <a:pt x="971" y="333"/>
                  </a:lnTo>
                  <a:lnTo>
                    <a:pt x="971" y="335"/>
                  </a:lnTo>
                  <a:lnTo>
                    <a:pt x="971" y="355"/>
                  </a:lnTo>
                  <a:lnTo>
                    <a:pt x="971" y="403"/>
                  </a:lnTo>
                  <a:lnTo>
                    <a:pt x="968" y="403"/>
                  </a:lnTo>
                  <a:lnTo>
                    <a:pt x="968" y="413"/>
                  </a:lnTo>
                  <a:lnTo>
                    <a:pt x="932" y="413"/>
                  </a:lnTo>
                  <a:lnTo>
                    <a:pt x="932" y="738"/>
                  </a:lnTo>
                  <a:lnTo>
                    <a:pt x="814" y="738"/>
                  </a:lnTo>
                  <a:lnTo>
                    <a:pt x="814" y="515"/>
                  </a:lnTo>
                  <a:lnTo>
                    <a:pt x="746" y="515"/>
                  </a:lnTo>
                  <a:lnTo>
                    <a:pt x="746" y="386"/>
                  </a:lnTo>
                  <a:lnTo>
                    <a:pt x="719" y="386"/>
                  </a:lnTo>
                  <a:lnTo>
                    <a:pt x="719" y="515"/>
                  </a:lnTo>
                  <a:lnTo>
                    <a:pt x="608" y="515"/>
                  </a:lnTo>
                  <a:lnTo>
                    <a:pt x="608" y="386"/>
                  </a:lnTo>
                  <a:lnTo>
                    <a:pt x="557" y="386"/>
                  </a:lnTo>
                  <a:lnTo>
                    <a:pt x="557" y="515"/>
                  </a:lnTo>
                  <a:lnTo>
                    <a:pt x="513" y="515"/>
                  </a:lnTo>
                  <a:lnTo>
                    <a:pt x="513" y="1195"/>
                  </a:lnTo>
                  <a:lnTo>
                    <a:pt x="475" y="1197"/>
                  </a:lnTo>
                  <a:lnTo>
                    <a:pt x="458" y="1200"/>
                  </a:lnTo>
                  <a:lnTo>
                    <a:pt x="433" y="1202"/>
                  </a:lnTo>
                  <a:lnTo>
                    <a:pt x="431" y="1202"/>
                  </a:lnTo>
                  <a:lnTo>
                    <a:pt x="421" y="1188"/>
                  </a:lnTo>
                  <a:lnTo>
                    <a:pt x="412" y="1180"/>
                  </a:lnTo>
                  <a:lnTo>
                    <a:pt x="373" y="1200"/>
                  </a:lnTo>
                  <a:lnTo>
                    <a:pt x="370" y="1207"/>
                  </a:lnTo>
                  <a:lnTo>
                    <a:pt x="370" y="1210"/>
                  </a:lnTo>
                  <a:lnTo>
                    <a:pt x="370" y="1210"/>
                  </a:lnTo>
                  <a:lnTo>
                    <a:pt x="370" y="1207"/>
                  </a:lnTo>
                  <a:lnTo>
                    <a:pt x="370" y="1200"/>
                  </a:lnTo>
                  <a:lnTo>
                    <a:pt x="332" y="1180"/>
                  </a:lnTo>
                  <a:lnTo>
                    <a:pt x="322" y="1188"/>
                  </a:lnTo>
                  <a:lnTo>
                    <a:pt x="312" y="1202"/>
                  </a:lnTo>
                  <a:lnTo>
                    <a:pt x="312" y="1202"/>
                  </a:lnTo>
                  <a:lnTo>
                    <a:pt x="288" y="1200"/>
                  </a:lnTo>
                  <a:lnTo>
                    <a:pt x="269" y="1197"/>
                  </a:lnTo>
                  <a:lnTo>
                    <a:pt x="160" y="1193"/>
                  </a:lnTo>
                  <a:lnTo>
                    <a:pt x="140" y="1193"/>
                  </a:lnTo>
                  <a:lnTo>
                    <a:pt x="22" y="1205"/>
                  </a:lnTo>
                  <a:lnTo>
                    <a:pt x="0" y="1210"/>
                  </a:lnTo>
                  <a:lnTo>
                    <a:pt x="0" y="1727"/>
                  </a:lnTo>
                  <a:close/>
                </a:path>
              </a:pathLst>
            </a:custGeom>
            <a:solidFill>
              <a:schemeClr val="bg1">
                <a:lumMod val="85000"/>
                <a:alpha val="50000"/>
              </a:schemeClr>
            </a:solidFill>
            <a:ln>
              <a:noFill/>
            </a:ln>
          </p:spPr>
          <p:txBody>
            <a:bodyPr vert="horz" wrap="square" lIns="68580" tIns="34290" rIns="68580" bIns="34290" numCol="1" anchor="t" anchorCtr="0" compatLnSpc="1"/>
            <a:lstStyle/>
            <a:p>
              <a:endParaRPr lang="id-ID" sz="1350"/>
            </a:p>
          </p:txBody>
        </p:sp>
        <p:sp>
          <p:nvSpPr>
            <p:cNvPr id="43" name="Freeform 18"/>
            <p:cNvSpPr>
              <a:spLocks noEditPoints="1"/>
            </p:cNvSpPr>
            <p:nvPr/>
          </p:nvSpPr>
          <p:spPr bwMode="auto">
            <a:xfrm flipH="1">
              <a:off x="4099896" y="4213495"/>
              <a:ext cx="1956964" cy="2655133"/>
            </a:xfrm>
            <a:custGeom>
              <a:avLst/>
              <a:gdLst>
                <a:gd name="T0" fmla="*/ 933 w 1279"/>
                <a:gd name="T1" fmla="*/ 988 h 1671"/>
                <a:gd name="T2" fmla="*/ 712 w 1279"/>
                <a:gd name="T3" fmla="*/ 933 h 1671"/>
                <a:gd name="T4" fmla="*/ 577 w 1279"/>
                <a:gd name="T5" fmla="*/ 1207 h 1671"/>
                <a:gd name="T6" fmla="*/ 303 w 1279"/>
                <a:gd name="T7" fmla="*/ 1336 h 1671"/>
                <a:gd name="T8" fmla="*/ 230 w 1279"/>
                <a:gd name="T9" fmla="*/ 517 h 1671"/>
                <a:gd name="T10" fmla="*/ 194 w 1279"/>
                <a:gd name="T11" fmla="*/ 505 h 1671"/>
                <a:gd name="T12" fmla="*/ 240 w 1279"/>
                <a:gd name="T13" fmla="*/ 498 h 1671"/>
                <a:gd name="T14" fmla="*/ 211 w 1279"/>
                <a:gd name="T15" fmla="*/ 486 h 1671"/>
                <a:gd name="T16" fmla="*/ 194 w 1279"/>
                <a:gd name="T17" fmla="*/ 481 h 1671"/>
                <a:gd name="T18" fmla="*/ 192 w 1279"/>
                <a:gd name="T19" fmla="*/ 432 h 1671"/>
                <a:gd name="T20" fmla="*/ 182 w 1279"/>
                <a:gd name="T21" fmla="*/ 427 h 1671"/>
                <a:gd name="T22" fmla="*/ 204 w 1279"/>
                <a:gd name="T23" fmla="*/ 425 h 1671"/>
                <a:gd name="T24" fmla="*/ 218 w 1279"/>
                <a:gd name="T25" fmla="*/ 425 h 1671"/>
                <a:gd name="T26" fmla="*/ 233 w 1279"/>
                <a:gd name="T27" fmla="*/ 418 h 1671"/>
                <a:gd name="T28" fmla="*/ 235 w 1279"/>
                <a:gd name="T29" fmla="*/ 410 h 1671"/>
                <a:gd name="T30" fmla="*/ 189 w 1279"/>
                <a:gd name="T31" fmla="*/ 398 h 1671"/>
                <a:gd name="T32" fmla="*/ 172 w 1279"/>
                <a:gd name="T33" fmla="*/ 379 h 1671"/>
                <a:gd name="T34" fmla="*/ 168 w 1279"/>
                <a:gd name="T35" fmla="*/ 245 h 1671"/>
                <a:gd name="T36" fmla="*/ 163 w 1279"/>
                <a:gd name="T37" fmla="*/ 146 h 1671"/>
                <a:gd name="T38" fmla="*/ 158 w 1279"/>
                <a:gd name="T39" fmla="*/ 63 h 1671"/>
                <a:gd name="T40" fmla="*/ 155 w 1279"/>
                <a:gd name="T41" fmla="*/ 0 h 1671"/>
                <a:gd name="T42" fmla="*/ 153 w 1279"/>
                <a:gd name="T43" fmla="*/ 0 h 1671"/>
                <a:gd name="T44" fmla="*/ 151 w 1279"/>
                <a:gd name="T45" fmla="*/ 65 h 1671"/>
                <a:gd name="T46" fmla="*/ 148 w 1279"/>
                <a:gd name="T47" fmla="*/ 146 h 1671"/>
                <a:gd name="T48" fmla="*/ 146 w 1279"/>
                <a:gd name="T49" fmla="*/ 374 h 1671"/>
                <a:gd name="T50" fmla="*/ 138 w 1279"/>
                <a:gd name="T51" fmla="*/ 386 h 1671"/>
                <a:gd name="T52" fmla="*/ 117 w 1279"/>
                <a:gd name="T53" fmla="*/ 401 h 1671"/>
                <a:gd name="T54" fmla="*/ 80 w 1279"/>
                <a:gd name="T55" fmla="*/ 418 h 1671"/>
                <a:gd name="T56" fmla="*/ 95 w 1279"/>
                <a:gd name="T57" fmla="*/ 425 h 1671"/>
                <a:gd name="T58" fmla="*/ 112 w 1279"/>
                <a:gd name="T59" fmla="*/ 427 h 1671"/>
                <a:gd name="T60" fmla="*/ 129 w 1279"/>
                <a:gd name="T61" fmla="*/ 427 h 1671"/>
                <a:gd name="T62" fmla="*/ 119 w 1279"/>
                <a:gd name="T63" fmla="*/ 439 h 1671"/>
                <a:gd name="T64" fmla="*/ 121 w 1279"/>
                <a:gd name="T65" fmla="*/ 481 h 1671"/>
                <a:gd name="T66" fmla="*/ 100 w 1279"/>
                <a:gd name="T67" fmla="*/ 486 h 1671"/>
                <a:gd name="T68" fmla="*/ 75 w 1279"/>
                <a:gd name="T69" fmla="*/ 498 h 1671"/>
                <a:gd name="T70" fmla="*/ 121 w 1279"/>
                <a:gd name="T71" fmla="*/ 507 h 1671"/>
                <a:gd name="T72" fmla="*/ 85 w 1279"/>
                <a:gd name="T73" fmla="*/ 520 h 1671"/>
                <a:gd name="T74" fmla="*/ 27 w 1279"/>
                <a:gd name="T75" fmla="*/ 1333 h 1671"/>
                <a:gd name="T76" fmla="*/ 126 w 1279"/>
                <a:gd name="T77" fmla="*/ 498 h 1671"/>
                <a:gd name="T78" fmla="*/ 121 w 1279"/>
                <a:gd name="T79" fmla="*/ 498 h 1671"/>
                <a:gd name="T80" fmla="*/ 121 w 1279"/>
                <a:gd name="T81" fmla="*/ 568 h 1671"/>
                <a:gd name="T82" fmla="*/ 119 w 1279"/>
                <a:gd name="T83" fmla="*/ 656 h 1671"/>
                <a:gd name="T84" fmla="*/ 138 w 1279"/>
                <a:gd name="T85" fmla="*/ 799 h 1671"/>
                <a:gd name="T86" fmla="*/ 124 w 1279"/>
                <a:gd name="T87" fmla="*/ 814 h 1671"/>
                <a:gd name="T88" fmla="*/ 119 w 1279"/>
                <a:gd name="T89" fmla="*/ 937 h 1671"/>
                <a:gd name="T90" fmla="*/ 141 w 1279"/>
                <a:gd name="T91" fmla="*/ 1071 h 1671"/>
                <a:gd name="T92" fmla="*/ 121 w 1279"/>
                <a:gd name="T93" fmla="*/ 1188 h 1671"/>
                <a:gd name="T94" fmla="*/ 129 w 1279"/>
                <a:gd name="T95" fmla="*/ 1185 h 1671"/>
                <a:gd name="T96" fmla="*/ 182 w 1279"/>
                <a:gd name="T97" fmla="*/ 656 h 1671"/>
                <a:gd name="T98" fmla="*/ 189 w 1279"/>
                <a:gd name="T99" fmla="*/ 799 h 1671"/>
                <a:gd name="T100" fmla="*/ 199 w 1279"/>
                <a:gd name="T101" fmla="*/ 937 h 1671"/>
                <a:gd name="T102" fmla="*/ 199 w 1279"/>
                <a:gd name="T103" fmla="*/ 957 h 1671"/>
                <a:gd name="T104" fmla="*/ 184 w 1279"/>
                <a:gd name="T105" fmla="*/ 1185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671">
                  <a:moveTo>
                    <a:pt x="1279" y="1154"/>
                  </a:moveTo>
                  <a:lnTo>
                    <a:pt x="1182" y="1178"/>
                  </a:lnTo>
                  <a:lnTo>
                    <a:pt x="1100" y="1212"/>
                  </a:lnTo>
                  <a:lnTo>
                    <a:pt x="1063" y="1212"/>
                  </a:lnTo>
                  <a:lnTo>
                    <a:pt x="1063" y="988"/>
                  </a:lnTo>
                  <a:lnTo>
                    <a:pt x="933" y="988"/>
                  </a:lnTo>
                  <a:lnTo>
                    <a:pt x="933" y="933"/>
                  </a:lnTo>
                  <a:lnTo>
                    <a:pt x="894" y="933"/>
                  </a:lnTo>
                  <a:lnTo>
                    <a:pt x="894" y="877"/>
                  </a:lnTo>
                  <a:lnTo>
                    <a:pt x="783" y="877"/>
                  </a:lnTo>
                  <a:lnTo>
                    <a:pt x="783" y="933"/>
                  </a:lnTo>
                  <a:lnTo>
                    <a:pt x="712" y="933"/>
                  </a:lnTo>
                  <a:lnTo>
                    <a:pt x="712" y="988"/>
                  </a:lnTo>
                  <a:lnTo>
                    <a:pt x="671" y="988"/>
                  </a:lnTo>
                  <a:lnTo>
                    <a:pt x="671" y="1183"/>
                  </a:lnTo>
                  <a:lnTo>
                    <a:pt x="659" y="1180"/>
                  </a:lnTo>
                  <a:lnTo>
                    <a:pt x="618" y="1188"/>
                  </a:lnTo>
                  <a:lnTo>
                    <a:pt x="577" y="1207"/>
                  </a:lnTo>
                  <a:lnTo>
                    <a:pt x="543" y="1236"/>
                  </a:lnTo>
                  <a:lnTo>
                    <a:pt x="519" y="1275"/>
                  </a:lnTo>
                  <a:lnTo>
                    <a:pt x="506" y="1309"/>
                  </a:lnTo>
                  <a:lnTo>
                    <a:pt x="315" y="1309"/>
                  </a:lnTo>
                  <a:lnTo>
                    <a:pt x="303" y="1314"/>
                  </a:lnTo>
                  <a:lnTo>
                    <a:pt x="303" y="1336"/>
                  </a:lnTo>
                  <a:lnTo>
                    <a:pt x="247" y="1333"/>
                  </a:lnTo>
                  <a:lnTo>
                    <a:pt x="243" y="520"/>
                  </a:lnTo>
                  <a:lnTo>
                    <a:pt x="243" y="520"/>
                  </a:lnTo>
                  <a:lnTo>
                    <a:pt x="240" y="520"/>
                  </a:lnTo>
                  <a:lnTo>
                    <a:pt x="235" y="517"/>
                  </a:lnTo>
                  <a:lnTo>
                    <a:pt x="230" y="517"/>
                  </a:lnTo>
                  <a:lnTo>
                    <a:pt x="230" y="517"/>
                  </a:lnTo>
                  <a:lnTo>
                    <a:pt x="230" y="510"/>
                  </a:lnTo>
                  <a:lnTo>
                    <a:pt x="228" y="507"/>
                  </a:lnTo>
                  <a:lnTo>
                    <a:pt x="221" y="507"/>
                  </a:lnTo>
                  <a:lnTo>
                    <a:pt x="209" y="507"/>
                  </a:lnTo>
                  <a:lnTo>
                    <a:pt x="194" y="505"/>
                  </a:lnTo>
                  <a:lnTo>
                    <a:pt x="184" y="505"/>
                  </a:lnTo>
                  <a:lnTo>
                    <a:pt x="184" y="500"/>
                  </a:lnTo>
                  <a:lnTo>
                    <a:pt x="192" y="500"/>
                  </a:lnTo>
                  <a:lnTo>
                    <a:pt x="211" y="500"/>
                  </a:lnTo>
                  <a:lnTo>
                    <a:pt x="228" y="498"/>
                  </a:lnTo>
                  <a:lnTo>
                    <a:pt x="240" y="498"/>
                  </a:lnTo>
                  <a:lnTo>
                    <a:pt x="247" y="495"/>
                  </a:lnTo>
                  <a:lnTo>
                    <a:pt x="247" y="493"/>
                  </a:lnTo>
                  <a:lnTo>
                    <a:pt x="247" y="490"/>
                  </a:lnTo>
                  <a:lnTo>
                    <a:pt x="240" y="488"/>
                  </a:lnTo>
                  <a:lnTo>
                    <a:pt x="228" y="486"/>
                  </a:lnTo>
                  <a:lnTo>
                    <a:pt x="211" y="486"/>
                  </a:lnTo>
                  <a:lnTo>
                    <a:pt x="189" y="486"/>
                  </a:lnTo>
                  <a:lnTo>
                    <a:pt x="184" y="486"/>
                  </a:lnTo>
                  <a:lnTo>
                    <a:pt x="184" y="483"/>
                  </a:lnTo>
                  <a:lnTo>
                    <a:pt x="187" y="483"/>
                  </a:lnTo>
                  <a:lnTo>
                    <a:pt x="192" y="481"/>
                  </a:lnTo>
                  <a:lnTo>
                    <a:pt x="194" y="481"/>
                  </a:lnTo>
                  <a:lnTo>
                    <a:pt x="194" y="478"/>
                  </a:lnTo>
                  <a:lnTo>
                    <a:pt x="194" y="469"/>
                  </a:lnTo>
                  <a:lnTo>
                    <a:pt x="192" y="459"/>
                  </a:lnTo>
                  <a:lnTo>
                    <a:pt x="192" y="449"/>
                  </a:lnTo>
                  <a:lnTo>
                    <a:pt x="192" y="439"/>
                  </a:lnTo>
                  <a:lnTo>
                    <a:pt x="192" y="432"/>
                  </a:lnTo>
                  <a:lnTo>
                    <a:pt x="192" y="430"/>
                  </a:lnTo>
                  <a:lnTo>
                    <a:pt x="192" y="430"/>
                  </a:lnTo>
                  <a:lnTo>
                    <a:pt x="189" y="427"/>
                  </a:lnTo>
                  <a:lnTo>
                    <a:pt x="184" y="427"/>
                  </a:lnTo>
                  <a:lnTo>
                    <a:pt x="182" y="427"/>
                  </a:lnTo>
                  <a:lnTo>
                    <a:pt x="182" y="427"/>
                  </a:lnTo>
                  <a:lnTo>
                    <a:pt x="184" y="427"/>
                  </a:lnTo>
                  <a:lnTo>
                    <a:pt x="189" y="427"/>
                  </a:lnTo>
                  <a:lnTo>
                    <a:pt x="189" y="427"/>
                  </a:lnTo>
                  <a:lnTo>
                    <a:pt x="199" y="427"/>
                  </a:lnTo>
                  <a:lnTo>
                    <a:pt x="204" y="425"/>
                  </a:lnTo>
                  <a:lnTo>
                    <a:pt x="204" y="425"/>
                  </a:lnTo>
                  <a:lnTo>
                    <a:pt x="204" y="425"/>
                  </a:lnTo>
                  <a:lnTo>
                    <a:pt x="209" y="425"/>
                  </a:lnTo>
                  <a:lnTo>
                    <a:pt x="214" y="425"/>
                  </a:lnTo>
                  <a:lnTo>
                    <a:pt x="214" y="425"/>
                  </a:lnTo>
                  <a:lnTo>
                    <a:pt x="214" y="425"/>
                  </a:lnTo>
                  <a:lnTo>
                    <a:pt x="218" y="425"/>
                  </a:lnTo>
                  <a:lnTo>
                    <a:pt x="221" y="422"/>
                  </a:lnTo>
                  <a:lnTo>
                    <a:pt x="221" y="422"/>
                  </a:lnTo>
                  <a:lnTo>
                    <a:pt x="221" y="422"/>
                  </a:lnTo>
                  <a:lnTo>
                    <a:pt x="221" y="422"/>
                  </a:lnTo>
                  <a:lnTo>
                    <a:pt x="230" y="418"/>
                  </a:lnTo>
                  <a:lnTo>
                    <a:pt x="233" y="418"/>
                  </a:lnTo>
                  <a:lnTo>
                    <a:pt x="233" y="418"/>
                  </a:lnTo>
                  <a:lnTo>
                    <a:pt x="235" y="415"/>
                  </a:lnTo>
                  <a:lnTo>
                    <a:pt x="235" y="413"/>
                  </a:lnTo>
                  <a:lnTo>
                    <a:pt x="235" y="413"/>
                  </a:lnTo>
                  <a:lnTo>
                    <a:pt x="235" y="410"/>
                  </a:lnTo>
                  <a:lnTo>
                    <a:pt x="235" y="410"/>
                  </a:lnTo>
                  <a:lnTo>
                    <a:pt x="221" y="403"/>
                  </a:lnTo>
                  <a:lnTo>
                    <a:pt x="218" y="403"/>
                  </a:lnTo>
                  <a:lnTo>
                    <a:pt x="209" y="401"/>
                  </a:lnTo>
                  <a:lnTo>
                    <a:pt x="197" y="401"/>
                  </a:lnTo>
                  <a:lnTo>
                    <a:pt x="194" y="401"/>
                  </a:lnTo>
                  <a:lnTo>
                    <a:pt x="189" y="398"/>
                  </a:lnTo>
                  <a:lnTo>
                    <a:pt x="187" y="396"/>
                  </a:lnTo>
                  <a:lnTo>
                    <a:pt x="182" y="393"/>
                  </a:lnTo>
                  <a:lnTo>
                    <a:pt x="180" y="391"/>
                  </a:lnTo>
                  <a:lnTo>
                    <a:pt x="177" y="386"/>
                  </a:lnTo>
                  <a:lnTo>
                    <a:pt x="175" y="381"/>
                  </a:lnTo>
                  <a:lnTo>
                    <a:pt x="172" y="379"/>
                  </a:lnTo>
                  <a:lnTo>
                    <a:pt x="170" y="374"/>
                  </a:lnTo>
                  <a:lnTo>
                    <a:pt x="170" y="374"/>
                  </a:lnTo>
                  <a:lnTo>
                    <a:pt x="168" y="374"/>
                  </a:lnTo>
                  <a:lnTo>
                    <a:pt x="168" y="374"/>
                  </a:lnTo>
                  <a:lnTo>
                    <a:pt x="168" y="245"/>
                  </a:lnTo>
                  <a:lnTo>
                    <a:pt x="168" y="245"/>
                  </a:lnTo>
                  <a:lnTo>
                    <a:pt x="165" y="243"/>
                  </a:lnTo>
                  <a:lnTo>
                    <a:pt x="165" y="243"/>
                  </a:lnTo>
                  <a:lnTo>
                    <a:pt x="163" y="243"/>
                  </a:lnTo>
                  <a:lnTo>
                    <a:pt x="163" y="146"/>
                  </a:lnTo>
                  <a:lnTo>
                    <a:pt x="163" y="146"/>
                  </a:lnTo>
                  <a:lnTo>
                    <a:pt x="163" y="146"/>
                  </a:lnTo>
                  <a:lnTo>
                    <a:pt x="160" y="146"/>
                  </a:lnTo>
                  <a:lnTo>
                    <a:pt x="160" y="146"/>
                  </a:lnTo>
                  <a:lnTo>
                    <a:pt x="160" y="65"/>
                  </a:lnTo>
                  <a:lnTo>
                    <a:pt x="160" y="63"/>
                  </a:lnTo>
                  <a:lnTo>
                    <a:pt x="158" y="63"/>
                  </a:lnTo>
                  <a:lnTo>
                    <a:pt x="158" y="63"/>
                  </a:lnTo>
                  <a:lnTo>
                    <a:pt x="158" y="63"/>
                  </a:lnTo>
                  <a:lnTo>
                    <a:pt x="158" y="0"/>
                  </a:lnTo>
                  <a:lnTo>
                    <a:pt x="158" y="0"/>
                  </a:lnTo>
                  <a:lnTo>
                    <a:pt x="155" y="0"/>
                  </a:lnTo>
                  <a:lnTo>
                    <a:pt x="155" y="0"/>
                  </a:lnTo>
                  <a:lnTo>
                    <a:pt x="155" y="0"/>
                  </a:lnTo>
                  <a:lnTo>
                    <a:pt x="155" y="0"/>
                  </a:lnTo>
                  <a:lnTo>
                    <a:pt x="155" y="0"/>
                  </a:lnTo>
                  <a:lnTo>
                    <a:pt x="155" y="0"/>
                  </a:lnTo>
                  <a:lnTo>
                    <a:pt x="153" y="0"/>
                  </a:lnTo>
                  <a:lnTo>
                    <a:pt x="153" y="0"/>
                  </a:lnTo>
                  <a:lnTo>
                    <a:pt x="153" y="0"/>
                  </a:lnTo>
                  <a:lnTo>
                    <a:pt x="153" y="2"/>
                  </a:lnTo>
                  <a:lnTo>
                    <a:pt x="153" y="2"/>
                  </a:lnTo>
                  <a:lnTo>
                    <a:pt x="153" y="63"/>
                  </a:lnTo>
                  <a:lnTo>
                    <a:pt x="153" y="63"/>
                  </a:lnTo>
                  <a:lnTo>
                    <a:pt x="153" y="63"/>
                  </a:lnTo>
                  <a:lnTo>
                    <a:pt x="151" y="65"/>
                  </a:lnTo>
                  <a:lnTo>
                    <a:pt x="151" y="65"/>
                  </a:lnTo>
                  <a:lnTo>
                    <a:pt x="151" y="65"/>
                  </a:lnTo>
                  <a:lnTo>
                    <a:pt x="151" y="146"/>
                  </a:lnTo>
                  <a:lnTo>
                    <a:pt x="151" y="146"/>
                  </a:lnTo>
                  <a:lnTo>
                    <a:pt x="151" y="146"/>
                  </a:lnTo>
                  <a:lnTo>
                    <a:pt x="148" y="146"/>
                  </a:lnTo>
                  <a:lnTo>
                    <a:pt x="148" y="146"/>
                  </a:lnTo>
                  <a:lnTo>
                    <a:pt x="148" y="243"/>
                  </a:lnTo>
                  <a:lnTo>
                    <a:pt x="148" y="243"/>
                  </a:lnTo>
                  <a:lnTo>
                    <a:pt x="146" y="245"/>
                  </a:lnTo>
                  <a:lnTo>
                    <a:pt x="146" y="245"/>
                  </a:lnTo>
                  <a:lnTo>
                    <a:pt x="146" y="374"/>
                  </a:lnTo>
                  <a:lnTo>
                    <a:pt x="146" y="374"/>
                  </a:lnTo>
                  <a:lnTo>
                    <a:pt x="143" y="374"/>
                  </a:lnTo>
                  <a:lnTo>
                    <a:pt x="143" y="374"/>
                  </a:lnTo>
                  <a:lnTo>
                    <a:pt x="141" y="379"/>
                  </a:lnTo>
                  <a:lnTo>
                    <a:pt x="141" y="384"/>
                  </a:lnTo>
                  <a:lnTo>
                    <a:pt x="138" y="386"/>
                  </a:lnTo>
                  <a:lnTo>
                    <a:pt x="136" y="391"/>
                  </a:lnTo>
                  <a:lnTo>
                    <a:pt x="131" y="393"/>
                  </a:lnTo>
                  <a:lnTo>
                    <a:pt x="129" y="396"/>
                  </a:lnTo>
                  <a:lnTo>
                    <a:pt x="124" y="398"/>
                  </a:lnTo>
                  <a:lnTo>
                    <a:pt x="121" y="401"/>
                  </a:lnTo>
                  <a:lnTo>
                    <a:pt x="117" y="401"/>
                  </a:lnTo>
                  <a:lnTo>
                    <a:pt x="105" y="403"/>
                  </a:lnTo>
                  <a:lnTo>
                    <a:pt x="97" y="403"/>
                  </a:lnTo>
                  <a:lnTo>
                    <a:pt x="92" y="405"/>
                  </a:lnTo>
                  <a:lnTo>
                    <a:pt x="80" y="413"/>
                  </a:lnTo>
                  <a:lnTo>
                    <a:pt x="80" y="413"/>
                  </a:lnTo>
                  <a:lnTo>
                    <a:pt x="80" y="418"/>
                  </a:lnTo>
                  <a:lnTo>
                    <a:pt x="80" y="418"/>
                  </a:lnTo>
                  <a:lnTo>
                    <a:pt x="80" y="420"/>
                  </a:lnTo>
                  <a:lnTo>
                    <a:pt x="85" y="420"/>
                  </a:lnTo>
                  <a:lnTo>
                    <a:pt x="95" y="425"/>
                  </a:lnTo>
                  <a:lnTo>
                    <a:pt x="95" y="425"/>
                  </a:lnTo>
                  <a:lnTo>
                    <a:pt x="95" y="425"/>
                  </a:lnTo>
                  <a:lnTo>
                    <a:pt x="100" y="425"/>
                  </a:lnTo>
                  <a:lnTo>
                    <a:pt x="100" y="425"/>
                  </a:lnTo>
                  <a:lnTo>
                    <a:pt x="102" y="425"/>
                  </a:lnTo>
                  <a:lnTo>
                    <a:pt x="102" y="425"/>
                  </a:lnTo>
                  <a:lnTo>
                    <a:pt x="107" y="427"/>
                  </a:lnTo>
                  <a:lnTo>
                    <a:pt x="112" y="427"/>
                  </a:lnTo>
                  <a:lnTo>
                    <a:pt x="112" y="427"/>
                  </a:lnTo>
                  <a:lnTo>
                    <a:pt x="119" y="427"/>
                  </a:lnTo>
                  <a:lnTo>
                    <a:pt x="124" y="427"/>
                  </a:lnTo>
                  <a:lnTo>
                    <a:pt x="124" y="427"/>
                  </a:lnTo>
                  <a:lnTo>
                    <a:pt x="124" y="427"/>
                  </a:lnTo>
                  <a:lnTo>
                    <a:pt x="129" y="427"/>
                  </a:lnTo>
                  <a:lnTo>
                    <a:pt x="129" y="427"/>
                  </a:lnTo>
                  <a:lnTo>
                    <a:pt x="126" y="430"/>
                  </a:lnTo>
                  <a:lnTo>
                    <a:pt x="121" y="430"/>
                  </a:lnTo>
                  <a:lnTo>
                    <a:pt x="119" y="430"/>
                  </a:lnTo>
                  <a:lnTo>
                    <a:pt x="119" y="432"/>
                  </a:lnTo>
                  <a:lnTo>
                    <a:pt x="119" y="439"/>
                  </a:lnTo>
                  <a:lnTo>
                    <a:pt x="119" y="449"/>
                  </a:lnTo>
                  <a:lnTo>
                    <a:pt x="119" y="459"/>
                  </a:lnTo>
                  <a:lnTo>
                    <a:pt x="119" y="469"/>
                  </a:lnTo>
                  <a:lnTo>
                    <a:pt x="119" y="478"/>
                  </a:lnTo>
                  <a:lnTo>
                    <a:pt x="119" y="481"/>
                  </a:lnTo>
                  <a:lnTo>
                    <a:pt x="121" y="481"/>
                  </a:lnTo>
                  <a:lnTo>
                    <a:pt x="124" y="483"/>
                  </a:lnTo>
                  <a:lnTo>
                    <a:pt x="129" y="483"/>
                  </a:lnTo>
                  <a:lnTo>
                    <a:pt x="131" y="483"/>
                  </a:lnTo>
                  <a:lnTo>
                    <a:pt x="131" y="486"/>
                  </a:lnTo>
                  <a:lnTo>
                    <a:pt x="119" y="486"/>
                  </a:lnTo>
                  <a:lnTo>
                    <a:pt x="100" y="486"/>
                  </a:lnTo>
                  <a:lnTo>
                    <a:pt x="83" y="488"/>
                  </a:lnTo>
                  <a:lnTo>
                    <a:pt x="73" y="490"/>
                  </a:lnTo>
                  <a:lnTo>
                    <a:pt x="66" y="490"/>
                  </a:lnTo>
                  <a:lnTo>
                    <a:pt x="66" y="495"/>
                  </a:lnTo>
                  <a:lnTo>
                    <a:pt x="68" y="498"/>
                  </a:lnTo>
                  <a:lnTo>
                    <a:pt x="75" y="498"/>
                  </a:lnTo>
                  <a:lnTo>
                    <a:pt x="88" y="500"/>
                  </a:lnTo>
                  <a:lnTo>
                    <a:pt x="105" y="500"/>
                  </a:lnTo>
                  <a:lnTo>
                    <a:pt x="124" y="500"/>
                  </a:lnTo>
                  <a:lnTo>
                    <a:pt x="131" y="500"/>
                  </a:lnTo>
                  <a:lnTo>
                    <a:pt x="131" y="505"/>
                  </a:lnTo>
                  <a:lnTo>
                    <a:pt x="121" y="507"/>
                  </a:lnTo>
                  <a:lnTo>
                    <a:pt x="107" y="507"/>
                  </a:lnTo>
                  <a:lnTo>
                    <a:pt x="95" y="507"/>
                  </a:lnTo>
                  <a:lnTo>
                    <a:pt x="88" y="510"/>
                  </a:lnTo>
                  <a:lnTo>
                    <a:pt x="88" y="510"/>
                  </a:lnTo>
                  <a:lnTo>
                    <a:pt x="88" y="520"/>
                  </a:lnTo>
                  <a:lnTo>
                    <a:pt x="85" y="520"/>
                  </a:lnTo>
                  <a:lnTo>
                    <a:pt x="80" y="520"/>
                  </a:lnTo>
                  <a:lnTo>
                    <a:pt x="75" y="520"/>
                  </a:lnTo>
                  <a:lnTo>
                    <a:pt x="73" y="520"/>
                  </a:lnTo>
                  <a:lnTo>
                    <a:pt x="73" y="520"/>
                  </a:lnTo>
                  <a:lnTo>
                    <a:pt x="78" y="1331"/>
                  </a:lnTo>
                  <a:lnTo>
                    <a:pt x="27" y="1333"/>
                  </a:lnTo>
                  <a:lnTo>
                    <a:pt x="27" y="1350"/>
                  </a:lnTo>
                  <a:lnTo>
                    <a:pt x="0" y="1353"/>
                  </a:lnTo>
                  <a:lnTo>
                    <a:pt x="0" y="1671"/>
                  </a:lnTo>
                  <a:lnTo>
                    <a:pt x="1279" y="1671"/>
                  </a:lnTo>
                  <a:lnTo>
                    <a:pt x="1279" y="1154"/>
                  </a:lnTo>
                  <a:close/>
                  <a:moveTo>
                    <a:pt x="126" y="498"/>
                  </a:moveTo>
                  <a:lnTo>
                    <a:pt x="124" y="498"/>
                  </a:lnTo>
                  <a:lnTo>
                    <a:pt x="121" y="498"/>
                  </a:lnTo>
                  <a:lnTo>
                    <a:pt x="119" y="498"/>
                  </a:lnTo>
                  <a:lnTo>
                    <a:pt x="117" y="498"/>
                  </a:lnTo>
                  <a:lnTo>
                    <a:pt x="119" y="498"/>
                  </a:lnTo>
                  <a:lnTo>
                    <a:pt x="121" y="498"/>
                  </a:lnTo>
                  <a:lnTo>
                    <a:pt x="124" y="498"/>
                  </a:lnTo>
                  <a:lnTo>
                    <a:pt x="126" y="498"/>
                  </a:lnTo>
                  <a:lnTo>
                    <a:pt x="131" y="498"/>
                  </a:lnTo>
                  <a:lnTo>
                    <a:pt x="126" y="498"/>
                  </a:lnTo>
                  <a:close/>
                  <a:moveTo>
                    <a:pt x="117" y="568"/>
                  </a:moveTo>
                  <a:lnTo>
                    <a:pt x="121" y="568"/>
                  </a:lnTo>
                  <a:lnTo>
                    <a:pt x="131" y="568"/>
                  </a:lnTo>
                  <a:lnTo>
                    <a:pt x="138" y="568"/>
                  </a:lnTo>
                  <a:lnTo>
                    <a:pt x="138" y="656"/>
                  </a:lnTo>
                  <a:lnTo>
                    <a:pt x="134" y="656"/>
                  </a:lnTo>
                  <a:lnTo>
                    <a:pt x="124" y="656"/>
                  </a:lnTo>
                  <a:lnTo>
                    <a:pt x="119" y="656"/>
                  </a:lnTo>
                  <a:lnTo>
                    <a:pt x="117" y="568"/>
                  </a:lnTo>
                  <a:close/>
                  <a:moveTo>
                    <a:pt x="119" y="673"/>
                  </a:moveTo>
                  <a:lnTo>
                    <a:pt x="126" y="673"/>
                  </a:lnTo>
                  <a:lnTo>
                    <a:pt x="136" y="673"/>
                  </a:lnTo>
                  <a:lnTo>
                    <a:pt x="138" y="673"/>
                  </a:lnTo>
                  <a:lnTo>
                    <a:pt x="138" y="799"/>
                  </a:lnTo>
                  <a:lnTo>
                    <a:pt x="136" y="799"/>
                  </a:lnTo>
                  <a:lnTo>
                    <a:pt x="126" y="799"/>
                  </a:lnTo>
                  <a:lnTo>
                    <a:pt x="119" y="799"/>
                  </a:lnTo>
                  <a:lnTo>
                    <a:pt x="119" y="673"/>
                  </a:lnTo>
                  <a:close/>
                  <a:moveTo>
                    <a:pt x="119" y="814"/>
                  </a:moveTo>
                  <a:lnTo>
                    <a:pt x="124" y="814"/>
                  </a:lnTo>
                  <a:lnTo>
                    <a:pt x="136" y="814"/>
                  </a:lnTo>
                  <a:lnTo>
                    <a:pt x="141" y="814"/>
                  </a:lnTo>
                  <a:lnTo>
                    <a:pt x="141" y="937"/>
                  </a:lnTo>
                  <a:lnTo>
                    <a:pt x="136" y="937"/>
                  </a:lnTo>
                  <a:lnTo>
                    <a:pt x="129" y="937"/>
                  </a:lnTo>
                  <a:lnTo>
                    <a:pt x="119" y="937"/>
                  </a:lnTo>
                  <a:lnTo>
                    <a:pt x="119" y="814"/>
                  </a:lnTo>
                  <a:close/>
                  <a:moveTo>
                    <a:pt x="119" y="957"/>
                  </a:moveTo>
                  <a:lnTo>
                    <a:pt x="126" y="957"/>
                  </a:lnTo>
                  <a:lnTo>
                    <a:pt x="136" y="957"/>
                  </a:lnTo>
                  <a:lnTo>
                    <a:pt x="141" y="957"/>
                  </a:lnTo>
                  <a:lnTo>
                    <a:pt x="141" y="1071"/>
                  </a:lnTo>
                  <a:lnTo>
                    <a:pt x="138" y="1071"/>
                  </a:lnTo>
                  <a:lnTo>
                    <a:pt x="129" y="1071"/>
                  </a:lnTo>
                  <a:lnTo>
                    <a:pt x="121" y="1073"/>
                  </a:lnTo>
                  <a:lnTo>
                    <a:pt x="119" y="957"/>
                  </a:lnTo>
                  <a:close/>
                  <a:moveTo>
                    <a:pt x="129" y="1185"/>
                  </a:moveTo>
                  <a:lnTo>
                    <a:pt x="121" y="1188"/>
                  </a:lnTo>
                  <a:lnTo>
                    <a:pt x="121" y="1095"/>
                  </a:lnTo>
                  <a:lnTo>
                    <a:pt x="126" y="1095"/>
                  </a:lnTo>
                  <a:lnTo>
                    <a:pt x="136" y="1095"/>
                  </a:lnTo>
                  <a:lnTo>
                    <a:pt x="141" y="1095"/>
                  </a:lnTo>
                  <a:lnTo>
                    <a:pt x="141" y="1185"/>
                  </a:lnTo>
                  <a:lnTo>
                    <a:pt x="129" y="1185"/>
                  </a:lnTo>
                  <a:close/>
                  <a:moveTo>
                    <a:pt x="182" y="568"/>
                  </a:moveTo>
                  <a:lnTo>
                    <a:pt x="189" y="568"/>
                  </a:lnTo>
                  <a:lnTo>
                    <a:pt x="197" y="568"/>
                  </a:lnTo>
                  <a:lnTo>
                    <a:pt x="197" y="656"/>
                  </a:lnTo>
                  <a:lnTo>
                    <a:pt x="194" y="656"/>
                  </a:lnTo>
                  <a:lnTo>
                    <a:pt x="182" y="656"/>
                  </a:lnTo>
                  <a:lnTo>
                    <a:pt x="182" y="568"/>
                  </a:lnTo>
                  <a:close/>
                  <a:moveTo>
                    <a:pt x="182" y="673"/>
                  </a:moveTo>
                  <a:lnTo>
                    <a:pt x="189" y="673"/>
                  </a:lnTo>
                  <a:lnTo>
                    <a:pt x="197" y="673"/>
                  </a:lnTo>
                  <a:lnTo>
                    <a:pt x="199" y="799"/>
                  </a:lnTo>
                  <a:lnTo>
                    <a:pt x="189" y="799"/>
                  </a:lnTo>
                  <a:lnTo>
                    <a:pt x="182" y="799"/>
                  </a:lnTo>
                  <a:lnTo>
                    <a:pt x="182" y="673"/>
                  </a:lnTo>
                  <a:close/>
                  <a:moveTo>
                    <a:pt x="182" y="814"/>
                  </a:moveTo>
                  <a:lnTo>
                    <a:pt x="194" y="814"/>
                  </a:lnTo>
                  <a:lnTo>
                    <a:pt x="199" y="814"/>
                  </a:lnTo>
                  <a:lnTo>
                    <a:pt x="199" y="937"/>
                  </a:lnTo>
                  <a:lnTo>
                    <a:pt x="192" y="937"/>
                  </a:lnTo>
                  <a:lnTo>
                    <a:pt x="184" y="937"/>
                  </a:lnTo>
                  <a:lnTo>
                    <a:pt x="182" y="814"/>
                  </a:lnTo>
                  <a:close/>
                  <a:moveTo>
                    <a:pt x="184" y="957"/>
                  </a:moveTo>
                  <a:lnTo>
                    <a:pt x="194" y="957"/>
                  </a:lnTo>
                  <a:lnTo>
                    <a:pt x="199" y="957"/>
                  </a:lnTo>
                  <a:lnTo>
                    <a:pt x="199" y="1071"/>
                  </a:lnTo>
                  <a:lnTo>
                    <a:pt x="192" y="1071"/>
                  </a:lnTo>
                  <a:lnTo>
                    <a:pt x="184" y="1071"/>
                  </a:lnTo>
                  <a:lnTo>
                    <a:pt x="184" y="957"/>
                  </a:lnTo>
                  <a:close/>
                  <a:moveTo>
                    <a:pt x="199" y="1188"/>
                  </a:moveTo>
                  <a:lnTo>
                    <a:pt x="184" y="1185"/>
                  </a:lnTo>
                  <a:lnTo>
                    <a:pt x="184" y="1098"/>
                  </a:lnTo>
                  <a:lnTo>
                    <a:pt x="197" y="1098"/>
                  </a:lnTo>
                  <a:lnTo>
                    <a:pt x="199" y="1098"/>
                  </a:lnTo>
                  <a:lnTo>
                    <a:pt x="201" y="1188"/>
                  </a:lnTo>
                  <a:lnTo>
                    <a:pt x="199" y="1188"/>
                  </a:lnTo>
                  <a:close/>
                </a:path>
              </a:pathLst>
            </a:custGeom>
            <a:solidFill>
              <a:schemeClr val="bg1">
                <a:lumMod val="85000"/>
                <a:alpha val="50000"/>
              </a:schemeClr>
            </a:solidFill>
            <a:ln>
              <a:noFill/>
            </a:ln>
          </p:spPr>
          <p:txBody>
            <a:bodyPr vert="horz" wrap="square" lIns="68580" tIns="34290" rIns="68580" bIns="34290" numCol="1" anchor="t" anchorCtr="0" compatLnSpc="1"/>
            <a:lstStyle/>
            <a:p>
              <a:endParaRPr lang="id-ID" sz="1350"/>
            </a:p>
          </p:txBody>
        </p:sp>
        <p:sp>
          <p:nvSpPr>
            <p:cNvPr id="44" name="Freeform 43"/>
            <p:cNvSpPr/>
            <p:nvPr/>
          </p:nvSpPr>
          <p:spPr bwMode="auto">
            <a:xfrm flipH="1">
              <a:off x="2045653" y="4973013"/>
              <a:ext cx="2054243" cy="1895615"/>
            </a:xfrm>
            <a:custGeom>
              <a:avLst/>
              <a:gdLst>
                <a:gd name="connsiteX0" fmla="*/ 0 w 2047980"/>
                <a:gd name="connsiteY0" fmla="*/ 485126 h 1895615"/>
                <a:gd name="connsiteX1" fmla="*/ 0 w 2047980"/>
                <a:gd name="connsiteY1" fmla="*/ 907963 h 1895615"/>
                <a:gd name="connsiteX2" fmla="*/ 3424 w 2047980"/>
                <a:gd name="connsiteY2" fmla="*/ 579966 h 1895615"/>
                <a:gd name="connsiteX3" fmla="*/ 6649 w 2047980"/>
                <a:gd name="connsiteY3" fmla="*/ 486218 h 1895615"/>
                <a:gd name="connsiteX4" fmla="*/ 1170821 w 2047980"/>
                <a:gd name="connsiteY4" fmla="*/ 0 h 1895615"/>
                <a:gd name="connsiteX5" fmla="*/ 806412 w 2047980"/>
                <a:gd name="connsiteY5" fmla="*/ 0 h 1895615"/>
                <a:gd name="connsiteX6" fmla="*/ 806412 w 2047980"/>
                <a:gd name="connsiteY6" fmla="*/ 50847 h 1895615"/>
                <a:gd name="connsiteX7" fmla="*/ 709667 w 2047980"/>
                <a:gd name="connsiteY7" fmla="*/ 50847 h 1895615"/>
                <a:gd name="connsiteX8" fmla="*/ 704830 w 2047980"/>
                <a:gd name="connsiteY8" fmla="*/ 1358551 h 1895615"/>
                <a:gd name="connsiteX9" fmla="*/ 693543 w 2047980"/>
                <a:gd name="connsiteY9" fmla="*/ 1347428 h 1895615"/>
                <a:gd name="connsiteX10" fmla="*/ 693543 w 2047980"/>
                <a:gd name="connsiteY10" fmla="*/ 1328361 h 1895615"/>
                <a:gd name="connsiteX11" fmla="*/ 690318 w 2047980"/>
                <a:gd name="connsiteY11" fmla="*/ 1185355 h 1895615"/>
                <a:gd name="connsiteX12" fmla="*/ 690318 w 2047980"/>
                <a:gd name="connsiteY12" fmla="*/ 1174233 h 1895615"/>
                <a:gd name="connsiteX13" fmla="*/ 682256 w 2047980"/>
                <a:gd name="connsiteY13" fmla="*/ 1174233 h 1895615"/>
                <a:gd name="connsiteX14" fmla="*/ 679031 w 2047980"/>
                <a:gd name="connsiteY14" fmla="*/ 1174233 h 1895615"/>
                <a:gd name="connsiteX15" fmla="*/ 679031 w 2047980"/>
                <a:gd name="connsiteY15" fmla="*/ 1185355 h 1895615"/>
                <a:gd name="connsiteX16" fmla="*/ 679031 w 2047980"/>
                <a:gd name="connsiteY16" fmla="*/ 1204423 h 1895615"/>
                <a:gd name="connsiteX17" fmla="*/ 638720 w 2047980"/>
                <a:gd name="connsiteY17" fmla="*/ 1204423 h 1895615"/>
                <a:gd name="connsiteX18" fmla="*/ 638720 w 2047980"/>
                <a:gd name="connsiteY18" fmla="*/ 1201245 h 1895615"/>
                <a:gd name="connsiteX19" fmla="*/ 630658 w 2047980"/>
                <a:gd name="connsiteY19" fmla="*/ 1185355 h 1895615"/>
                <a:gd name="connsiteX20" fmla="*/ 630658 w 2047980"/>
                <a:gd name="connsiteY20" fmla="*/ 1101141 h 1895615"/>
                <a:gd name="connsiteX21" fmla="*/ 619371 w 2047980"/>
                <a:gd name="connsiteY21" fmla="*/ 1074129 h 1895615"/>
                <a:gd name="connsiteX22" fmla="*/ 619371 w 2047980"/>
                <a:gd name="connsiteY22" fmla="*/ 988326 h 1895615"/>
                <a:gd name="connsiteX23" fmla="*/ 596797 w 2047980"/>
                <a:gd name="connsiteY23" fmla="*/ 891400 h 1895615"/>
                <a:gd name="connsiteX24" fmla="*/ 600022 w 2047980"/>
                <a:gd name="connsiteY24" fmla="*/ 891400 h 1895615"/>
                <a:gd name="connsiteX25" fmla="*/ 600022 w 2047980"/>
                <a:gd name="connsiteY25" fmla="*/ 869155 h 1895615"/>
                <a:gd name="connsiteX26" fmla="*/ 591960 w 2047980"/>
                <a:gd name="connsiteY26" fmla="*/ 869155 h 1895615"/>
                <a:gd name="connsiteX27" fmla="*/ 580673 w 2047980"/>
                <a:gd name="connsiteY27" fmla="*/ 869155 h 1895615"/>
                <a:gd name="connsiteX28" fmla="*/ 580673 w 2047980"/>
                <a:gd name="connsiteY28" fmla="*/ 880277 h 1895615"/>
                <a:gd name="connsiteX29" fmla="*/ 577448 w 2047980"/>
                <a:gd name="connsiteY29" fmla="*/ 880277 h 1895615"/>
                <a:gd name="connsiteX30" fmla="*/ 577448 w 2047980"/>
                <a:gd name="connsiteY30" fmla="*/ 904112 h 1895615"/>
                <a:gd name="connsiteX31" fmla="*/ 580673 w 2047980"/>
                <a:gd name="connsiteY31" fmla="*/ 904112 h 1895615"/>
                <a:gd name="connsiteX32" fmla="*/ 564549 w 2047980"/>
                <a:gd name="connsiteY32" fmla="*/ 969259 h 1895615"/>
                <a:gd name="connsiteX33" fmla="*/ 545199 w 2047980"/>
                <a:gd name="connsiteY33" fmla="*/ 764284 h 1895615"/>
                <a:gd name="connsiteX34" fmla="*/ 553262 w 2047980"/>
                <a:gd name="connsiteY34" fmla="*/ 764284 h 1895615"/>
                <a:gd name="connsiteX35" fmla="*/ 553262 w 2047980"/>
                <a:gd name="connsiteY35" fmla="*/ 761106 h 1895615"/>
                <a:gd name="connsiteX36" fmla="*/ 553262 w 2047980"/>
                <a:gd name="connsiteY36" fmla="*/ 745217 h 1895615"/>
                <a:gd name="connsiteX37" fmla="*/ 541975 w 2047980"/>
                <a:gd name="connsiteY37" fmla="*/ 745217 h 1895615"/>
                <a:gd name="connsiteX38" fmla="*/ 530688 w 2047980"/>
                <a:gd name="connsiteY38" fmla="*/ 591089 h 1895615"/>
                <a:gd name="connsiteX39" fmla="*/ 537137 w 2047980"/>
                <a:gd name="connsiteY39" fmla="*/ 591089 h 1895615"/>
                <a:gd name="connsiteX40" fmla="*/ 537137 w 2047980"/>
                <a:gd name="connsiteY40" fmla="*/ 552954 h 1895615"/>
                <a:gd name="connsiteX41" fmla="*/ 537137 w 2047980"/>
                <a:gd name="connsiteY41" fmla="*/ 490985 h 1895615"/>
                <a:gd name="connsiteX42" fmla="*/ 503276 w 2047980"/>
                <a:gd name="connsiteY42" fmla="*/ 490985 h 1895615"/>
                <a:gd name="connsiteX43" fmla="*/ 503276 w 2047980"/>
                <a:gd name="connsiteY43" fmla="*/ 552954 h 1895615"/>
                <a:gd name="connsiteX44" fmla="*/ 503276 w 2047980"/>
                <a:gd name="connsiteY44" fmla="*/ 591089 h 1895615"/>
                <a:gd name="connsiteX45" fmla="*/ 509726 w 2047980"/>
                <a:gd name="connsiteY45" fmla="*/ 591089 h 1895615"/>
                <a:gd name="connsiteX46" fmla="*/ 509726 w 2047980"/>
                <a:gd name="connsiteY46" fmla="*/ 594267 h 1895615"/>
                <a:gd name="connsiteX47" fmla="*/ 498439 w 2047980"/>
                <a:gd name="connsiteY47" fmla="*/ 745217 h 1895615"/>
                <a:gd name="connsiteX48" fmla="*/ 490377 w 2047980"/>
                <a:gd name="connsiteY48" fmla="*/ 745217 h 1895615"/>
                <a:gd name="connsiteX49" fmla="*/ 490377 w 2047980"/>
                <a:gd name="connsiteY49" fmla="*/ 749984 h 1895615"/>
                <a:gd name="connsiteX50" fmla="*/ 490377 w 2047980"/>
                <a:gd name="connsiteY50" fmla="*/ 761106 h 1895615"/>
                <a:gd name="connsiteX51" fmla="*/ 490377 w 2047980"/>
                <a:gd name="connsiteY51" fmla="*/ 764284 h 1895615"/>
                <a:gd name="connsiteX52" fmla="*/ 498439 w 2047980"/>
                <a:gd name="connsiteY52" fmla="*/ 764284 h 1895615"/>
                <a:gd name="connsiteX53" fmla="*/ 479090 w 2047980"/>
                <a:gd name="connsiteY53" fmla="*/ 969259 h 1895615"/>
                <a:gd name="connsiteX54" fmla="*/ 462966 w 2047980"/>
                <a:gd name="connsiteY54" fmla="*/ 899345 h 1895615"/>
                <a:gd name="connsiteX55" fmla="*/ 462966 w 2047980"/>
                <a:gd name="connsiteY55" fmla="*/ 891400 h 1895615"/>
                <a:gd name="connsiteX56" fmla="*/ 467803 w 2047980"/>
                <a:gd name="connsiteY56" fmla="*/ 891400 h 1895615"/>
                <a:gd name="connsiteX57" fmla="*/ 467803 w 2047980"/>
                <a:gd name="connsiteY57" fmla="*/ 869155 h 1895615"/>
                <a:gd name="connsiteX58" fmla="*/ 454904 w 2047980"/>
                <a:gd name="connsiteY58" fmla="*/ 869155 h 1895615"/>
                <a:gd name="connsiteX59" fmla="*/ 448454 w 2047980"/>
                <a:gd name="connsiteY59" fmla="*/ 869155 h 1895615"/>
                <a:gd name="connsiteX60" fmla="*/ 448454 w 2047980"/>
                <a:gd name="connsiteY60" fmla="*/ 880277 h 1895615"/>
                <a:gd name="connsiteX61" fmla="*/ 448454 w 2047980"/>
                <a:gd name="connsiteY61" fmla="*/ 904112 h 1895615"/>
                <a:gd name="connsiteX62" fmla="*/ 451679 w 2047980"/>
                <a:gd name="connsiteY62" fmla="*/ 904112 h 1895615"/>
                <a:gd name="connsiteX63" fmla="*/ 432330 w 2047980"/>
                <a:gd name="connsiteY63" fmla="*/ 988326 h 1895615"/>
                <a:gd name="connsiteX64" fmla="*/ 429105 w 2047980"/>
                <a:gd name="connsiteY64" fmla="*/ 996271 h 1895615"/>
                <a:gd name="connsiteX65" fmla="*/ 429105 w 2047980"/>
                <a:gd name="connsiteY65" fmla="*/ 1074129 h 1895615"/>
                <a:gd name="connsiteX66" fmla="*/ 421043 w 2047980"/>
                <a:gd name="connsiteY66" fmla="*/ 1101141 h 1895615"/>
                <a:gd name="connsiteX67" fmla="*/ 421043 w 2047980"/>
                <a:gd name="connsiteY67" fmla="*/ 1104319 h 1895615"/>
                <a:gd name="connsiteX68" fmla="*/ 421043 w 2047980"/>
                <a:gd name="connsiteY68" fmla="*/ 1185355 h 1895615"/>
                <a:gd name="connsiteX69" fmla="*/ 408143 w 2047980"/>
                <a:gd name="connsiteY69" fmla="*/ 1201245 h 1895615"/>
                <a:gd name="connsiteX70" fmla="*/ 408143 w 2047980"/>
                <a:gd name="connsiteY70" fmla="*/ 1204423 h 1895615"/>
                <a:gd name="connsiteX71" fmla="*/ 393631 w 2047980"/>
                <a:gd name="connsiteY71" fmla="*/ 1204423 h 1895615"/>
                <a:gd name="connsiteX72" fmla="*/ 393631 w 2047980"/>
                <a:gd name="connsiteY72" fmla="*/ 1188533 h 1895615"/>
                <a:gd name="connsiteX73" fmla="*/ 380732 w 2047980"/>
                <a:gd name="connsiteY73" fmla="*/ 1188533 h 1895615"/>
                <a:gd name="connsiteX74" fmla="*/ 380732 w 2047980"/>
                <a:gd name="connsiteY74" fmla="*/ 1131331 h 1895615"/>
                <a:gd name="connsiteX75" fmla="*/ 380732 w 2047980"/>
                <a:gd name="connsiteY75" fmla="*/ 1128153 h 1895615"/>
                <a:gd name="connsiteX76" fmla="*/ 374282 w 2047980"/>
                <a:gd name="connsiteY76" fmla="*/ 1128153 h 1895615"/>
                <a:gd name="connsiteX77" fmla="*/ 350096 w 2047980"/>
                <a:gd name="connsiteY77" fmla="*/ 912056 h 1895615"/>
                <a:gd name="connsiteX78" fmla="*/ 361383 w 2047980"/>
                <a:gd name="connsiteY78" fmla="*/ 912056 h 1895615"/>
                <a:gd name="connsiteX79" fmla="*/ 361383 w 2047980"/>
                <a:gd name="connsiteY79" fmla="*/ 853265 h 1895615"/>
                <a:gd name="connsiteX80" fmla="*/ 333972 w 2047980"/>
                <a:gd name="connsiteY80" fmla="*/ 853265 h 1895615"/>
                <a:gd name="connsiteX81" fmla="*/ 333972 w 2047980"/>
                <a:gd name="connsiteY81" fmla="*/ 912056 h 1895615"/>
                <a:gd name="connsiteX82" fmla="*/ 342034 w 2047980"/>
                <a:gd name="connsiteY82" fmla="*/ 912056 h 1895615"/>
                <a:gd name="connsiteX83" fmla="*/ 322685 w 2047980"/>
                <a:gd name="connsiteY83" fmla="*/ 1128153 h 1895615"/>
                <a:gd name="connsiteX84" fmla="*/ 311398 w 2047980"/>
                <a:gd name="connsiteY84" fmla="*/ 1128153 h 1895615"/>
                <a:gd name="connsiteX85" fmla="*/ 311398 w 2047980"/>
                <a:gd name="connsiteY85" fmla="*/ 1188533 h 1895615"/>
                <a:gd name="connsiteX86" fmla="*/ 300111 w 2047980"/>
                <a:gd name="connsiteY86" fmla="*/ 1188533 h 1895615"/>
                <a:gd name="connsiteX87" fmla="*/ 300111 w 2047980"/>
                <a:gd name="connsiteY87" fmla="*/ 1204423 h 1895615"/>
                <a:gd name="connsiteX88" fmla="*/ 275924 w 2047980"/>
                <a:gd name="connsiteY88" fmla="*/ 1204423 h 1895615"/>
                <a:gd name="connsiteX89" fmla="*/ 267862 w 2047980"/>
                <a:gd name="connsiteY89" fmla="*/ 1185355 h 1895615"/>
                <a:gd name="connsiteX90" fmla="*/ 267862 w 2047980"/>
                <a:gd name="connsiteY90" fmla="*/ 1093196 h 1895615"/>
                <a:gd name="connsiteX91" fmla="*/ 264637 w 2047980"/>
                <a:gd name="connsiteY91" fmla="*/ 1093196 h 1895615"/>
                <a:gd name="connsiteX92" fmla="*/ 264637 w 2047980"/>
                <a:gd name="connsiteY92" fmla="*/ 1088430 h 1895615"/>
                <a:gd name="connsiteX93" fmla="*/ 259800 w 2047980"/>
                <a:gd name="connsiteY93" fmla="*/ 1085252 h 1895615"/>
                <a:gd name="connsiteX94" fmla="*/ 259800 w 2047980"/>
                <a:gd name="connsiteY94" fmla="*/ 980381 h 1895615"/>
                <a:gd name="connsiteX95" fmla="*/ 259800 w 2047980"/>
                <a:gd name="connsiteY95" fmla="*/ 977203 h 1895615"/>
                <a:gd name="connsiteX96" fmla="*/ 256575 w 2047980"/>
                <a:gd name="connsiteY96" fmla="*/ 977203 h 1895615"/>
                <a:gd name="connsiteX97" fmla="*/ 256575 w 2047980"/>
                <a:gd name="connsiteY97" fmla="*/ 969259 h 1895615"/>
                <a:gd name="connsiteX98" fmla="*/ 253350 w 2047980"/>
                <a:gd name="connsiteY98" fmla="*/ 969259 h 1895615"/>
                <a:gd name="connsiteX99" fmla="*/ 237226 w 2047980"/>
                <a:gd name="connsiteY99" fmla="*/ 904112 h 1895615"/>
                <a:gd name="connsiteX100" fmla="*/ 240451 w 2047980"/>
                <a:gd name="connsiteY100" fmla="*/ 904112 h 1895615"/>
                <a:gd name="connsiteX101" fmla="*/ 240451 w 2047980"/>
                <a:gd name="connsiteY101" fmla="*/ 885044 h 1895615"/>
                <a:gd name="connsiteX102" fmla="*/ 237226 w 2047980"/>
                <a:gd name="connsiteY102" fmla="*/ 885044 h 1895615"/>
                <a:gd name="connsiteX103" fmla="*/ 237226 w 2047980"/>
                <a:gd name="connsiteY103" fmla="*/ 869155 h 1895615"/>
                <a:gd name="connsiteX104" fmla="*/ 225939 w 2047980"/>
                <a:gd name="connsiteY104" fmla="*/ 869155 h 1895615"/>
                <a:gd name="connsiteX105" fmla="*/ 217877 w 2047980"/>
                <a:gd name="connsiteY105" fmla="*/ 869155 h 1895615"/>
                <a:gd name="connsiteX106" fmla="*/ 217877 w 2047980"/>
                <a:gd name="connsiteY106" fmla="*/ 891400 h 1895615"/>
                <a:gd name="connsiteX107" fmla="*/ 221102 w 2047980"/>
                <a:gd name="connsiteY107" fmla="*/ 891400 h 1895615"/>
                <a:gd name="connsiteX108" fmla="*/ 206590 w 2047980"/>
                <a:gd name="connsiteY108" fmla="*/ 958136 h 1895615"/>
                <a:gd name="connsiteX109" fmla="*/ 185628 w 2047980"/>
                <a:gd name="connsiteY109" fmla="*/ 761106 h 1895615"/>
                <a:gd name="connsiteX110" fmla="*/ 198528 w 2047980"/>
                <a:gd name="connsiteY110" fmla="*/ 756339 h 1895615"/>
                <a:gd name="connsiteX111" fmla="*/ 198528 w 2047980"/>
                <a:gd name="connsiteY111" fmla="*/ 742039 h 1895615"/>
                <a:gd name="connsiteX112" fmla="*/ 193691 w 2047980"/>
                <a:gd name="connsiteY112" fmla="*/ 737272 h 1895615"/>
                <a:gd name="connsiteX113" fmla="*/ 185628 w 2047980"/>
                <a:gd name="connsiteY113" fmla="*/ 737272 h 1895615"/>
                <a:gd name="connsiteX114" fmla="*/ 174342 w 2047980"/>
                <a:gd name="connsiteY114" fmla="*/ 587911 h 1895615"/>
                <a:gd name="connsiteX115" fmla="*/ 182404 w 2047980"/>
                <a:gd name="connsiteY115" fmla="*/ 587911 h 1895615"/>
                <a:gd name="connsiteX116" fmla="*/ 182404 w 2047980"/>
                <a:gd name="connsiteY116" fmla="*/ 545009 h 1895615"/>
                <a:gd name="connsiteX117" fmla="*/ 182404 w 2047980"/>
                <a:gd name="connsiteY117" fmla="*/ 483040 h 1895615"/>
                <a:gd name="connsiteX118" fmla="*/ 146930 w 2047980"/>
                <a:gd name="connsiteY118" fmla="*/ 483040 h 1895615"/>
                <a:gd name="connsiteX119" fmla="*/ 146930 w 2047980"/>
                <a:gd name="connsiteY119" fmla="*/ 545009 h 1895615"/>
                <a:gd name="connsiteX120" fmla="*/ 146930 w 2047980"/>
                <a:gd name="connsiteY120" fmla="*/ 587911 h 1895615"/>
                <a:gd name="connsiteX121" fmla="*/ 154992 w 2047980"/>
                <a:gd name="connsiteY121" fmla="*/ 587911 h 1895615"/>
                <a:gd name="connsiteX122" fmla="*/ 143705 w 2047980"/>
                <a:gd name="connsiteY122" fmla="*/ 737272 h 1895615"/>
                <a:gd name="connsiteX123" fmla="*/ 132418 w 2047980"/>
                <a:gd name="connsiteY123" fmla="*/ 737272 h 1895615"/>
                <a:gd name="connsiteX124" fmla="*/ 132418 w 2047980"/>
                <a:gd name="connsiteY124" fmla="*/ 753162 h 1895615"/>
                <a:gd name="connsiteX125" fmla="*/ 132418 w 2047980"/>
                <a:gd name="connsiteY125" fmla="*/ 756339 h 1895615"/>
                <a:gd name="connsiteX126" fmla="*/ 138868 w 2047980"/>
                <a:gd name="connsiteY126" fmla="*/ 756339 h 1895615"/>
                <a:gd name="connsiteX127" fmla="*/ 119519 w 2047980"/>
                <a:gd name="connsiteY127" fmla="*/ 958136 h 1895615"/>
                <a:gd name="connsiteX128" fmla="*/ 108232 w 2047980"/>
                <a:gd name="connsiteY128" fmla="*/ 904112 h 1895615"/>
                <a:gd name="connsiteX129" fmla="*/ 108232 w 2047980"/>
                <a:gd name="connsiteY129" fmla="*/ 880277 h 1895615"/>
                <a:gd name="connsiteX130" fmla="*/ 100170 w 2047980"/>
                <a:gd name="connsiteY130" fmla="*/ 880277 h 1895615"/>
                <a:gd name="connsiteX131" fmla="*/ 100170 w 2047980"/>
                <a:gd name="connsiteY131" fmla="*/ 872333 h 1895615"/>
                <a:gd name="connsiteX132" fmla="*/ 92108 w 2047980"/>
                <a:gd name="connsiteY132" fmla="*/ 872333 h 1895615"/>
                <a:gd name="connsiteX133" fmla="*/ 84046 w 2047980"/>
                <a:gd name="connsiteY133" fmla="*/ 872333 h 1895615"/>
                <a:gd name="connsiteX134" fmla="*/ 84046 w 2047980"/>
                <a:gd name="connsiteY134" fmla="*/ 891400 h 1895615"/>
                <a:gd name="connsiteX135" fmla="*/ 88883 w 2047980"/>
                <a:gd name="connsiteY135" fmla="*/ 891400 h 1895615"/>
                <a:gd name="connsiteX136" fmla="*/ 69534 w 2047980"/>
                <a:gd name="connsiteY136" fmla="*/ 969259 h 1895615"/>
                <a:gd name="connsiteX137" fmla="*/ 64697 w 2047980"/>
                <a:gd name="connsiteY137" fmla="*/ 969259 h 1895615"/>
                <a:gd name="connsiteX138" fmla="*/ 61472 w 2047980"/>
                <a:gd name="connsiteY138" fmla="*/ 969259 h 1895615"/>
                <a:gd name="connsiteX139" fmla="*/ 61472 w 2047980"/>
                <a:gd name="connsiteY139" fmla="*/ 1085252 h 1895615"/>
                <a:gd name="connsiteX140" fmla="*/ 53410 w 2047980"/>
                <a:gd name="connsiteY140" fmla="*/ 1088430 h 1895615"/>
                <a:gd name="connsiteX141" fmla="*/ 53410 w 2047980"/>
                <a:gd name="connsiteY141" fmla="*/ 1112264 h 1895615"/>
                <a:gd name="connsiteX142" fmla="*/ 53410 w 2047980"/>
                <a:gd name="connsiteY142" fmla="*/ 1185355 h 1895615"/>
                <a:gd name="connsiteX143" fmla="*/ 42123 w 2047980"/>
                <a:gd name="connsiteY143" fmla="*/ 1201245 h 1895615"/>
                <a:gd name="connsiteX144" fmla="*/ 42123 w 2047980"/>
                <a:gd name="connsiteY144" fmla="*/ 1204423 h 1895615"/>
                <a:gd name="connsiteX145" fmla="*/ 17936 w 2047980"/>
                <a:gd name="connsiteY145" fmla="*/ 1204423 h 1895615"/>
                <a:gd name="connsiteX146" fmla="*/ 14711 w 2047980"/>
                <a:gd name="connsiteY146" fmla="*/ 1185355 h 1895615"/>
                <a:gd name="connsiteX147" fmla="*/ 14711 w 2047980"/>
                <a:gd name="connsiteY147" fmla="*/ 1174233 h 1895615"/>
                <a:gd name="connsiteX148" fmla="*/ 6649 w 2047980"/>
                <a:gd name="connsiteY148" fmla="*/ 1174233 h 1895615"/>
                <a:gd name="connsiteX149" fmla="*/ 6649 w 2047980"/>
                <a:gd name="connsiteY149" fmla="*/ 1185355 h 1895615"/>
                <a:gd name="connsiteX150" fmla="*/ 0 w 2047980"/>
                <a:gd name="connsiteY150" fmla="*/ 1303297 h 1895615"/>
                <a:gd name="connsiteX151" fmla="*/ 0 w 2047980"/>
                <a:gd name="connsiteY151" fmla="*/ 1895615 h 1895615"/>
                <a:gd name="connsiteX152" fmla="*/ 2047980 w 2047980"/>
                <a:gd name="connsiteY152" fmla="*/ 1895615 h 1895615"/>
                <a:gd name="connsiteX153" fmla="*/ 2047980 w 2047980"/>
                <a:gd name="connsiteY153" fmla="*/ 1328361 h 1895615"/>
                <a:gd name="connsiteX154" fmla="*/ 2041530 w 2047980"/>
                <a:gd name="connsiteY154" fmla="*/ 1328361 h 1895615"/>
                <a:gd name="connsiteX155" fmla="*/ 2041530 w 2047980"/>
                <a:gd name="connsiteY155" fmla="*/ 1301349 h 1895615"/>
                <a:gd name="connsiteX156" fmla="*/ 2036693 w 2047980"/>
                <a:gd name="connsiteY156" fmla="*/ 1301349 h 1895615"/>
                <a:gd name="connsiteX157" fmla="*/ 2033468 w 2047980"/>
                <a:gd name="connsiteY157" fmla="*/ 1301349 h 1895615"/>
                <a:gd name="connsiteX158" fmla="*/ 2033468 w 2047980"/>
                <a:gd name="connsiteY158" fmla="*/ 1328361 h 1895615"/>
                <a:gd name="connsiteX159" fmla="*/ 2014119 w 2047980"/>
                <a:gd name="connsiteY159" fmla="*/ 1328361 h 1895615"/>
                <a:gd name="connsiteX160" fmla="*/ 2014119 w 2047980"/>
                <a:gd name="connsiteY160" fmla="*/ 1309293 h 1895615"/>
                <a:gd name="connsiteX161" fmla="*/ 2006057 w 2047980"/>
                <a:gd name="connsiteY161" fmla="*/ 1304527 h 1895615"/>
                <a:gd name="connsiteX162" fmla="*/ 1994770 w 2047980"/>
                <a:gd name="connsiteY162" fmla="*/ 1304527 h 1895615"/>
                <a:gd name="connsiteX163" fmla="*/ 1994770 w 2047980"/>
                <a:gd name="connsiteY163" fmla="*/ 1282281 h 1895615"/>
                <a:gd name="connsiteX164" fmla="*/ 1989933 w 2047980"/>
                <a:gd name="connsiteY164" fmla="*/ 1282281 h 1895615"/>
                <a:gd name="connsiteX165" fmla="*/ 1986708 w 2047980"/>
                <a:gd name="connsiteY165" fmla="*/ 1282281 h 1895615"/>
                <a:gd name="connsiteX166" fmla="*/ 1986708 w 2047980"/>
                <a:gd name="connsiteY166" fmla="*/ 1304527 h 1895615"/>
                <a:gd name="connsiteX167" fmla="*/ 1954459 w 2047980"/>
                <a:gd name="connsiteY167" fmla="*/ 1304527 h 1895615"/>
                <a:gd name="connsiteX168" fmla="*/ 1959297 w 2047980"/>
                <a:gd name="connsiteY168" fmla="*/ 1115442 h 1895615"/>
                <a:gd name="connsiteX169" fmla="*/ 1931886 w 2047980"/>
                <a:gd name="connsiteY169" fmla="*/ 1112264 h 1895615"/>
                <a:gd name="connsiteX170" fmla="*/ 1893187 w 2047980"/>
                <a:gd name="connsiteY170" fmla="*/ 1112264 h 1895615"/>
                <a:gd name="connsiteX171" fmla="*/ 1880288 w 2047980"/>
                <a:gd name="connsiteY171" fmla="*/ 1104319 h 1895615"/>
                <a:gd name="connsiteX172" fmla="*/ 1877063 w 2047980"/>
                <a:gd name="connsiteY172" fmla="*/ 1104319 h 1895615"/>
                <a:gd name="connsiteX173" fmla="*/ 1869001 w 2047980"/>
                <a:gd name="connsiteY173" fmla="*/ 1101141 h 1895615"/>
                <a:gd name="connsiteX174" fmla="*/ 1869001 w 2047980"/>
                <a:gd name="connsiteY174" fmla="*/ 1093196 h 1895615"/>
                <a:gd name="connsiteX175" fmla="*/ 1849652 w 2047980"/>
                <a:gd name="connsiteY175" fmla="*/ 1088430 h 1895615"/>
                <a:gd name="connsiteX176" fmla="*/ 1841590 w 2047980"/>
                <a:gd name="connsiteY176" fmla="*/ 1088430 h 1895615"/>
                <a:gd name="connsiteX177" fmla="*/ 1825465 w 2047980"/>
                <a:gd name="connsiteY177" fmla="*/ 1061417 h 1895615"/>
                <a:gd name="connsiteX178" fmla="*/ 1802891 w 2047980"/>
                <a:gd name="connsiteY178" fmla="*/ 1034405 h 1895615"/>
                <a:gd name="connsiteX179" fmla="*/ 1778705 w 2047980"/>
                <a:gd name="connsiteY179" fmla="*/ 1015338 h 1895615"/>
                <a:gd name="connsiteX180" fmla="*/ 1748069 w 2047980"/>
                <a:gd name="connsiteY180" fmla="*/ 999449 h 1895615"/>
                <a:gd name="connsiteX181" fmla="*/ 1717433 w 2047980"/>
                <a:gd name="connsiteY181" fmla="*/ 993093 h 1895615"/>
                <a:gd name="connsiteX182" fmla="*/ 1717433 w 2047980"/>
                <a:gd name="connsiteY182" fmla="*/ 950191 h 1895615"/>
                <a:gd name="connsiteX183" fmla="*/ 1720658 w 2047980"/>
                <a:gd name="connsiteY183" fmla="*/ 950191 h 1895615"/>
                <a:gd name="connsiteX184" fmla="*/ 1720658 w 2047980"/>
                <a:gd name="connsiteY184" fmla="*/ 945424 h 1895615"/>
                <a:gd name="connsiteX185" fmla="*/ 1720658 w 2047980"/>
                <a:gd name="connsiteY185" fmla="*/ 942246 h 1895615"/>
                <a:gd name="connsiteX186" fmla="*/ 1717433 w 2047980"/>
                <a:gd name="connsiteY186" fmla="*/ 942246 h 1895615"/>
                <a:gd name="connsiteX187" fmla="*/ 1712596 w 2047980"/>
                <a:gd name="connsiteY187" fmla="*/ 934302 h 1895615"/>
                <a:gd name="connsiteX188" fmla="*/ 1709371 w 2047980"/>
                <a:gd name="connsiteY188" fmla="*/ 931124 h 1895615"/>
                <a:gd name="connsiteX189" fmla="*/ 1701309 w 2047980"/>
                <a:gd name="connsiteY189" fmla="*/ 926357 h 1895615"/>
                <a:gd name="connsiteX190" fmla="*/ 1698084 w 2047980"/>
                <a:gd name="connsiteY190" fmla="*/ 923179 h 1895615"/>
                <a:gd name="connsiteX191" fmla="*/ 1690022 w 2047980"/>
                <a:gd name="connsiteY191" fmla="*/ 923179 h 1895615"/>
                <a:gd name="connsiteX192" fmla="*/ 1690022 w 2047980"/>
                <a:gd name="connsiteY192" fmla="*/ 899345 h 1895615"/>
                <a:gd name="connsiteX193" fmla="*/ 1685184 w 2047980"/>
                <a:gd name="connsiteY193" fmla="*/ 899345 h 1895615"/>
                <a:gd name="connsiteX194" fmla="*/ 1677122 w 2047980"/>
                <a:gd name="connsiteY194" fmla="*/ 899345 h 1895615"/>
                <a:gd name="connsiteX195" fmla="*/ 1677122 w 2047980"/>
                <a:gd name="connsiteY195" fmla="*/ 923179 h 1895615"/>
                <a:gd name="connsiteX196" fmla="*/ 1673897 w 2047980"/>
                <a:gd name="connsiteY196" fmla="*/ 923179 h 1895615"/>
                <a:gd name="connsiteX197" fmla="*/ 1665835 w 2047980"/>
                <a:gd name="connsiteY197" fmla="*/ 926357 h 1895615"/>
                <a:gd name="connsiteX198" fmla="*/ 1662610 w 2047980"/>
                <a:gd name="connsiteY198" fmla="*/ 931124 h 1895615"/>
                <a:gd name="connsiteX199" fmla="*/ 1657773 w 2047980"/>
                <a:gd name="connsiteY199" fmla="*/ 934302 h 1895615"/>
                <a:gd name="connsiteX200" fmla="*/ 1654548 w 2047980"/>
                <a:gd name="connsiteY200" fmla="*/ 942246 h 1895615"/>
                <a:gd name="connsiteX201" fmla="*/ 1649711 w 2047980"/>
                <a:gd name="connsiteY201" fmla="*/ 942246 h 1895615"/>
                <a:gd name="connsiteX202" fmla="*/ 1649711 w 2047980"/>
                <a:gd name="connsiteY202" fmla="*/ 945424 h 1895615"/>
                <a:gd name="connsiteX203" fmla="*/ 1649711 w 2047980"/>
                <a:gd name="connsiteY203" fmla="*/ 950191 h 1895615"/>
                <a:gd name="connsiteX204" fmla="*/ 1654548 w 2047980"/>
                <a:gd name="connsiteY204" fmla="*/ 950191 h 1895615"/>
                <a:gd name="connsiteX205" fmla="*/ 1654548 w 2047980"/>
                <a:gd name="connsiteY205" fmla="*/ 993093 h 1895615"/>
                <a:gd name="connsiteX206" fmla="*/ 1622300 w 2047980"/>
                <a:gd name="connsiteY206" fmla="*/ 999449 h 1895615"/>
                <a:gd name="connsiteX207" fmla="*/ 1591664 w 2047980"/>
                <a:gd name="connsiteY207" fmla="*/ 1015338 h 1895615"/>
                <a:gd name="connsiteX208" fmla="*/ 1564252 w 2047980"/>
                <a:gd name="connsiteY208" fmla="*/ 1034405 h 1895615"/>
                <a:gd name="connsiteX209" fmla="*/ 1541679 w 2047980"/>
                <a:gd name="connsiteY209" fmla="*/ 1061417 h 1895615"/>
                <a:gd name="connsiteX210" fmla="*/ 1528779 w 2047980"/>
                <a:gd name="connsiteY210" fmla="*/ 1088430 h 1895615"/>
                <a:gd name="connsiteX211" fmla="*/ 1517492 w 2047980"/>
                <a:gd name="connsiteY211" fmla="*/ 1088430 h 1895615"/>
                <a:gd name="connsiteX212" fmla="*/ 1498143 w 2047980"/>
                <a:gd name="connsiteY212" fmla="*/ 1093196 h 1895615"/>
                <a:gd name="connsiteX213" fmla="*/ 1498143 w 2047980"/>
                <a:gd name="connsiteY213" fmla="*/ 1101141 h 1895615"/>
                <a:gd name="connsiteX214" fmla="*/ 1494918 w 2047980"/>
                <a:gd name="connsiteY214" fmla="*/ 1104319 h 1895615"/>
                <a:gd name="connsiteX215" fmla="*/ 1478794 w 2047980"/>
                <a:gd name="connsiteY215" fmla="*/ 1104319 h 1895615"/>
                <a:gd name="connsiteX216" fmla="*/ 1478794 w 2047980"/>
                <a:gd name="connsiteY216" fmla="*/ 1107497 h 1895615"/>
                <a:gd name="connsiteX217" fmla="*/ 1473957 w 2047980"/>
                <a:gd name="connsiteY217" fmla="*/ 1112264 h 1895615"/>
                <a:gd name="connsiteX218" fmla="*/ 1432034 w 2047980"/>
                <a:gd name="connsiteY218" fmla="*/ 1112264 h 1895615"/>
                <a:gd name="connsiteX219" fmla="*/ 1407847 w 2047980"/>
                <a:gd name="connsiteY219" fmla="*/ 1115442 h 1895615"/>
                <a:gd name="connsiteX220" fmla="*/ 1412684 w 2047980"/>
                <a:gd name="connsiteY220" fmla="*/ 1309293 h 1895615"/>
                <a:gd name="connsiteX221" fmla="*/ 1385273 w 2047980"/>
                <a:gd name="connsiteY221" fmla="*/ 1309293 h 1895615"/>
                <a:gd name="connsiteX222" fmla="*/ 1385273 w 2047980"/>
                <a:gd name="connsiteY222" fmla="*/ 1282281 h 1895615"/>
                <a:gd name="connsiteX223" fmla="*/ 1380436 w 2047980"/>
                <a:gd name="connsiteY223" fmla="*/ 1282281 h 1895615"/>
                <a:gd name="connsiteX224" fmla="*/ 1377211 w 2047980"/>
                <a:gd name="connsiteY224" fmla="*/ 1282281 h 1895615"/>
                <a:gd name="connsiteX225" fmla="*/ 1377211 w 2047980"/>
                <a:gd name="connsiteY225" fmla="*/ 1309293 h 1895615"/>
                <a:gd name="connsiteX226" fmla="*/ 1365924 w 2047980"/>
                <a:gd name="connsiteY226" fmla="*/ 1309293 h 1895615"/>
                <a:gd name="connsiteX227" fmla="*/ 1357862 w 2047980"/>
                <a:gd name="connsiteY227" fmla="*/ 1312471 h 1895615"/>
                <a:gd name="connsiteX228" fmla="*/ 1357862 w 2047980"/>
                <a:gd name="connsiteY228" fmla="*/ 1331539 h 1895615"/>
                <a:gd name="connsiteX229" fmla="*/ 1333676 w 2047980"/>
                <a:gd name="connsiteY229" fmla="*/ 1331539 h 1895615"/>
                <a:gd name="connsiteX230" fmla="*/ 1330451 w 2047980"/>
                <a:gd name="connsiteY230" fmla="*/ 1301349 h 1895615"/>
                <a:gd name="connsiteX231" fmla="*/ 1325613 w 2047980"/>
                <a:gd name="connsiteY231" fmla="*/ 1301349 h 1895615"/>
                <a:gd name="connsiteX232" fmla="*/ 1322389 w 2047980"/>
                <a:gd name="connsiteY232" fmla="*/ 1301349 h 1895615"/>
                <a:gd name="connsiteX233" fmla="*/ 1322389 w 2047980"/>
                <a:gd name="connsiteY233" fmla="*/ 1331539 h 1895615"/>
                <a:gd name="connsiteX234" fmla="*/ 1306264 w 2047980"/>
                <a:gd name="connsiteY234" fmla="*/ 1331539 h 1895615"/>
                <a:gd name="connsiteX235" fmla="*/ 1299815 w 2047980"/>
                <a:gd name="connsiteY235" fmla="*/ 1336305 h 1895615"/>
                <a:gd name="connsiteX236" fmla="*/ 1291753 w 2047980"/>
                <a:gd name="connsiteY236" fmla="*/ 1336305 h 1895615"/>
                <a:gd name="connsiteX237" fmla="*/ 1294977 w 2047980"/>
                <a:gd name="connsiteY237" fmla="*/ 143006 h 1895615"/>
                <a:gd name="connsiteX238" fmla="*/ 1248217 w 2047980"/>
                <a:gd name="connsiteY238" fmla="*/ 50847 h 1895615"/>
                <a:gd name="connsiteX239" fmla="*/ 1198232 w 2047980"/>
                <a:gd name="connsiteY239" fmla="*/ 50847 h 1895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Lst>
              <a:rect l="l" t="t" r="r" b="b"/>
              <a:pathLst>
                <a:path w="2047980" h="1895615">
                  <a:moveTo>
                    <a:pt x="0" y="485126"/>
                  </a:moveTo>
                  <a:lnTo>
                    <a:pt x="0" y="907963"/>
                  </a:lnTo>
                  <a:lnTo>
                    <a:pt x="3424" y="579966"/>
                  </a:lnTo>
                  <a:lnTo>
                    <a:pt x="6649" y="486218"/>
                  </a:lnTo>
                  <a:close/>
                  <a:moveTo>
                    <a:pt x="1170821" y="0"/>
                  </a:moveTo>
                  <a:lnTo>
                    <a:pt x="806412" y="0"/>
                  </a:lnTo>
                  <a:lnTo>
                    <a:pt x="806412" y="50847"/>
                  </a:lnTo>
                  <a:lnTo>
                    <a:pt x="709667" y="50847"/>
                  </a:lnTo>
                  <a:lnTo>
                    <a:pt x="704830" y="1358551"/>
                  </a:lnTo>
                  <a:lnTo>
                    <a:pt x="693543" y="1347428"/>
                  </a:lnTo>
                  <a:lnTo>
                    <a:pt x="693543" y="1328361"/>
                  </a:lnTo>
                  <a:lnTo>
                    <a:pt x="690318" y="1185355"/>
                  </a:lnTo>
                  <a:lnTo>
                    <a:pt x="690318" y="1174233"/>
                  </a:lnTo>
                  <a:lnTo>
                    <a:pt x="682256" y="1174233"/>
                  </a:lnTo>
                  <a:lnTo>
                    <a:pt x="679031" y="1174233"/>
                  </a:lnTo>
                  <a:lnTo>
                    <a:pt x="679031" y="1185355"/>
                  </a:lnTo>
                  <a:lnTo>
                    <a:pt x="679031" y="1204423"/>
                  </a:lnTo>
                  <a:lnTo>
                    <a:pt x="638720" y="1204423"/>
                  </a:lnTo>
                  <a:lnTo>
                    <a:pt x="638720" y="1201245"/>
                  </a:lnTo>
                  <a:lnTo>
                    <a:pt x="630658" y="1185355"/>
                  </a:lnTo>
                  <a:lnTo>
                    <a:pt x="630658" y="1101141"/>
                  </a:lnTo>
                  <a:lnTo>
                    <a:pt x="619371" y="1074129"/>
                  </a:lnTo>
                  <a:lnTo>
                    <a:pt x="619371" y="988326"/>
                  </a:lnTo>
                  <a:lnTo>
                    <a:pt x="596797" y="891400"/>
                  </a:lnTo>
                  <a:lnTo>
                    <a:pt x="600022" y="891400"/>
                  </a:lnTo>
                  <a:lnTo>
                    <a:pt x="600022" y="869155"/>
                  </a:lnTo>
                  <a:lnTo>
                    <a:pt x="591960" y="869155"/>
                  </a:lnTo>
                  <a:lnTo>
                    <a:pt x="580673" y="869155"/>
                  </a:lnTo>
                  <a:lnTo>
                    <a:pt x="580673" y="880277"/>
                  </a:lnTo>
                  <a:lnTo>
                    <a:pt x="577448" y="880277"/>
                  </a:lnTo>
                  <a:lnTo>
                    <a:pt x="577448" y="904112"/>
                  </a:lnTo>
                  <a:lnTo>
                    <a:pt x="580673" y="904112"/>
                  </a:lnTo>
                  <a:lnTo>
                    <a:pt x="564549" y="969259"/>
                  </a:lnTo>
                  <a:lnTo>
                    <a:pt x="545199" y="764284"/>
                  </a:lnTo>
                  <a:lnTo>
                    <a:pt x="553262" y="764284"/>
                  </a:lnTo>
                  <a:lnTo>
                    <a:pt x="553262" y="761106"/>
                  </a:lnTo>
                  <a:lnTo>
                    <a:pt x="553262" y="745217"/>
                  </a:lnTo>
                  <a:lnTo>
                    <a:pt x="541975" y="745217"/>
                  </a:lnTo>
                  <a:lnTo>
                    <a:pt x="530688" y="591089"/>
                  </a:lnTo>
                  <a:lnTo>
                    <a:pt x="537137" y="591089"/>
                  </a:lnTo>
                  <a:lnTo>
                    <a:pt x="537137" y="552954"/>
                  </a:lnTo>
                  <a:lnTo>
                    <a:pt x="537137" y="490985"/>
                  </a:lnTo>
                  <a:lnTo>
                    <a:pt x="503276" y="490985"/>
                  </a:lnTo>
                  <a:lnTo>
                    <a:pt x="503276" y="552954"/>
                  </a:lnTo>
                  <a:lnTo>
                    <a:pt x="503276" y="591089"/>
                  </a:lnTo>
                  <a:lnTo>
                    <a:pt x="509726" y="591089"/>
                  </a:lnTo>
                  <a:lnTo>
                    <a:pt x="509726" y="594267"/>
                  </a:lnTo>
                  <a:lnTo>
                    <a:pt x="498439" y="745217"/>
                  </a:lnTo>
                  <a:lnTo>
                    <a:pt x="490377" y="745217"/>
                  </a:lnTo>
                  <a:lnTo>
                    <a:pt x="490377" y="749984"/>
                  </a:lnTo>
                  <a:lnTo>
                    <a:pt x="490377" y="761106"/>
                  </a:lnTo>
                  <a:lnTo>
                    <a:pt x="490377" y="764284"/>
                  </a:lnTo>
                  <a:lnTo>
                    <a:pt x="498439" y="764284"/>
                  </a:lnTo>
                  <a:lnTo>
                    <a:pt x="479090" y="969259"/>
                  </a:lnTo>
                  <a:lnTo>
                    <a:pt x="462966" y="899345"/>
                  </a:lnTo>
                  <a:lnTo>
                    <a:pt x="462966" y="891400"/>
                  </a:lnTo>
                  <a:lnTo>
                    <a:pt x="467803" y="891400"/>
                  </a:lnTo>
                  <a:lnTo>
                    <a:pt x="467803" y="869155"/>
                  </a:lnTo>
                  <a:lnTo>
                    <a:pt x="454904" y="869155"/>
                  </a:lnTo>
                  <a:lnTo>
                    <a:pt x="448454" y="869155"/>
                  </a:lnTo>
                  <a:lnTo>
                    <a:pt x="448454" y="880277"/>
                  </a:lnTo>
                  <a:lnTo>
                    <a:pt x="448454" y="904112"/>
                  </a:lnTo>
                  <a:lnTo>
                    <a:pt x="451679" y="904112"/>
                  </a:lnTo>
                  <a:lnTo>
                    <a:pt x="432330" y="988326"/>
                  </a:lnTo>
                  <a:lnTo>
                    <a:pt x="429105" y="996271"/>
                  </a:lnTo>
                  <a:lnTo>
                    <a:pt x="429105" y="1074129"/>
                  </a:lnTo>
                  <a:lnTo>
                    <a:pt x="421043" y="1101141"/>
                  </a:lnTo>
                  <a:lnTo>
                    <a:pt x="421043" y="1104319"/>
                  </a:lnTo>
                  <a:lnTo>
                    <a:pt x="421043" y="1185355"/>
                  </a:lnTo>
                  <a:lnTo>
                    <a:pt x="408143" y="1201245"/>
                  </a:lnTo>
                  <a:lnTo>
                    <a:pt x="408143" y="1204423"/>
                  </a:lnTo>
                  <a:lnTo>
                    <a:pt x="393631" y="1204423"/>
                  </a:lnTo>
                  <a:lnTo>
                    <a:pt x="393631" y="1188533"/>
                  </a:lnTo>
                  <a:lnTo>
                    <a:pt x="380732" y="1188533"/>
                  </a:lnTo>
                  <a:lnTo>
                    <a:pt x="380732" y="1131331"/>
                  </a:lnTo>
                  <a:lnTo>
                    <a:pt x="380732" y="1128153"/>
                  </a:lnTo>
                  <a:lnTo>
                    <a:pt x="374282" y="1128153"/>
                  </a:lnTo>
                  <a:lnTo>
                    <a:pt x="350096" y="912056"/>
                  </a:lnTo>
                  <a:lnTo>
                    <a:pt x="361383" y="912056"/>
                  </a:lnTo>
                  <a:lnTo>
                    <a:pt x="361383" y="853265"/>
                  </a:lnTo>
                  <a:lnTo>
                    <a:pt x="333972" y="853265"/>
                  </a:lnTo>
                  <a:lnTo>
                    <a:pt x="333972" y="912056"/>
                  </a:lnTo>
                  <a:lnTo>
                    <a:pt x="342034" y="912056"/>
                  </a:lnTo>
                  <a:lnTo>
                    <a:pt x="322685" y="1128153"/>
                  </a:lnTo>
                  <a:lnTo>
                    <a:pt x="311398" y="1128153"/>
                  </a:lnTo>
                  <a:lnTo>
                    <a:pt x="311398" y="1188533"/>
                  </a:lnTo>
                  <a:lnTo>
                    <a:pt x="300111" y="1188533"/>
                  </a:lnTo>
                  <a:lnTo>
                    <a:pt x="300111" y="1204423"/>
                  </a:lnTo>
                  <a:lnTo>
                    <a:pt x="275924" y="1204423"/>
                  </a:lnTo>
                  <a:lnTo>
                    <a:pt x="267862" y="1185355"/>
                  </a:lnTo>
                  <a:lnTo>
                    <a:pt x="267862" y="1093196"/>
                  </a:lnTo>
                  <a:lnTo>
                    <a:pt x="264637" y="1093196"/>
                  </a:lnTo>
                  <a:lnTo>
                    <a:pt x="264637" y="1088430"/>
                  </a:lnTo>
                  <a:lnTo>
                    <a:pt x="259800" y="1085252"/>
                  </a:lnTo>
                  <a:lnTo>
                    <a:pt x="259800" y="980381"/>
                  </a:lnTo>
                  <a:lnTo>
                    <a:pt x="259800" y="977203"/>
                  </a:lnTo>
                  <a:lnTo>
                    <a:pt x="256575" y="977203"/>
                  </a:lnTo>
                  <a:lnTo>
                    <a:pt x="256575" y="969259"/>
                  </a:lnTo>
                  <a:lnTo>
                    <a:pt x="253350" y="969259"/>
                  </a:lnTo>
                  <a:lnTo>
                    <a:pt x="237226" y="904112"/>
                  </a:lnTo>
                  <a:lnTo>
                    <a:pt x="240451" y="904112"/>
                  </a:lnTo>
                  <a:lnTo>
                    <a:pt x="240451" y="885044"/>
                  </a:lnTo>
                  <a:lnTo>
                    <a:pt x="237226" y="885044"/>
                  </a:lnTo>
                  <a:lnTo>
                    <a:pt x="237226" y="869155"/>
                  </a:lnTo>
                  <a:lnTo>
                    <a:pt x="225939" y="869155"/>
                  </a:lnTo>
                  <a:lnTo>
                    <a:pt x="217877" y="869155"/>
                  </a:lnTo>
                  <a:lnTo>
                    <a:pt x="217877" y="891400"/>
                  </a:lnTo>
                  <a:lnTo>
                    <a:pt x="221102" y="891400"/>
                  </a:lnTo>
                  <a:lnTo>
                    <a:pt x="206590" y="958136"/>
                  </a:lnTo>
                  <a:lnTo>
                    <a:pt x="185628" y="761106"/>
                  </a:lnTo>
                  <a:lnTo>
                    <a:pt x="198528" y="756339"/>
                  </a:lnTo>
                  <a:lnTo>
                    <a:pt x="198528" y="742039"/>
                  </a:lnTo>
                  <a:lnTo>
                    <a:pt x="193691" y="737272"/>
                  </a:lnTo>
                  <a:lnTo>
                    <a:pt x="185628" y="737272"/>
                  </a:lnTo>
                  <a:lnTo>
                    <a:pt x="174342" y="587911"/>
                  </a:lnTo>
                  <a:lnTo>
                    <a:pt x="182404" y="587911"/>
                  </a:lnTo>
                  <a:lnTo>
                    <a:pt x="182404" y="545009"/>
                  </a:lnTo>
                  <a:lnTo>
                    <a:pt x="182404" y="483040"/>
                  </a:lnTo>
                  <a:lnTo>
                    <a:pt x="146930" y="483040"/>
                  </a:lnTo>
                  <a:lnTo>
                    <a:pt x="146930" y="545009"/>
                  </a:lnTo>
                  <a:lnTo>
                    <a:pt x="146930" y="587911"/>
                  </a:lnTo>
                  <a:lnTo>
                    <a:pt x="154992" y="587911"/>
                  </a:lnTo>
                  <a:lnTo>
                    <a:pt x="143705" y="737272"/>
                  </a:lnTo>
                  <a:lnTo>
                    <a:pt x="132418" y="737272"/>
                  </a:lnTo>
                  <a:lnTo>
                    <a:pt x="132418" y="753162"/>
                  </a:lnTo>
                  <a:lnTo>
                    <a:pt x="132418" y="756339"/>
                  </a:lnTo>
                  <a:lnTo>
                    <a:pt x="138868" y="756339"/>
                  </a:lnTo>
                  <a:lnTo>
                    <a:pt x="119519" y="958136"/>
                  </a:lnTo>
                  <a:lnTo>
                    <a:pt x="108232" y="904112"/>
                  </a:lnTo>
                  <a:lnTo>
                    <a:pt x="108232" y="880277"/>
                  </a:lnTo>
                  <a:lnTo>
                    <a:pt x="100170" y="880277"/>
                  </a:lnTo>
                  <a:lnTo>
                    <a:pt x="100170" y="872333"/>
                  </a:lnTo>
                  <a:lnTo>
                    <a:pt x="92108" y="872333"/>
                  </a:lnTo>
                  <a:lnTo>
                    <a:pt x="84046" y="872333"/>
                  </a:lnTo>
                  <a:lnTo>
                    <a:pt x="84046" y="891400"/>
                  </a:lnTo>
                  <a:lnTo>
                    <a:pt x="88883" y="891400"/>
                  </a:lnTo>
                  <a:lnTo>
                    <a:pt x="69534" y="969259"/>
                  </a:lnTo>
                  <a:lnTo>
                    <a:pt x="64697" y="969259"/>
                  </a:lnTo>
                  <a:lnTo>
                    <a:pt x="61472" y="969259"/>
                  </a:lnTo>
                  <a:lnTo>
                    <a:pt x="61472" y="1085252"/>
                  </a:lnTo>
                  <a:lnTo>
                    <a:pt x="53410" y="1088430"/>
                  </a:lnTo>
                  <a:lnTo>
                    <a:pt x="53410" y="1112264"/>
                  </a:lnTo>
                  <a:lnTo>
                    <a:pt x="53410" y="1185355"/>
                  </a:lnTo>
                  <a:lnTo>
                    <a:pt x="42123" y="1201245"/>
                  </a:lnTo>
                  <a:lnTo>
                    <a:pt x="42123" y="1204423"/>
                  </a:lnTo>
                  <a:lnTo>
                    <a:pt x="17936" y="1204423"/>
                  </a:lnTo>
                  <a:lnTo>
                    <a:pt x="14711" y="1185355"/>
                  </a:lnTo>
                  <a:lnTo>
                    <a:pt x="14711" y="1174233"/>
                  </a:lnTo>
                  <a:lnTo>
                    <a:pt x="6649" y="1174233"/>
                  </a:lnTo>
                  <a:lnTo>
                    <a:pt x="6649" y="1185355"/>
                  </a:lnTo>
                  <a:lnTo>
                    <a:pt x="0" y="1303297"/>
                  </a:lnTo>
                  <a:lnTo>
                    <a:pt x="0" y="1895615"/>
                  </a:lnTo>
                  <a:lnTo>
                    <a:pt x="2047980" y="1895615"/>
                  </a:lnTo>
                  <a:lnTo>
                    <a:pt x="2047980" y="1328361"/>
                  </a:lnTo>
                  <a:lnTo>
                    <a:pt x="2041530" y="1328361"/>
                  </a:lnTo>
                  <a:lnTo>
                    <a:pt x="2041530" y="1301349"/>
                  </a:lnTo>
                  <a:lnTo>
                    <a:pt x="2036693" y="1301349"/>
                  </a:lnTo>
                  <a:lnTo>
                    <a:pt x="2033468" y="1301349"/>
                  </a:lnTo>
                  <a:lnTo>
                    <a:pt x="2033468" y="1328361"/>
                  </a:lnTo>
                  <a:lnTo>
                    <a:pt x="2014119" y="1328361"/>
                  </a:lnTo>
                  <a:lnTo>
                    <a:pt x="2014119" y="1309293"/>
                  </a:lnTo>
                  <a:lnTo>
                    <a:pt x="2006057" y="1304527"/>
                  </a:lnTo>
                  <a:lnTo>
                    <a:pt x="1994770" y="1304527"/>
                  </a:lnTo>
                  <a:lnTo>
                    <a:pt x="1994770" y="1282281"/>
                  </a:lnTo>
                  <a:lnTo>
                    <a:pt x="1989933" y="1282281"/>
                  </a:lnTo>
                  <a:lnTo>
                    <a:pt x="1986708" y="1282281"/>
                  </a:lnTo>
                  <a:lnTo>
                    <a:pt x="1986708" y="1304527"/>
                  </a:lnTo>
                  <a:lnTo>
                    <a:pt x="1954459" y="1304527"/>
                  </a:lnTo>
                  <a:lnTo>
                    <a:pt x="1959297" y="1115442"/>
                  </a:lnTo>
                  <a:lnTo>
                    <a:pt x="1931886" y="1112264"/>
                  </a:lnTo>
                  <a:lnTo>
                    <a:pt x="1893187" y="1112264"/>
                  </a:lnTo>
                  <a:lnTo>
                    <a:pt x="1880288" y="1104319"/>
                  </a:lnTo>
                  <a:lnTo>
                    <a:pt x="1877063" y="1104319"/>
                  </a:lnTo>
                  <a:lnTo>
                    <a:pt x="1869001" y="1101141"/>
                  </a:lnTo>
                  <a:lnTo>
                    <a:pt x="1869001" y="1093196"/>
                  </a:lnTo>
                  <a:lnTo>
                    <a:pt x="1849652" y="1088430"/>
                  </a:lnTo>
                  <a:lnTo>
                    <a:pt x="1841590" y="1088430"/>
                  </a:lnTo>
                  <a:lnTo>
                    <a:pt x="1825465" y="1061417"/>
                  </a:lnTo>
                  <a:lnTo>
                    <a:pt x="1802891" y="1034405"/>
                  </a:lnTo>
                  <a:lnTo>
                    <a:pt x="1778705" y="1015338"/>
                  </a:lnTo>
                  <a:lnTo>
                    <a:pt x="1748069" y="999449"/>
                  </a:lnTo>
                  <a:lnTo>
                    <a:pt x="1717433" y="993093"/>
                  </a:lnTo>
                  <a:lnTo>
                    <a:pt x="1717433" y="950191"/>
                  </a:lnTo>
                  <a:lnTo>
                    <a:pt x="1720658" y="950191"/>
                  </a:lnTo>
                  <a:lnTo>
                    <a:pt x="1720658" y="945424"/>
                  </a:lnTo>
                  <a:lnTo>
                    <a:pt x="1720658" y="942246"/>
                  </a:lnTo>
                  <a:lnTo>
                    <a:pt x="1717433" y="942246"/>
                  </a:lnTo>
                  <a:lnTo>
                    <a:pt x="1712596" y="934302"/>
                  </a:lnTo>
                  <a:lnTo>
                    <a:pt x="1709371" y="931124"/>
                  </a:lnTo>
                  <a:lnTo>
                    <a:pt x="1701309" y="926357"/>
                  </a:lnTo>
                  <a:lnTo>
                    <a:pt x="1698084" y="923179"/>
                  </a:lnTo>
                  <a:lnTo>
                    <a:pt x="1690022" y="923179"/>
                  </a:lnTo>
                  <a:lnTo>
                    <a:pt x="1690022" y="899345"/>
                  </a:lnTo>
                  <a:lnTo>
                    <a:pt x="1685184" y="899345"/>
                  </a:lnTo>
                  <a:lnTo>
                    <a:pt x="1677122" y="899345"/>
                  </a:lnTo>
                  <a:lnTo>
                    <a:pt x="1677122" y="923179"/>
                  </a:lnTo>
                  <a:lnTo>
                    <a:pt x="1673897" y="923179"/>
                  </a:lnTo>
                  <a:lnTo>
                    <a:pt x="1665835" y="926357"/>
                  </a:lnTo>
                  <a:lnTo>
                    <a:pt x="1662610" y="931124"/>
                  </a:lnTo>
                  <a:lnTo>
                    <a:pt x="1657773" y="934302"/>
                  </a:lnTo>
                  <a:lnTo>
                    <a:pt x="1654548" y="942246"/>
                  </a:lnTo>
                  <a:lnTo>
                    <a:pt x="1649711" y="942246"/>
                  </a:lnTo>
                  <a:lnTo>
                    <a:pt x="1649711" y="945424"/>
                  </a:lnTo>
                  <a:lnTo>
                    <a:pt x="1649711" y="950191"/>
                  </a:lnTo>
                  <a:lnTo>
                    <a:pt x="1654548" y="950191"/>
                  </a:lnTo>
                  <a:lnTo>
                    <a:pt x="1654548" y="993093"/>
                  </a:lnTo>
                  <a:lnTo>
                    <a:pt x="1622300" y="999449"/>
                  </a:lnTo>
                  <a:lnTo>
                    <a:pt x="1591664" y="1015338"/>
                  </a:lnTo>
                  <a:lnTo>
                    <a:pt x="1564252" y="1034405"/>
                  </a:lnTo>
                  <a:lnTo>
                    <a:pt x="1541679" y="1061417"/>
                  </a:lnTo>
                  <a:lnTo>
                    <a:pt x="1528779" y="1088430"/>
                  </a:lnTo>
                  <a:lnTo>
                    <a:pt x="1517492" y="1088430"/>
                  </a:lnTo>
                  <a:lnTo>
                    <a:pt x="1498143" y="1093196"/>
                  </a:lnTo>
                  <a:lnTo>
                    <a:pt x="1498143" y="1101141"/>
                  </a:lnTo>
                  <a:lnTo>
                    <a:pt x="1494918" y="1104319"/>
                  </a:lnTo>
                  <a:lnTo>
                    <a:pt x="1478794" y="1104319"/>
                  </a:lnTo>
                  <a:lnTo>
                    <a:pt x="1478794" y="1107497"/>
                  </a:lnTo>
                  <a:lnTo>
                    <a:pt x="1473957" y="1112264"/>
                  </a:lnTo>
                  <a:lnTo>
                    <a:pt x="1432034" y="1112264"/>
                  </a:lnTo>
                  <a:lnTo>
                    <a:pt x="1407847" y="1115442"/>
                  </a:lnTo>
                  <a:lnTo>
                    <a:pt x="1412684" y="1309293"/>
                  </a:lnTo>
                  <a:lnTo>
                    <a:pt x="1385273" y="1309293"/>
                  </a:lnTo>
                  <a:lnTo>
                    <a:pt x="1385273" y="1282281"/>
                  </a:lnTo>
                  <a:lnTo>
                    <a:pt x="1380436" y="1282281"/>
                  </a:lnTo>
                  <a:lnTo>
                    <a:pt x="1377211" y="1282281"/>
                  </a:lnTo>
                  <a:lnTo>
                    <a:pt x="1377211" y="1309293"/>
                  </a:lnTo>
                  <a:lnTo>
                    <a:pt x="1365924" y="1309293"/>
                  </a:lnTo>
                  <a:lnTo>
                    <a:pt x="1357862" y="1312471"/>
                  </a:lnTo>
                  <a:lnTo>
                    <a:pt x="1357862" y="1331539"/>
                  </a:lnTo>
                  <a:lnTo>
                    <a:pt x="1333676" y="1331539"/>
                  </a:lnTo>
                  <a:lnTo>
                    <a:pt x="1330451" y="1301349"/>
                  </a:lnTo>
                  <a:lnTo>
                    <a:pt x="1325613" y="1301349"/>
                  </a:lnTo>
                  <a:lnTo>
                    <a:pt x="1322389" y="1301349"/>
                  </a:lnTo>
                  <a:lnTo>
                    <a:pt x="1322389" y="1331539"/>
                  </a:lnTo>
                  <a:lnTo>
                    <a:pt x="1306264" y="1331539"/>
                  </a:lnTo>
                  <a:lnTo>
                    <a:pt x="1299815" y="1336305"/>
                  </a:lnTo>
                  <a:lnTo>
                    <a:pt x="1291753" y="1336305"/>
                  </a:lnTo>
                  <a:lnTo>
                    <a:pt x="1294977" y="143006"/>
                  </a:lnTo>
                  <a:lnTo>
                    <a:pt x="1248217" y="50847"/>
                  </a:lnTo>
                  <a:lnTo>
                    <a:pt x="1198232" y="50847"/>
                  </a:lnTo>
                  <a:close/>
                </a:path>
              </a:pathLst>
            </a:custGeom>
            <a:solidFill>
              <a:schemeClr val="bg1">
                <a:lumMod val="85000"/>
                <a:alpha val="50000"/>
              </a:schemeClr>
            </a:solidFill>
            <a:ln>
              <a:noFill/>
            </a:ln>
          </p:spPr>
          <p:txBody>
            <a:bodyPr vert="horz" wrap="square" lIns="68580" tIns="34290" rIns="68580" bIns="34290" numCol="1" anchor="t" anchorCtr="0" compatLnSpc="1">
              <a:noAutofit/>
            </a:bodyPr>
            <a:lstStyle/>
            <a:p>
              <a:endParaRPr lang="id-ID" sz="1350"/>
            </a:p>
          </p:txBody>
        </p:sp>
      </p:grpSp>
      <p:sp>
        <p:nvSpPr>
          <p:cNvPr id="29" name="Freeform 28"/>
          <p:cNvSpPr/>
          <p:nvPr/>
        </p:nvSpPr>
        <p:spPr>
          <a:xfrm flipH="1">
            <a:off x="3746519" y="1789817"/>
            <a:ext cx="1114660" cy="339267"/>
          </a:xfrm>
          <a:custGeom>
            <a:avLst/>
            <a:gdLst>
              <a:gd name="connsiteX0" fmla="*/ 1905058 w 1980452"/>
              <a:gd name="connsiteY0" fmla="*/ 0 h 452356"/>
              <a:gd name="connsiteX1" fmla="*/ 1828800 w 1980452"/>
              <a:gd name="connsiteY1" fmla="*/ 0 h 452356"/>
              <a:gd name="connsiteX2" fmla="*/ 1446246 w 1980452"/>
              <a:gd name="connsiteY2" fmla="*/ 0 h 452356"/>
              <a:gd name="connsiteX3" fmla="*/ 0 w 1980452"/>
              <a:gd name="connsiteY3" fmla="*/ 0 h 452356"/>
              <a:gd name="connsiteX4" fmla="*/ 0 w 1980452"/>
              <a:gd name="connsiteY4" fmla="*/ 452356 h 452356"/>
              <a:gd name="connsiteX5" fmla="*/ 1446246 w 1980452"/>
              <a:gd name="connsiteY5" fmla="*/ 452356 h 452356"/>
              <a:gd name="connsiteX6" fmla="*/ 1828800 w 1980452"/>
              <a:gd name="connsiteY6" fmla="*/ 452356 h 452356"/>
              <a:gd name="connsiteX7" fmla="*/ 1905058 w 1980452"/>
              <a:gd name="connsiteY7" fmla="*/ 452356 h 452356"/>
              <a:gd name="connsiteX8" fmla="*/ 1980452 w 1980452"/>
              <a:gd name="connsiteY8" fmla="*/ 376962 h 452356"/>
              <a:gd name="connsiteX9" fmla="*/ 1980452 w 1980452"/>
              <a:gd name="connsiteY9" fmla="*/ 75394 h 452356"/>
              <a:gd name="connsiteX10" fmla="*/ 1905058 w 1980452"/>
              <a:gd name="connsiteY10" fmla="*/ 0 h 452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80452" h="452356">
                <a:moveTo>
                  <a:pt x="1905058" y="0"/>
                </a:moveTo>
                <a:lnTo>
                  <a:pt x="1828800" y="0"/>
                </a:lnTo>
                <a:lnTo>
                  <a:pt x="1446246" y="0"/>
                </a:lnTo>
                <a:lnTo>
                  <a:pt x="0" y="0"/>
                </a:lnTo>
                <a:lnTo>
                  <a:pt x="0" y="452356"/>
                </a:lnTo>
                <a:lnTo>
                  <a:pt x="1446246" y="452356"/>
                </a:lnTo>
                <a:lnTo>
                  <a:pt x="1828800" y="452356"/>
                </a:lnTo>
                <a:lnTo>
                  <a:pt x="1905058" y="452356"/>
                </a:lnTo>
                <a:cubicBezTo>
                  <a:pt x="1946697" y="452356"/>
                  <a:pt x="1980452" y="418601"/>
                  <a:pt x="1980452" y="376962"/>
                </a:cubicBezTo>
                <a:lnTo>
                  <a:pt x="1980452" y="75394"/>
                </a:lnTo>
                <a:cubicBezTo>
                  <a:pt x="1980452" y="33755"/>
                  <a:pt x="1946697" y="0"/>
                  <a:pt x="1905058"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Lato Light" panose="020F0302020204030203" pitchFamily="34" charset="0"/>
              </a:rPr>
              <a:t>输入您的内容</a:t>
            </a:r>
            <a:endParaRPr lang="en-AU" sz="1200" dirty="0">
              <a:latin typeface="Lato Light" panose="020F0302020204030203" pitchFamily="34" charset="0"/>
            </a:endParaRPr>
          </a:p>
        </p:txBody>
      </p:sp>
      <p:sp>
        <p:nvSpPr>
          <p:cNvPr id="30" name="Freeform 29"/>
          <p:cNvSpPr/>
          <p:nvPr/>
        </p:nvSpPr>
        <p:spPr>
          <a:xfrm flipH="1">
            <a:off x="3436144" y="2129084"/>
            <a:ext cx="1425035" cy="339267"/>
          </a:xfrm>
          <a:custGeom>
            <a:avLst/>
            <a:gdLst>
              <a:gd name="connsiteX0" fmla="*/ 1219632 w 1295026"/>
              <a:gd name="connsiteY0" fmla="*/ 0 h 452356"/>
              <a:gd name="connsiteX1" fmla="*/ 1066800 w 1295026"/>
              <a:gd name="connsiteY1" fmla="*/ 0 h 452356"/>
              <a:gd name="connsiteX2" fmla="*/ 760820 w 1295026"/>
              <a:gd name="connsiteY2" fmla="*/ 0 h 452356"/>
              <a:gd name="connsiteX3" fmla="*/ 0 w 1295026"/>
              <a:gd name="connsiteY3" fmla="*/ 0 h 452356"/>
              <a:gd name="connsiteX4" fmla="*/ 0 w 1295026"/>
              <a:gd name="connsiteY4" fmla="*/ 452356 h 452356"/>
              <a:gd name="connsiteX5" fmla="*/ 760820 w 1295026"/>
              <a:gd name="connsiteY5" fmla="*/ 452356 h 452356"/>
              <a:gd name="connsiteX6" fmla="*/ 1066800 w 1295026"/>
              <a:gd name="connsiteY6" fmla="*/ 452356 h 452356"/>
              <a:gd name="connsiteX7" fmla="*/ 1219632 w 1295026"/>
              <a:gd name="connsiteY7" fmla="*/ 452356 h 452356"/>
              <a:gd name="connsiteX8" fmla="*/ 1295026 w 1295026"/>
              <a:gd name="connsiteY8" fmla="*/ 376962 h 452356"/>
              <a:gd name="connsiteX9" fmla="*/ 1295026 w 1295026"/>
              <a:gd name="connsiteY9" fmla="*/ 75394 h 452356"/>
              <a:gd name="connsiteX10" fmla="*/ 1219632 w 1295026"/>
              <a:gd name="connsiteY10" fmla="*/ 0 h 452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5026" h="452356">
                <a:moveTo>
                  <a:pt x="1219632" y="0"/>
                </a:moveTo>
                <a:lnTo>
                  <a:pt x="1066800" y="0"/>
                </a:lnTo>
                <a:lnTo>
                  <a:pt x="760820" y="0"/>
                </a:lnTo>
                <a:lnTo>
                  <a:pt x="0" y="0"/>
                </a:lnTo>
                <a:lnTo>
                  <a:pt x="0" y="452356"/>
                </a:lnTo>
                <a:lnTo>
                  <a:pt x="760820" y="452356"/>
                </a:lnTo>
                <a:lnTo>
                  <a:pt x="1066800" y="452356"/>
                </a:lnTo>
                <a:lnTo>
                  <a:pt x="1219632" y="452356"/>
                </a:lnTo>
                <a:cubicBezTo>
                  <a:pt x="1261271" y="452356"/>
                  <a:pt x="1295026" y="418601"/>
                  <a:pt x="1295026" y="376962"/>
                </a:cubicBezTo>
                <a:lnTo>
                  <a:pt x="1295026" y="75394"/>
                </a:lnTo>
                <a:cubicBezTo>
                  <a:pt x="1295026" y="33755"/>
                  <a:pt x="1261271" y="0"/>
                  <a:pt x="12196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Lato Light" panose="020F0302020204030203" pitchFamily="34" charset="0"/>
              </a:rPr>
              <a:t>输入您的内容</a:t>
            </a:r>
            <a:endParaRPr lang="en-AU" sz="1200" dirty="0">
              <a:latin typeface="Lato Light" panose="020F0302020204030203" pitchFamily="34" charset="0"/>
            </a:endParaRPr>
          </a:p>
        </p:txBody>
      </p:sp>
      <p:sp>
        <p:nvSpPr>
          <p:cNvPr id="31" name="Freeform 30"/>
          <p:cNvSpPr/>
          <p:nvPr/>
        </p:nvSpPr>
        <p:spPr>
          <a:xfrm flipH="1">
            <a:off x="3658510" y="2451116"/>
            <a:ext cx="1202669" cy="339267"/>
          </a:xfrm>
          <a:custGeom>
            <a:avLst/>
            <a:gdLst>
              <a:gd name="connsiteX0" fmla="*/ 1905058 w 1980452"/>
              <a:gd name="connsiteY0" fmla="*/ 0 h 452356"/>
              <a:gd name="connsiteX1" fmla="*/ 1828800 w 1980452"/>
              <a:gd name="connsiteY1" fmla="*/ 0 h 452356"/>
              <a:gd name="connsiteX2" fmla="*/ 1446246 w 1980452"/>
              <a:gd name="connsiteY2" fmla="*/ 0 h 452356"/>
              <a:gd name="connsiteX3" fmla="*/ 0 w 1980452"/>
              <a:gd name="connsiteY3" fmla="*/ 0 h 452356"/>
              <a:gd name="connsiteX4" fmla="*/ 0 w 1980452"/>
              <a:gd name="connsiteY4" fmla="*/ 452356 h 452356"/>
              <a:gd name="connsiteX5" fmla="*/ 1446246 w 1980452"/>
              <a:gd name="connsiteY5" fmla="*/ 452356 h 452356"/>
              <a:gd name="connsiteX6" fmla="*/ 1828800 w 1980452"/>
              <a:gd name="connsiteY6" fmla="*/ 452356 h 452356"/>
              <a:gd name="connsiteX7" fmla="*/ 1905058 w 1980452"/>
              <a:gd name="connsiteY7" fmla="*/ 452356 h 452356"/>
              <a:gd name="connsiteX8" fmla="*/ 1980452 w 1980452"/>
              <a:gd name="connsiteY8" fmla="*/ 376962 h 452356"/>
              <a:gd name="connsiteX9" fmla="*/ 1980452 w 1980452"/>
              <a:gd name="connsiteY9" fmla="*/ 75394 h 452356"/>
              <a:gd name="connsiteX10" fmla="*/ 1905058 w 1980452"/>
              <a:gd name="connsiteY10" fmla="*/ 0 h 452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80452" h="452356">
                <a:moveTo>
                  <a:pt x="1905058" y="0"/>
                </a:moveTo>
                <a:lnTo>
                  <a:pt x="1828800" y="0"/>
                </a:lnTo>
                <a:lnTo>
                  <a:pt x="1446246" y="0"/>
                </a:lnTo>
                <a:lnTo>
                  <a:pt x="0" y="0"/>
                </a:lnTo>
                <a:lnTo>
                  <a:pt x="0" y="452356"/>
                </a:lnTo>
                <a:lnTo>
                  <a:pt x="1446246" y="452356"/>
                </a:lnTo>
                <a:lnTo>
                  <a:pt x="1828800" y="452356"/>
                </a:lnTo>
                <a:lnTo>
                  <a:pt x="1905058" y="452356"/>
                </a:lnTo>
                <a:cubicBezTo>
                  <a:pt x="1946697" y="452356"/>
                  <a:pt x="1980452" y="418601"/>
                  <a:pt x="1980452" y="376962"/>
                </a:cubicBezTo>
                <a:lnTo>
                  <a:pt x="1980452" y="75394"/>
                </a:lnTo>
                <a:cubicBezTo>
                  <a:pt x="1980452" y="33755"/>
                  <a:pt x="1946697" y="0"/>
                  <a:pt x="190505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Lato Light" panose="020F0302020204030203" pitchFamily="34" charset="0"/>
              </a:rPr>
              <a:t>输入您的内容</a:t>
            </a:r>
            <a:endParaRPr lang="en-AU" sz="1200" dirty="0">
              <a:latin typeface="Lato Light" panose="020F0302020204030203" pitchFamily="34" charset="0"/>
            </a:endParaRPr>
          </a:p>
        </p:txBody>
      </p:sp>
      <p:sp>
        <p:nvSpPr>
          <p:cNvPr id="32" name="Freeform 31"/>
          <p:cNvSpPr/>
          <p:nvPr/>
        </p:nvSpPr>
        <p:spPr>
          <a:xfrm flipH="1">
            <a:off x="3357562" y="2790383"/>
            <a:ext cx="1503617" cy="339267"/>
          </a:xfrm>
          <a:custGeom>
            <a:avLst/>
            <a:gdLst>
              <a:gd name="connsiteX0" fmla="*/ 1143058 w 1218452"/>
              <a:gd name="connsiteY0" fmla="*/ 0 h 452356"/>
              <a:gd name="connsiteX1" fmla="*/ 1066800 w 1218452"/>
              <a:gd name="connsiteY1" fmla="*/ 0 h 452356"/>
              <a:gd name="connsiteX2" fmla="*/ 684246 w 1218452"/>
              <a:gd name="connsiteY2" fmla="*/ 0 h 452356"/>
              <a:gd name="connsiteX3" fmla="*/ 0 w 1218452"/>
              <a:gd name="connsiteY3" fmla="*/ 0 h 452356"/>
              <a:gd name="connsiteX4" fmla="*/ 0 w 1218452"/>
              <a:gd name="connsiteY4" fmla="*/ 452356 h 452356"/>
              <a:gd name="connsiteX5" fmla="*/ 684246 w 1218452"/>
              <a:gd name="connsiteY5" fmla="*/ 452356 h 452356"/>
              <a:gd name="connsiteX6" fmla="*/ 1066800 w 1218452"/>
              <a:gd name="connsiteY6" fmla="*/ 452356 h 452356"/>
              <a:gd name="connsiteX7" fmla="*/ 1143058 w 1218452"/>
              <a:gd name="connsiteY7" fmla="*/ 452356 h 452356"/>
              <a:gd name="connsiteX8" fmla="*/ 1218452 w 1218452"/>
              <a:gd name="connsiteY8" fmla="*/ 376962 h 452356"/>
              <a:gd name="connsiteX9" fmla="*/ 1218452 w 1218452"/>
              <a:gd name="connsiteY9" fmla="*/ 75394 h 452356"/>
              <a:gd name="connsiteX10" fmla="*/ 1143058 w 1218452"/>
              <a:gd name="connsiteY10" fmla="*/ 0 h 452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452" h="452356">
                <a:moveTo>
                  <a:pt x="1143058" y="0"/>
                </a:moveTo>
                <a:lnTo>
                  <a:pt x="1066800" y="0"/>
                </a:lnTo>
                <a:lnTo>
                  <a:pt x="684246" y="0"/>
                </a:lnTo>
                <a:lnTo>
                  <a:pt x="0" y="0"/>
                </a:lnTo>
                <a:lnTo>
                  <a:pt x="0" y="452356"/>
                </a:lnTo>
                <a:lnTo>
                  <a:pt x="684246" y="452356"/>
                </a:lnTo>
                <a:lnTo>
                  <a:pt x="1066800" y="452356"/>
                </a:lnTo>
                <a:lnTo>
                  <a:pt x="1143058" y="452356"/>
                </a:lnTo>
                <a:cubicBezTo>
                  <a:pt x="1184697" y="452356"/>
                  <a:pt x="1218452" y="418601"/>
                  <a:pt x="1218452" y="376962"/>
                </a:cubicBezTo>
                <a:lnTo>
                  <a:pt x="1218452" y="75394"/>
                </a:lnTo>
                <a:cubicBezTo>
                  <a:pt x="1218452" y="33755"/>
                  <a:pt x="1184697" y="0"/>
                  <a:pt x="1143058"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Lato Light" panose="020F0302020204030203" pitchFamily="34" charset="0"/>
              </a:rPr>
              <a:t>输入您的内容</a:t>
            </a:r>
            <a:endParaRPr lang="en-AU" sz="1200" dirty="0">
              <a:latin typeface="Lato Light" panose="020F0302020204030203" pitchFamily="34" charset="0"/>
            </a:endParaRPr>
          </a:p>
        </p:txBody>
      </p:sp>
      <p:sp>
        <p:nvSpPr>
          <p:cNvPr id="33" name="Freeform 32"/>
          <p:cNvSpPr/>
          <p:nvPr/>
        </p:nvSpPr>
        <p:spPr>
          <a:xfrm flipH="1">
            <a:off x="3632780" y="3112416"/>
            <a:ext cx="1228398" cy="339268"/>
          </a:xfrm>
          <a:custGeom>
            <a:avLst/>
            <a:gdLst>
              <a:gd name="connsiteX0" fmla="*/ 2155509 w 2230903"/>
              <a:gd name="connsiteY0" fmla="*/ 0 h 452357"/>
              <a:gd name="connsiteX1" fmla="*/ 1696697 w 2230903"/>
              <a:gd name="connsiteY1" fmla="*/ 0 h 452357"/>
              <a:gd name="connsiteX2" fmla="*/ 1696692 w 2230903"/>
              <a:gd name="connsiteY2" fmla="*/ 1 h 452357"/>
              <a:gd name="connsiteX3" fmla="*/ 0 w 2230903"/>
              <a:gd name="connsiteY3" fmla="*/ 1 h 452357"/>
              <a:gd name="connsiteX4" fmla="*/ 0 w 2230903"/>
              <a:gd name="connsiteY4" fmla="*/ 452357 h 452357"/>
              <a:gd name="connsiteX5" fmla="*/ 2133600 w 2230903"/>
              <a:gd name="connsiteY5" fmla="*/ 452357 h 452357"/>
              <a:gd name="connsiteX6" fmla="*/ 2133600 w 2230903"/>
              <a:gd name="connsiteY6" fmla="*/ 452356 h 452357"/>
              <a:gd name="connsiteX7" fmla="*/ 2155509 w 2230903"/>
              <a:gd name="connsiteY7" fmla="*/ 452356 h 452357"/>
              <a:gd name="connsiteX8" fmla="*/ 2230903 w 2230903"/>
              <a:gd name="connsiteY8" fmla="*/ 376962 h 452357"/>
              <a:gd name="connsiteX9" fmla="*/ 2230903 w 2230903"/>
              <a:gd name="connsiteY9" fmla="*/ 75394 h 452357"/>
              <a:gd name="connsiteX10" fmla="*/ 2155509 w 2230903"/>
              <a:gd name="connsiteY10" fmla="*/ 0 h 452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30903" h="452357">
                <a:moveTo>
                  <a:pt x="2155509" y="0"/>
                </a:moveTo>
                <a:lnTo>
                  <a:pt x="1696697" y="0"/>
                </a:lnTo>
                <a:lnTo>
                  <a:pt x="1696692" y="1"/>
                </a:lnTo>
                <a:lnTo>
                  <a:pt x="0" y="1"/>
                </a:lnTo>
                <a:lnTo>
                  <a:pt x="0" y="452357"/>
                </a:lnTo>
                <a:lnTo>
                  <a:pt x="2133600" y="452357"/>
                </a:lnTo>
                <a:lnTo>
                  <a:pt x="2133600" y="452356"/>
                </a:lnTo>
                <a:lnTo>
                  <a:pt x="2155509" y="452356"/>
                </a:lnTo>
                <a:cubicBezTo>
                  <a:pt x="2197148" y="452356"/>
                  <a:pt x="2230903" y="418601"/>
                  <a:pt x="2230903" y="376962"/>
                </a:cubicBezTo>
                <a:lnTo>
                  <a:pt x="2230903" y="75394"/>
                </a:lnTo>
                <a:cubicBezTo>
                  <a:pt x="2230903" y="33755"/>
                  <a:pt x="2197148" y="0"/>
                  <a:pt x="2155509"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Lato Light" panose="020F0302020204030203" pitchFamily="34" charset="0"/>
              </a:rPr>
              <a:t>输入您的内容</a:t>
            </a:r>
            <a:endParaRPr lang="en-AU" sz="1200" dirty="0">
              <a:latin typeface="Lato Light" panose="020F0302020204030203" pitchFamily="34" charset="0"/>
            </a:endParaRPr>
          </a:p>
        </p:txBody>
      </p:sp>
      <p:sp>
        <p:nvSpPr>
          <p:cNvPr id="34" name="Freeform 33"/>
          <p:cNvSpPr/>
          <p:nvPr/>
        </p:nvSpPr>
        <p:spPr>
          <a:xfrm flipH="1">
            <a:off x="3746520" y="3451683"/>
            <a:ext cx="1114660" cy="339268"/>
          </a:xfrm>
          <a:custGeom>
            <a:avLst/>
            <a:gdLst>
              <a:gd name="connsiteX0" fmla="*/ 1528164 w 1603558"/>
              <a:gd name="connsiteY0" fmla="*/ 0 h 452357"/>
              <a:gd name="connsiteX1" fmla="*/ 1069352 w 1603558"/>
              <a:gd name="connsiteY1" fmla="*/ 0 h 452357"/>
              <a:gd name="connsiteX2" fmla="*/ 1069347 w 1603558"/>
              <a:gd name="connsiteY2" fmla="*/ 1 h 452357"/>
              <a:gd name="connsiteX3" fmla="*/ 0 w 1603558"/>
              <a:gd name="connsiteY3" fmla="*/ 1 h 452357"/>
              <a:gd name="connsiteX4" fmla="*/ 0 w 1603558"/>
              <a:gd name="connsiteY4" fmla="*/ 452357 h 452357"/>
              <a:gd name="connsiteX5" fmla="*/ 1422400 w 1603558"/>
              <a:gd name="connsiteY5" fmla="*/ 452357 h 452357"/>
              <a:gd name="connsiteX6" fmla="*/ 1422400 w 1603558"/>
              <a:gd name="connsiteY6" fmla="*/ 452356 h 452357"/>
              <a:gd name="connsiteX7" fmla="*/ 1528164 w 1603558"/>
              <a:gd name="connsiteY7" fmla="*/ 452356 h 452357"/>
              <a:gd name="connsiteX8" fmla="*/ 1603558 w 1603558"/>
              <a:gd name="connsiteY8" fmla="*/ 376962 h 452357"/>
              <a:gd name="connsiteX9" fmla="*/ 1603558 w 1603558"/>
              <a:gd name="connsiteY9" fmla="*/ 75394 h 452357"/>
              <a:gd name="connsiteX10" fmla="*/ 1528164 w 1603558"/>
              <a:gd name="connsiteY10" fmla="*/ 0 h 452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03558" h="452357">
                <a:moveTo>
                  <a:pt x="1528164" y="0"/>
                </a:moveTo>
                <a:lnTo>
                  <a:pt x="1069352" y="0"/>
                </a:lnTo>
                <a:lnTo>
                  <a:pt x="1069347" y="1"/>
                </a:lnTo>
                <a:lnTo>
                  <a:pt x="0" y="1"/>
                </a:lnTo>
                <a:lnTo>
                  <a:pt x="0" y="452357"/>
                </a:lnTo>
                <a:lnTo>
                  <a:pt x="1422400" y="452357"/>
                </a:lnTo>
                <a:lnTo>
                  <a:pt x="1422400" y="452356"/>
                </a:lnTo>
                <a:lnTo>
                  <a:pt x="1528164" y="452356"/>
                </a:lnTo>
                <a:cubicBezTo>
                  <a:pt x="1569803" y="452356"/>
                  <a:pt x="1603558" y="418601"/>
                  <a:pt x="1603558" y="376962"/>
                </a:cubicBezTo>
                <a:lnTo>
                  <a:pt x="1603558" y="75394"/>
                </a:lnTo>
                <a:cubicBezTo>
                  <a:pt x="1603558" y="33755"/>
                  <a:pt x="1569803" y="0"/>
                  <a:pt x="152816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Lato Light" panose="020F0302020204030203" pitchFamily="34" charset="0"/>
              </a:rPr>
              <a:t>输入您的内容</a:t>
            </a:r>
            <a:endParaRPr lang="en-AU" sz="1200" dirty="0">
              <a:latin typeface="Lato Light" panose="020F0302020204030203" pitchFamily="34" charset="0"/>
            </a:endParaRPr>
          </a:p>
        </p:txBody>
      </p:sp>
      <p:grpSp>
        <p:nvGrpSpPr>
          <p:cNvPr id="13" name="Group 12"/>
          <p:cNvGrpSpPr/>
          <p:nvPr/>
        </p:nvGrpSpPr>
        <p:grpSpPr>
          <a:xfrm flipH="1">
            <a:off x="4708780" y="1258224"/>
            <a:ext cx="4050998" cy="3675727"/>
            <a:chOff x="521002" y="1609116"/>
            <a:chExt cx="3429000" cy="3111348"/>
          </a:xfrm>
        </p:grpSpPr>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22134" t="10550" r="21733" b="13050"/>
            <a:stretch>
              <a:fillRect/>
            </a:stretch>
          </p:blipFill>
          <p:spPr>
            <a:xfrm>
              <a:off x="521002" y="1609116"/>
              <a:ext cx="3429000" cy="3111348"/>
            </a:xfrm>
            <a:prstGeom prst="rect">
              <a:avLst/>
            </a:prstGeom>
          </p:spPr>
        </p:pic>
        <p:sp>
          <p:nvSpPr>
            <p:cNvPr id="15" name="Rectangle 14"/>
            <p:cNvSpPr/>
            <p:nvPr/>
          </p:nvSpPr>
          <p:spPr>
            <a:xfrm>
              <a:off x="734638" y="1948977"/>
              <a:ext cx="2990088" cy="1846708"/>
            </a:xfrm>
            <a:prstGeom prst="rect">
              <a:avLst/>
            </a:prstGeom>
            <a:solidFill>
              <a:schemeClr val="bg1">
                <a:lumMod val="8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ounded Rectangle 34"/>
          <p:cNvSpPr/>
          <p:nvPr/>
        </p:nvSpPr>
        <p:spPr>
          <a:xfrm>
            <a:off x="462217" y="1789817"/>
            <a:ext cx="2589704" cy="205160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sp>
        <p:nvSpPr>
          <p:cNvPr id="45" name="Text Placeholder 11"/>
          <p:cNvSpPr>
            <a:spLocks noGrp="1"/>
          </p:cNvSpPr>
          <p:nvPr>
            <p:ph type="body" sz="quarter" idx="13"/>
          </p:nvPr>
        </p:nvSpPr>
        <p:spPr>
          <a:xfrm>
            <a:off x="655438" y="2105858"/>
            <a:ext cx="2267126" cy="353700"/>
          </a:xfrm>
        </p:spPr>
        <p:txBody>
          <a:bodyPr/>
          <a:lstStyle/>
          <a:p>
            <a:r>
              <a:rPr lang="zh-CN" altLang="en-US" dirty="0">
                <a:solidFill>
                  <a:schemeClr val="bg1"/>
                </a:solidFill>
              </a:rPr>
              <a:t>输入您的标题</a:t>
            </a:r>
            <a:endParaRPr lang="en-AU" dirty="0">
              <a:solidFill>
                <a:schemeClr val="bg1"/>
              </a:solidFill>
            </a:endParaRPr>
          </a:p>
        </p:txBody>
      </p:sp>
      <p:sp>
        <p:nvSpPr>
          <p:cNvPr id="46" name="Text Placeholder 12"/>
          <p:cNvSpPr>
            <a:spLocks noGrp="1"/>
          </p:cNvSpPr>
          <p:nvPr>
            <p:ph type="body" sz="quarter" idx="14"/>
          </p:nvPr>
        </p:nvSpPr>
        <p:spPr>
          <a:xfrm>
            <a:off x="655438" y="2470987"/>
            <a:ext cx="2267126" cy="1147927"/>
          </a:xfrm>
        </p:spPr>
        <p:txBody>
          <a:bodyPr>
            <a:normAutofit/>
          </a:bodyPr>
          <a:lstStyle/>
          <a:p>
            <a:r>
              <a:rPr lang="zh-CN" altLang="en-US" dirty="0">
                <a:solidFill>
                  <a:schemeClr val="bg1"/>
                </a:solidFill>
              </a:rPr>
              <a:t>单击此处添加文本</a:t>
            </a:r>
          </a:p>
          <a:p>
            <a:r>
              <a:rPr lang="zh-CN" altLang="en-US" dirty="0">
                <a:solidFill>
                  <a:schemeClr val="bg1"/>
                </a:solidFill>
              </a:rPr>
              <a:t>单击此处添加文本</a:t>
            </a:r>
          </a:p>
          <a:p>
            <a:r>
              <a:rPr lang="zh-CN" altLang="en-US" dirty="0">
                <a:solidFill>
                  <a:schemeClr val="bg1"/>
                </a:solidFill>
              </a:rPr>
              <a:t>单击此处添加文本</a:t>
            </a:r>
          </a:p>
          <a:p>
            <a:r>
              <a:rPr lang="zh-CN" altLang="en-US" dirty="0">
                <a:solidFill>
                  <a:schemeClr val="bg1"/>
                </a:solidFill>
              </a:rPr>
              <a:t>单击此处添加文本</a:t>
            </a:r>
          </a:p>
          <a:p>
            <a:r>
              <a:rPr lang="zh-CN" altLang="en-US" dirty="0">
                <a:solidFill>
                  <a:schemeClr val="bg1"/>
                </a:solidFill>
              </a:rPr>
              <a:t>单击此处添加文本</a:t>
            </a:r>
            <a:r>
              <a:rPr lang="id-ID" dirty="0">
                <a:solidFill>
                  <a:schemeClr val="bg1"/>
                </a:solidFill>
              </a:rPr>
              <a:t>.</a:t>
            </a:r>
            <a:endParaRPr lang="en-AU" dirty="0">
              <a:solidFill>
                <a:schemeClr val="bg1"/>
              </a:solidFill>
            </a:endParaRPr>
          </a:p>
        </p:txBody>
      </p:sp>
      <p:sp>
        <p:nvSpPr>
          <p:cNvPr id="47" name="Freeform 54"/>
          <p:cNvSpPr>
            <a:spLocks noEditPoints="1"/>
          </p:cNvSpPr>
          <p:nvPr/>
        </p:nvSpPr>
        <p:spPr bwMode="auto">
          <a:xfrm>
            <a:off x="6010368" y="2041727"/>
            <a:ext cx="1446049" cy="1492705"/>
          </a:xfrm>
          <a:custGeom>
            <a:avLst/>
            <a:gdLst>
              <a:gd name="T0" fmla="*/ 83 w 130"/>
              <a:gd name="T1" fmla="*/ 92 h 134"/>
              <a:gd name="T2" fmla="*/ 128 w 130"/>
              <a:gd name="T3" fmla="*/ 26 h 134"/>
              <a:gd name="T4" fmla="*/ 128 w 130"/>
              <a:gd name="T5" fmla="*/ 21 h 134"/>
              <a:gd name="T6" fmla="*/ 118 w 130"/>
              <a:gd name="T7" fmla="*/ 10 h 134"/>
              <a:gd name="T8" fmla="*/ 112 w 130"/>
              <a:gd name="T9" fmla="*/ 10 h 134"/>
              <a:gd name="T10" fmla="*/ 107 w 130"/>
              <a:gd name="T11" fmla="*/ 15 h 134"/>
              <a:gd name="T12" fmla="*/ 101 w 130"/>
              <a:gd name="T13" fmla="*/ 16 h 134"/>
              <a:gd name="T14" fmla="*/ 102 w 130"/>
              <a:gd name="T15" fmla="*/ 0 h 134"/>
              <a:gd name="T16" fmla="*/ 28 w 130"/>
              <a:gd name="T17" fmla="*/ 0 h 134"/>
              <a:gd name="T18" fmla="*/ 28 w 130"/>
              <a:gd name="T19" fmla="*/ 16 h 134"/>
              <a:gd name="T20" fmla="*/ 23 w 130"/>
              <a:gd name="T21" fmla="*/ 15 h 134"/>
              <a:gd name="T22" fmla="*/ 18 w 130"/>
              <a:gd name="T23" fmla="*/ 10 h 134"/>
              <a:gd name="T24" fmla="*/ 12 w 130"/>
              <a:gd name="T25" fmla="*/ 10 h 134"/>
              <a:gd name="T26" fmla="*/ 1 w 130"/>
              <a:gd name="T27" fmla="*/ 21 h 134"/>
              <a:gd name="T28" fmla="*/ 1 w 130"/>
              <a:gd name="T29" fmla="*/ 26 h 134"/>
              <a:gd name="T30" fmla="*/ 47 w 130"/>
              <a:gd name="T31" fmla="*/ 92 h 134"/>
              <a:gd name="T32" fmla="*/ 59 w 130"/>
              <a:gd name="T33" fmla="*/ 97 h 134"/>
              <a:gd name="T34" fmla="*/ 59 w 130"/>
              <a:gd name="T35" fmla="*/ 103 h 134"/>
              <a:gd name="T36" fmla="*/ 54 w 130"/>
              <a:gd name="T37" fmla="*/ 105 h 134"/>
              <a:gd name="T38" fmla="*/ 59 w 130"/>
              <a:gd name="T39" fmla="*/ 108 h 134"/>
              <a:gd name="T40" fmla="*/ 59 w 130"/>
              <a:gd name="T41" fmla="*/ 114 h 134"/>
              <a:gd name="T42" fmla="*/ 55 w 130"/>
              <a:gd name="T43" fmla="*/ 119 h 134"/>
              <a:gd name="T44" fmla="*/ 49 w 130"/>
              <a:gd name="T45" fmla="*/ 124 h 134"/>
              <a:gd name="T46" fmla="*/ 44 w 130"/>
              <a:gd name="T47" fmla="*/ 129 h 134"/>
              <a:gd name="T48" fmla="*/ 49 w 130"/>
              <a:gd name="T49" fmla="*/ 134 h 134"/>
              <a:gd name="T50" fmla="*/ 80 w 130"/>
              <a:gd name="T51" fmla="*/ 134 h 134"/>
              <a:gd name="T52" fmla="*/ 86 w 130"/>
              <a:gd name="T53" fmla="*/ 129 h 134"/>
              <a:gd name="T54" fmla="*/ 80 w 130"/>
              <a:gd name="T55" fmla="*/ 124 h 134"/>
              <a:gd name="T56" fmla="*/ 75 w 130"/>
              <a:gd name="T57" fmla="*/ 118 h 134"/>
              <a:gd name="T58" fmla="*/ 70 w 130"/>
              <a:gd name="T59" fmla="*/ 114 h 134"/>
              <a:gd name="T60" fmla="*/ 70 w 130"/>
              <a:gd name="T61" fmla="*/ 108 h 134"/>
              <a:gd name="T62" fmla="*/ 75 w 130"/>
              <a:gd name="T63" fmla="*/ 105 h 134"/>
              <a:gd name="T64" fmla="*/ 70 w 130"/>
              <a:gd name="T65" fmla="*/ 103 h 134"/>
              <a:gd name="T66" fmla="*/ 70 w 130"/>
              <a:gd name="T67" fmla="*/ 97 h 134"/>
              <a:gd name="T68" fmla="*/ 83 w 130"/>
              <a:gd name="T69" fmla="*/ 92 h 134"/>
              <a:gd name="T70" fmla="*/ 102 w 130"/>
              <a:gd name="T71" fmla="*/ 21 h 134"/>
              <a:gd name="T72" fmla="*/ 107 w 130"/>
              <a:gd name="T73" fmla="*/ 21 h 134"/>
              <a:gd name="T74" fmla="*/ 113 w 130"/>
              <a:gd name="T75" fmla="*/ 16 h 134"/>
              <a:gd name="T76" fmla="*/ 118 w 130"/>
              <a:gd name="T77" fmla="*/ 21 h 134"/>
              <a:gd name="T78" fmla="*/ 118 w 130"/>
              <a:gd name="T79" fmla="*/ 26 h 134"/>
              <a:gd name="T80" fmla="*/ 91 w 130"/>
              <a:gd name="T81" fmla="*/ 71 h 134"/>
              <a:gd name="T82" fmla="*/ 102 w 130"/>
              <a:gd name="T83" fmla="*/ 21 h 134"/>
              <a:gd name="T84" fmla="*/ 37 w 130"/>
              <a:gd name="T85" fmla="*/ 72 h 134"/>
              <a:gd name="T86" fmla="*/ 10 w 130"/>
              <a:gd name="T87" fmla="*/ 27 h 134"/>
              <a:gd name="T88" fmla="*/ 10 w 130"/>
              <a:gd name="T89" fmla="*/ 22 h 134"/>
              <a:gd name="T90" fmla="*/ 15 w 130"/>
              <a:gd name="T91" fmla="*/ 16 h 134"/>
              <a:gd name="T92" fmla="*/ 21 w 130"/>
              <a:gd name="T93" fmla="*/ 22 h 134"/>
              <a:gd name="T94" fmla="*/ 26 w 130"/>
              <a:gd name="T95" fmla="*/ 22 h 134"/>
              <a:gd name="T96" fmla="*/ 37 w 130"/>
              <a:gd name="T97" fmla="*/ 7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0" h="134">
                <a:moveTo>
                  <a:pt x="83" y="92"/>
                </a:moveTo>
                <a:cubicBezTo>
                  <a:pt x="130" y="63"/>
                  <a:pt x="128" y="26"/>
                  <a:pt x="128" y="26"/>
                </a:cubicBezTo>
                <a:cubicBezTo>
                  <a:pt x="128" y="21"/>
                  <a:pt x="128" y="21"/>
                  <a:pt x="128" y="21"/>
                </a:cubicBezTo>
                <a:cubicBezTo>
                  <a:pt x="128" y="21"/>
                  <a:pt x="128" y="10"/>
                  <a:pt x="118" y="10"/>
                </a:cubicBezTo>
                <a:cubicBezTo>
                  <a:pt x="115" y="10"/>
                  <a:pt x="112" y="10"/>
                  <a:pt x="112" y="10"/>
                </a:cubicBezTo>
                <a:cubicBezTo>
                  <a:pt x="107" y="10"/>
                  <a:pt x="107" y="15"/>
                  <a:pt x="107" y="15"/>
                </a:cubicBezTo>
                <a:cubicBezTo>
                  <a:pt x="107" y="15"/>
                  <a:pt x="105" y="16"/>
                  <a:pt x="101" y="16"/>
                </a:cubicBezTo>
                <a:cubicBezTo>
                  <a:pt x="101" y="12"/>
                  <a:pt x="102" y="0"/>
                  <a:pt x="102" y="0"/>
                </a:cubicBezTo>
                <a:cubicBezTo>
                  <a:pt x="56" y="6"/>
                  <a:pt x="28" y="0"/>
                  <a:pt x="28" y="0"/>
                </a:cubicBezTo>
                <a:cubicBezTo>
                  <a:pt x="28" y="16"/>
                  <a:pt x="28" y="16"/>
                  <a:pt x="28" y="16"/>
                </a:cubicBezTo>
                <a:cubicBezTo>
                  <a:pt x="24" y="16"/>
                  <a:pt x="23" y="15"/>
                  <a:pt x="23" y="15"/>
                </a:cubicBezTo>
                <a:cubicBezTo>
                  <a:pt x="23" y="15"/>
                  <a:pt x="22" y="10"/>
                  <a:pt x="18" y="10"/>
                </a:cubicBezTo>
                <a:cubicBezTo>
                  <a:pt x="18" y="10"/>
                  <a:pt x="15" y="10"/>
                  <a:pt x="12" y="10"/>
                </a:cubicBezTo>
                <a:cubicBezTo>
                  <a:pt x="2" y="10"/>
                  <a:pt x="1" y="21"/>
                  <a:pt x="1" y="21"/>
                </a:cubicBezTo>
                <a:cubicBezTo>
                  <a:pt x="1" y="26"/>
                  <a:pt x="1" y="26"/>
                  <a:pt x="1" y="26"/>
                </a:cubicBezTo>
                <a:cubicBezTo>
                  <a:pt x="1" y="26"/>
                  <a:pt x="0" y="63"/>
                  <a:pt x="47" y="92"/>
                </a:cubicBezTo>
                <a:cubicBezTo>
                  <a:pt x="47" y="92"/>
                  <a:pt x="52" y="97"/>
                  <a:pt x="59" y="97"/>
                </a:cubicBezTo>
                <a:cubicBezTo>
                  <a:pt x="59" y="103"/>
                  <a:pt x="59" y="103"/>
                  <a:pt x="59" y="103"/>
                </a:cubicBezTo>
                <a:cubicBezTo>
                  <a:pt x="59" y="103"/>
                  <a:pt x="54" y="102"/>
                  <a:pt x="54" y="105"/>
                </a:cubicBezTo>
                <a:cubicBezTo>
                  <a:pt x="54" y="109"/>
                  <a:pt x="59" y="108"/>
                  <a:pt x="59" y="108"/>
                </a:cubicBezTo>
                <a:cubicBezTo>
                  <a:pt x="59" y="114"/>
                  <a:pt x="59" y="114"/>
                  <a:pt x="59" y="114"/>
                </a:cubicBezTo>
                <a:cubicBezTo>
                  <a:pt x="59" y="114"/>
                  <a:pt x="58" y="119"/>
                  <a:pt x="55" y="119"/>
                </a:cubicBezTo>
                <a:cubicBezTo>
                  <a:pt x="55" y="124"/>
                  <a:pt x="49" y="124"/>
                  <a:pt x="49" y="124"/>
                </a:cubicBezTo>
                <a:cubicBezTo>
                  <a:pt x="49" y="124"/>
                  <a:pt x="44" y="125"/>
                  <a:pt x="44" y="129"/>
                </a:cubicBezTo>
                <a:cubicBezTo>
                  <a:pt x="44" y="129"/>
                  <a:pt x="43" y="134"/>
                  <a:pt x="49" y="134"/>
                </a:cubicBezTo>
                <a:cubicBezTo>
                  <a:pt x="57" y="134"/>
                  <a:pt x="80" y="134"/>
                  <a:pt x="80" y="134"/>
                </a:cubicBezTo>
                <a:cubicBezTo>
                  <a:pt x="85" y="134"/>
                  <a:pt x="86" y="129"/>
                  <a:pt x="86" y="129"/>
                </a:cubicBezTo>
                <a:cubicBezTo>
                  <a:pt x="86" y="129"/>
                  <a:pt x="86" y="124"/>
                  <a:pt x="80" y="124"/>
                </a:cubicBezTo>
                <a:cubicBezTo>
                  <a:pt x="75" y="124"/>
                  <a:pt x="75" y="118"/>
                  <a:pt x="75" y="118"/>
                </a:cubicBezTo>
                <a:cubicBezTo>
                  <a:pt x="75" y="118"/>
                  <a:pt x="70" y="119"/>
                  <a:pt x="70" y="114"/>
                </a:cubicBezTo>
                <a:cubicBezTo>
                  <a:pt x="70" y="108"/>
                  <a:pt x="70" y="108"/>
                  <a:pt x="70" y="108"/>
                </a:cubicBezTo>
                <a:cubicBezTo>
                  <a:pt x="70" y="108"/>
                  <a:pt x="75" y="109"/>
                  <a:pt x="75" y="105"/>
                </a:cubicBezTo>
                <a:cubicBezTo>
                  <a:pt x="75" y="102"/>
                  <a:pt x="70" y="103"/>
                  <a:pt x="70" y="103"/>
                </a:cubicBezTo>
                <a:cubicBezTo>
                  <a:pt x="70" y="97"/>
                  <a:pt x="70" y="97"/>
                  <a:pt x="70" y="97"/>
                </a:cubicBezTo>
                <a:cubicBezTo>
                  <a:pt x="75" y="97"/>
                  <a:pt x="79" y="95"/>
                  <a:pt x="83" y="92"/>
                </a:cubicBezTo>
                <a:close/>
                <a:moveTo>
                  <a:pt x="102" y="21"/>
                </a:moveTo>
                <a:cubicBezTo>
                  <a:pt x="103" y="21"/>
                  <a:pt x="107" y="21"/>
                  <a:pt x="107" y="21"/>
                </a:cubicBezTo>
                <a:cubicBezTo>
                  <a:pt x="112" y="21"/>
                  <a:pt x="113" y="16"/>
                  <a:pt x="113" y="16"/>
                </a:cubicBezTo>
                <a:cubicBezTo>
                  <a:pt x="118" y="16"/>
                  <a:pt x="118" y="21"/>
                  <a:pt x="118" y="21"/>
                </a:cubicBezTo>
                <a:cubicBezTo>
                  <a:pt x="118" y="26"/>
                  <a:pt x="118" y="26"/>
                  <a:pt x="118" y="26"/>
                </a:cubicBezTo>
                <a:cubicBezTo>
                  <a:pt x="118" y="26"/>
                  <a:pt x="116" y="47"/>
                  <a:pt x="91" y="71"/>
                </a:cubicBezTo>
                <a:cubicBezTo>
                  <a:pt x="97" y="61"/>
                  <a:pt x="102" y="38"/>
                  <a:pt x="102" y="21"/>
                </a:cubicBezTo>
                <a:close/>
                <a:moveTo>
                  <a:pt x="37" y="72"/>
                </a:moveTo>
                <a:cubicBezTo>
                  <a:pt x="11" y="48"/>
                  <a:pt x="10" y="27"/>
                  <a:pt x="10" y="27"/>
                </a:cubicBezTo>
                <a:cubicBezTo>
                  <a:pt x="10" y="22"/>
                  <a:pt x="10" y="22"/>
                  <a:pt x="10" y="22"/>
                </a:cubicBezTo>
                <a:cubicBezTo>
                  <a:pt x="10" y="22"/>
                  <a:pt x="10" y="16"/>
                  <a:pt x="15" y="16"/>
                </a:cubicBezTo>
                <a:cubicBezTo>
                  <a:pt x="15" y="16"/>
                  <a:pt x="15" y="22"/>
                  <a:pt x="21" y="22"/>
                </a:cubicBezTo>
                <a:cubicBezTo>
                  <a:pt x="21" y="22"/>
                  <a:pt x="25" y="22"/>
                  <a:pt x="26" y="22"/>
                </a:cubicBezTo>
                <a:cubicBezTo>
                  <a:pt x="26" y="39"/>
                  <a:pt x="31" y="62"/>
                  <a:pt x="37" y="72"/>
                </a:cubicBez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22" name="矩形 21"/>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peelOff"/>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ppt_x"/>
                                          </p:val>
                                        </p:tav>
                                        <p:tav tm="100000">
                                          <p:val>
                                            <p:strVal val="#ppt_x"/>
                                          </p:val>
                                        </p:tav>
                                      </p:tavLst>
                                    </p:anim>
                                    <p:anim calcmode="lin" valueType="num">
                                      <p:cBhvr additive="base">
                                        <p:cTn id="8" dur="500" fill="hold"/>
                                        <p:tgtEl>
                                          <p:spTgt spid="3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500"/>
                                        <p:tgtEl>
                                          <p:spTgt spid="35"/>
                                        </p:tgtEl>
                                      </p:cBhvr>
                                    </p:animEffect>
                                  </p:childTnLst>
                                </p:cTn>
                              </p:par>
                            </p:childTnLst>
                          </p:cTn>
                        </p:par>
                        <p:par>
                          <p:cTn id="19" fill="hold">
                            <p:stCondLst>
                              <p:cond delay="1500"/>
                            </p:stCondLst>
                            <p:childTnLst>
                              <p:par>
                                <p:cTn id="20" presetID="22" presetClass="entr" presetSubtype="4" fill="hold" grpId="0" nodeType="afterEffect">
                                  <p:stCondLst>
                                    <p:cond delay="0"/>
                                  </p:stCondLst>
                                  <p:childTnLst>
                                    <p:set>
                                      <p:cBhvr>
                                        <p:cTn id="21" dur="1" fill="hold">
                                          <p:stCondLst>
                                            <p:cond delay="0"/>
                                          </p:stCondLst>
                                        </p:cTn>
                                        <p:tgtEl>
                                          <p:spTgt spid="45">
                                            <p:txEl>
                                              <p:pRg st="0" end="0"/>
                                            </p:txEl>
                                          </p:spTgt>
                                        </p:tgtEl>
                                        <p:attrNameLst>
                                          <p:attrName>style.visibility</p:attrName>
                                        </p:attrNameLst>
                                      </p:cBhvr>
                                      <p:to>
                                        <p:strVal val="visible"/>
                                      </p:to>
                                    </p:set>
                                    <p:animEffect transition="in" filter="wipe(down)">
                                      <p:cBhvr>
                                        <p:cTn id="22" dur="500"/>
                                        <p:tgtEl>
                                          <p:spTgt spid="45">
                                            <p:txEl>
                                              <p:pRg st="0" end="0"/>
                                            </p:txEl>
                                          </p:spTgt>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46">
                                            <p:txEl>
                                              <p:pRg st="0" end="0"/>
                                            </p:txEl>
                                          </p:spTgt>
                                        </p:tgtEl>
                                        <p:attrNameLst>
                                          <p:attrName>style.visibility</p:attrName>
                                        </p:attrNameLst>
                                      </p:cBhvr>
                                      <p:to>
                                        <p:strVal val="visible"/>
                                      </p:to>
                                    </p:set>
                                    <p:animEffect transition="in" filter="wipe(left)">
                                      <p:cBhvr>
                                        <p:cTn id="26" dur="500"/>
                                        <p:tgtEl>
                                          <p:spTgt spid="46">
                                            <p:txEl>
                                              <p:pRg st="0" end="0"/>
                                            </p:txEl>
                                          </p:spTgt>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46">
                                            <p:txEl>
                                              <p:pRg st="1" end="1"/>
                                            </p:txEl>
                                          </p:spTgt>
                                        </p:tgtEl>
                                        <p:attrNameLst>
                                          <p:attrName>style.visibility</p:attrName>
                                        </p:attrNameLst>
                                      </p:cBhvr>
                                      <p:to>
                                        <p:strVal val="visible"/>
                                      </p:to>
                                    </p:set>
                                    <p:animEffect transition="in" filter="wipe(left)">
                                      <p:cBhvr>
                                        <p:cTn id="30" dur="500"/>
                                        <p:tgtEl>
                                          <p:spTgt spid="46">
                                            <p:txEl>
                                              <p:pRg st="1" end="1"/>
                                            </p:txEl>
                                          </p:spTgt>
                                        </p:tgtEl>
                                      </p:cBhvr>
                                    </p:animEffect>
                                  </p:childTnLst>
                                </p:cTn>
                              </p:par>
                            </p:childTnLst>
                          </p:cTn>
                        </p:par>
                        <p:par>
                          <p:cTn id="31" fill="hold">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46">
                                            <p:txEl>
                                              <p:pRg st="2" end="2"/>
                                            </p:txEl>
                                          </p:spTgt>
                                        </p:tgtEl>
                                        <p:attrNameLst>
                                          <p:attrName>style.visibility</p:attrName>
                                        </p:attrNameLst>
                                      </p:cBhvr>
                                      <p:to>
                                        <p:strVal val="visible"/>
                                      </p:to>
                                    </p:set>
                                    <p:animEffect transition="in" filter="wipe(left)">
                                      <p:cBhvr>
                                        <p:cTn id="34" dur="500"/>
                                        <p:tgtEl>
                                          <p:spTgt spid="46">
                                            <p:txEl>
                                              <p:pRg st="2" end="2"/>
                                            </p:txEl>
                                          </p:spTgt>
                                        </p:tgtEl>
                                      </p:cBhvr>
                                    </p:animEffect>
                                  </p:childTnLst>
                                </p:cTn>
                              </p:par>
                            </p:childTnLst>
                          </p:cTn>
                        </p:par>
                        <p:par>
                          <p:cTn id="35" fill="hold">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46">
                                            <p:txEl>
                                              <p:pRg st="3" end="3"/>
                                            </p:txEl>
                                          </p:spTgt>
                                        </p:tgtEl>
                                        <p:attrNameLst>
                                          <p:attrName>style.visibility</p:attrName>
                                        </p:attrNameLst>
                                      </p:cBhvr>
                                      <p:to>
                                        <p:strVal val="visible"/>
                                      </p:to>
                                    </p:set>
                                    <p:animEffect transition="in" filter="wipe(left)">
                                      <p:cBhvr>
                                        <p:cTn id="38" dur="500"/>
                                        <p:tgtEl>
                                          <p:spTgt spid="46">
                                            <p:txEl>
                                              <p:pRg st="3" end="3"/>
                                            </p:txEl>
                                          </p:spTgt>
                                        </p:tgtEl>
                                      </p:cBhvr>
                                    </p:animEffect>
                                  </p:childTnLst>
                                </p:cTn>
                              </p:par>
                            </p:childTnLst>
                          </p:cTn>
                        </p:par>
                        <p:par>
                          <p:cTn id="39" fill="hold">
                            <p:stCondLst>
                              <p:cond delay="4000"/>
                            </p:stCondLst>
                            <p:childTnLst>
                              <p:par>
                                <p:cTn id="40" presetID="22" presetClass="entr" presetSubtype="8" fill="hold" grpId="0" nodeType="afterEffect">
                                  <p:stCondLst>
                                    <p:cond delay="0"/>
                                  </p:stCondLst>
                                  <p:childTnLst>
                                    <p:set>
                                      <p:cBhvr>
                                        <p:cTn id="41" dur="1" fill="hold">
                                          <p:stCondLst>
                                            <p:cond delay="0"/>
                                          </p:stCondLst>
                                        </p:cTn>
                                        <p:tgtEl>
                                          <p:spTgt spid="46">
                                            <p:txEl>
                                              <p:pRg st="4" end="4"/>
                                            </p:txEl>
                                          </p:spTgt>
                                        </p:tgtEl>
                                        <p:attrNameLst>
                                          <p:attrName>style.visibility</p:attrName>
                                        </p:attrNameLst>
                                      </p:cBhvr>
                                      <p:to>
                                        <p:strVal val="visible"/>
                                      </p:to>
                                    </p:set>
                                    <p:animEffect transition="in" filter="wipe(left)">
                                      <p:cBhvr>
                                        <p:cTn id="42" dur="500"/>
                                        <p:tgtEl>
                                          <p:spTgt spid="46">
                                            <p:txEl>
                                              <p:pRg st="4" end="4"/>
                                            </p:txEl>
                                          </p:spTgt>
                                        </p:tgtEl>
                                      </p:cBhvr>
                                    </p:animEffect>
                                  </p:childTnLst>
                                </p:cTn>
                              </p:par>
                            </p:childTnLst>
                          </p:cTn>
                        </p:par>
                        <p:par>
                          <p:cTn id="43" fill="hold">
                            <p:stCondLst>
                              <p:cond delay="4500"/>
                            </p:stCondLst>
                            <p:childTnLst>
                              <p:par>
                                <p:cTn id="44" presetID="22" presetClass="entr" presetSubtype="2" fill="hold" grpId="0" nodeType="after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wipe(right)">
                                      <p:cBhvr>
                                        <p:cTn id="46" dur="500"/>
                                        <p:tgtEl>
                                          <p:spTgt spid="29"/>
                                        </p:tgtEl>
                                      </p:cBhvr>
                                    </p:animEffect>
                                  </p:childTnLst>
                                </p:cTn>
                              </p:par>
                            </p:childTnLst>
                          </p:cTn>
                        </p:par>
                        <p:par>
                          <p:cTn id="47" fill="hold">
                            <p:stCondLst>
                              <p:cond delay="5000"/>
                            </p:stCondLst>
                            <p:childTnLst>
                              <p:par>
                                <p:cTn id="48" presetID="22" presetClass="entr" presetSubtype="2" fill="hold" grpId="0" nodeType="after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wipe(right)">
                                      <p:cBhvr>
                                        <p:cTn id="50" dur="500"/>
                                        <p:tgtEl>
                                          <p:spTgt spid="30"/>
                                        </p:tgtEl>
                                      </p:cBhvr>
                                    </p:animEffect>
                                  </p:childTnLst>
                                </p:cTn>
                              </p:par>
                            </p:childTnLst>
                          </p:cTn>
                        </p:par>
                        <p:par>
                          <p:cTn id="51" fill="hold">
                            <p:stCondLst>
                              <p:cond delay="5500"/>
                            </p:stCondLst>
                            <p:childTnLst>
                              <p:par>
                                <p:cTn id="52" presetID="22" presetClass="entr" presetSubtype="2" fill="hold" grpId="0" nodeType="after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wipe(right)">
                                      <p:cBhvr>
                                        <p:cTn id="54" dur="500"/>
                                        <p:tgtEl>
                                          <p:spTgt spid="31"/>
                                        </p:tgtEl>
                                      </p:cBhvr>
                                    </p:animEffect>
                                  </p:childTnLst>
                                </p:cTn>
                              </p:par>
                            </p:childTnLst>
                          </p:cTn>
                        </p:par>
                        <p:par>
                          <p:cTn id="55" fill="hold">
                            <p:stCondLst>
                              <p:cond delay="6000"/>
                            </p:stCondLst>
                            <p:childTnLst>
                              <p:par>
                                <p:cTn id="56" presetID="22" presetClass="entr" presetSubtype="2" fill="hold" grpId="0" nodeType="after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right)">
                                      <p:cBhvr>
                                        <p:cTn id="58" dur="500"/>
                                        <p:tgtEl>
                                          <p:spTgt spid="32"/>
                                        </p:tgtEl>
                                      </p:cBhvr>
                                    </p:animEffect>
                                  </p:childTnLst>
                                </p:cTn>
                              </p:par>
                            </p:childTnLst>
                          </p:cTn>
                        </p:par>
                        <p:par>
                          <p:cTn id="59" fill="hold">
                            <p:stCondLst>
                              <p:cond delay="6500"/>
                            </p:stCondLst>
                            <p:childTnLst>
                              <p:par>
                                <p:cTn id="60" presetID="22" presetClass="entr" presetSubtype="2" fill="hold" grpId="0" nodeType="after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wipe(right)">
                                      <p:cBhvr>
                                        <p:cTn id="62" dur="500"/>
                                        <p:tgtEl>
                                          <p:spTgt spid="33"/>
                                        </p:tgtEl>
                                      </p:cBhvr>
                                    </p:animEffect>
                                  </p:childTnLst>
                                </p:cTn>
                              </p:par>
                            </p:childTnLst>
                          </p:cTn>
                        </p:par>
                        <p:par>
                          <p:cTn id="63" fill="hold">
                            <p:stCondLst>
                              <p:cond delay="7000"/>
                            </p:stCondLst>
                            <p:childTnLst>
                              <p:par>
                                <p:cTn id="64" presetID="22" presetClass="entr" presetSubtype="2" fill="hold" grpId="0" nodeType="after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wipe(right)">
                                      <p:cBhvr>
                                        <p:cTn id="66" dur="500"/>
                                        <p:tgtEl>
                                          <p:spTgt spid="34"/>
                                        </p:tgtEl>
                                      </p:cBhvr>
                                    </p:animEffect>
                                  </p:childTnLst>
                                </p:cTn>
                              </p:par>
                            </p:childTnLst>
                          </p:cTn>
                        </p:par>
                        <p:par>
                          <p:cTn id="67" fill="hold">
                            <p:stCondLst>
                              <p:cond delay="7500"/>
                            </p:stCondLst>
                            <p:childTnLst>
                              <p:par>
                                <p:cTn id="68" presetID="10" presetClass="entr" presetSubtype="0" fill="hold" grpId="0" nodeType="after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fade">
                                      <p:cBhvr>
                                        <p:cTn id="7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45" grpId="0" build="p"/>
      <p:bldP spid="46" grpId="0" build="p"/>
      <p:bldP spid="4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flipH="1">
            <a:off x="0" y="3571"/>
            <a:ext cx="5138738" cy="5139929"/>
            <a:chOff x="5372100" y="1588"/>
            <a:chExt cx="6851650" cy="6853238"/>
          </a:xfrm>
        </p:grpSpPr>
        <p:sp>
          <p:nvSpPr>
            <p:cNvPr id="31" name="Freeform 5"/>
            <p:cNvSpPr/>
            <p:nvPr/>
          </p:nvSpPr>
          <p:spPr bwMode="auto">
            <a:xfrm>
              <a:off x="5372100" y="1588"/>
              <a:ext cx="6851649" cy="6853238"/>
            </a:xfrm>
            <a:custGeom>
              <a:avLst/>
              <a:gdLst>
                <a:gd name="T0" fmla="*/ 2874 w 2874"/>
                <a:gd name="T1" fmla="*/ 0 h 2875"/>
                <a:gd name="T2" fmla="*/ 0 w 2874"/>
                <a:gd name="T3" fmla="*/ 2875 h 2875"/>
                <a:gd name="T4" fmla="*/ 2874 w 2874"/>
                <a:gd name="T5" fmla="*/ 2875 h 2875"/>
                <a:gd name="T6" fmla="*/ 2874 w 2874"/>
                <a:gd name="T7" fmla="*/ 0 h 2875"/>
              </a:gdLst>
              <a:ahLst/>
              <a:cxnLst>
                <a:cxn ang="0">
                  <a:pos x="T0" y="T1"/>
                </a:cxn>
                <a:cxn ang="0">
                  <a:pos x="T2" y="T3"/>
                </a:cxn>
                <a:cxn ang="0">
                  <a:pos x="T4" y="T5"/>
                </a:cxn>
                <a:cxn ang="0">
                  <a:pos x="T6" y="T7"/>
                </a:cxn>
              </a:cxnLst>
              <a:rect l="0" t="0" r="r" b="b"/>
              <a:pathLst>
                <a:path w="2874" h="2875">
                  <a:moveTo>
                    <a:pt x="2874" y="0"/>
                  </a:moveTo>
                  <a:cubicBezTo>
                    <a:pt x="1287" y="0"/>
                    <a:pt x="0" y="1287"/>
                    <a:pt x="0" y="2875"/>
                  </a:cubicBezTo>
                  <a:cubicBezTo>
                    <a:pt x="2874" y="2875"/>
                    <a:pt x="2874" y="2875"/>
                    <a:pt x="2874" y="2875"/>
                  </a:cubicBezTo>
                  <a:cubicBezTo>
                    <a:pt x="2874" y="0"/>
                    <a:pt x="2874" y="0"/>
                    <a:pt x="2874" y="0"/>
                  </a:cubicBezTo>
                </a:path>
              </a:pathLst>
            </a:custGeom>
            <a:solidFill>
              <a:schemeClr val="bg1">
                <a:lumMod val="95000"/>
                <a:alpha val="50000"/>
              </a:schemeClr>
            </a:solidFill>
            <a:ln>
              <a:noFill/>
            </a:ln>
          </p:spPr>
          <p:txBody>
            <a:bodyPr vert="horz" wrap="square" lIns="68580" tIns="34290" rIns="68580" bIns="34290" numCol="1" anchor="t" anchorCtr="0" compatLnSpc="1"/>
            <a:lstStyle/>
            <a:p>
              <a:endParaRPr lang="id-ID" sz="1350"/>
            </a:p>
          </p:txBody>
        </p:sp>
        <p:sp>
          <p:nvSpPr>
            <p:cNvPr id="32" name="Freeform 6"/>
            <p:cNvSpPr/>
            <p:nvPr/>
          </p:nvSpPr>
          <p:spPr bwMode="auto">
            <a:xfrm>
              <a:off x="6873875" y="4833938"/>
              <a:ext cx="5349875" cy="2020888"/>
            </a:xfrm>
            <a:custGeom>
              <a:avLst/>
              <a:gdLst>
                <a:gd name="T0" fmla="*/ 2244 w 2244"/>
                <a:gd name="T1" fmla="*/ 848 h 848"/>
                <a:gd name="T2" fmla="*/ 0 w 2244"/>
                <a:gd name="T3" fmla="*/ 848 h 848"/>
                <a:gd name="T4" fmla="*/ 165 w 2244"/>
                <a:gd name="T5" fmla="*/ 0 h 848"/>
                <a:gd name="T6" fmla="*/ 2244 w 2244"/>
                <a:gd name="T7" fmla="*/ 848 h 848"/>
              </a:gdLst>
              <a:ahLst/>
              <a:cxnLst>
                <a:cxn ang="0">
                  <a:pos x="T0" y="T1"/>
                </a:cxn>
                <a:cxn ang="0">
                  <a:pos x="T2" y="T3"/>
                </a:cxn>
                <a:cxn ang="0">
                  <a:pos x="T4" y="T5"/>
                </a:cxn>
                <a:cxn ang="0">
                  <a:pos x="T6" y="T7"/>
                </a:cxn>
              </a:cxnLst>
              <a:rect l="0" t="0" r="r" b="b"/>
              <a:pathLst>
                <a:path w="2244" h="848">
                  <a:moveTo>
                    <a:pt x="2244" y="848"/>
                  </a:moveTo>
                  <a:cubicBezTo>
                    <a:pt x="0" y="848"/>
                    <a:pt x="0" y="848"/>
                    <a:pt x="0" y="848"/>
                  </a:cubicBezTo>
                  <a:cubicBezTo>
                    <a:pt x="0" y="548"/>
                    <a:pt x="59" y="262"/>
                    <a:pt x="165" y="0"/>
                  </a:cubicBezTo>
                  <a:cubicBezTo>
                    <a:pt x="618" y="181"/>
                    <a:pt x="2244" y="848"/>
                    <a:pt x="2244" y="848"/>
                  </a:cubicBezTo>
                  <a:close/>
                </a:path>
              </a:pathLst>
            </a:custGeom>
            <a:solidFill>
              <a:schemeClr val="accent1"/>
            </a:solidFill>
            <a:ln>
              <a:noFill/>
            </a:ln>
            <a:effectLst>
              <a:outerShdw blurRad="88900" dist="38100" dir="13500000" algn="br" rotWithShape="0">
                <a:prstClr val="black">
                  <a:alpha val="13000"/>
                </a:prstClr>
              </a:outerShdw>
            </a:effectLst>
          </p:spPr>
          <p:txBody>
            <a:bodyPr vert="horz" wrap="square" lIns="68580" tIns="34290" rIns="68580" bIns="34290" numCol="1" anchor="t" anchorCtr="0" compatLnSpc="1"/>
            <a:lstStyle/>
            <a:p>
              <a:endParaRPr lang="id-ID" sz="1350"/>
            </a:p>
          </p:txBody>
        </p:sp>
        <p:sp>
          <p:nvSpPr>
            <p:cNvPr id="33" name="Freeform 7"/>
            <p:cNvSpPr/>
            <p:nvPr/>
          </p:nvSpPr>
          <p:spPr bwMode="auto">
            <a:xfrm>
              <a:off x="7827963" y="3479800"/>
              <a:ext cx="4395787" cy="3375025"/>
            </a:xfrm>
            <a:custGeom>
              <a:avLst/>
              <a:gdLst>
                <a:gd name="T0" fmla="*/ 1844 w 1844"/>
                <a:gd name="T1" fmla="*/ 1416 h 1416"/>
                <a:gd name="T2" fmla="*/ 0 w 1844"/>
                <a:gd name="T3" fmla="*/ 668 h 1416"/>
                <a:gd name="T4" fmla="*/ 446 w 1844"/>
                <a:gd name="T5" fmla="*/ 0 h 1416"/>
                <a:gd name="T6" fmla="*/ 1844 w 1844"/>
                <a:gd name="T7" fmla="*/ 1416 h 1416"/>
              </a:gdLst>
              <a:ahLst/>
              <a:cxnLst>
                <a:cxn ang="0">
                  <a:pos x="T0" y="T1"/>
                </a:cxn>
                <a:cxn ang="0">
                  <a:pos x="T2" y="T3"/>
                </a:cxn>
                <a:cxn ang="0">
                  <a:pos x="T4" y="T5"/>
                </a:cxn>
                <a:cxn ang="0">
                  <a:pos x="T6" y="T7"/>
                </a:cxn>
              </a:cxnLst>
              <a:rect l="0" t="0" r="r" b="b"/>
              <a:pathLst>
                <a:path w="1844" h="1416">
                  <a:moveTo>
                    <a:pt x="1844" y="1416"/>
                  </a:moveTo>
                  <a:cubicBezTo>
                    <a:pt x="1844" y="1416"/>
                    <a:pt x="470" y="875"/>
                    <a:pt x="0" y="668"/>
                  </a:cubicBezTo>
                  <a:cubicBezTo>
                    <a:pt x="103" y="415"/>
                    <a:pt x="256" y="189"/>
                    <a:pt x="446" y="0"/>
                  </a:cubicBezTo>
                  <a:cubicBezTo>
                    <a:pt x="788" y="347"/>
                    <a:pt x="1844" y="1416"/>
                    <a:pt x="1844" y="1416"/>
                  </a:cubicBezTo>
                  <a:close/>
                </a:path>
              </a:pathLst>
            </a:custGeom>
            <a:solidFill>
              <a:schemeClr val="accent2"/>
            </a:solidFill>
            <a:ln>
              <a:noFill/>
            </a:ln>
            <a:effectLst>
              <a:outerShdw blurRad="88900" dist="38100" dir="13500000" algn="br" rotWithShape="0">
                <a:prstClr val="black">
                  <a:alpha val="13000"/>
                </a:prstClr>
              </a:outerShdw>
            </a:effectLst>
          </p:spPr>
          <p:txBody>
            <a:bodyPr vert="horz" wrap="square" lIns="68580" tIns="34290" rIns="68580" bIns="34290" numCol="1" anchor="t" anchorCtr="0" compatLnSpc="1"/>
            <a:lstStyle/>
            <a:p>
              <a:endParaRPr lang="id-ID" sz="1350"/>
            </a:p>
          </p:txBody>
        </p:sp>
        <p:sp>
          <p:nvSpPr>
            <p:cNvPr id="34" name="Freeform 8"/>
            <p:cNvSpPr/>
            <p:nvPr/>
          </p:nvSpPr>
          <p:spPr bwMode="auto">
            <a:xfrm>
              <a:off x="9310688" y="3052763"/>
              <a:ext cx="2913062" cy="3802063"/>
            </a:xfrm>
            <a:custGeom>
              <a:avLst/>
              <a:gdLst>
                <a:gd name="T0" fmla="*/ 1222 w 1222"/>
                <a:gd name="T1" fmla="*/ 1595 h 1595"/>
                <a:gd name="T2" fmla="*/ 0 w 1222"/>
                <a:gd name="T3" fmla="*/ 385 h 1595"/>
                <a:gd name="T4" fmla="*/ 578 w 1222"/>
                <a:gd name="T5" fmla="*/ 0 h 1595"/>
                <a:gd name="T6" fmla="*/ 1222 w 1222"/>
                <a:gd name="T7" fmla="*/ 1595 h 1595"/>
              </a:gdLst>
              <a:ahLst/>
              <a:cxnLst>
                <a:cxn ang="0">
                  <a:pos x="T0" y="T1"/>
                </a:cxn>
                <a:cxn ang="0">
                  <a:pos x="T2" y="T3"/>
                </a:cxn>
                <a:cxn ang="0">
                  <a:pos x="T4" y="T5"/>
                </a:cxn>
                <a:cxn ang="0">
                  <a:pos x="T6" y="T7"/>
                </a:cxn>
              </a:cxnLst>
              <a:rect l="0" t="0" r="r" b="b"/>
              <a:pathLst>
                <a:path w="1222" h="1595">
                  <a:moveTo>
                    <a:pt x="1222" y="1595"/>
                  </a:moveTo>
                  <a:cubicBezTo>
                    <a:pt x="1222" y="1595"/>
                    <a:pt x="442" y="808"/>
                    <a:pt x="0" y="385"/>
                  </a:cubicBezTo>
                  <a:cubicBezTo>
                    <a:pt x="163" y="220"/>
                    <a:pt x="360" y="88"/>
                    <a:pt x="578" y="0"/>
                  </a:cubicBezTo>
                  <a:cubicBezTo>
                    <a:pt x="688" y="292"/>
                    <a:pt x="1222" y="1595"/>
                    <a:pt x="1222" y="1595"/>
                  </a:cubicBezTo>
                  <a:close/>
                </a:path>
              </a:pathLst>
            </a:custGeom>
            <a:solidFill>
              <a:schemeClr val="accent3"/>
            </a:solidFill>
            <a:ln>
              <a:noFill/>
            </a:ln>
            <a:effectLst>
              <a:outerShdw blurRad="88900" dist="38100" dir="13500000" algn="br" rotWithShape="0">
                <a:prstClr val="black">
                  <a:alpha val="13000"/>
                </a:prstClr>
              </a:outerShdw>
            </a:effectLst>
          </p:spPr>
          <p:txBody>
            <a:bodyPr vert="horz" wrap="square" lIns="68580" tIns="34290" rIns="68580" bIns="34290" numCol="1" anchor="t" anchorCtr="0" compatLnSpc="1"/>
            <a:lstStyle/>
            <a:p>
              <a:endParaRPr lang="id-ID" sz="1350"/>
            </a:p>
          </p:txBody>
        </p:sp>
        <p:sp>
          <p:nvSpPr>
            <p:cNvPr id="35" name="Freeform 9"/>
            <p:cNvSpPr/>
            <p:nvPr/>
          </p:nvSpPr>
          <p:spPr bwMode="auto">
            <a:xfrm>
              <a:off x="10901362" y="3376652"/>
              <a:ext cx="1292225" cy="3462338"/>
            </a:xfrm>
            <a:custGeom>
              <a:avLst/>
              <a:gdLst>
                <a:gd name="T0" fmla="*/ 542 w 542"/>
                <a:gd name="T1" fmla="*/ 0 h 1453"/>
                <a:gd name="T2" fmla="*/ 542 w 542"/>
                <a:gd name="T3" fmla="*/ 1453 h 1453"/>
                <a:gd name="T4" fmla="*/ 0 w 542"/>
                <a:gd name="T5" fmla="*/ 105 h 1453"/>
                <a:gd name="T6" fmla="*/ 542 w 542"/>
                <a:gd name="T7" fmla="*/ 0 h 1453"/>
              </a:gdLst>
              <a:ahLst/>
              <a:cxnLst>
                <a:cxn ang="0">
                  <a:pos x="T0" y="T1"/>
                </a:cxn>
                <a:cxn ang="0">
                  <a:pos x="T2" y="T3"/>
                </a:cxn>
                <a:cxn ang="0">
                  <a:pos x="T4" y="T5"/>
                </a:cxn>
                <a:cxn ang="0">
                  <a:pos x="T6" y="T7"/>
                </a:cxn>
              </a:cxnLst>
              <a:rect l="0" t="0" r="r" b="b"/>
              <a:pathLst>
                <a:path w="542" h="1453">
                  <a:moveTo>
                    <a:pt x="542" y="0"/>
                  </a:moveTo>
                  <a:cubicBezTo>
                    <a:pt x="542" y="1453"/>
                    <a:pt x="542" y="1453"/>
                    <a:pt x="542" y="1453"/>
                  </a:cubicBezTo>
                  <a:cubicBezTo>
                    <a:pt x="542" y="1453"/>
                    <a:pt x="320" y="888"/>
                    <a:pt x="0" y="105"/>
                  </a:cubicBezTo>
                  <a:cubicBezTo>
                    <a:pt x="168" y="38"/>
                    <a:pt x="351" y="0"/>
                    <a:pt x="542" y="0"/>
                  </a:cubicBezTo>
                  <a:close/>
                </a:path>
              </a:pathLst>
            </a:custGeom>
            <a:solidFill>
              <a:schemeClr val="accent4"/>
            </a:solidFill>
            <a:ln>
              <a:noFill/>
            </a:ln>
            <a:effectLst/>
          </p:spPr>
          <p:txBody>
            <a:bodyPr vert="horz" wrap="square" lIns="68580" tIns="34290" rIns="68580" bIns="34290" numCol="1" anchor="t" anchorCtr="0" compatLnSpc="1"/>
            <a:lstStyle/>
            <a:p>
              <a:endParaRPr lang="id-ID" sz="1350"/>
            </a:p>
          </p:txBody>
        </p:sp>
        <p:sp>
          <p:nvSpPr>
            <p:cNvPr id="36" name="Freeform 10"/>
            <p:cNvSpPr/>
            <p:nvPr/>
          </p:nvSpPr>
          <p:spPr bwMode="auto">
            <a:xfrm>
              <a:off x="5861050" y="4210050"/>
              <a:ext cx="6362700" cy="2644775"/>
            </a:xfrm>
            <a:custGeom>
              <a:avLst/>
              <a:gdLst>
                <a:gd name="T0" fmla="*/ 17 w 2669"/>
                <a:gd name="T1" fmla="*/ 0 h 1110"/>
                <a:gd name="T2" fmla="*/ 2669 w 2669"/>
                <a:gd name="T3" fmla="*/ 1099 h 1110"/>
                <a:gd name="T4" fmla="*/ 2669 w 2669"/>
                <a:gd name="T5" fmla="*/ 1110 h 1110"/>
                <a:gd name="T6" fmla="*/ 2583 w 2669"/>
                <a:gd name="T7" fmla="*/ 1110 h 1110"/>
                <a:gd name="T8" fmla="*/ 0 w 2669"/>
                <a:gd name="T9" fmla="*/ 40 h 1110"/>
                <a:gd name="T10" fmla="*/ 17 w 2669"/>
                <a:gd name="T11" fmla="*/ 0 h 1110"/>
              </a:gdLst>
              <a:ahLst/>
              <a:cxnLst>
                <a:cxn ang="0">
                  <a:pos x="T0" y="T1"/>
                </a:cxn>
                <a:cxn ang="0">
                  <a:pos x="T2" y="T3"/>
                </a:cxn>
                <a:cxn ang="0">
                  <a:pos x="T4" y="T5"/>
                </a:cxn>
                <a:cxn ang="0">
                  <a:pos x="T6" y="T7"/>
                </a:cxn>
                <a:cxn ang="0">
                  <a:pos x="T8" y="T9"/>
                </a:cxn>
                <a:cxn ang="0">
                  <a:pos x="T10" y="T11"/>
                </a:cxn>
              </a:cxnLst>
              <a:rect l="0" t="0" r="r" b="b"/>
              <a:pathLst>
                <a:path w="2669" h="1110">
                  <a:moveTo>
                    <a:pt x="17" y="0"/>
                  </a:moveTo>
                  <a:cubicBezTo>
                    <a:pt x="2669" y="1099"/>
                    <a:pt x="2669" y="1099"/>
                    <a:pt x="2669" y="1099"/>
                  </a:cubicBezTo>
                  <a:cubicBezTo>
                    <a:pt x="2669" y="1110"/>
                    <a:pt x="2669" y="1110"/>
                    <a:pt x="2669" y="1110"/>
                  </a:cubicBezTo>
                  <a:cubicBezTo>
                    <a:pt x="2583" y="1110"/>
                    <a:pt x="2583" y="1110"/>
                    <a:pt x="2583" y="1110"/>
                  </a:cubicBezTo>
                  <a:cubicBezTo>
                    <a:pt x="0" y="40"/>
                    <a:pt x="0" y="40"/>
                    <a:pt x="0" y="40"/>
                  </a:cubicBezTo>
                  <a:cubicBezTo>
                    <a:pt x="6" y="27"/>
                    <a:pt x="11" y="13"/>
                    <a:pt x="17" y="0"/>
                  </a:cubicBezTo>
                  <a:close/>
                </a:path>
              </a:pathLst>
            </a:custGeom>
            <a:solidFill>
              <a:schemeClr val="bg1"/>
            </a:solidFill>
            <a:ln>
              <a:noFill/>
            </a:ln>
            <a:effectLst>
              <a:outerShdw blurRad="152400" dist="38100" dir="5400000" algn="t" rotWithShape="0">
                <a:prstClr val="black">
                  <a:alpha val="21000"/>
                </a:prstClr>
              </a:outerShdw>
            </a:effectLst>
          </p:spPr>
          <p:txBody>
            <a:bodyPr vert="horz" wrap="square" lIns="68580" tIns="34290" rIns="68580" bIns="34290" numCol="1" anchor="t" anchorCtr="0" compatLnSpc="1"/>
            <a:lstStyle/>
            <a:p>
              <a:endParaRPr lang="id-ID" sz="1350"/>
            </a:p>
          </p:txBody>
        </p:sp>
        <p:sp>
          <p:nvSpPr>
            <p:cNvPr id="37" name="Freeform 11"/>
            <p:cNvSpPr/>
            <p:nvPr/>
          </p:nvSpPr>
          <p:spPr bwMode="auto">
            <a:xfrm>
              <a:off x="7343775" y="1973263"/>
              <a:ext cx="4879975" cy="4881563"/>
            </a:xfrm>
            <a:custGeom>
              <a:avLst/>
              <a:gdLst>
                <a:gd name="T0" fmla="*/ 30 w 2047"/>
                <a:gd name="T1" fmla="*/ 0 h 2048"/>
                <a:gd name="T2" fmla="*/ 2047 w 2047"/>
                <a:gd name="T3" fmla="*/ 2017 h 2048"/>
                <a:gd name="T4" fmla="*/ 2047 w 2047"/>
                <a:gd name="T5" fmla="*/ 2048 h 2048"/>
                <a:gd name="T6" fmla="*/ 2017 w 2047"/>
                <a:gd name="T7" fmla="*/ 2048 h 2048"/>
                <a:gd name="T8" fmla="*/ 0 w 2047"/>
                <a:gd name="T9" fmla="*/ 31 h 2048"/>
                <a:gd name="T10" fmla="*/ 30 w 2047"/>
                <a:gd name="T11" fmla="*/ 0 h 2048"/>
              </a:gdLst>
              <a:ahLst/>
              <a:cxnLst>
                <a:cxn ang="0">
                  <a:pos x="T0" y="T1"/>
                </a:cxn>
                <a:cxn ang="0">
                  <a:pos x="T2" y="T3"/>
                </a:cxn>
                <a:cxn ang="0">
                  <a:pos x="T4" y="T5"/>
                </a:cxn>
                <a:cxn ang="0">
                  <a:pos x="T6" y="T7"/>
                </a:cxn>
                <a:cxn ang="0">
                  <a:pos x="T8" y="T9"/>
                </a:cxn>
                <a:cxn ang="0">
                  <a:pos x="T10" y="T11"/>
                </a:cxn>
              </a:cxnLst>
              <a:rect l="0" t="0" r="r" b="b"/>
              <a:pathLst>
                <a:path w="2047" h="2048">
                  <a:moveTo>
                    <a:pt x="30" y="0"/>
                  </a:moveTo>
                  <a:cubicBezTo>
                    <a:pt x="2047" y="2017"/>
                    <a:pt x="2047" y="2017"/>
                    <a:pt x="2047" y="2017"/>
                  </a:cubicBezTo>
                  <a:cubicBezTo>
                    <a:pt x="2047" y="2048"/>
                    <a:pt x="2047" y="2048"/>
                    <a:pt x="2047" y="2048"/>
                  </a:cubicBezTo>
                  <a:cubicBezTo>
                    <a:pt x="2017" y="2048"/>
                    <a:pt x="2017" y="2048"/>
                    <a:pt x="2017" y="2048"/>
                  </a:cubicBezTo>
                  <a:cubicBezTo>
                    <a:pt x="0" y="31"/>
                    <a:pt x="0" y="31"/>
                    <a:pt x="0" y="31"/>
                  </a:cubicBezTo>
                  <a:cubicBezTo>
                    <a:pt x="10" y="20"/>
                    <a:pt x="20" y="10"/>
                    <a:pt x="30" y="0"/>
                  </a:cubicBezTo>
                  <a:close/>
                </a:path>
              </a:pathLst>
            </a:custGeom>
            <a:solidFill>
              <a:schemeClr val="bg1"/>
            </a:solidFill>
            <a:ln>
              <a:noFill/>
            </a:ln>
            <a:effectLst>
              <a:outerShdw blurRad="152400" dist="38100" dir="5400000" algn="t" rotWithShape="0">
                <a:prstClr val="black">
                  <a:alpha val="21000"/>
                </a:prstClr>
              </a:outerShdw>
            </a:effectLst>
          </p:spPr>
          <p:txBody>
            <a:bodyPr vert="horz" wrap="square" lIns="68580" tIns="34290" rIns="68580" bIns="34290" numCol="1" anchor="t" anchorCtr="0" compatLnSpc="1"/>
            <a:lstStyle/>
            <a:p>
              <a:endParaRPr lang="id-ID" sz="1350"/>
            </a:p>
          </p:txBody>
        </p:sp>
        <p:sp>
          <p:nvSpPr>
            <p:cNvPr id="38" name="Freeform 12"/>
            <p:cNvSpPr/>
            <p:nvPr/>
          </p:nvSpPr>
          <p:spPr bwMode="auto">
            <a:xfrm>
              <a:off x="9578975" y="493713"/>
              <a:ext cx="2644775" cy="6361113"/>
            </a:xfrm>
            <a:custGeom>
              <a:avLst/>
              <a:gdLst>
                <a:gd name="T0" fmla="*/ 40 w 1109"/>
                <a:gd name="T1" fmla="*/ 0 h 2669"/>
                <a:gd name="T2" fmla="*/ 1109 w 1109"/>
                <a:gd name="T3" fmla="*/ 2582 h 2669"/>
                <a:gd name="T4" fmla="*/ 1109 w 1109"/>
                <a:gd name="T5" fmla="*/ 2669 h 2669"/>
                <a:gd name="T6" fmla="*/ 1098 w 1109"/>
                <a:gd name="T7" fmla="*/ 2669 h 2669"/>
                <a:gd name="T8" fmla="*/ 0 w 1109"/>
                <a:gd name="T9" fmla="*/ 17 h 2669"/>
                <a:gd name="T10" fmla="*/ 40 w 1109"/>
                <a:gd name="T11" fmla="*/ 0 h 2669"/>
              </a:gdLst>
              <a:ahLst/>
              <a:cxnLst>
                <a:cxn ang="0">
                  <a:pos x="T0" y="T1"/>
                </a:cxn>
                <a:cxn ang="0">
                  <a:pos x="T2" y="T3"/>
                </a:cxn>
                <a:cxn ang="0">
                  <a:pos x="T4" y="T5"/>
                </a:cxn>
                <a:cxn ang="0">
                  <a:pos x="T6" y="T7"/>
                </a:cxn>
                <a:cxn ang="0">
                  <a:pos x="T8" y="T9"/>
                </a:cxn>
                <a:cxn ang="0">
                  <a:pos x="T10" y="T11"/>
                </a:cxn>
              </a:cxnLst>
              <a:rect l="0" t="0" r="r" b="b"/>
              <a:pathLst>
                <a:path w="1109" h="2669">
                  <a:moveTo>
                    <a:pt x="40" y="0"/>
                  </a:moveTo>
                  <a:cubicBezTo>
                    <a:pt x="1109" y="2582"/>
                    <a:pt x="1109" y="2582"/>
                    <a:pt x="1109" y="2582"/>
                  </a:cubicBezTo>
                  <a:cubicBezTo>
                    <a:pt x="1109" y="2669"/>
                    <a:pt x="1109" y="2669"/>
                    <a:pt x="1109" y="2669"/>
                  </a:cubicBezTo>
                  <a:cubicBezTo>
                    <a:pt x="1098" y="2669"/>
                    <a:pt x="1098" y="2669"/>
                    <a:pt x="1098" y="2669"/>
                  </a:cubicBezTo>
                  <a:cubicBezTo>
                    <a:pt x="0" y="17"/>
                    <a:pt x="0" y="17"/>
                    <a:pt x="0" y="17"/>
                  </a:cubicBezTo>
                  <a:cubicBezTo>
                    <a:pt x="13" y="11"/>
                    <a:pt x="26" y="5"/>
                    <a:pt x="40" y="0"/>
                  </a:cubicBezTo>
                  <a:close/>
                </a:path>
              </a:pathLst>
            </a:custGeom>
            <a:solidFill>
              <a:schemeClr val="bg1"/>
            </a:solidFill>
            <a:ln>
              <a:noFill/>
            </a:ln>
            <a:effectLst>
              <a:outerShdw blurRad="152400" dist="38100" dir="5400000" algn="t" rotWithShape="0">
                <a:prstClr val="black">
                  <a:alpha val="21000"/>
                </a:prstClr>
              </a:outerShdw>
            </a:effectLst>
          </p:spPr>
          <p:txBody>
            <a:bodyPr vert="horz" wrap="square" lIns="68580" tIns="34290" rIns="68580" bIns="34290" numCol="1" anchor="t" anchorCtr="0" compatLnSpc="1"/>
            <a:lstStyle/>
            <a:p>
              <a:endParaRPr lang="id-ID" sz="1350"/>
            </a:p>
          </p:txBody>
        </p:sp>
      </p:grpSp>
      <p:sp>
        <p:nvSpPr>
          <p:cNvPr id="17" name="Text Placeholder 3"/>
          <p:cNvSpPr>
            <a:spLocks noGrp="1"/>
          </p:cNvSpPr>
          <p:nvPr>
            <p:ph type="body" sz="quarter" idx="13"/>
          </p:nvPr>
        </p:nvSpPr>
        <p:spPr>
          <a:xfrm>
            <a:off x="97157" y="2983067"/>
            <a:ext cx="642906" cy="353700"/>
          </a:xfrm>
        </p:spPr>
        <p:txBody>
          <a:bodyPr/>
          <a:lstStyle/>
          <a:p>
            <a:r>
              <a:rPr lang="id-ID" b="1" dirty="0">
                <a:solidFill>
                  <a:schemeClr val="bg1"/>
                </a:solidFill>
              </a:rPr>
              <a:t>45 %</a:t>
            </a:r>
            <a:endParaRPr lang="en-AU" b="1" dirty="0">
              <a:solidFill>
                <a:schemeClr val="bg1"/>
              </a:solidFill>
            </a:endParaRPr>
          </a:p>
        </p:txBody>
      </p:sp>
      <p:sp>
        <p:nvSpPr>
          <p:cNvPr id="18" name="Text Placeholder 3"/>
          <p:cNvSpPr>
            <a:spLocks noGrp="1"/>
          </p:cNvSpPr>
          <p:nvPr>
            <p:ph type="body" sz="quarter" idx="13"/>
          </p:nvPr>
        </p:nvSpPr>
        <p:spPr>
          <a:xfrm>
            <a:off x="1050965" y="2937146"/>
            <a:ext cx="642906" cy="353700"/>
          </a:xfrm>
        </p:spPr>
        <p:txBody>
          <a:bodyPr/>
          <a:lstStyle/>
          <a:p>
            <a:r>
              <a:rPr lang="id-ID" b="1" dirty="0">
                <a:solidFill>
                  <a:schemeClr val="bg1"/>
                </a:solidFill>
              </a:rPr>
              <a:t>55 %</a:t>
            </a:r>
            <a:endParaRPr lang="en-AU" b="1" dirty="0">
              <a:solidFill>
                <a:schemeClr val="bg1"/>
              </a:solidFill>
            </a:endParaRPr>
          </a:p>
        </p:txBody>
      </p:sp>
      <p:sp>
        <p:nvSpPr>
          <p:cNvPr id="19" name="Text Placeholder 3"/>
          <p:cNvSpPr>
            <a:spLocks noGrp="1"/>
          </p:cNvSpPr>
          <p:nvPr>
            <p:ph type="body" sz="quarter" idx="13"/>
          </p:nvPr>
        </p:nvSpPr>
        <p:spPr>
          <a:xfrm>
            <a:off x="2080053" y="3363032"/>
            <a:ext cx="642906" cy="353700"/>
          </a:xfrm>
        </p:spPr>
        <p:txBody>
          <a:bodyPr/>
          <a:lstStyle/>
          <a:p>
            <a:r>
              <a:rPr lang="id-ID" b="1" dirty="0">
                <a:solidFill>
                  <a:schemeClr val="bg1"/>
                </a:solidFill>
              </a:rPr>
              <a:t>65 %</a:t>
            </a:r>
            <a:endParaRPr lang="en-AU" b="1" dirty="0">
              <a:solidFill>
                <a:schemeClr val="bg1"/>
              </a:solidFill>
            </a:endParaRPr>
          </a:p>
        </p:txBody>
      </p:sp>
      <p:sp>
        <p:nvSpPr>
          <p:cNvPr id="20" name="Text Placeholder 3"/>
          <p:cNvSpPr>
            <a:spLocks noGrp="1"/>
          </p:cNvSpPr>
          <p:nvPr>
            <p:ph type="body" sz="quarter" idx="13"/>
          </p:nvPr>
        </p:nvSpPr>
        <p:spPr>
          <a:xfrm>
            <a:off x="2975387" y="4385667"/>
            <a:ext cx="642906" cy="353700"/>
          </a:xfrm>
        </p:spPr>
        <p:txBody>
          <a:bodyPr/>
          <a:lstStyle/>
          <a:p>
            <a:r>
              <a:rPr lang="id-ID" b="1" dirty="0">
                <a:solidFill>
                  <a:schemeClr val="bg1"/>
                </a:solidFill>
              </a:rPr>
              <a:t>80 %</a:t>
            </a:r>
            <a:endParaRPr lang="en-AU" b="1" dirty="0">
              <a:solidFill>
                <a:schemeClr val="bg1"/>
              </a:solidFill>
            </a:endParaRPr>
          </a:p>
        </p:txBody>
      </p:sp>
      <p:sp>
        <p:nvSpPr>
          <p:cNvPr id="22" name="Text Placeholder 8"/>
          <p:cNvSpPr>
            <a:spLocks noGrp="1"/>
          </p:cNvSpPr>
          <p:nvPr>
            <p:ph type="body" sz="quarter" idx="18"/>
          </p:nvPr>
        </p:nvSpPr>
        <p:spPr>
          <a:xfrm>
            <a:off x="6098344" y="1503761"/>
            <a:ext cx="2415815" cy="251655"/>
          </a:xfrm>
        </p:spPr>
        <p:txBody>
          <a:bodyPr>
            <a:normAutofit fontScale="92500" lnSpcReduction="20000"/>
          </a:bodyPr>
          <a:lstStyle/>
          <a:p>
            <a:r>
              <a:rPr lang="zh-CN" altLang="en-US" dirty="0"/>
              <a:t>输入您的标题</a:t>
            </a:r>
            <a:endParaRPr lang="en-AU" dirty="0"/>
          </a:p>
        </p:txBody>
      </p:sp>
      <p:sp>
        <p:nvSpPr>
          <p:cNvPr id="23" name="Text Placeholder 9"/>
          <p:cNvSpPr>
            <a:spLocks noGrp="1"/>
          </p:cNvSpPr>
          <p:nvPr>
            <p:ph type="body" sz="quarter" idx="19"/>
          </p:nvPr>
        </p:nvSpPr>
        <p:spPr>
          <a:xfrm>
            <a:off x="6098344" y="1755415"/>
            <a:ext cx="2415815" cy="423862"/>
          </a:xfrm>
        </p:spPr>
        <p:txBody>
          <a:bodyPr/>
          <a:lstStyle/>
          <a:p>
            <a:r>
              <a:rPr lang="zh-CN" altLang="en-US" dirty="0"/>
              <a:t>单击此处添加文本单击此处添加文本</a:t>
            </a:r>
            <a:endParaRPr lang="en-AU" dirty="0"/>
          </a:p>
        </p:txBody>
      </p:sp>
      <p:sp>
        <p:nvSpPr>
          <p:cNvPr id="24" name="Text Placeholder 8"/>
          <p:cNvSpPr>
            <a:spLocks noGrp="1"/>
          </p:cNvSpPr>
          <p:nvPr>
            <p:ph type="body" sz="quarter" idx="18"/>
          </p:nvPr>
        </p:nvSpPr>
        <p:spPr>
          <a:xfrm>
            <a:off x="6098345" y="2320096"/>
            <a:ext cx="2415815" cy="251655"/>
          </a:xfrm>
        </p:spPr>
        <p:txBody>
          <a:bodyPr>
            <a:normAutofit fontScale="92500" lnSpcReduction="20000"/>
          </a:bodyPr>
          <a:lstStyle/>
          <a:p>
            <a:r>
              <a:rPr lang="zh-CN" altLang="en-US" dirty="0"/>
              <a:t>输入您的标题</a:t>
            </a:r>
            <a:endParaRPr lang="en-AU" dirty="0"/>
          </a:p>
        </p:txBody>
      </p:sp>
      <p:sp>
        <p:nvSpPr>
          <p:cNvPr id="25" name="Text Placeholder 9"/>
          <p:cNvSpPr>
            <a:spLocks noGrp="1"/>
          </p:cNvSpPr>
          <p:nvPr>
            <p:ph type="body" sz="quarter" idx="19"/>
          </p:nvPr>
        </p:nvSpPr>
        <p:spPr>
          <a:xfrm>
            <a:off x="6098345" y="2571750"/>
            <a:ext cx="2415815" cy="423862"/>
          </a:xfrm>
        </p:spPr>
        <p:txBody>
          <a:bodyPr/>
          <a:lstStyle/>
          <a:p>
            <a:r>
              <a:rPr lang="zh-CN" altLang="en-US" dirty="0"/>
              <a:t>单击此处添加文本单击此处添加文本</a:t>
            </a:r>
            <a:endParaRPr lang="en-AU" dirty="0"/>
          </a:p>
        </p:txBody>
      </p:sp>
      <p:sp>
        <p:nvSpPr>
          <p:cNvPr id="26" name="Text Placeholder 8"/>
          <p:cNvSpPr>
            <a:spLocks noGrp="1"/>
          </p:cNvSpPr>
          <p:nvPr>
            <p:ph type="body" sz="quarter" idx="18"/>
          </p:nvPr>
        </p:nvSpPr>
        <p:spPr>
          <a:xfrm>
            <a:off x="6098344" y="3138596"/>
            <a:ext cx="2415815" cy="251655"/>
          </a:xfrm>
        </p:spPr>
        <p:txBody>
          <a:bodyPr>
            <a:normAutofit fontScale="92500" lnSpcReduction="20000"/>
          </a:bodyPr>
          <a:lstStyle/>
          <a:p>
            <a:r>
              <a:rPr lang="zh-CN" altLang="en-US" dirty="0"/>
              <a:t>输入您的标题</a:t>
            </a:r>
            <a:endParaRPr lang="en-AU" altLang="zh-CN" dirty="0"/>
          </a:p>
        </p:txBody>
      </p:sp>
      <p:sp>
        <p:nvSpPr>
          <p:cNvPr id="27" name="Text Placeholder 9"/>
          <p:cNvSpPr>
            <a:spLocks noGrp="1"/>
          </p:cNvSpPr>
          <p:nvPr>
            <p:ph type="body" sz="quarter" idx="19"/>
          </p:nvPr>
        </p:nvSpPr>
        <p:spPr>
          <a:xfrm>
            <a:off x="6098344" y="3390251"/>
            <a:ext cx="2415815" cy="423862"/>
          </a:xfrm>
        </p:spPr>
        <p:txBody>
          <a:bodyPr/>
          <a:lstStyle/>
          <a:p>
            <a:r>
              <a:rPr lang="zh-CN" altLang="en-US" dirty="0"/>
              <a:t>单击此处添加文本单击此处添加文本</a:t>
            </a:r>
            <a:endParaRPr lang="en-AU" dirty="0"/>
          </a:p>
        </p:txBody>
      </p:sp>
      <p:sp>
        <p:nvSpPr>
          <p:cNvPr id="28" name="Text Placeholder 8"/>
          <p:cNvSpPr>
            <a:spLocks noGrp="1"/>
          </p:cNvSpPr>
          <p:nvPr>
            <p:ph type="body" sz="quarter" idx="18"/>
          </p:nvPr>
        </p:nvSpPr>
        <p:spPr>
          <a:xfrm>
            <a:off x="6098345" y="3949665"/>
            <a:ext cx="2415815" cy="251655"/>
          </a:xfrm>
        </p:spPr>
        <p:txBody>
          <a:bodyPr>
            <a:normAutofit fontScale="92500" lnSpcReduction="20000"/>
          </a:bodyPr>
          <a:lstStyle/>
          <a:p>
            <a:r>
              <a:rPr lang="zh-CN" altLang="en-US" dirty="0"/>
              <a:t>输入您的标题</a:t>
            </a:r>
            <a:endParaRPr lang="en-AU" altLang="zh-CN" dirty="0"/>
          </a:p>
        </p:txBody>
      </p:sp>
      <p:sp>
        <p:nvSpPr>
          <p:cNvPr id="29" name="Text Placeholder 9"/>
          <p:cNvSpPr>
            <a:spLocks noGrp="1"/>
          </p:cNvSpPr>
          <p:nvPr>
            <p:ph type="body" sz="quarter" idx="19"/>
          </p:nvPr>
        </p:nvSpPr>
        <p:spPr>
          <a:xfrm>
            <a:off x="6098345" y="4201320"/>
            <a:ext cx="2415815" cy="423862"/>
          </a:xfrm>
        </p:spPr>
        <p:txBody>
          <a:bodyPr/>
          <a:lstStyle/>
          <a:p>
            <a:r>
              <a:rPr lang="zh-CN" altLang="en-US" dirty="0"/>
              <a:t>单击此处添加文本单击此处添加文本</a:t>
            </a:r>
            <a:endParaRPr lang="en-AU" dirty="0"/>
          </a:p>
        </p:txBody>
      </p:sp>
      <p:grpSp>
        <p:nvGrpSpPr>
          <p:cNvPr id="39" name="Group 38"/>
          <p:cNvGrpSpPr/>
          <p:nvPr/>
        </p:nvGrpSpPr>
        <p:grpSpPr>
          <a:xfrm>
            <a:off x="5310769" y="1482328"/>
            <a:ext cx="615545" cy="615545"/>
            <a:chOff x="609600" y="1657350"/>
            <a:chExt cx="838200" cy="838200"/>
          </a:xfrm>
        </p:grpSpPr>
        <p:sp>
          <p:nvSpPr>
            <p:cNvPr id="40" name="Oval 39"/>
            <p:cNvSpPr/>
            <p:nvPr/>
          </p:nvSpPr>
          <p:spPr>
            <a:xfrm>
              <a:off x="609600" y="1657350"/>
              <a:ext cx="838200" cy="838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33"/>
            <p:cNvSpPr>
              <a:spLocks noEditPoints="1"/>
            </p:cNvSpPr>
            <p:nvPr/>
          </p:nvSpPr>
          <p:spPr bwMode="auto">
            <a:xfrm>
              <a:off x="797599" y="1919103"/>
              <a:ext cx="462203" cy="314693"/>
            </a:xfrm>
            <a:custGeom>
              <a:avLst/>
              <a:gdLst>
                <a:gd name="T0" fmla="*/ 135 w 157"/>
                <a:gd name="T1" fmla="*/ 47 h 107"/>
                <a:gd name="T2" fmla="*/ 137 w 157"/>
                <a:gd name="T3" fmla="*/ 37 h 107"/>
                <a:gd name="T4" fmla="*/ 100 w 157"/>
                <a:gd name="T5" fmla="*/ 0 h 107"/>
                <a:gd name="T6" fmla="*/ 73 w 157"/>
                <a:gd name="T7" fmla="*/ 18 h 107"/>
                <a:gd name="T8" fmla="*/ 46 w 157"/>
                <a:gd name="T9" fmla="*/ 8 h 107"/>
                <a:gd name="T10" fmla="*/ 20 w 157"/>
                <a:gd name="T11" fmla="*/ 40 h 107"/>
                <a:gd name="T12" fmla="*/ 21 w 157"/>
                <a:gd name="T13" fmla="*/ 47 h 107"/>
                <a:gd name="T14" fmla="*/ 0 w 157"/>
                <a:gd name="T15" fmla="*/ 76 h 107"/>
                <a:gd name="T16" fmla="*/ 31 w 157"/>
                <a:gd name="T17" fmla="*/ 107 h 107"/>
                <a:gd name="T18" fmla="*/ 126 w 157"/>
                <a:gd name="T19" fmla="*/ 107 h 107"/>
                <a:gd name="T20" fmla="*/ 157 w 157"/>
                <a:gd name="T21" fmla="*/ 76 h 107"/>
                <a:gd name="T22" fmla="*/ 135 w 157"/>
                <a:gd name="T23" fmla="*/ 47 h 107"/>
                <a:gd name="T24" fmla="*/ 120 w 157"/>
                <a:gd name="T25" fmla="*/ 101 h 107"/>
                <a:gd name="T26" fmla="*/ 79 w 157"/>
                <a:gd name="T27" fmla="*/ 101 h 107"/>
                <a:gd name="T28" fmla="*/ 104 w 157"/>
                <a:gd name="T29" fmla="*/ 76 h 107"/>
                <a:gd name="T30" fmla="*/ 103 w 157"/>
                <a:gd name="T31" fmla="*/ 73 h 107"/>
                <a:gd name="T32" fmla="*/ 92 w 157"/>
                <a:gd name="T33" fmla="*/ 73 h 107"/>
                <a:gd name="T34" fmla="*/ 92 w 157"/>
                <a:gd name="T35" fmla="*/ 68 h 107"/>
                <a:gd name="T36" fmla="*/ 92 w 157"/>
                <a:gd name="T37" fmla="*/ 37 h 107"/>
                <a:gd name="T38" fmla="*/ 90 w 157"/>
                <a:gd name="T39" fmla="*/ 36 h 107"/>
                <a:gd name="T40" fmla="*/ 64 w 157"/>
                <a:gd name="T41" fmla="*/ 36 h 107"/>
                <a:gd name="T42" fmla="*/ 62 w 157"/>
                <a:gd name="T43" fmla="*/ 38 h 107"/>
                <a:gd name="T44" fmla="*/ 62 w 157"/>
                <a:gd name="T45" fmla="*/ 68 h 107"/>
                <a:gd name="T46" fmla="*/ 62 w 157"/>
                <a:gd name="T47" fmla="*/ 73 h 107"/>
                <a:gd name="T48" fmla="*/ 51 w 157"/>
                <a:gd name="T49" fmla="*/ 73 h 107"/>
                <a:gd name="T50" fmla="*/ 51 w 157"/>
                <a:gd name="T51" fmla="*/ 76 h 107"/>
                <a:gd name="T52" fmla="*/ 76 w 157"/>
                <a:gd name="T53" fmla="*/ 101 h 107"/>
                <a:gd name="T54" fmla="*/ 38 w 157"/>
                <a:gd name="T55" fmla="*/ 101 h 107"/>
                <a:gd name="T56" fmla="*/ 11 w 157"/>
                <a:gd name="T57" fmla="*/ 75 h 107"/>
                <a:gd name="T58" fmla="*/ 29 w 157"/>
                <a:gd name="T59" fmla="*/ 50 h 107"/>
                <a:gd name="T60" fmla="*/ 28 w 157"/>
                <a:gd name="T61" fmla="*/ 44 h 107"/>
                <a:gd name="T62" fmla="*/ 51 w 157"/>
                <a:gd name="T63" fmla="*/ 17 h 107"/>
                <a:gd name="T64" fmla="*/ 75 w 157"/>
                <a:gd name="T65" fmla="*/ 30 h 107"/>
                <a:gd name="T66" fmla="*/ 98 w 157"/>
                <a:gd name="T67" fmla="*/ 11 h 107"/>
                <a:gd name="T68" fmla="*/ 128 w 157"/>
                <a:gd name="T69" fmla="*/ 42 h 107"/>
                <a:gd name="T70" fmla="*/ 127 w 157"/>
                <a:gd name="T71" fmla="*/ 50 h 107"/>
                <a:gd name="T72" fmla="*/ 147 w 157"/>
                <a:gd name="T73" fmla="*/ 75 h 107"/>
                <a:gd name="T74" fmla="*/ 120 w 157"/>
                <a:gd name="T75" fmla="*/ 10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7" h="107">
                  <a:moveTo>
                    <a:pt x="135" y="47"/>
                  </a:moveTo>
                  <a:cubicBezTo>
                    <a:pt x="136" y="44"/>
                    <a:pt x="137" y="40"/>
                    <a:pt x="137" y="37"/>
                  </a:cubicBezTo>
                  <a:cubicBezTo>
                    <a:pt x="137" y="17"/>
                    <a:pt x="120" y="0"/>
                    <a:pt x="100" y="0"/>
                  </a:cubicBezTo>
                  <a:cubicBezTo>
                    <a:pt x="76" y="0"/>
                    <a:pt x="73" y="18"/>
                    <a:pt x="73" y="18"/>
                  </a:cubicBezTo>
                  <a:cubicBezTo>
                    <a:pt x="73" y="18"/>
                    <a:pt x="63" y="6"/>
                    <a:pt x="46" y="8"/>
                  </a:cubicBezTo>
                  <a:cubicBezTo>
                    <a:pt x="30" y="11"/>
                    <a:pt x="20" y="25"/>
                    <a:pt x="20" y="40"/>
                  </a:cubicBezTo>
                  <a:cubicBezTo>
                    <a:pt x="20" y="42"/>
                    <a:pt x="20" y="45"/>
                    <a:pt x="21" y="47"/>
                  </a:cubicBezTo>
                  <a:cubicBezTo>
                    <a:pt x="9" y="51"/>
                    <a:pt x="0" y="63"/>
                    <a:pt x="0" y="76"/>
                  </a:cubicBezTo>
                  <a:cubicBezTo>
                    <a:pt x="0" y="93"/>
                    <a:pt x="14" y="107"/>
                    <a:pt x="31" y="107"/>
                  </a:cubicBezTo>
                  <a:cubicBezTo>
                    <a:pt x="126" y="107"/>
                    <a:pt x="126" y="107"/>
                    <a:pt x="126" y="107"/>
                  </a:cubicBezTo>
                  <a:cubicBezTo>
                    <a:pt x="143" y="107"/>
                    <a:pt x="157" y="93"/>
                    <a:pt x="157" y="76"/>
                  </a:cubicBezTo>
                  <a:cubicBezTo>
                    <a:pt x="157" y="62"/>
                    <a:pt x="148" y="51"/>
                    <a:pt x="135" y="47"/>
                  </a:cubicBezTo>
                  <a:close/>
                  <a:moveTo>
                    <a:pt x="120" y="101"/>
                  </a:moveTo>
                  <a:cubicBezTo>
                    <a:pt x="79" y="101"/>
                    <a:pt x="79" y="101"/>
                    <a:pt x="79" y="101"/>
                  </a:cubicBezTo>
                  <a:cubicBezTo>
                    <a:pt x="82" y="97"/>
                    <a:pt x="104" y="76"/>
                    <a:pt x="104" y="76"/>
                  </a:cubicBezTo>
                  <a:cubicBezTo>
                    <a:pt x="104" y="76"/>
                    <a:pt x="107" y="73"/>
                    <a:pt x="103" y="73"/>
                  </a:cubicBezTo>
                  <a:cubicBezTo>
                    <a:pt x="99" y="73"/>
                    <a:pt x="92" y="73"/>
                    <a:pt x="92" y="73"/>
                  </a:cubicBezTo>
                  <a:cubicBezTo>
                    <a:pt x="92" y="73"/>
                    <a:pt x="92" y="71"/>
                    <a:pt x="92" y="68"/>
                  </a:cubicBezTo>
                  <a:cubicBezTo>
                    <a:pt x="92" y="60"/>
                    <a:pt x="92" y="44"/>
                    <a:pt x="92" y="37"/>
                  </a:cubicBezTo>
                  <a:cubicBezTo>
                    <a:pt x="92" y="37"/>
                    <a:pt x="92" y="36"/>
                    <a:pt x="90" y="36"/>
                  </a:cubicBezTo>
                  <a:cubicBezTo>
                    <a:pt x="88" y="36"/>
                    <a:pt x="67" y="36"/>
                    <a:pt x="64" y="36"/>
                  </a:cubicBezTo>
                  <a:cubicBezTo>
                    <a:pt x="62" y="36"/>
                    <a:pt x="62" y="38"/>
                    <a:pt x="62" y="38"/>
                  </a:cubicBezTo>
                  <a:cubicBezTo>
                    <a:pt x="62" y="44"/>
                    <a:pt x="62" y="60"/>
                    <a:pt x="62" y="68"/>
                  </a:cubicBezTo>
                  <a:cubicBezTo>
                    <a:pt x="62" y="71"/>
                    <a:pt x="62" y="73"/>
                    <a:pt x="62" y="73"/>
                  </a:cubicBezTo>
                  <a:cubicBezTo>
                    <a:pt x="62" y="73"/>
                    <a:pt x="54" y="73"/>
                    <a:pt x="51" y="73"/>
                  </a:cubicBezTo>
                  <a:cubicBezTo>
                    <a:pt x="48" y="73"/>
                    <a:pt x="51" y="76"/>
                    <a:pt x="51" y="76"/>
                  </a:cubicBezTo>
                  <a:cubicBezTo>
                    <a:pt x="76" y="101"/>
                    <a:pt x="76" y="101"/>
                    <a:pt x="76" y="101"/>
                  </a:cubicBezTo>
                  <a:cubicBezTo>
                    <a:pt x="38" y="101"/>
                    <a:pt x="38" y="101"/>
                    <a:pt x="38" y="101"/>
                  </a:cubicBezTo>
                  <a:cubicBezTo>
                    <a:pt x="23" y="101"/>
                    <a:pt x="11" y="89"/>
                    <a:pt x="11" y="75"/>
                  </a:cubicBezTo>
                  <a:cubicBezTo>
                    <a:pt x="11" y="63"/>
                    <a:pt x="19" y="54"/>
                    <a:pt x="29" y="50"/>
                  </a:cubicBezTo>
                  <a:cubicBezTo>
                    <a:pt x="28" y="48"/>
                    <a:pt x="28" y="46"/>
                    <a:pt x="28" y="44"/>
                  </a:cubicBezTo>
                  <a:cubicBezTo>
                    <a:pt x="28" y="32"/>
                    <a:pt x="37" y="20"/>
                    <a:pt x="51" y="17"/>
                  </a:cubicBezTo>
                  <a:cubicBezTo>
                    <a:pt x="66" y="16"/>
                    <a:pt x="75" y="30"/>
                    <a:pt x="75" y="30"/>
                  </a:cubicBezTo>
                  <a:cubicBezTo>
                    <a:pt x="75" y="30"/>
                    <a:pt x="77" y="11"/>
                    <a:pt x="98" y="11"/>
                  </a:cubicBezTo>
                  <a:cubicBezTo>
                    <a:pt x="115" y="11"/>
                    <a:pt x="128" y="25"/>
                    <a:pt x="128" y="42"/>
                  </a:cubicBezTo>
                  <a:cubicBezTo>
                    <a:pt x="128" y="45"/>
                    <a:pt x="128" y="48"/>
                    <a:pt x="127" y="50"/>
                  </a:cubicBezTo>
                  <a:cubicBezTo>
                    <a:pt x="138" y="53"/>
                    <a:pt x="147" y="63"/>
                    <a:pt x="147" y="75"/>
                  </a:cubicBezTo>
                  <a:cubicBezTo>
                    <a:pt x="147" y="89"/>
                    <a:pt x="135" y="101"/>
                    <a:pt x="120" y="101"/>
                  </a:cubicBezTo>
                  <a:close/>
                </a:path>
              </a:pathLst>
            </a:custGeom>
            <a:solidFill>
              <a:schemeClr val="bg1"/>
            </a:solidFill>
            <a:ln>
              <a:noFill/>
            </a:ln>
          </p:spPr>
          <p:txBody>
            <a:bodyPr vert="horz" wrap="square" lIns="91440" tIns="45720" rIns="91440" bIns="45720" numCol="1" anchor="t" anchorCtr="0" compatLnSpc="1"/>
            <a:lstStyle/>
            <a:p>
              <a:endParaRPr lang="en-US"/>
            </a:p>
          </p:txBody>
        </p:sp>
      </p:grpSp>
      <p:grpSp>
        <p:nvGrpSpPr>
          <p:cNvPr id="42" name="Group 41"/>
          <p:cNvGrpSpPr/>
          <p:nvPr/>
        </p:nvGrpSpPr>
        <p:grpSpPr>
          <a:xfrm>
            <a:off x="5307113" y="2290094"/>
            <a:ext cx="619200" cy="619200"/>
            <a:chOff x="3657600" y="3714750"/>
            <a:chExt cx="838200" cy="838200"/>
          </a:xfrm>
        </p:grpSpPr>
        <p:sp>
          <p:nvSpPr>
            <p:cNvPr id="43" name="Oval 42"/>
            <p:cNvSpPr/>
            <p:nvPr/>
          </p:nvSpPr>
          <p:spPr>
            <a:xfrm>
              <a:off x="3657600" y="3714750"/>
              <a:ext cx="838200" cy="838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p:cNvGrpSpPr/>
            <p:nvPr/>
          </p:nvGrpSpPr>
          <p:grpSpPr>
            <a:xfrm>
              <a:off x="3845037" y="3975083"/>
              <a:ext cx="463327" cy="343205"/>
              <a:chOff x="4598988" y="3619501"/>
              <a:chExt cx="214313" cy="158750"/>
            </a:xfrm>
            <a:solidFill>
              <a:schemeClr val="bg1"/>
            </a:solidFill>
          </p:grpSpPr>
          <p:sp>
            <p:nvSpPr>
              <p:cNvPr id="45" name="Freeform 24"/>
              <p:cNvSpPr/>
              <p:nvPr/>
            </p:nvSpPr>
            <p:spPr bwMode="auto">
              <a:xfrm>
                <a:off x="4675188" y="3729038"/>
                <a:ext cx="61913" cy="49213"/>
              </a:xfrm>
              <a:custGeom>
                <a:avLst/>
                <a:gdLst>
                  <a:gd name="T0" fmla="*/ 36 w 38"/>
                  <a:gd name="T1" fmla="*/ 10 h 30"/>
                  <a:gd name="T2" fmla="*/ 1 w 38"/>
                  <a:gd name="T3" fmla="*/ 11 h 30"/>
                  <a:gd name="T4" fmla="*/ 1 w 38"/>
                  <a:gd name="T5" fmla="*/ 13 h 30"/>
                  <a:gd name="T6" fmla="*/ 19 w 38"/>
                  <a:gd name="T7" fmla="*/ 30 h 30"/>
                  <a:gd name="T8" fmla="*/ 36 w 38"/>
                  <a:gd name="T9" fmla="*/ 13 h 30"/>
                  <a:gd name="T10" fmla="*/ 36 w 38"/>
                  <a:gd name="T11" fmla="*/ 10 h 30"/>
                </a:gdLst>
                <a:ahLst/>
                <a:cxnLst>
                  <a:cxn ang="0">
                    <a:pos x="T0" y="T1"/>
                  </a:cxn>
                  <a:cxn ang="0">
                    <a:pos x="T2" y="T3"/>
                  </a:cxn>
                  <a:cxn ang="0">
                    <a:pos x="T4" y="T5"/>
                  </a:cxn>
                  <a:cxn ang="0">
                    <a:pos x="T6" y="T7"/>
                  </a:cxn>
                  <a:cxn ang="0">
                    <a:pos x="T8" y="T9"/>
                  </a:cxn>
                  <a:cxn ang="0">
                    <a:pos x="T10" y="T11"/>
                  </a:cxn>
                </a:cxnLst>
                <a:rect l="0" t="0" r="r" b="b"/>
                <a:pathLst>
                  <a:path w="38" h="30">
                    <a:moveTo>
                      <a:pt x="36" y="10"/>
                    </a:moveTo>
                    <a:cubicBezTo>
                      <a:pt x="26" y="1"/>
                      <a:pt x="12" y="0"/>
                      <a:pt x="1" y="11"/>
                    </a:cubicBezTo>
                    <a:cubicBezTo>
                      <a:pt x="0" y="11"/>
                      <a:pt x="0" y="12"/>
                      <a:pt x="1" y="13"/>
                    </a:cubicBezTo>
                    <a:cubicBezTo>
                      <a:pt x="19" y="30"/>
                      <a:pt x="19" y="30"/>
                      <a:pt x="19" y="30"/>
                    </a:cubicBezTo>
                    <a:cubicBezTo>
                      <a:pt x="36" y="13"/>
                      <a:pt x="36" y="13"/>
                      <a:pt x="36" y="13"/>
                    </a:cubicBezTo>
                    <a:cubicBezTo>
                      <a:pt x="38" y="11"/>
                      <a:pt x="37" y="11"/>
                      <a:pt x="3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6" name="Freeform 25"/>
              <p:cNvSpPr/>
              <p:nvPr/>
            </p:nvSpPr>
            <p:spPr bwMode="auto">
              <a:xfrm>
                <a:off x="4633913" y="3675063"/>
                <a:ext cx="142875" cy="63500"/>
              </a:xfrm>
              <a:custGeom>
                <a:avLst/>
                <a:gdLst>
                  <a:gd name="T0" fmla="*/ 87 w 88"/>
                  <a:gd name="T1" fmla="*/ 23 h 39"/>
                  <a:gd name="T2" fmla="*/ 0 w 88"/>
                  <a:gd name="T3" fmla="*/ 24 h 39"/>
                  <a:gd name="T4" fmla="*/ 0 w 88"/>
                  <a:gd name="T5" fmla="*/ 26 h 39"/>
                  <a:gd name="T6" fmla="*/ 13 w 88"/>
                  <a:gd name="T7" fmla="*/ 38 h 39"/>
                  <a:gd name="T8" fmla="*/ 15 w 88"/>
                  <a:gd name="T9" fmla="*/ 38 h 39"/>
                  <a:gd name="T10" fmla="*/ 73 w 88"/>
                  <a:gd name="T11" fmla="*/ 38 h 39"/>
                  <a:gd name="T12" fmla="*/ 75 w 88"/>
                  <a:gd name="T13" fmla="*/ 38 h 39"/>
                  <a:gd name="T14" fmla="*/ 87 w 88"/>
                  <a:gd name="T15" fmla="*/ 26 h 39"/>
                  <a:gd name="T16" fmla="*/ 87 w 88"/>
                  <a:gd name="T17" fmla="*/ 26 h 39"/>
                  <a:gd name="T18" fmla="*/ 87 w 88"/>
                  <a:gd name="T19" fmla="*/ 24 h 39"/>
                  <a:gd name="T20" fmla="*/ 87 w 88"/>
                  <a:gd name="T21" fmla="*/ 2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39">
                    <a:moveTo>
                      <a:pt x="87" y="23"/>
                    </a:moveTo>
                    <a:cubicBezTo>
                      <a:pt x="63" y="0"/>
                      <a:pt x="24" y="0"/>
                      <a:pt x="0" y="24"/>
                    </a:cubicBezTo>
                    <a:cubicBezTo>
                      <a:pt x="0" y="24"/>
                      <a:pt x="0" y="25"/>
                      <a:pt x="0" y="26"/>
                    </a:cubicBezTo>
                    <a:cubicBezTo>
                      <a:pt x="13" y="38"/>
                      <a:pt x="13" y="38"/>
                      <a:pt x="13" y="38"/>
                    </a:cubicBezTo>
                    <a:cubicBezTo>
                      <a:pt x="13" y="39"/>
                      <a:pt x="14" y="39"/>
                      <a:pt x="15" y="38"/>
                    </a:cubicBezTo>
                    <a:cubicBezTo>
                      <a:pt x="31" y="22"/>
                      <a:pt x="57" y="22"/>
                      <a:pt x="73" y="38"/>
                    </a:cubicBezTo>
                    <a:cubicBezTo>
                      <a:pt x="73" y="39"/>
                      <a:pt x="74" y="39"/>
                      <a:pt x="75" y="38"/>
                    </a:cubicBezTo>
                    <a:cubicBezTo>
                      <a:pt x="87" y="26"/>
                      <a:pt x="87" y="26"/>
                      <a:pt x="87" y="26"/>
                    </a:cubicBezTo>
                    <a:cubicBezTo>
                      <a:pt x="87" y="26"/>
                      <a:pt x="87" y="26"/>
                      <a:pt x="87" y="26"/>
                    </a:cubicBezTo>
                    <a:cubicBezTo>
                      <a:pt x="88" y="25"/>
                      <a:pt x="88" y="24"/>
                      <a:pt x="87" y="24"/>
                    </a:cubicBezTo>
                    <a:lnTo>
                      <a:pt x="87" y="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7" name="Freeform 26"/>
              <p:cNvSpPr/>
              <p:nvPr/>
            </p:nvSpPr>
            <p:spPr bwMode="auto">
              <a:xfrm>
                <a:off x="4598988" y="3619501"/>
                <a:ext cx="214313" cy="82550"/>
              </a:xfrm>
              <a:custGeom>
                <a:avLst/>
                <a:gdLst>
                  <a:gd name="T0" fmla="*/ 131 w 132"/>
                  <a:gd name="T1" fmla="*/ 36 h 51"/>
                  <a:gd name="T2" fmla="*/ 131 w 132"/>
                  <a:gd name="T3" fmla="*/ 36 h 51"/>
                  <a:gd name="T4" fmla="*/ 1 w 132"/>
                  <a:gd name="T5" fmla="*/ 36 h 51"/>
                  <a:gd name="T6" fmla="*/ 1 w 132"/>
                  <a:gd name="T7" fmla="*/ 38 h 51"/>
                  <a:gd name="T8" fmla="*/ 13 w 132"/>
                  <a:gd name="T9" fmla="*/ 51 h 51"/>
                  <a:gd name="T10" fmla="*/ 16 w 132"/>
                  <a:gd name="T11" fmla="*/ 51 h 51"/>
                  <a:gd name="T12" fmla="*/ 116 w 132"/>
                  <a:gd name="T13" fmla="*/ 51 h 51"/>
                  <a:gd name="T14" fmla="*/ 118 w 132"/>
                  <a:gd name="T15" fmla="*/ 51 h 51"/>
                  <a:gd name="T16" fmla="*/ 131 w 132"/>
                  <a:gd name="T17" fmla="*/ 38 h 51"/>
                  <a:gd name="T18" fmla="*/ 131 w 132"/>
                  <a:gd name="T19" fmla="*/ 38 h 51"/>
                  <a:gd name="T20" fmla="*/ 131 w 132"/>
                  <a:gd name="T21"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51">
                    <a:moveTo>
                      <a:pt x="131" y="36"/>
                    </a:moveTo>
                    <a:cubicBezTo>
                      <a:pt x="131" y="36"/>
                      <a:pt x="131" y="36"/>
                      <a:pt x="131" y="36"/>
                    </a:cubicBezTo>
                    <a:cubicBezTo>
                      <a:pt x="95" y="0"/>
                      <a:pt x="36" y="0"/>
                      <a:pt x="1" y="36"/>
                    </a:cubicBezTo>
                    <a:cubicBezTo>
                      <a:pt x="0" y="37"/>
                      <a:pt x="0" y="37"/>
                      <a:pt x="1" y="38"/>
                    </a:cubicBezTo>
                    <a:cubicBezTo>
                      <a:pt x="13" y="51"/>
                      <a:pt x="13" y="51"/>
                      <a:pt x="13" y="51"/>
                    </a:cubicBezTo>
                    <a:cubicBezTo>
                      <a:pt x="14" y="51"/>
                      <a:pt x="15" y="51"/>
                      <a:pt x="16" y="51"/>
                    </a:cubicBezTo>
                    <a:cubicBezTo>
                      <a:pt x="43" y="23"/>
                      <a:pt x="88" y="23"/>
                      <a:pt x="116" y="51"/>
                    </a:cubicBezTo>
                    <a:cubicBezTo>
                      <a:pt x="117" y="51"/>
                      <a:pt x="118" y="51"/>
                      <a:pt x="118" y="51"/>
                    </a:cubicBezTo>
                    <a:cubicBezTo>
                      <a:pt x="131" y="38"/>
                      <a:pt x="131" y="38"/>
                      <a:pt x="131" y="38"/>
                    </a:cubicBezTo>
                    <a:cubicBezTo>
                      <a:pt x="131" y="38"/>
                      <a:pt x="131" y="38"/>
                      <a:pt x="131" y="38"/>
                    </a:cubicBezTo>
                    <a:cubicBezTo>
                      <a:pt x="132" y="37"/>
                      <a:pt x="132" y="37"/>
                      <a:pt x="131"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grpSp>
      <p:grpSp>
        <p:nvGrpSpPr>
          <p:cNvPr id="49" name="Group 48"/>
          <p:cNvGrpSpPr/>
          <p:nvPr/>
        </p:nvGrpSpPr>
        <p:grpSpPr>
          <a:xfrm>
            <a:off x="5304024" y="3101517"/>
            <a:ext cx="629971" cy="633925"/>
            <a:chOff x="4191000" y="4118393"/>
            <a:chExt cx="703284" cy="707698"/>
          </a:xfrm>
        </p:grpSpPr>
        <p:sp>
          <p:nvSpPr>
            <p:cNvPr id="50" name="Oval 49"/>
            <p:cNvSpPr/>
            <p:nvPr/>
          </p:nvSpPr>
          <p:spPr>
            <a:xfrm>
              <a:off x="4191000" y="4118393"/>
              <a:ext cx="703284" cy="707698"/>
            </a:xfrm>
            <a:prstGeom prst="ellipse">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US" sz="8800">
                <a:solidFill>
                  <a:schemeClr val="bg1"/>
                </a:solidFill>
              </a:endParaRPr>
            </a:p>
          </p:txBody>
        </p:sp>
        <p:grpSp>
          <p:nvGrpSpPr>
            <p:cNvPr id="51" name="Group 50"/>
            <p:cNvGrpSpPr/>
            <p:nvPr/>
          </p:nvGrpSpPr>
          <p:grpSpPr>
            <a:xfrm>
              <a:off x="4351749" y="4326669"/>
              <a:ext cx="381786" cy="291146"/>
              <a:chOff x="4914900" y="1812925"/>
              <a:chExt cx="441326" cy="336550"/>
            </a:xfrm>
            <a:solidFill>
              <a:schemeClr val="bg1"/>
            </a:solidFill>
          </p:grpSpPr>
          <p:sp>
            <p:nvSpPr>
              <p:cNvPr id="52" name="Freeform 5"/>
              <p:cNvSpPr/>
              <p:nvPr/>
            </p:nvSpPr>
            <p:spPr bwMode="auto">
              <a:xfrm>
                <a:off x="4914900" y="1849438"/>
                <a:ext cx="230188" cy="257175"/>
              </a:xfrm>
              <a:custGeom>
                <a:avLst/>
                <a:gdLst>
                  <a:gd name="T0" fmla="*/ 18 w 145"/>
                  <a:gd name="T1" fmla="*/ 143 h 162"/>
                  <a:gd name="T2" fmla="*/ 18 w 145"/>
                  <a:gd name="T3" fmla="*/ 21 h 162"/>
                  <a:gd name="T4" fmla="*/ 124 w 145"/>
                  <a:gd name="T5" fmla="*/ 21 h 162"/>
                  <a:gd name="T6" fmla="*/ 145 w 145"/>
                  <a:gd name="T7" fmla="*/ 0 h 162"/>
                  <a:gd name="T8" fmla="*/ 0 w 145"/>
                  <a:gd name="T9" fmla="*/ 0 h 162"/>
                  <a:gd name="T10" fmla="*/ 0 w 145"/>
                  <a:gd name="T11" fmla="*/ 162 h 162"/>
                  <a:gd name="T12" fmla="*/ 68 w 145"/>
                  <a:gd name="T13" fmla="*/ 162 h 162"/>
                  <a:gd name="T14" fmla="*/ 77 w 145"/>
                  <a:gd name="T15" fmla="*/ 143 h 162"/>
                  <a:gd name="T16" fmla="*/ 18 w 145"/>
                  <a:gd name="T17" fmla="*/ 14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5" h="162">
                    <a:moveTo>
                      <a:pt x="18" y="143"/>
                    </a:moveTo>
                    <a:lnTo>
                      <a:pt x="18" y="21"/>
                    </a:lnTo>
                    <a:lnTo>
                      <a:pt x="124" y="21"/>
                    </a:lnTo>
                    <a:lnTo>
                      <a:pt x="145" y="0"/>
                    </a:lnTo>
                    <a:lnTo>
                      <a:pt x="0" y="0"/>
                    </a:lnTo>
                    <a:lnTo>
                      <a:pt x="0" y="162"/>
                    </a:lnTo>
                    <a:lnTo>
                      <a:pt x="68" y="162"/>
                    </a:lnTo>
                    <a:lnTo>
                      <a:pt x="77" y="143"/>
                    </a:lnTo>
                    <a:lnTo>
                      <a:pt x="18" y="1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53" name="Freeform 6"/>
              <p:cNvSpPr/>
              <p:nvPr/>
            </p:nvSpPr>
            <p:spPr bwMode="auto">
              <a:xfrm>
                <a:off x="5065713" y="1849438"/>
                <a:ext cx="290513" cy="257175"/>
              </a:xfrm>
              <a:custGeom>
                <a:avLst/>
                <a:gdLst>
                  <a:gd name="T0" fmla="*/ 76 w 88"/>
                  <a:gd name="T1" fmla="*/ 18 h 78"/>
                  <a:gd name="T2" fmla="*/ 76 w 88"/>
                  <a:gd name="T3" fmla="*/ 0 h 78"/>
                  <a:gd name="T4" fmla="*/ 40 w 88"/>
                  <a:gd name="T5" fmla="*/ 0 h 78"/>
                  <a:gd name="T6" fmla="*/ 37 w 88"/>
                  <a:gd name="T7" fmla="*/ 10 h 78"/>
                  <a:gd name="T8" fmla="*/ 67 w 88"/>
                  <a:gd name="T9" fmla="*/ 10 h 78"/>
                  <a:gd name="T10" fmla="*/ 67 w 88"/>
                  <a:gd name="T11" fmla="*/ 69 h 78"/>
                  <a:gd name="T12" fmla="*/ 10 w 88"/>
                  <a:gd name="T13" fmla="*/ 69 h 78"/>
                  <a:gd name="T14" fmla="*/ 0 w 88"/>
                  <a:gd name="T15" fmla="*/ 78 h 78"/>
                  <a:gd name="T16" fmla="*/ 76 w 88"/>
                  <a:gd name="T17" fmla="*/ 78 h 78"/>
                  <a:gd name="T18" fmla="*/ 76 w 88"/>
                  <a:gd name="T19" fmla="*/ 60 h 78"/>
                  <a:gd name="T20" fmla="*/ 88 w 88"/>
                  <a:gd name="T21" fmla="*/ 54 h 78"/>
                  <a:gd name="T22" fmla="*/ 88 w 88"/>
                  <a:gd name="T23" fmla="*/ 26 h 78"/>
                  <a:gd name="T24" fmla="*/ 76 w 88"/>
                  <a:gd name="T25" fmla="*/ 1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78">
                    <a:moveTo>
                      <a:pt x="76" y="18"/>
                    </a:moveTo>
                    <a:cubicBezTo>
                      <a:pt x="76" y="0"/>
                      <a:pt x="76" y="0"/>
                      <a:pt x="76" y="0"/>
                    </a:cubicBezTo>
                    <a:cubicBezTo>
                      <a:pt x="40" y="0"/>
                      <a:pt x="40" y="0"/>
                      <a:pt x="40" y="0"/>
                    </a:cubicBezTo>
                    <a:cubicBezTo>
                      <a:pt x="37" y="10"/>
                      <a:pt x="37" y="10"/>
                      <a:pt x="37" y="10"/>
                    </a:cubicBezTo>
                    <a:cubicBezTo>
                      <a:pt x="67" y="10"/>
                      <a:pt x="67" y="10"/>
                      <a:pt x="67" y="10"/>
                    </a:cubicBezTo>
                    <a:cubicBezTo>
                      <a:pt x="67" y="69"/>
                      <a:pt x="67" y="69"/>
                      <a:pt x="67" y="69"/>
                    </a:cubicBezTo>
                    <a:cubicBezTo>
                      <a:pt x="10" y="69"/>
                      <a:pt x="10" y="69"/>
                      <a:pt x="10" y="69"/>
                    </a:cubicBezTo>
                    <a:cubicBezTo>
                      <a:pt x="0" y="78"/>
                      <a:pt x="0" y="78"/>
                      <a:pt x="0" y="78"/>
                    </a:cubicBezTo>
                    <a:cubicBezTo>
                      <a:pt x="76" y="78"/>
                      <a:pt x="76" y="78"/>
                      <a:pt x="76" y="78"/>
                    </a:cubicBezTo>
                    <a:cubicBezTo>
                      <a:pt x="76" y="60"/>
                      <a:pt x="76" y="60"/>
                      <a:pt x="76" y="60"/>
                    </a:cubicBezTo>
                    <a:cubicBezTo>
                      <a:pt x="80" y="60"/>
                      <a:pt x="88" y="61"/>
                      <a:pt x="88" y="54"/>
                    </a:cubicBezTo>
                    <a:cubicBezTo>
                      <a:pt x="88" y="26"/>
                      <a:pt x="88" y="26"/>
                      <a:pt x="88" y="26"/>
                    </a:cubicBezTo>
                    <a:cubicBezTo>
                      <a:pt x="88" y="17"/>
                      <a:pt x="79" y="18"/>
                      <a:pt x="7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54" name="Freeform 7"/>
              <p:cNvSpPr/>
              <p:nvPr/>
            </p:nvSpPr>
            <p:spPr bwMode="auto">
              <a:xfrm>
                <a:off x="4970463" y="1905000"/>
                <a:ext cx="115888" cy="144463"/>
              </a:xfrm>
              <a:custGeom>
                <a:avLst/>
                <a:gdLst>
                  <a:gd name="T0" fmla="*/ 0 w 73"/>
                  <a:gd name="T1" fmla="*/ 0 h 91"/>
                  <a:gd name="T2" fmla="*/ 0 w 73"/>
                  <a:gd name="T3" fmla="*/ 91 h 91"/>
                  <a:gd name="T4" fmla="*/ 0 w 73"/>
                  <a:gd name="T5" fmla="*/ 91 h 91"/>
                  <a:gd name="T6" fmla="*/ 48 w 73"/>
                  <a:gd name="T7" fmla="*/ 91 h 91"/>
                  <a:gd name="T8" fmla="*/ 60 w 73"/>
                  <a:gd name="T9" fmla="*/ 60 h 91"/>
                  <a:gd name="T10" fmla="*/ 19 w 73"/>
                  <a:gd name="T11" fmla="*/ 60 h 91"/>
                  <a:gd name="T12" fmla="*/ 73 w 73"/>
                  <a:gd name="T13" fmla="*/ 0 h 91"/>
                  <a:gd name="T14" fmla="*/ 0 w 73"/>
                  <a:gd name="T15" fmla="*/ 0 h 91"/>
                  <a:gd name="T16" fmla="*/ 0 w 73"/>
                  <a:gd name="T17"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91">
                    <a:moveTo>
                      <a:pt x="0" y="0"/>
                    </a:moveTo>
                    <a:lnTo>
                      <a:pt x="0" y="91"/>
                    </a:lnTo>
                    <a:lnTo>
                      <a:pt x="0" y="91"/>
                    </a:lnTo>
                    <a:lnTo>
                      <a:pt x="48" y="91"/>
                    </a:lnTo>
                    <a:lnTo>
                      <a:pt x="60" y="60"/>
                    </a:lnTo>
                    <a:lnTo>
                      <a:pt x="19" y="60"/>
                    </a:lnTo>
                    <a:lnTo>
                      <a:pt x="73"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55" name="Freeform 8"/>
              <p:cNvSpPr/>
              <p:nvPr/>
            </p:nvSpPr>
            <p:spPr bwMode="auto">
              <a:xfrm>
                <a:off x="5126038" y="1905000"/>
                <a:ext cx="138113" cy="144463"/>
              </a:xfrm>
              <a:custGeom>
                <a:avLst/>
                <a:gdLst>
                  <a:gd name="T0" fmla="*/ 66 w 87"/>
                  <a:gd name="T1" fmla="*/ 21 h 91"/>
                  <a:gd name="T2" fmla="*/ 0 w 87"/>
                  <a:gd name="T3" fmla="*/ 91 h 91"/>
                  <a:gd name="T4" fmla="*/ 87 w 87"/>
                  <a:gd name="T5" fmla="*/ 91 h 91"/>
                  <a:gd name="T6" fmla="*/ 87 w 87"/>
                  <a:gd name="T7" fmla="*/ 0 h 91"/>
                  <a:gd name="T8" fmla="*/ 31 w 87"/>
                  <a:gd name="T9" fmla="*/ 0 h 91"/>
                  <a:gd name="T10" fmla="*/ 24 w 87"/>
                  <a:gd name="T11" fmla="*/ 21 h 91"/>
                  <a:gd name="T12" fmla="*/ 66 w 87"/>
                  <a:gd name="T13" fmla="*/ 21 h 91"/>
                </a:gdLst>
                <a:ahLst/>
                <a:cxnLst>
                  <a:cxn ang="0">
                    <a:pos x="T0" y="T1"/>
                  </a:cxn>
                  <a:cxn ang="0">
                    <a:pos x="T2" y="T3"/>
                  </a:cxn>
                  <a:cxn ang="0">
                    <a:pos x="T4" y="T5"/>
                  </a:cxn>
                  <a:cxn ang="0">
                    <a:pos x="T6" y="T7"/>
                  </a:cxn>
                  <a:cxn ang="0">
                    <a:pos x="T8" y="T9"/>
                  </a:cxn>
                  <a:cxn ang="0">
                    <a:pos x="T10" y="T11"/>
                  </a:cxn>
                  <a:cxn ang="0">
                    <a:pos x="T12" y="T13"/>
                  </a:cxn>
                </a:cxnLst>
                <a:rect l="0" t="0" r="r" b="b"/>
                <a:pathLst>
                  <a:path w="87" h="91">
                    <a:moveTo>
                      <a:pt x="66" y="21"/>
                    </a:moveTo>
                    <a:lnTo>
                      <a:pt x="0" y="91"/>
                    </a:lnTo>
                    <a:lnTo>
                      <a:pt x="87" y="91"/>
                    </a:lnTo>
                    <a:lnTo>
                      <a:pt x="87" y="0"/>
                    </a:lnTo>
                    <a:lnTo>
                      <a:pt x="31" y="0"/>
                    </a:lnTo>
                    <a:lnTo>
                      <a:pt x="24" y="21"/>
                    </a:lnTo>
                    <a:lnTo>
                      <a:pt x="66"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56" name="Freeform 9"/>
              <p:cNvSpPr/>
              <p:nvPr/>
            </p:nvSpPr>
            <p:spPr bwMode="auto">
              <a:xfrm>
                <a:off x="5019675" y="1812925"/>
                <a:ext cx="180975" cy="336550"/>
              </a:xfrm>
              <a:custGeom>
                <a:avLst/>
                <a:gdLst>
                  <a:gd name="T0" fmla="*/ 79 w 114"/>
                  <a:gd name="T1" fmla="*/ 87 h 212"/>
                  <a:gd name="T2" fmla="*/ 112 w 114"/>
                  <a:gd name="T3" fmla="*/ 0 h 212"/>
                  <a:gd name="T4" fmla="*/ 8 w 114"/>
                  <a:gd name="T5" fmla="*/ 110 h 212"/>
                  <a:gd name="T6" fmla="*/ 44 w 114"/>
                  <a:gd name="T7" fmla="*/ 110 h 212"/>
                  <a:gd name="T8" fmla="*/ 0 w 114"/>
                  <a:gd name="T9" fmla="*/ 212 h 212"/>
                  <a:gd name="T10" fmla="*/ 114 w 114"/>
                  <a:gd name="T11" fmla="*/ 85 h 212"/>
                  <a:gd name="T12" fmla="*/ 79 w 114"/>
                  <a:gd name="T13" fmla="*/ 87 h 212"/>
                </a:gdLst>
                <a:ahLst/>
                <a:cxnLst>
                  <a:cxn ang="0">
                    <a:pos x="T0" y="T1"/>
                  </a:cxn>
                  <a:cxn ang="0">
                    <a:pos x="T2" y="T3"/>
                  </a:cxn>
                  <a:cxn ang="0">
                    <a:pos x="T4" y="T5"/>
                  </a:cxn>
                  <a:cxn ang="0">
                    <a:pos x="T6" y="T7"/>
                  </a:cxn>
                  <a:cxn ang="0">
                    <a:pos x="T8" y="T9"/>
                  </a:cxn>
                  <a:cxn ang="0">
                    <a:pos x="T10" y="T11"/>
                  </a:cxn>
                  <a:cxn ang="0">
                    <a:pos x="T12" y="T13"/>
                  </a:cxn>
                </a:cxnLst>
                <a:rect l="0" t="0" r="r" b="b"/>
                <a:pathLst>
                  <a:path w="114" h="212">
                    <a:moveTo>
                      <a:pt x="79" y="87"/>
                    </a:moveTo>
                    <a:lnTo>
                      <a:pt x="112" y="0"/>
                    </a:lnTo>
                    <a:lnTo>
                      <a:pt x="8" y="110"/>
                    </a:lnTo>
                    <a:lnTo>
                      <a:pt x="44" y="110"/>
                    </a:lnTo>
                    <a:lnTo>
                      <a:pt x="0" y="212"/>
                    </a:lnTo>
                    <a:lnTo>
                      <a:pt x="114" y="85"/>
                    </a:lnTo>
                    <a:lnTo>
                      <a:pt x="79" y="8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grpSp>
      <p:grpSp>
        <p:nvGrpSpPr>
          <p:cNvPr id="58" name="Group 57"/>
          <p:cNvGrpSpPr/>
          <p:nvPr/>
        </p:nvGrpSpPr>
        <p:grpSpPr>
          <a:xfrm>
            <a:off x="5304435" y="3912939"/>
            <a:ext cx="629695" cy="633646"/>
            <a:chOff x="4191000" y="1475413"/>
            <a:chExt cx="703284" cy="707698"/>
          </a:xfrm>
        </p:grpSpPr>
        <p:sp>
          <p:nvSpPr>
            <p:cNvPr id="59" name="Oval 58"/>
            <p:cNvSpPr/>
            <p:nvPr/>
          </p:nvSpPr>
          <p:spPr>
            <a:xfrm>
              <a:off x="4191000" y="1475413"/>
              <a:ext cx="703284" cy="707698"/>
            </a:xfrm>
            <a:prstGeom prst="ellipse">
              <a:avLst/>
            </a:prstGeom>
            <a:solidFill>
              <a:schemeClr val="accent4"/>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US" sz="8800">
                <a:solidFill>
                  <a:schemeClr val="bg1"/>
                </a:solidFill>
              </a:endParaRPr>
            </a:p>
          </p:txBody>
        </p:sp>
        <p:grpSp>
          <p:nvGrpSpPr>
            <p:cNvPr id="60" name="Group 59"/>
            <p:cNvGrpSpPr/>
            <p:nvPr/>
          </p:nvGrpSpPr>
          <p:grpSpPr>
            <a:xfrm>
              <a:off x="4406360" y="1658908"/>
              <a:ext cx="272565" cy="340708"/>
              <a:chOff x="6751638" y="2265363"/>
              <a:chExt cx="158750" cy="198438"/>
            </a:xfrm>
            <a:solidFill>
              <a:schemeClr val="bg1"/>
            </a:solidFill>
          </p:grpSpPr>
          <p:sp>
            <p:nvSpPr>
              <p:cNvPr id="61" name="Freeform 18"/>
              <p:cNvSpPr/>
              <p:nvPr/>
            </p:nvSpPr>
            <p:spPr bwMode="auto">
              <a:xfrm>
                <a:off x="6751638" y="2349501"/>
                <a:ext cx="158750" cy="65088"/>
              </a:xfrm>
              <a:custGeom>
                <a:avLst/>
                <a:gdLst>
                  <a:gd name="T0" fmla="*/ 49 w 98"/>
                  <a:gd name="T1" fmla="*/ 15 h 40"/>
                  <a:gd name="T2" fmla="*/ 2 w 98"/>
                  <a:gd name="T3" fmla="*/ 0 h 40"/>
                  <a:gd name="T4" fmla="*/ 0 w 98"/>
                  <a:gd name="T5" fmla="*/ 4 h 40"/>
                  <a:gd name="T6" fmla="*/ 0 w 98"/>
                  <a:gd name="T7" fmla="*/ 19 h 40"/>
                  <a:gd name="T8" fmla="*/ 49 w 98"/>
                  <a:gd name="T9" fmla="*/ 40 h 40"/>
                  <a:gd name="T10" fmla="*/ 98 w 98"/>
                  <a:gd name="T11" fmla="*/ 19 h 40"/>
                  <a:gd name="T12" fmla="*/ 98 w 98"/>
                  <a:gd name="T13" fmla="*/ 4 h 40"/>
                  <a:gd name="T14" fmla="*/ 96 w 98"/>
                  <a:gd name="T15" fmla="*/ 0 h 40"/>
                  <a:gd name="T16" fmla="*/ 49 w 98"/>
                  <a:gd name="T17" fmla="*/ 1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40">
                    <a:moveTo>
                      <a:pt x="49" y="15"/>
                    </a:moveTo>
                    <a:cubicBezTo>
                      <a:pt x="26" y="15"/>
                      <a:pt x="7" y="9"/>
                      <a:pt x="2" y="0"/>
                    </a:cubicBezTo>
                    <a:cubicBezTo>
                      <a:pt x="1" y="1"/>
                      <a:pt x="0" y="3"/>
                      <a:pt x="0" y="4"/>
                    </a:cubicBezTo>
                    <a:cubicBezTo>
                      <a:pt x="0" y="19"/>
                      <a:pt x="0" y="19"/>
                      <a:pt x="0" y="19"/>
                    </a:cubicBezTo>
                    <a:cubicBezTo>
                      <a:pt x="0" y="31"/>
                      <a:pt x="22" y="40"/>
                      <a:pt x="49" y="40"/>
                    </a:cubicBezTo>
                    <a:cubicBezTo>
                      <a:pt x="76" y="40"/>
                      <a:pt x="98" y="31"/>
                      <a:pt x="98" y="19"/>
                    </a:cubicBezTo>
                    <a:cubicBezTo>
                      <a:pt x="98" y="4"/>
                      <a:pt x="98" y="4"/>
                      <a:pt x="98" y="4"/>
                    </a:cubicBezTo>
                    <a:cubicBezTo>
                      <a:pt x="98" y="3"/>
                      <a:pt x="97" y="1"/>
                      <a:pt x="96" y="0"/>
                    </a:cubicBezTo>
                    <a:cubicBezTo>
                      <a:pt x="91" y="9"/>
                      <a:pt x="72" y="15"/>
                      <a:pt x="49"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2" name="Freeform 19"/>
              <p:cNvSpPr/>
              <p:nvPr/>
            </p:nvSpPr>
            <p:spPr bwMode="auto">
              <a:xfrm>
                <a:off x="6751638" y="2397126"/>
                <a:ext cx="158750" cy="66675"/>
              </a:xfrm>
              <a:custGeom>
                <a:avLst/>
                <a:gdLst>
                  <a:gd name="T0" fmla="*/ 49 w 98"/>
                  <a:gd name="T1" fmla="*/ 16 h 41"/>
                  <a:gd name="T2" fmla="*/ 2 w 98"/>
                  <a:gd name="T3" fmla="*/ 0 h 41"/>
                  <a:gd name="T4" fmla="*/ 0 w 98"/>
                  <a:gd name="T5" fmla="*/ 5 h 41"/>
                  <a:gd name="T6" fmla="*/ 0 w 98"/>
                  <a:gd name="T7" fmla="*/ 20 h 41"/>
                  <a:gd name="T8" fmla="*/ 49 w 98"/>
                  <a:gd name="T9" fmla="*/ 41 h 41"/>
                  <a:gd name="T10" fmla="*/ 98 w 98"/>
                  <a:gd name="T11" fmla="*/ 20 h 41"/>
                  <a:gd name="T12" fmla="*/ 98 w 98"/>
                  <a:gd name="T13" fmla="*/ 5 h 41"/>
                  <a:gd name="T14" fmla="*/ 96 w 98"/>
                  <a:gd name="T15" fmla="*/ 0 h 41"/>
                  <a:gd name="T16" fmla="*/ 49 w 98"/>
                  <a:gd name="T17" fmla="*/ 1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41">
                    <a:moveTo>
                      <a:pt x="49" y="16"/>
                    </a:moveTo>
                    <a:cubicBezTo>
                      <a:pt x="26" y="16"/>
                      <a:pt x="7" y="9"/>
                      <a:pt x="2" y="0"/>
                    </a:cubicBezTo>
                    <a:cubicBezTo>
                      <a:pt x="1" y="2"/>
                      <a:pt x="0" y="3"/>
                      <a:pt x="0" y="5"/>
                    </a:cubicBezTo>
                    <a:cubicBezTo>
                      <a:pt x="0" y="20"/>
                      <a:pt x="0" y="20"/>
                      <a:pt x="0" y="20"/>
                    </a:cubicBezTo>
                    <a:cubicBezTo>
                      <a:pt x="0" y="31"/>
                      <a:pt x="22" y="41"/>
                      <a:pt x="49" y="41"/>
                    </a:cubicBezTo>
                    <a:cubicBezTo>
                      <a:pt x="76" y="41"/>
                      <a:pt x="98" y="31"/>
                      <a:pt x="98" y="20"/>
                    </a:cubicBezTo>
                    <a:cubicBezTo>
                      <a:pt x="98" y="5"/>
                      <a:pt x="98" y="5"/>
                      <a:pt x="98" y="5"/>
                    </a:cubicBezTo>
                    <a:cubicBezTo>
                      <a:pt x="98" y="3"/>
                      <a:pt x="97" y="2"/>
                      <a:pt x="96" y="0"/>
                    </a:cubicBezTo>
                    <a:cubicBezTo>
                      <a:pt x="91" y="9"/>
                      <a:pt x="72" y="16"/>
                      <a:pt x="49"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3" name="Freeform 20"/>
              <p:cNvSpPr/>
              <p:nvPr/>
            </p:nvSpPr>
            <p:spPr bwMode="auto">
              <a:xfrm>
                <a:off x="6751638" y="2300288"/>
                <a:ext cx="158750" cy="65088"/>
              </a:xfrm>
              <a:custGeom>
                <a:avLst/>
                <a:gdLst>
                  <a:gd name="T0" fmla="*/ 96 w 98"/>
                  <a:gd name="T1" fmla="*/ 0 h 40"/>
                  <a:gd name="T2" fmla="*/ 49 w 98"/>
                  <a:gd name="T3" fmla="*/ 15 h 40"/>
                  <a:gd name="T4" fmla="*/ 2 w 98"/>
                  <a:gd name="T5" fmla="*/ 0 h 40"/>
                  <a:gd name="T6" fmla="*/ 0 w 98"/>
                  <a:gd name="T7" fmla="*/ 5 h 40"/>
                  <a:gd name="T8" fmla="*/ 0 w 98"/>
                  <a:gd name="T9" fmla="*/ 19 h 40"/>
                  <a:gd name="T10" fmla="*/ 49 w 98"/>
                  <a:gd name="T11" fmla="*/ 40 h 40"/>
                  <a:gd name="T12" fmla="*/ 98 w 98"/>
                  <a:gd name="T13" fmla="*/ 19 h 40"/>
                  <a:gd name="T14" fmla="*/ 98 w 98"/>
                  <a:gd name="T15" fmla="*/ 5 h 40"/>
                  <a:gd name="T16" fmla="*/ 96 w 98"/>
                  <a:gd name="T17"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40">
                    <a:moveTo>
                      <a:pt x="96" y="0"/>
                    </a:moveTo>
                    <a:cubicBezTo>
                      <a:pt x="95" y="8"/>
                      <a:pt x="75" y="15"/>
                      <a:pt x="49" y="15"/>
                    </a:cubicBezTo>
                    <a:cubicBezTo>
                      <a:pt x="23" y="15"/>
                      <a:pt x="3" y="8"/>
                      <a:pt x="2" y="0"/>
                    </a:cubicBezTo>
                    <a:cubicBezTo>
                      <a:pt x="1" y="1"/>
                      <a:pt x="0" y="3"/>
                      <a:pt x="0" y="5"/>
                    </a:cubicBezTo>
                    <a:cubicBezTo>
                      <a:pt x="0" y="19"/>
                      <a:pt x="0" y="19"/>
                      <a:pt x="0" y="19"/>
                    </a:cubicBezTo>
                    <a:cubicBezTo>
                      <a:pt x="0" y="31"/>
                      <a:pt x="22" y="40"/>
                      <a:pt x="49" y="40"/>
                    </a:cubicBezTo>
                    <a:cubicBezTo>
                      <a:pt x="76" y="40"/>
                      <a:pt x="98" y="31"/>
                      <a:pt x="98" y="19"/>
                    </a:cubicBezTo>
                    <a:cubicBezTo>
                      <a:pt x="98" y="5"/>
                      <a:pt x="98" y="5"/>
                      <a:pt x="98" y="5"/>
                    </a:cubicBezTo>
                    <a:cubicBezTo>
                      <a:pt x="98" y="3"/>
                      <a:pt x="97" y="1"/>
                      <a:pt x="9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4" name="Oval 21"/>
              <p:cNvSpPr>
                <a:spLocks noChangeArrowheads="1"/>
              </p:cNvSpPr>
              <p:nvPr/>
            </p:nvSpPr>
            <p:spPr bwMode="auto">
              <a:xfrm>
                <a:off x="6754813" y="2265363"/>
                <a:ext cx="152400" cy="508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grpSp>
      <p:sp>
        <p:nvSpPr>
          <p:cNvPr id="48" name="矩形 47"/>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peelOff"/>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heel(1)">
                                      <p:cBhvr>
                                        <p:cTn id="7" dur="2000"/>
                                        <p:tgtEl>
                                          <p:spTgt spid="57"/>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fade">
                                      <p:cBhvr>
                                        <p:cTn id="11" dur="500"/>
                                        <p:tgtEl>
                                          <p:spTgt spid="17">
                                            <p:txEl>
                                              <p:pRg st="0" end="0"/>
                                            </p:txEl>
                                          </p:spTgt>
                                        </p:tgtEl>
                                      </p:cBhvr>
                                    </p:animEffect>
                                  </p:childTnLst>
                                </p:cTn>
                              </p:par>
                            </p:childTnLst>
                          </p:cTn>
                        </p:par>
                        <p:par>
                          <p:cTn id="12" fill="hold">
                            <p:stCondLst>
                              <p:cond delay="2500"/>
                            </p:stCondLst>
                            <p:childTnLst>
                              <p:par>
                                <p:cTn id="13" presetID="10" presetClass="entr" presetSubtype="0" fill="hold" grpId="0" nodeType="after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animEffect transition="in" filter="fade">
                                      <p:cBhvr>
                                        <p:cTn id="15" dur="500"/>
                                        <p:tgtEl>
                                          <p:spTgt spid="18">
                                            <p:txEl>
                                              <p:pRg st="0" end="0"/>
                                            </p:txEl>
                                          </p:spTgt>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animEffect transition="in" filter="fade">
                                      <p:cBhvr>
                                        <p:cTn id="19" dur="500"/>
                                        <p:tgtEl>
                                          <p:spTgt spid="19">
                                            <p:txEl>
                                              <p:pRg st="0" end="0"/>
                                            </p:txEl>
                                          </p:spTgt>
                                        </p:tgtEl>
                                      </p:cBhvr>
                                    </p:animEffect>
                                  </p:childTnLst>
                                </p:cTn>
                              </p:par>
                            </p:childTnLst>
                          </p:cTn>
                        </p:par>
                        <p:par>
                          <p:cTn id="20" fill="hold">
                            <p:stCondLst>
                              <p:cond delay="3500"/>
                            </p:stCondLst>
                            <p:childTnLst>
                              <p:par>
                                <p:cTn id="21" presetID="10" presetClass="entr" presetSubtype="0" fill="hold" grpId="0" nodeType="afterEffect">
                                  <p:stCondLst>
                                    <p:cond delay="0"/>
                                  </p:stCondLst>
                                  <p:childTnLst>
                                    <p:set>
                                      <p:cBhvr>
                                        <p:cTn id="22" dur="1" fill="hold">
                                          <p:stCondLst>
                                            <p:cond delay="0"/>
                                          </p:stCondLst>
                                        </p:cTn>
                                        <p:tgtEl>
                                          <p:spTgt spid="20">
                                            <p:txEl>
                                              <p:pRg st="0" end="0"/>
                                            </p:txEl>
                                          </p:spTgt>
                                        </p:tgtEl>
                                        <p:attrNameLst>
                                          <p:attrName>style.visibility</p:attrName>
                                        </p:attrNameLst>
                                      </p:cBhvr>
                                      <p:to>
                                        <p:strVal val="visible"/>
                                      </p:to>
                                    </p:set>
                                    <p:animEffect transition="in" filter="fade">
                                      <p:cBhvr>
                                        <p:cTn id="23" dur="500"/>
                                        <p:tgtEl>
                                          <p:spTgt spid="20">
                                            <p:txEl>
                                              <p:pRg st="0" end="0"/>
                                            </p:txEl>
                                          </p:spTgt>
                                        </p:tgtEl>
                                      </p:cBhvr>
                                    </p:animEffect>
                                  </p:childTnLst>
                                </p:cTn>
                              </p:par>
                            </p:childTnLst>
                          </p:cTn>
                        </p:par>
                        <p:par>
                          <p:cTn id="24" fill="hold">
                            <p:stCondLst>
                              <p:cond delay="4000"/>
                            </p:stCondLst>
                            <p:childTnLst>
                              <p:par>
                                <p:cTn id="25" presetID="2" presetClass="entr" presetSubtype="4" fill="hold" nodeType="afterEffect">
                                  <p:stCondLst>
                                    <p:cond delay="0"/>
                                  </p:stCondLst>
                                  <p:childTnLst>
                                    <p:set>
                                      <p:cBhvr>
                                        <p:cTn id="26" dur="1" fill="hold">
                                          <p:stCondLst>
                                            <p:cond delay="0"/>
                                          </p:stCondLst>
                                        </p:cTn>
                                        <p:tgtEl>
                                          <p:spTgt spid="39"/>
                                        </p:tgtEl>
                                        <p:attrNameLst>
                                          <p:attrName>style.visibility</p:attrName>
                                        </p:attrNameLst>
                                      </p:cBhvr>
                                      <p:to>
                                        <p:strVal val="visible"/>
                                      </p:to>
                                    </p:set>
                                    <p:anim calcmode="lin" valueType="num">
                                      <p:cBhvr additive="base">
                                        <p:cTn id="27" dur="500" fill="hold"/>
                                        <p:tgtEl>
                                          <p:spTgt spid="39"/>
                                        </p:tgtEl>
                                        <p:attrNameLst>
                                          <p:attrName>ppt_x</p:attrName>
                                        </p:attrNameLst>
                                      </p:cBhvr>
                                      <p:tavLst>
                                        <p:tav tm="0">
                                          <p:val>
                                            <p:strVal val="#ppt_x"/>
                                          </p:val>
                                        </p:tav>
                                        <p:tav tm="100000">
                                          <p:val>
                                            <p:strVal val="#ppt_x"/>
                                          </p:val>
                                        </p:tav>
                                      </p:tavLst>
                                    </p:anim>
                                    <p:anim calcmode="lin" valueType="num">
                                      <p:cBhvr additive="base">
                                        <p:cTn id="28" dur="500" fill="hold"/>
                                        <p:tgtEl>
                                          <p:spTgt spid="39"/>
                                        </p:tgtEl>
                                        <p:attrNameLst>
                                          <p:attrName>ppt_y</p:attrName>
                                        </p:attrNameLst>
                                      </p:cBhvr>
                                      <p:tavLst>
                                        <p:tav tm="0">
                                          <p:val>
                                            <p:strVal val="1+#ppt_h/2"/>
                                          </p:val>
                                        </p:tav>
                                        <p:tav tm="100000">
                                          <p:val>
                                            <p:strVal val="#ppt_y"/>
                                          </p:val>
                                        </p:tav>
                                      </p:tavLst>
                                    </p:anim>
                                  </p:childTnLst>
                                </p:cTn>
                              </p:par>
                            </p:childTnLst>
                          </p:cTn>
                        </p:par>
                        <p:par>
                          <p:cTn id="29" fill="hold">
                            <p:stCondLst>
                              <p:cond delay="4500"/>
                            </p:stCondLst>
                            <p:childTnLst>
                              <p:par>
                                <p:cTn id="30" presetID="10" presetClass="entr" presetSubtype="0" fill="hold" grpId="0" nodeType="after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childTnLst>
                          </p:cTn>
                        </p:par>
                        <p:par>
                          <p:cTn id="33" fill="hold">
                            <p:stCondLst>
                              <p:cond delay="5000"/>
                            </p:stCondLst>
                            <p:childTnLst>
                              <p:par>
                                <p:cTn id="34" presetID="10" presetClass="entr" presetSubtype="0" fill="hold" grpId="0" nodeType="afterEffect">
                                  <p:stCondLst>
                                    <p:cond delay="0"/>
                                  </p:stCondLst>
                                  <p:childTnLst>
                                    <p:set>
                                      <p:cBhvr>
                                        <p:cTn id="35" dur="1" fill="hold">
                                          <p:stCondLst>
                                            <p:cond delay="0"/>
                                          </p:stCondLst>
                                        </p:cTn>
                                        <p:tgtEl>
                                          <p:spTgt spid="23">
                                            <p:txEl>
                                              <p:pRg st="0" end="0"/>
                                            </p:txEl>
                                          </p:spTgt>
                                        </p:tgtEl>
                                        <p:attrNameLst>
                                          <p:attrName>style.visibility</p:attrName>
                                        </p:attrNameLst>
                                      </p:cBhvr>
                                      <p:to>
                                        <p:strVal val="visible"/>
                                      </p:to>
                                    </p:set>
                                    <p:animEffect transition="in" filter="fade">
                                      <p:cBhvr>
                                        <p:cTn id="36" dur="500"/>
                                        <p:tgtEl>
                                          <p:spTgt spid="23">
                                            <p:txEl>
                                              <p:pRg st="0" end="0"/>
                                            </p:txEl>
                                          </p:spTgt>
                                        </p:tgtEl>
                                      </p:cBhvr>
                                    </p:animEffect>
                                  </p:childTnLst>
                                </p:cTn>
                              </p:par>
                            </p:childTnLst>
                          </p:cTn>
                        </p:par>
                        <p:par>
                          <p:cTn id="37" fill="hold">
                            <p:stCondLst>
                              <p:cond delay="5500"/>
                            </p:stCondLst>
                            <p:childTnLst>
                              <p:par>
                                <p:cTn id="38" presetID="2" presetClass="entr" presetSubtype="4" fill="hold" nodeType="afterEffect">
                                  <p:stCondLst>
                                    <p:cond delay="0"/>
                                  </p:stCondLst>
                                  <p:childTnLst>
                                    <p:set>
                                      <p:cBhvr>
                                        <p:cTn id="39" dur="1" fill="hold">
                                          <p:stCondLst>
                                            <p:cond delay="0"/>
                                          </p:stCondLst>
                                        </p:cTn>
                                        <p:tgtEl>
                                          <p:spTgt spid="42"/>
                                        </p:tgtEl>
                                        <p:attrNameLst>
                                          <p:attrName>style.visibility</p:attrName>
                                        </p:attrNameLst>
                                      </p:cBhvr>
                                      <p:to>
                                        <p:strVal val="visible"/>
                                      </p:to>
                                    </p:set>
                                    <p:anim calcmode="lin" valueType="num">
                                      <p:cBhvr additive="base">
                                        <p:cTn id="40" dur="500" fill="hold"/>
                                        <p:tgtEl>
                                          <p:spTgt spid="42"/>
                                        </p:tgtEl>
                                        <p:attrNameLst>
                                          <p:attrName>ppt_x</p:attrName>
                                        </p:attrNameLst>
                                      </p:cBhvr>
                                      <p:tavLst>
                                        <p:tav tm="0">
                                          <p:val>
                                            <p:strVal val="#ppt_x"/>
                                          </p:val>
                                        </p:tav>
                                        <p:tav tm="100000">
                                          <p:val>
                                            <p:strVal val="#ppt_x"/>
                                          </p:val>
                                        </p:tav>
                                      </p:tavLst>
                                    </p:anim>
                                    <p:anim calcmode="lin" valueType="num">
                                      <p:cBhvr additive="base">
                                        <p:cTn id="41" dur="500" fill="hold"/>
                                        <p:tgtEl>
                                          <p:spTgt spid="42"/>
                                        </p:tgtEl>
                                        <p:attrNameLst>
                                          <p:attrName>ppt_y</p:attrName>
                                        </p:attrNameLst>
                                      </p:cBhvr>
                                      <p:tavLst>
                                        <p:tav tm="0">
                                          <p:val>
                                            <p:strVal val="1+#ppt_h/2"/>
                                          </p:val>
                                        </p:tav>
                                        <p:tav tm="100000">
                                          <p:val>
                                            <p:strVal val="#ppt_y"/>
                                          </p:val>
                                        </p:tav>
                                      </p:tavLst>
                                    </p:anim>
                                  </p:childTnLst>
                                </p:cTn>
                              </p:par>
                            </p:childTnLst>
                          </p:cTn>
                        </p:par>
                        <p:par>
                          <p:cTn id="42" fill="hold">
                            <p:stCondLst>
                              <p:cond delay="6000"/>
                            </p:stCondLst>
                            <p:childTnLst>
                              <p:par>
                                <p:cTn id="43" presetID="10" presetClass="entr" presetSubtype="0" fill="hold" grpId="0" nodeType="afterEffect">
                                  <p:stCondLst>
                                    <p:cond delay="0"/>
                                  </p:stCondLst>
                                  <p:childTnLst>
                                    <p:set>
                                      <p:cBhvr>
                                        <p:cTn id="44" dur="1" fill="hold">
                                          <p:stCondLst>
                                            <p:cond delay="0"/>
                                          </p:stCondLst>
                                        </p:cTn>
                                        <p:tgtEl>
                                          <p:spTgt spid="24">
                                            <p:txEl>
                                              <p:pRg st="0" end="0"/>
                                            </p:txEl>
                                          </p:spTgt>
                                        </p:tgtEl>
                                        <p:attrNameLst>
                                          <p:attrName>style.visibility</p:attrName>
                                        </p:attrNameLst>
                                      </p:cBhvr>
                                      <p:to>
                                        <p:strVal val="visible"/>
                                      </p:to>
                                    </p:set>
                                    <p:animEffect transition="in" filter="fade">
                                      <p:cBhvr>
                                        <p:cTn id="45" dur="500"/>
                                        <p:tgtEl>
                                          <p:spTgt spid="24">
                                            <p:txEl>
                                              <p:pRg st="0" end="0"/>
                                            </p:txEl>
                                          </p:spTgt>
                                        </p:tgtEl>
                                      </p:cBhvr>
                                    </p:animEffect>
                                  </p:childTnLst>
                                </p:cTn>
                              </p:par>
                            </p:childTnLst>
                          </p:cTn>
                        </p:par>
                        <p:par>
                          <p:cTn id="46" fill="hold">
                            <p:stCondLst>
                              <p:cond delay="6500"/>
                            </p:stCondLst>
                            <p:childTnLst>
                              <p:par>
                                <p:cTn id="47" presetID="10" presetClass="entr" presetSubtype="0" fill="hold" grpId="0" nodeType="afterEffect">
                                  <p:stCondLst>
                                    <p:cond delay="0"/>
                                  </p:stCondLst>
                                  <p:childTnLst>
                                    <p:set>
                                      <p:cBhvr>
                                        <p:cTn id="48" dur="1" fill="hold">
                                          <p:stCondLst>
                                            <p:cond delay="0"/>
                                          </p:stCondLst>
                                        </p:cTn>
                                        <p:tgtEl>
                                          <p:spTgt spid="25">
                                            <p:txEl>
                                              <p:pRg st="0" end="0"/>
                                            </p:txEl>
                                          </p:spTgt>
                                        </p:tgtEl>
                                        <p:attrNameLst>
                                          <p:attrName>style.visibility</p:attrName>
                                        </p:attrNameLst>
                                      </p:cBhvr>
                                      <p:to>
                                        <p:strVal val="visible"/>
                                      </p:to>
                                    </p:set>
                                    <p:animEffect transition="in" filter="fade">
                                      <p:cBhvr>
                                        <p:cTn id="49" dur="500"/>
                                        <p:tgtEl>
                                          <p:spTgt spid="25">
                                            <p:txEl>
                                              <p:pRg st="0" end="0"/>
                                            </p:txEl>
                                          </p:spTgt>
                                        </p:tgtEl>
                                      </p:cBhvr>
                                    </p:animEffect>
                                  </p:childTnLst>
                                </p:cTn>
                              </p:par>
                            </p:childTnLst>
                          </p:cTn>
                        </p:par>
                        <p:par>
                          <p:cTn id="50" fill="hold">
                            <p:stCondLst>
                              <p:cond delay="7000"/>
                            </p:stCondLst>
                            <p:childTnLst>
                              <p:par>
                                <p:cTn id="51" presetID="53" presetClass="entr" presetSubtype="16" fill="hold" nodeType="afterEffect">
                                  <p:stCondLst>
                                    <p:cond delay="0"/>
                                  </p:stCondLst>
                                  <p:childTnLst>
                                    <p:set>
                                      <p:cBhvr>
                                        <p:cTn id="52" dur="1" fill="hold">
                                          <p:stCondLst>
                                            <p:cond delay="0"/>
                                          </p:stCondLst>
                                        </p:cTn>
                                        <p:tgtEl>
                                          <p:spTgt spid="49"/>
                                        </p:tgtEl>
                                        <p:attrNameLst>
                                          <p:attrName>style.visibility</p:attrName>
                                        </p:attrNameLst>
                                      </p:cBhvr>
                                      <p:to>
                                        <p:strVal val="visible"/>
                                      </p:to>
                                    </p:set>
                                    <p:anim calcmode="lin" valueType="num">
                                      <p:cBhvr>
                                        <p:cTn id="53" dur="500" fill="hold"/>
                                        <p:tgtEl>
                                          <p:spTgt spid="49"/>
                                        </p:tgtEl>
                                        <p:attrNameLst>
                                          <p:attrName>ppt_w</p:attrName>
                                        </p:attrNameLst>
                                      </p:cBhvr>
                                      <p:tavLst>
                                        <p:tav tm="0">
                                          <p:val>
                                            <p:fltVal val="0"/>
                                          </p:val>
                                        </p:tav>
                                        <p:tav tm="100000">
                                          <p:val>
                                            <p:strVal val="#ppt_w"/>
                                          </p:val>
                                        </p:tav>
                                      </p:tavLst>
                                    </p:anim>
                                    <p:anim calcmode="lin" valueType="num">
                                      <p:cBhvr>
                                        <p:cTn id="54" dur="500" fill="hold"/>
                                        <p:tgtEl>
                                          <p:spTgt spid="49"/>
                                        </p:tgtEl>
                                        <p:attrNameLst>
                                          <p:attrName>ppt_h</p:attrName>
                                        </p:attrNameLst>
                                      </p:cBhvr>
                                      <p:tavLst>
                                        <p:tav tm="0">
                                          <p:val>
                                            <p:fltVal val="0"/>
                                          </p:val>
                                        </p:tav>
                                        <p:tav tm="100000">
                                          <p:val>
                                            <p:strVal val="#ppt_h"/>
                                          </p:val>
                                        </p:tav>
                                      </p:tavLst>
                                    </p:anim>
                                    <p:animEffect transition="in" filter="fade">
                                      <p:cBhvr>
                                        <p:cTn id="55" dur="500"/>
                                        <p:tgtEl>
                                          <p:spTgt spid="49"/>
                                        </p:tgtEl>
                                      </p:cBhvr>
                                    </p:animEffect>
                                  </p:childTnLst>
                                </p:cTn>
                              </p:par>
                            </p:childTnLst>
                          </p:cTn>
                        </p:par>
                        <p:par>
                          <p:cTn id="56" fill="hold">
                            <p:stCondLst>
                              <p:cond delay="7500"/>
                            </p:stCondLst>
                            <p:childTnLst>
                              <p:par>
                                <p:cTn id="57" presetID="10" presetClass="entr" presetSubtype="0" fill="hold" grpId="0" nodeType="afterEffect">
                                  <p:stCondLst>
                                    <p:cond delay="0"/>
                                  </p:stCondLst>
                                  <p:childTnLst>
                                    <p:set>
                                      <p:cBhvr>
                                        <p:cTn id="58" dur="1" fill="hold">
                                          <p:stCondLst>
                                            <p:cond delay="0"/>
                                          </p:stCondLst>
                                        </p:cTn>
                                        <p:tgtEl>
                                          <p:spTgt spid="26">
                                            <p:txEl>
                                              <p:pRg st="0" end="0"/>
                                            </p:txEl>
                                          </p:spTgt>
                                        </p:tgtEl>
                                        <p:attrNameLst>
                                          <p:attrName>style.visibility</p:attrName>
                                        </p:attrNameLst>
                                      </p:cBhvr>
                                      <p:to>
                                        <p:strVal val="visible"/>
                                      </p:to>
                                    </p:set>
                                    <p:animEffect transition="in" filter="fade">
                                      <p:cBhvr>
                                        <p:cTn id="59" dur="500"/>
                                        <p:tgtEl>
                                          <p:spTgt spid="26">
                                            <p:txEl>
                                              <p:pRg st="0" end="0"/>
                                            </p:txEl>
                                          </p:spTgt>
                                        </p:tgtEl>
                                      </p:cBhvr>
                                    </p:animEffect>
                                  </p:childTnLst>
                                </p:cTn>
                              </p:par>
                            </p:childTnLst>
                          </p:cTn>
                        </p:par>
                        <p:par>
                          <p:cTn id="60" fill="hold">
                            <p:stCondLst>
                              <p:cond delay="8000"/>
                            </p:stCondLst>
                            <p:childTnLst>
                              <p:par>
                                <p:cTn id="61" presetID="10" presetClass="entr" presetSubtype="0" fill="hold" grpId="0" nodeType="afterEffect">
                                  <p:stCondLst>
                                    <p:cond delay="0"/>
                                  </p:stCondLst>
                                  <p:childTnLst>
                                    <p:set>
                                      <p:cBhvr>
                                        <p:cTn id="62" dur="1" fill="hold">
                                          <p:stCondLst>
                                            <p:cond delay="0"/>
                                          </p:stCondLst>
                                        </p:cTn>
                                        <p:tgtEl>
                                          <p:spTgt spid="27">
                                            <p:txEl>
                                              <p:pRg st="0" end="0"/>
                                            </p:txEl>
                                          </p:spTgt>
                                        </p:tgtEl>
                                        <p:attrNameLst>
                                          <p:attrName>style.visibility</p:attrName>
                                        </p:attrNameLst>
                                      </p:cBhvr>
                                      <p:to>
                                        <p:strVal val="visible"/>
                                      </p:to>
                                    </p:set>
                                    <p:animEffect transition="in" filter="fade">
                                      <p:cBhvr>
                                        <p:cTn id="63" dur="500"/>
                                        <p:tgtEl>
                                          <p:spTgt spid="27">
                                            <p:txEl>
                                              <p:pRg st="0" end="0"/>
                                            </p:txEl>
                                          </p:spTgt>
                                        </p:tgtEl>
                                      </p:cBhvr>
                                    </p:animEffect>
                                  </p:childTnLst>
                                </p:cTn>
                              </p:par>
                            </p:childTnLst>
                          </p:cTn>
                        </p:par>
                        <p:par>
                          <p:cTn id="64" fill="hold">
                            <p:stCondLst>
                              <p:cond delay="8500"/>
                            </p:stCondLst>
                            <p:childTnLst>
                              <p:par>
                                <p:cTn id="65" presetID="53" presetClass="entr" presetSubtype="16" fill="hold" nodeType="afterEffect">
                                  <p:stCondLst>
                                    <p:cond delay="0"/>
                                  </p:stCondLst>
                                  <p:childTnLst>
                                    <p:set>
                                      <p:cBhvr>
                                        <p:cTn id="66" dur="1" fill="hold">
                                          <p:stCondLst>
                                            <p:cond delay="0"/>
                                          </p:stCondLst>
                                        </p:cTn>
                                        <p:tgtEl>
                                          <p:spTgt spid="58"/>
                                        </p:tgtEl>
                                        <p:attrNameLst>
                                          <p:attrName>style.visibility</p:attrName>
                                        </p:attrNameLst>
                                      </p:cBhvr>
                                      <p:to>
                                        <p:strVal val="visible"/>
                                      </p:to>
                                    </p:set>
                                    <p:anim calcmode="lin" valueType="num">
                                      <p:cBhvr>
                                        <p:cTn id="67" dur="500" fill="hold"/>
                                        <p:tgtEl>
                                          <p:spTgt spid="58"/>
                                        </p:tgtEl>
                                        <p:attrNameLst>
                                          <p:attrName>ppt_w</p:attrName>
                                        </p:attrNameLst>
                                      </p:cBhvr>
                                      <p:tavLst>
                                        <p:tav tm="0">
                                          <p:val>
                                            <p:fltVal val="0"/>
                                          </p:val>
                                        </p:tav>
                                        <p:tav tm="100000">
                                          <p:val>
                                            <p:strVal val="#ppt_w"/>
                                          </p:val>
                                        </p:tav>
                                      </p:tavLst>
                                    </p:anim>
                                    <p:anim calcmode="lin" valueType="num">
                                      <p:cBhvr>
                                        <p:cTn id="68" dur="500" fill="hold"/>
                                        <p:tgtEl>
                                          <p:spTgt spid="58"/>
                                        </p:tgtEl>
                                        <p:attrNameLst>
                                          <p:attrName>ppt_h</p:attrName>
                                        </p:attrNameLst>
                                      </p:cBhvr>
                                      <p:tavLst>
                                        <p:tav tm="0">
                                          <p:val>
                                            <p:fltVal val="0"/>
                                          </p:val>
                                        </p:tav>
                                        <p:tav tm="100000">
                                          <p:val>
                                            <p:strVal val="#ppt_h"/>
                                          </p:val>
                                        </p:tav>
                                      </p:tavLst>
                                    </p:anim>
                                    <p:animEffect transition="in" filter="fade">
                                      <p:cBhvr>
                                        <p:cTn id="69" dur="500"/>
                                        <p:tgtEl>
                                          <p:spTgt spid="58"/>
                                        </p:tgtEl>
                                      </p:cBhvr>
                                    </p:animEffect>
                                  </p:childTnLst>
                                </p:cTn>
                              </p:par>
                            </p:childTnLst>
                          </p:cTn>
                        </p:par>
                        <p:par>
                          <p:cTn id="70" fill="hold">
                            <p:stCondLst>
                              <p:cond delay="9000"/>
                            </p:stCondLst>
                            <p:childTnLst>
                              <p:par>
                                <p:cTn id="71" presetID="10" presetClass="entr" presetSubtype="0" fill="hold" grpId="0" nodeType="afterEffect">
                                  <p:stCondLst>
                                    <p:cond delay="0"/>
                                  </p:stCondLst>
                                  <p:childTnLst>
                                    <p:set>
                                      <p:cBhvr>
                                        <p:cTn id="72" dur="1" fill="hold">
                                          <p:stCondLst>
                                            <p:cond delay="0"/>
                                          </p:stCondLst>
                                        </p:cTn>
                                        <p:tgtEl>
                                          <p:spTgt spid="28">
                                            <p:txEl>
                                              <p:pRg st="0" end="0"/>
                                            </p:txEl>
                                          </p:spTgt>
                                        </p:tgtEl>
                                        <p:attrNameLst>
                                          <p:attrName>style.visibility</p:attrName>
                                        </p:attrNameLst>
                                      </p:cBhvr>
                                      <p:to>
                                        <p:strVal val="visible"/>
                                      </p:to>
                                    </p:set>
                                    <p:animEffect transition="in" filter="fade">
                                      <p:cBhvr>
                                        <p:cTn id="73" dur="500"/>
                                        <p:tgtEl>
                                          <p:spTgt spid="28">
                                            <p:txEl>
                                              <p:pRg st="0" end="0"/>
                                            </p:txEl>
                                          </p:spTgt>
                                        </p:tgtEl>
                                      </p:cBhvr>
                                    </p:animEffect>
                                  </p:childTnLst>
                                </p:cTn>
                              </p:par>
                            </p:childTnLst>
                          </p:cTn>
                        </p:par>
                        <p:par>
                          <p:cTn id="74" fill="hold">
                            <p:stCondLst>
                              <p:cond delay="9500"/>
                            </p:stCondLst>
                            <p:childTnLst>
                              <p:par>
                                <p:cTn id="75" presetID="10" presetClass="entr" presetSubtype="0" fill="hold" grpId="0" nodeType="afterEffect">
                                  <p:stCondLst>
                                    <p:cond delay="0"/>
                                  </p:stCondLst>
                                  <p:childTnLst>
                                    <p:set>
                                      <p:cBhvr>
                                        <p:cTn id="76" dur="1" fill="hold">
                                          <p:stCondLst>
                                            <p:cond delay="0"/>
                                          </p:stCondLst>
                                        </p:cTn>
                                        <p:tgtEl>
                                          <p:spTgt spid="29">
                                            <p:txEl>
                                              <p:pRg st="0" end="0"/>
                                            </p:txEl>
                                          </p:spTgt>
                                        </p:tgtEl>
                                        <p:attrNameLst>
                                          <p:attrName>style.visibility</p:attrName>
                                        </p:attrNameLst>
                                      </p:cBhvr>
                                      <p:to>
                                        <p:strVal val="visible"/>
                                      </p:to>
                                    </p:set>
                                    <p:animEffect transition="in" filter="fade">
                                      <p:cBhvr>
                                        <p:cTn id="77"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8" grpId="0" build="p"/>
      <p:bldP spid="19" grpId="0" build="p"/>
      <p:bldP spid="20" grpId="0" build="p"/>
      <p:bldP spid="22" grpId="0" build="p"/>
      <p:bldP spid="23" grpId="0" build="p"/>
      <p:bldP spid="24" grpId="0" build="p"/>
      <p:bldP spid="25" grpId="0" build="p"/>
      <p:bldP spid="26" grpId="0" build="p"/>
      <p:bldP spid="27" grpId="0" build="p"/>
      <p:bldP spid="28" grpId="0" build="p"/>
      <p:bldP spid="2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0" y="0"/>
            <a:ext cx="9144000" cy="514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350"/>
          </a:p>
        </p:txBody>
      </p:sp>
      <p:pic>
        <p:nvPicPr>
          <p:cNvPr id="6" name="图片占位符 5"/>
          <p:cNvPicPr>
            <a:picLocks noGrp="1" noChangeAspect="1"/>
          </p:cNvPicPr>
          <p:nvPr>
            <p:ph type="pic" sz="quarter" idx="16"/>
          </p:nvPr>
        </p:nvPicPr>
        <p:blipFill>
          <a:blip r:embed="rId3" cstate="print">
            <a:extLst>
              <a:ext uri="{28A0092B-C50C-407E-A947-70E740481C1C}">
                <a14:useLocalDpi xmlns:a14="http://schemas.microsoft.com/office/drawing/2010/main" val="0"/>
              </a:ext>
            </a:extLst>
          </a:blip>
          <a:srcRect t="6054" b="6054"/>
          <a:stretch>
            <a:fillRect/>
          </a:stretch>
        </p:blipFill>
        <p:spPr>
          <a:xfrm>
            <a:off x="1619672" y="1563638"/>
            <a:ext cx="1625132" cy="1625132"/>
          </a:xfrm>
        </p:spPr>
      </p:pic>
      <p:sp>
        <p:nvSpPr>
          <p:cNvPr id="29" name="Text Placeholder 20"/>
          <p:cNvSpPr>
            <a:spLocks noGrp="1"/>
          </p:cNvSpPr>
          <p:nvPr>
            <p:ph type="body" sz="quarter" idx="22"/>
          </p:nvPr>
        </p:nvSpPr>
        <p:spPr>
          <a:xfrm>
            <a:off x="3507186" y="1923678"/>
            <a:ext cx="3891908" cy="353615"/>
          </a:xfrm>
        </p:spPr>
        <p:txBody>
          <a:bodyPr>
            <a:noAutofit/>
          </a:bodyPr>
          <a:lstStyle/>
          <a:p>
            <a:r>
              <a:rPr lang="zh-CN" altLang="en-US" sz="3600" b="1" dirty="0"/>
              <a:t>输入您的标题</a:t>
            </a:r>
            <a:endParaRPr lang="en-AU" sz="3600" b="1" dirty="0"/>
          </a:p>
        </p:txBody>
      </p:sp>
      <p:sp>
        <p:nvSpPr>
          <p:cNvPr id="30" name="Text Placeholder 21"/>
          <p:cNvSpPr>
            <a:spLocks noGrp="1"/>
          </p:cNvSpPr>
          <p:nvPr>
            <p:ph type="body" sz="quarter" idx="23"/>
          </p:nvPr>
        </p:nvSpPr>
        <p:spPr>
          <a:xfrm>
            <a:off x="3491880" y="2605143"/>
            <a:ext cx="4104456" cy="1622791"/>
          </a:xfrm>
        </p:spPr>
        <p:txBody>
          <a:bodyPr>
            <a:noAutofit/>
          </a:bodyPr>
          <a:lstStyle/>
          <a:p>
            <a:r>
              <a:rPr lang="zh-CN" altLang="en-US" sz="1050" b="1" dirty="0"/>
              <a:t>单击此处添加文本单击此处添加文本单击此处添加文本单击此处添加文本单击此处添加文本单击此处添加文本单击</a:t>
            </a:r>
            <a:endParaRPr lang="en-US" altLang="zh-CN" sz="1050" b="1" dirty="0"/>
          </a:p>
          <a:p>
            <a:r>
              <a:rPr lang="zh-CN" altLang="en-US" sz="1050" b="1" dirty="0"/>
              <a:t>此处添加文本单击此处添加文本</a:t>
            </a:r>
            <a:endParaRPr lang="en-AU" altLang="zh-CN" sz="1050" b="1" dirty="0"/>
          </a:p>
          <a:p>
            <a:endParaRPr lang="en-AU" altLang="zh-CN" sz="1600" b="1" dirty="0"/>
          </a:p>
          <a:p>
            <a:endParaRPr lang="en-AU" altLang="zh-CN" sz="1050" b="1" dirty="0"/>
          </a:p>
          <a:p>
            <a:endParaRPr lang="en-AU" altLang="zh-CN" sz="1600" b="1" dirty="0"/>
          </a:p>
          <a:p>
            <a:endParaRPr lang="en-AU" altLang="zh-CN" sz="1050" b="1" dirty="0"/>
          </a:p>
          <a:p>
            <a:endParaRPr lang="en-AU" altLang="zh-CN" sz="1600" b="1" dirty="0"/>
          </a:p>
          <a:p>
            <a:endParaRPr lang="en-AU" altLang="zh-CN" sz="1600" b="1" dirty="0"/>
          </a:p>
          <a:p>
            <a:endParaRPr lang="en-AU" sz="1050" b="1" dirty="0"/>
          </a:p>
          <a:p>
            <a:endParaRPr lang="en-AU" sz="1600" b="1" dirty="0"/>
          </a:p>
        </p:txBody>
      </p:sp>
    </p:spTree>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par>
                          <p:cTn id="8" fill="hold">
                            <p:stCondLst>
                              <p:cond delay="2000"/>
                            </p:stCondLst>
                            <p:childTnLst>
                              <p:par>
                                <p:cTn id="9" presetID="42" presetClass="entr" presetSubtype="0" fill="hold" grpId="0" nodeType="afterEffect">
                                  <p:stCondLst>
                                    <p:cond delay="0"/>
                                  </p:stCondLst>
                                  <p:childTnLst>
                                    <p:set>
                                      <p:cBhvr>
                                        <p:cTn id="10" dur="1" fill="hold">
                                          <p:stCondLst>
                                            <p:cond delay="0"/>
                                          </p:stCondLst>
                                        </p:cTn>
                                        <p:tgtEl>
                                          <p:spTgt spid="29">
                                            <p:txEl>
                                              <p:pRg st="0" end="0"/>
                                            </p:txEl>
                                          </p:spTgt>
                                        </p:tgtEl>
                                        <p:attrNameLst>
                                          <p:attrName>style.visibility</p:attrName>
                                        </p:attrNameLst>
                                      </p:cBhvr>
                                      <p:to>
                                        <p:strVal val="visible"/>
                                      </p:to>
                                    </p:set>
                                    <p:animEffect transition="in" filter="fade">
                                      <p:cBhvr>
                                        <p:cTn id="11" dur="1000"/>
                                        <p:tgtEl>
                                          <p:spTgt spid="29">
                                            <p:txEl>
                                              <p:pRg st="0" end="0"/>
                                            </p:txEl>
                                          </p:spTgt>
                                        </p:tgtEl>
                                      </p:cBhvr>
                                    </p:animEffect>
                                    <p:anim calcmode="lin" valueType="num">
                                      <p:cBhvr>
                                        <p:cTn id="12" dur="1000" fill="hold"/>
                                        <p:tgtEl>
                                          <p:spTgt spid="29">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29">
                                            <p:txEl>
                                              <p:pRg st="0" end="0"/>
                                            </p:txEl>
                                          </p:spTgt>
                                        </p:tgtEl>
                                        <p:attrNameLst>
                                          <p:attrName>ppt_y</p:attrName>
                                        </p:attrNameLst>
                                      </p:cBhvr>
                                      <p:tavLst>
                                        <p:tav tm="0">
                                          <p:val>
                                            <p:strVal val="#ppt_y+.1"/>
                                          </p:val>
                                        </p:tav>
                                        <p:tav tm="100000">
                                          <p:val>
                                            <p:strVal val="#ppt_y"/>
                                          </p:val>
                                        </p:tav>
                                      </p:tavLst>
                                    </p:anim>
                                  </p:childTnLst>
                                </p:cTn>
                              </p:par>
                            </p:childTnLst>
                          </p:cTn>
                        </p:par>
                        <p:par>
                          <p:cTn id="14" fill="hold">
                            <p:stCondLst>
                              <p:cond delay="3000"/>
                            </p:stCondLst>
                            <p:childTnLst>
                              <p:par>
                                <p:cTn id="15" presetID="42" presetClass="entr" presetSubtype="0" fill="hold" grpId="0" nodeType="afterEffect">
                                  <p:stCondLst>
                                    <p:cond delay="0"/>
                                  </p:stCondLst>
                                  <p:childTnLst>
                                    <p:set>
                                      <p:cBhvr>
                                        <p:cTn id="16" dur="1" fill="hold">
                                          <p:stCondLst>
                                            <p:cond delay="0"/>
                                          </p:stCondLst>
                                        </p:cTn>
                                        <p:tgtEl>
                                          <p:spTgt spid="30">
                                            <p:txEl>
                                              <p:pRg st="0" end="0"/>
                                            </p:txEl>
                                          </p:spTgt>
                                        </p:tgtEl>
                                        <p:attrNameLst>
                                          <p:attrName>style.visibility</p:attrName>
                                        </p:attrNameLst>
                                      </p:cBhvr>
                                      <p:to>
                                        <p:strVal val="visible"/>
                                      </p:to>
                                    </p:set>
                                    <p:animEffect transition="in" filter="fade">
                                      <p:cBhvr>
                                        <p:cTn id="17" dur="1000"/>
                                        <p:tgtEl>
                                          <p:spTgt spid="30">
                                            <p:txEl>
                                              <p:pRg st="0" end="0"/>
                                            </p:txEl>
                                          </p:spTgt>
                                        </p:tgtEl>
                                      </p:cBhvr>
                                    </p:animEffect>
                                    <p:anim calcmode="lin" valueType="num">
                                      <p:cBhvr>
                                        <p:cTn id="18" dur="1000" fill="hold"/>
                                        <p:tgtEl>
                                          <p:spTgt spid="30">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0">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4000"/>
                            </p:stCondLst>
                            <p:childTnLst>
                              <p:par>
                                <p:cTn id="21" presetID="42" presetClass="entr" presetSubtype="0" fill="hold" grpId="0" nodeType="afterEffect">
                                  <p:stCondLst>
                                    <p:cond delay="0"/>
                                  </p:stCondLst>
                                  <p:childTnLst>
                                    <p:set>
                                      <p:cBhvr>
                                        <p:cTn id="22" dur="1" fill="hold">
                                          <p:stCondLst>
                                            <p:cond delay="0"/>
                                          </p:stCondLst>
                                        </p:cTn>
                                        <p:tgtEl>
                                          <p:spTgt spid="30">
                                            <p:txEl>
                                              <p:pRg st="1" end="1"/>
                                            </p:txEl>
                                          </p:spTgt>
                                        </p:tgtEl>
                                        <p:attrNameLst>
                                          <p:attrName>style.visibility</p:attrName>
                                        </p:attrNameLst>
                                      </p:cBhvr>
                                      <p:to>
                                        <p:strVal val="visible"/>
                                      </p:to>
                                    </p:set>
                                    <p:animEffect transition="in" filter="fade">
                                      <p:cBhvr>
                                        <p:cTn id="23" dur="1000"/>
                                        <p:tgtEl>
                                          <p:spTgt spid="30">
                                            <p:txEl>
                                              <p:pRg st="1" end="1"/>
                                            </p:txEl>
                                          </p:spTgt>
                                        </p:tgtEl>
                                      </p:cBhvr>
                                    </p:animEffect>
                                    <p:anim calcmode="lin" valueType="num">
                                      <p:cBhvr>
                                        <p:cTn id="24" dur="1000" fill="hold"/>
                                        <p:tgtEl>
                                          <p:spTgt spid="30">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3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P spid="3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Elbow Connector 6"/>
          <p:cNvCxnSpPr/>
          <p:nvPr/>
        </p:nvCxnSpPr>
        <p:spPr>
          <a:xfrm>
            <a:off x="5114718" y="2316873"/>
            <a:ext cx="709668" cy="197768"/>
          </a:xfrm>
          <a:prstGeom prst="bentConnector3">
            <a:avLst>
              <a:gd name="adj1" fmla="val 50000"/>
            </a:avLst>
          </a:prstGeom>
          <a:ln w="28575" cmpd="sng">
            <a:solidFill>
              <a:schemeClr val="bg1">
                <a:lumMod val="7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8" name="Elbow Connector 7"/>
          <p:cNvCxnSpPr/>
          <p:nvPr/>
        </p:nvCxnSpPr>
        <p:spPr>
          <a:xfrm flipV="1">
            <a:off x="5103288" y="1714262"/>
            <a:ext cx="709668" cy="197768"/>
          </a:xfrm>
          <a:prstGeom prst="bentConnector3">
            <a:avLst>
              <a:gd name="adj1" fmla="val 50000"/>
            </a:avLst>
          </a:prstGeom>
          <a:ln w="28575" cmpd="sng">
            <a:solidFill>
              <a:schemeClr val="bg1">
                <a:lumMod val="7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9" name="Elbow Connector 8"/>
          <p:cNvCxnSpPr/>
          <p:nvPr/>
        </p:nvCxnSpPr>
        <p:spPr>
          <a:xfrm flipH="1">
            <a:off x="3515667" y="2331920"/>
            <a:ext cx="709668" cy="197768"/>
          </a:xfrm>
          <a:prstGeom prst="bentConnector3">
            <a:avLst>
              <a:gd name="adj1" fmla="val 50000"/>
            </a:avLst>
          </a:prstGeom>
          <a:ln w="28575" cmpd="sng">
            <a:solidFill>
              <a:schemeClr val="bg1">
                <a:lumMod val="7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5860311" y="1429492"/>
            <a:ext cx="2462450" cy="573977"/>
            <a:chOff x="7699508" y="2223969"/>
            <a:chExt cx="3283266" cy="765303"/>
          </a:xfrm>
        </p:grpSpPr>
        <p:sp>
          <p:nvSpPr>
            <p:cNvPr id="11" name="Round Same Side Corner Rectangle 10"/>
            <p:cNvSpPr/>
            <p:nvPr/>
          </p:nvSpPr>
          <p:spPr>
            <a:xfrm rot="5400000">
              <a:off x="9371697" y="1378195"/>
              <a:ext cx="765300" cy="2456854"/>
            </a:xfrm>
            <a:prstGeom prst="round2SameRect">
              <a:avLst>
                <a:gd name="adj1" fmla="val 50000"/>
                <a:gd name="adj2"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4" name="Round Same Side Corner Rectangle 13"/>
            <p:cNvSpPr/>
            <p:nvPr/>
          </p:nvSpPr>
          <p:spPr>
            <a:xfrm rot="16200000">
              <a:off x="7730064" y="2193413"/>
              <a:ext cx="765300" cy="826412"/>
            </a:xfrm>
            <a:prstGeom prst="round2SameRect">
              <a:avLst>
                <a:gd name="adj1" fmla="val 50000"/>
                <a:gd name="adj2"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nvGrpSpPr>
          <p:cNvPr id="16" name="Group 15"/>
          <p:cNvGrpSpPr/>
          <p:nvPr/>
        </p:nvGrpSpPr>
        <p:grpSpPr>
          <a:xfrm>
            <a:off x="5860311" y="2230959"/>
            <a:ext cx="2462450" cy="573977"/>
            <a:chOff x="7699508" y="3292593"/>
            <a:chExt cx="3283266" cy="765302"/>
          </a:xfrm>
        </p:grpSpPr>
        <p:sp>
          <p:nvSpPr>
            <p:cNvPr id="17" name="Round Same Side Corner Rectangle 16"/>
            <p:cNvSpPr/>
            <p:nvPr/>
          </p:nvSpPr>
          <p:spPr>
            <a:xfrm rot="5400000">
              <a:off x="9371697" y="2446818"/>
              <a:ext cx="765300" cy="2456854"/>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0" name="Round Same Side Corner Rectangle 19"/>
            <p:cNvSpPr/>
            <p:nvPr/>
          </p:nvSpPr>
          <p:spPr>
            <a:xfrm rot="16200000">
              <a:off x="7730064" y="3262037"/>
              <a:ext cx="765300" cy="826412"/>
            </a:xfrm>
            <a:prstGeom prst="round2SameRect">
              <a:avLst>
                <a:gd name="adj1" fmla="val 50000"/>
                <a:gd name="adj2"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nvGrpSpPr>
          <p:cNvPr id="22" name="Group 21"/>
          <p:cNvGrpSpPr/>
          <p:nvPr/>
        </p:nvGrpSpPr>
        <p:grpSpPr>
          <a:xfrm>
            <a:off x="1020559" y="1439014"/>
            <a:ext cx="2462450" cy="573977"/>
            <a:chOff x="1246506" y="2236667"/>
            <a:chExt cx="3283266" cy="765302"/>
          </a:xfrm>
        </p:grpSpPr>
        <p:sp>
          <p:nvSpPr>
            <p:cNvPr id="23" name="Round Same Side Corner Rectangle 22"/>
            <p:cNvSpPr/>
            <p:nvPr/>
          </p:nvSpPr>
          <p:spPr>
            <a:xfrm rot="5400000" flipH="1" flipV="1">
              <a:off x="2092283" y="1390890"/>
              <a:ext cx="765300" cy="2456854"/>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6" name="Round Same Side Corner Rectangle 25"/>
            <p:cNvSpPr/>
            <p:nvPr/>
          </p:nvSpPr>
          <p:spPr>
            <a:xfrm rot="16200000" flipH="1" flipV="1">
              <a:off x="3733916" y="2206113"/>
              <a:ext cx="765300" cy="826412"/>
            </a:xfrm>
            <a:prstGeom prst="round2SameRect">
              <a:avLst>
                <a:gd name="adj1" fmla="val 50000"/>
                <a:gd name="adj2"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nvGrpSpPr>
          <p:cNvPr id="28" name="Group 27"/>
          <p:cNvGrpSpPr/>
          <p:nvPr/>
        </p:nvGrpSpPr>
        <p:grpSpPr>
          <a:xfrm>
            <a:off x="1020559" y="2240482"/>
            <a:ext cx="2462450" cy="573977"/>
            <a:chOff x="1246506" y="3305290"/>
            <a:chExt cx="3283266" cy="765303"/>
          </a:xfrm>
        </p:grpSpPr>
        <p:sp>
          <p:nvSpPr>
            <p:cNvPr id="29" name="Round Same Side Corner Rectangle 28"/>
            <p:cNvSpPr/>
            <p:nvPr/>
          </p:nvSpPr>
          <p:spPr>
            <a:xfrm rot="5400000" flipH="1" flipV="1">
              <a:off x="2092283" y="2459513"/>
              <a:ext cx="765300" cy="2456854"/>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2" name="Round Same Side Corner Rectangle 31"/>
            <p:cNvSpPr/>
            <p:nvPr/>
          </p:nvSpPr>
          <p:spPr>
            <a:xfrm rot="16200000" flipH="1" flipV="1">
              <a:off x="3733916" y="3274737"/>
              <a:ext cx="765300" cy="826412"/>
            </a:xfrm>
            <a:prstGeom prst="round2SameRect">
              <a:avLst>
                <a:gd name="adj1" fmla="val 50000"/>
                <a:gd name="adj2"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cxnSp>
        <p:nvCxnSpPr>
          <p:cNvPr id="34" name="Elbow Connector 33"/>
          <p:cNvCxnSpPr/>
          <p:nvPr/>
        </p:nvCxnSpPr>
        <p:spPr>
          <a:xfrm flipH="1" flipV="1">
            <a:off x="3515667" y="1729309"/>
            <a:ext cx="709668" cy="197768"/>
          </a:xfrm>
          <a:prstGeom prst="bentConnector3">
            <a:avLst>
              <a:gd name="adj1" fmla="val 50000"/>
            </a:avLst>
          </a:prstGeom>
          <a:ln w="28575" cmpd="sng">
            <a:solidFill>
              <a:schemeClr val="bg1">
                <a:lumMod val="7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36" name="Freeform 12"/>
          <p:cNvSpPr/>
          <p:nvPr/>
        </p:nvSpPr>
        <p:spPr bwMode="auto">
          <a:xfrm>
            <a:off x="3853819" y="1294592"/>
            <a:ext cx="808616" cy="806783"/>
          </a:xfrm>
          <a:custGeom>
            <a:avLst/>
            <a:gdLst>
              <a:gd name="T0" fmla="*/ 372 w 372"/>
              <a:gd name="T1" fmla="*/ 0 h 371"/>
              <a:gd name="T2" fmla="*/ 325 w 372"/>
              <a:gd name="T3" fmla="*/ 0 h 371"/>
              <a:gd name="T4" fmla="*/ 325 w 372"/>
              <a:gd name="T5" fmla="*/ 73 h 371"/>
              <a:gd name="T6" fmla="*/ 263 w 372"/>
              <a:gd name="T7" fmla="*/ 90 h 371"/>
              <a:gd name="T8" fmla="*/ 226 w 372"/>
              <a:gd name="T9" fmla="*/ 26 h 371"/>
              <a:gd name="T10" fmla="*/ 145 w 372"/>
              <a:gd name="T11" fmla="*/ 73 h 371"/>
              <a:gd name="T12" fmla="*/ 182 w 372"/>
              <a:gd name="T13" fmla="*/ 136 h 371"/>
              <a:gd name="T14" fmla="*/ 137 w 372"/>
              <a:gd name="T15" fmla="*/ 183 h 371"/>
              <a:gd name="T16" fmla="*/ 73 w 372"/>
              <a:gd name="T17" fmla="*/ 146 h 371"/>
              <a:gd name="T18" fmla="*/ 28 w 372"/>
              <a:gd name="T19" fmla="*/ 225 h 371"/>
              <a:gd name="T20" fmla="*/ 91 w 372"/>
              <a:gd name="T21" fmla="*/ 262 h 371"/>
              <a:gd name="T22" fmla="*/ 74 w 372"/>
              <a:gd name="T23" fmla="*/ 325 h 371"/>
              <a:gd name="T24" fmla="*/ 0 w 372"/>
              <a:gd name="T25" fmla="*/ 325 h 371"/>
              <a:gd name="T26" fmla="*/ 0 w 372"/>
              <a:gd name="T27" fmla="*/ 371 h 371"/>
              <a:gd name="T28" fmla="*/ 372 w 372"/>
              <a:gd name="T29" fmla="*/ 371 h 371"/>
              <a:gd name="T30" fmla="*/ 372 w 372"/>
              <a:gd name="T31"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2" h="371">
                <a:moveTo>
                  <a:pt x="372" y="0"/>
                </a:moveTo>
                <a:cubicBezTo>
                  <a:pt x="325" y="0"/>
                  <a:pt x="325" y="0"/>
                  <a:pt x="325" y="0"/>
                </a:cubicBezTo>
                <a:cubicBezTo>
                  <a:pt x="325" y="73"/>
                  <a:pt x="325" y="73"/>
                  <a:pt x="325" y="73"/>
                </a:cubicBezTo>
                <a:cubicBezTo>
                  <a:pt x="304" y="77"/>
                  <a:pt x="282" y="83"/>
                  <a:pt x="263" y="90"/>
                </a:cubicBezTo>
                <a:cubicBezTo>
                  <a:pt x="226" y="26"/>
                  <a:pt x="226" y="26"/>
                  <a:pt x="226" y="26"/>
                </a:cubicBezTo>
                <a:cubicBezTo>
                  <a:pt x="145" y="73"/>
                  <a:pt x="145" y="73"/>
                  <a:pt x="145" y="73"/>
                </a:cubicBezTo>
                <a:cubicBezTo>
                  <a:pt x="182" y="136"/>
                  <a:pt x="182" y="136"/>
                  <a:pt x="182" y="136"/>
                </a:cubicBezTo>
                <a:cubicBezTo>
                  <a:pt x="166" y="150"/>
                  <a:pt x="150" y="166"/>
                  <a:pt x="137" y="183"/>
                </a:cubicBezTo>
                <a:cubicBezTo>
                  <a:pt x="73" y="146"/>
                  <a:pt x="73" y="146"/>
                  <a:pt x="73" y="146"/>
                </a:cubicBezTo>
                <a:cubicBezTo>
                  <a:pt x="28" y="225"/>
                  <a:pt x="28" y="225"/>
                  <a:pt x="28" y="225"/>
                </a:cubicBezTo>
                <a:cubicBezTo>
                  <a:pt x="91" y="262"/>
                  <a:pt x="91" y="262"/>
                  <a:pt x="91" y="262"/>
                </a:cubicBezTo>
                <a:cubicBezTo>
                  <a:pt x="82" y="283"/>
                  <a:pt x="78" y="303"/>
                  <a:pt x="74" y="325"/>
                </a:cubicBezTo>
                <a:cubicBezTo>
                  <a:pt x="0" y="325"/>
                  <a:pt x="0" y="325"/>
                  <a:pt x="0" y="325"/>
                </a:cubicBezTo>
                <a:cubicBezTo>
                  <a:pt x="0" y="371"/>
                  <a:pt x="0" y="371"/>
                  <a:pt x="0" y="371"/>
                </a:cubicBezTo>
                <a:cubicBezTo>
                  <a:pt x="372" y="371"/>
                  <a:pt x="372" y="371"/>
                  <a:pt x="372" y="371"/>
                </a:cubicBezTo>
                <a:lnTo>
                  <a:pt x="372" y="0"/>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39" name="Freeform 13"/>
          <p:cNvSpPr/>
          <p:nvPr/>
        </p:nvSpPr>
        <p:spPr bwMode="auto">
          <a:xfrm>
            <a:off x="4662435" y="1294592"/>
            <a:ext cx="807699" cy="806783"/>
          </a:xfrm>
          <a:custGeom>
            <a:avLst/>
            <a:gdLst>
              <a:gd name="T0" fmla="*/ 0 w 371"/>
              <a:gd name="T1" fmla="*/ 0 h 371"/>
              <a:gd name="T2" fmla="*/ 46 w 371"/>
              <a:gd name="T3" fmla="*/ 0 h 371"/>
              <a:gd name="T4" fmla="*/ 46 w 371"/>
              <a:gd name="T5" fmla="*/ 73 h 371"/>
              <a:gd name="T6" fmla="*/ 108 w 371"/>
              <a:gd name="T7" fmla="*/ 90 h 371"/>
              <a:gd name="T8" fmla="*/ 145 w 371"/>
              <a:gd name="T9" fmla="*/ 26 h 371"/>
              <a:gd name="T10" fmla="*/ 226 w 371"/>
              <a:gd name="T11" fmla="*/ 73 h 371"/>
              <a:gd name="T12" fmla="*/ 189 w 371"/>
              <a:gd name="T13" fmla="*/ 136 h 371"/>
              <a:gd name="T14" fmla="*/ 234 w 371"/>
              <a:gd name="T15" fmla="*/ 183 h 371"/>
              <a:gd name="T16" fmla="*/ 298 w 371"/>
              <a:gd name="T17" fmla="*/ 146 h 371"/>
              <a:gd name="T18" fmla="*/ 344 w 371"/>
              <a:gd name="T19" fmla="*/ 225 h 371"/>
              <a:gd name="T20" fmla="*/ 281 w 371"/>
              <a:gd name="T21" fmla="*/ 262 h 371"/>
              <a:gd name="T22" fmla="*/ 297 w 371"/>
              <a:gd name="T23" fmla="*/ 325 h 371"/>
              <a:gd name="T24" fmla="*/ 371 w 371"/>
              <a:gd name="T25" fmla="*/ 325 h 371"/>
              <a:gd name="T26" fmla="*/ 371 w 371"/>
              <a:gd name="T27" fmla="*/ 371 h 371"/>
              <a:gd name="T28" fmla="*/ 0 w 371"/>
              <a:gd name="T29" fmla="*/ 371 h 371"/>
              <a:gd name="T30" fmla="*/ 0 w 371"/>
              <a:gd name="T31"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1" h="371">
                <a:moveTo>
                  <a:pt x="0" y="0"/>
                </a:moveTo>
                <a:cubicBezTo>
                  <a:pt x="46" y="0"/>
                  <a:pt x="46" y="0"/>
                  <a:pt x="46" y="0"/>
                </a:cubicBezTo>
                <a:cubicBezTo>
                  <a:pt x="46" y="73"/>
                  <a:pt x="46" y="73"/>
                  <a:pt x="46" y="73"/>
                </a:cubicBezTo>
                <a:cubicBezTo>
                  <a:pt x="67" y="77"/>
                  <a:pt x="89" y="83"/>
                  <a:pt x="108" y="90"/>
                </a:cubicBezTo>
                <a:cubicBezTo>
                  <a:pt x="145" y="26"/>
                  <a:pt x="145" y="26"/>
                  <a:pt x="145" y="26"/>
                </a:cubicBezTo>
                <a:cubicBezTo>
                  <a:pt x="226" y="73"/>
                  <a:pt x="226" y="73"/>
                  <a:pt x="226" y="73"/>
                </a:cubicBezTo>
                <a:cubicBezTo>
                  <a:pt x="189" y="136"/>
                  <a:pt x="189" y="136"/>
                  <a:pt x="189" y="136"/>
                </a:cubicBezTo>
                <a:cubicBezTo>
                  <a:pt x="206" y="150"/>
                  <a:pt x="221" y="166"/>
                  <a:pt x="234" y="183"/>
                </a:cubicBezTo>
                <a:cubicBezTo>
                  <a:pt x="298" y="146"/>
                  <a:pt x="298" y="146"/>
                  <a:pt x="298" y="146"/>
                </a:cubicBezTo>
                <a:cubicBezTo>
                  <a:pt x="344" y="225"/>
                  <a:pt x="344" y="225"/>
                  <a:pt x="344" y="225"/>
                </a:cubicBezTo>
                <a:cubicBezTo>
                  <a:pt x="281" y="262"/>
                  <a:pt x="281" y="262"/>
                  <a:pt x="281" y="262"/>
                </a:cubicBezTo>
                <a:cubicBezTo>
                  <a:pt x="289" y="283"/>
                  <a:pt x="294" y="303"/>
                  <a:pt x="297" y="325"/>
                </a:cubicBezTo>
                <a:cubicBezTo>
                  <a:pt x="371" y="325"/>
                  <a:pt x="371" y="325"/>
                  <a:pt x="371" y="325"/>
                </a:cubicBezTo>
                <a:cubicBezTo>
                  <a:pt x="371" y="371"/>
                  <a:pt x="371" y="371"/>
                  <a:pt x="371" y="371"/>
                </a:cubicBezTo>
                <a:cubicBezTo>
                  <a:pt x="0" y="371"/>
                  <a:pt x="0" y="371"/>
                  <a:pt x="0" y="371"/>
                </a:cubicBezTo>
                <a:lnTo>
                  <a:pt x="0" y="0"/>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42" name="Freeform 15"/>
          <p:cNvSpPr/>
          <p:nvPr/>
        </p:nvSpPr>
        <p:spPr bwMode="auto">
          <a:xfrm>
            <a:off x="4662435" y="2101375"/>
            <a:ext cx="807699" cy="805865"/>
          </a:xfrm>
          <a:custGeom>
            <a:avLst/>
            <a:gdLst>
              <a:gd name="T0" fmla="*/ 0 w 371"/>
              <a:gd name="T1" fmla="*/ 371 h 371"/>
              <a:gd name="T2" fmla="*/ 46 w 371"/>
              <a:gd name="T3" fmla="*/ 371 h 371"/>
              <a:gd name="T4" fmla="*/ 46 w 371"/>
              <a:gd name="T5" fmla="*/ 299 h 371"/>
              <a:gd name="T6" fmla="*/ 108 w 371"/>
              <a:gd name="T7" fmla="*/ 282 h 371"/>
              <a:gd name="T8" fmla="*/ 145 w 371"/>
              <a:gd name="T9" fmla="*/ 345 h 371"/>
              <a:gd name="T10" fmla="*/ 226 w 371"/>
              <a:gd name="T11" fmla="*/ 299 h 371"/>
              <a:gd name="T12" fmla="*/ 189 w 371"/>
              <a:gd name="T13" fmla="*/ 236 h 371"/>
              <a:gd name="T14" fmla="*/ 234 w 371"/>
              <a:gd name="T15" fmla="*/ 189 h 371"/>
              <a:gd name="T16" fmla="*/ 298 w 371"/>
              <a:gd name="T17" fmla="*/ 226 h 371"/>
              <a:gd name="T18" fmla="*/ 344 w 371"/>
              <a:gd name="T19" fmla="*/ 146 h 371"/>
              <a:gd name="T20" fmla="*/ 281 w 371"/>
              <a:gd name="T21" fmla="*/ 109 h 371"/>
              <a:gd name="T22" fmla="*/ 297 w 371"/>
              <a:gd name="T23" fmla="*/ 46 h 371"/>
              <a:gd name="T24" fmla="*/ 371 w 371"/>
              <a:gd name="T25" fmla="*/ 46 h 371"/>
              <a:gd name="T26" fmla="*/ 371 w 371"/>
              <a:gd name="T27" fmla="*/ 0 h 371"/>
              <a:gd name="T28" fmla="*/ 0 w 371"/>
              <a:gd name="T29" fmla="*/ 0 h 371"/>
              <a:gd name="T30" fmla="*/ 0 w 371"/>
              <a:gd name="T31" fmla="*/ 371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1" h="371">
                <a:moveTo>
                  <a:pt x="0" y="371"/>
                </a:moveTo>
                <a:cubicBezTo>
                  <a:pt x="46" y="371"/>
                  <a:pt x="46" y="371"/>
                  <a:pt x="46" y="371"/>
                </a:cubicBezTo>
                <a:cubicBezTo>
                  <a:pt x="46" y="299"/>
                  <a:pt x="46" y="299"/>
                  <a:pt x="46" y="299"/>
                </a:cubicBezTo>
                <a:cubicBezTo>
                  <a:pt x="67" y="295"/>
                  <a:pt x="89" y="289"/>
                  <a:pt x="108" y="282"/>
                </a:cubicBezTo>
                <a:cubicBezTo>
                  <a:pt x="145" y="345"/>
                  <a:pt x="145" y="345"/>
                  <a:pt x="145" y="345"/>
                </a:cubicBezTo>
                <a:cubicBezTo>
                  <a:pt x="226" y="299"/>
                  <a:pt x="226" y="299"/>
                  <a:pt x="226" y="299"/>
                </a:cubicBezTo>
                <a:cubicBezTo>
                  <a:pt x="189" y="236"/>
                  <a:pt x="189" y="236"/>
                  <a:pt x="189" y="236"/>
                </a:cubicBezTo>
                <a:cubicBezTo>
                  <a:pt x="206" y="221"/>
                  <a:pt x="221" y="206"/>
                  <a:pt x="234" y="189"/>
                </a:cubicBezTo>
                <a:cubicBezTo>
                  <a:pt x="298" y="226"/>
                  <a:pt x="298" y="226"/>
                  <a:pt x="298" y="226"/>
                </a:cubicBezTo>
                <a:cubicBezTo>
                  <a:pt x="344" y="146"/>
                  <a:pt x="344" y="146"/>
                  <a:pt x="344" y="146"/>
                </a:cubicBezTo>
                <a:cubicBezTo>
                  <a:pt x="281" y="109"/>
                  <a:pt x="281" y="109"/>
                  <a:pt x="281" y="109"/>
                </a:cubicBezTo>
                <a:cubicBezTo>
                  <a:pt x="289" y="89"/>
                  <a:pt x="294" y="69"/>
                  <a:pt x="297" y="46"/>
                </a:cubicBezTo>
                <a:cubicBezTo>
                  <a:pt x="371" y="46"/>
                  <a:pt x="371" y="46"/>
                  <a:pt x="371" y="46"/>
                </a:cubicBezTo>
                <a:cubicBezTo>
                  <a:pt x="371" y="0"/>
                  <a:pt x="371" y="0"/>
                  <a:pt x="371" y="0"/>
                </a:cubicBezTo>
                <a:cubicBezTo>
                  <a:pt x="0" y="0"/>
                  <a:pt x="0" y="0"/>
                  <a:pt x="0" y="0"/>
                </a:cubicBezTo>
                <a:lnTo>
                  <a:pt x="0" y="371"/>
                </a:lnTo>
                <a:close/>
              </a:path>
            </a:pathLst>
          </a:custGeom>
          <a:solidFill>
            <a:schemeClr val="accent4"/>
          </a:solidFill>
          <a:ln>
            <a:noFill/>
          </a:ln>
        </p:spPr>
        <p:txBody>
          <a:bodyPr vert="horz" wrap="square" lIns="91440" tIns="45720" rIns="91440" bIns="45720" numCol="1" anchor="t" anchorCtr="0" compatLnSpc="1"/>
          <a:lstStyle/>
          <a:p>
            <a:endParaRPr lang="en-US"/>
          </a:p>
        </p:txBody>
      </p:sp>
      <p:sp>
        <p:nvSpPr>
          <p:cNvPr id="45" name="Freeform 14"/>
          <p:cNvSpPr/>
          <p:nvPr/>
        </p:nvSpPr>
        <p:spPr bwMode="auto">
          <a:xfrm>
            <a:off x="3853819" y="2101375"/>
            <a:ext cx="808616" cy="805865"/>
          </a:xfrm>
          <a:custGeom>
            <a:avLst/>
            <a:gdLst>
              <a:gd name="T0" fmla="*/ 372 w 372"/>
              <a:gd name="T1" fmla="*/ 371 h 371"/>
              <a:gd name="T2" fmla="*/ 325 w 372"/>
              <a:gd name="T3" fmla="*/ 371 h 371"/>
              <a:gd name="T4" fmla="*/ 325 w 372"/>
              <a:gd name="T5" fmla="*/ 299 h 371"/>
              <a:gd name="T6" fmla="*/ 263 w 372"/>
              <a:gd name="T7" fmla="*/ 282 h 371"/>
              <a:gd name="T8" fmla="*/ 226 w 372"/>
              <a:gd name="T9" fmla="*/ 345 h 371"/>
              <a:gd name="T10" fmla="*/ 145 w 372"/>
              <a:gd name="T11" fmla="*/ 299 h 371"/>
              <a:gd name="T12" fmla="*/ 182 w 372"/>
              <a:gd name="T13" fmla="*/ 236 h 371"/>
              <a:gd name="T14" fmla="*/ 137 w 372"/>
              <a:gd name="T15" fmla="*/ 189 h 371"/>
              <a:gd name="T16" fmla="*/ 73 w 372"/>
              <a:gd name="T17" fmla="*/ 226 h 371"/>
              <a:gd name="T18" fmla="*/ 28 w 372"/>
              <a:gd name="T19" fmla="*/ 146 h 371"/>
              <a:gd name="T20" fmla="*/ 91 w 372"/>
              <a:gd name="T21" fmla="*/ 109 h 371"/>
              <a:gd name="T22" fmla="*/ 74 w 372"/>
              <a:gd name="T23" fmla="*/ 46 h 371"/>
              <a:gd name="T24" fmla="*/ 0 w 372"/>
              <a:gd name="T25" fmla="*/ 46 h 371"/>
              <a:gd name="T26" fmla="*/ 0 w 372"/>
              <a:gd name="T27" fmla="*/ 0 h 371"/>
              <a:gd name="T28" fmla="*/ 372 w 372"/>
              <a:gd name="T29" fmla="*/ 0 h 371"/>
              <a:gd name="T30" fmla="*/ 372 w 372"/>
              <a:gd name="T31" fmla="*/ 371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2" h="371">
                <a:moveTo>
                  <a:pt x="372" y="371"/>
                </a:moveTo>
                <a:cubicBezTo>
                  <a:pt x="325" y="371"/>
                  <a:pt x="325" y="371"/>
                  <a:pt x="325" y="371"/>
                </a:cubicBezTo>
                <a:cubicBezTo>
                  <a:pt x="325" y="299"/>
                  <a:pt x="325" y="299"/>
                  <a:pt x="325" y="299"/>
                </a:cubicBezTo>
                <a:cubicBezTo>
                  <a:pt x="304" y="295"/>
                  <a:pt x="282" y="289"/>
                  <a:pt x="263" y="282"/>
                </a:cubicBezTo>
                <a:cubicBezTo>
                  <a:pt x="226" y="345"/>
                  <a:pt x="226" y="345"/>
                  <a:pt x="226" y="345"/>
                </a:cubicBezTo>
                <a:cubicBezTo>
                  <a:pt x="145" y="299"/>
                  <a:pt x="145" y="299"/>
                  <a:pt x="145" y="299"/>
                </a:cubicBezTo>
                <a:cubicBezTo>
                  <a:pt x="182" y="236"/>
                  <a:pt x="182" y="236"/>
                  <a:pt x="182" y="236"/>
                </a:cubicBezTo>
                <a:cubicBezTo>
                  <a:pt x="166" y="221"/>
                  <a:pt x="150" y="206"/>
                  <a:pt x="137" y="189"/>
                </a:cubicBezTo>
                <a:cubicBezTo>
                  <a:pt x="73" y="226"/>
                  <a:pt x="73" y="226"/>
                  <a:pt x="73" y="226"/>
                </a:cubicBezTo>
                <a:cubicBezTo>
                  <a:pt x="28" y="146"/>
                  <a:pt x="28" y="146"/>
                  <a:pt x="28" y="146"/>
                </a:cubicBezTo>
                <a:cubicBezTo>
                  <a:pt x="91" y="109"/>
                  <a:pt x="91" y="109"/>
                  <a:pt x="91" y="109"/>
                </a:cubicBezTo>
                <a:cubicBezTo>
                  <a:pt x="82" y="89"/>
                  <a:pt x="78" y="69"/>
                  <a:pt x="74" y="46"/>
                </a:cubicBezTo>
                <a:cubicBezTo>
                  <a:pt x="0" y="46"/>
                  <a:pt x="0" y="46"/>
                  <a:pt x="0" y="46"/>
                </a:cubicBezTo>
                <a:cubicBezTo>
                  <a:pt x="0" y="0"/>
                  <a:pt x="0" y="0"/>
                  <a:pt x="0" y="0"/>
                </a:cubicBezTo>
                <a:cubicBezTo>
                  <a:pt x="372" y="0"/>
                  <a:pt x="372" y="0"/>
                  <a:pt x="372" y="0"/>
                </a:cubicBezTo>
                <a:lnTo>
                  <a:pt x="372" y="371"/>
                </a:ln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25" name="Text Placeholder 24"/>
          <p:cNvSpPr>
            <a:spLocks noGrp="1"/>
          </p:cNvSpPr>
          <p:nvPr>
            <p:ph type="body" sz="quarter" idx="15"/>
          </p:nvPr>
        </p:nvSpPr>
        <p:spPr>
          <a:xfrm>
            <a:off x="1471558" y="3264537"/>
            <a:ext cx="6381754" cy="480978"/>
          </a:xfrm>
        </p:spPr>
        <p:txBody>
          <a:bodyPr>
            <a:normAutofit fontScale="77500" lnSpcReduction="20000"/>
          </a:bodyPr>
          <a:lstStyle/>
          <a:p>
            <a:endParaRPr lang="zh-CN" altLang="en-US" dirty="0"/>
          </a:p>
          <a:p>
            <a:r>
              <a:rPr lang="zh-CN" altLang="en-US" dirty="0"/>
              <a:t>点击添加文本内容点击添加文本内容点击添加文本内容点击添加文本内容点击添加文本内容点击添加文本内容点击添加文本内容点击添加文本内容点击添加文本内容</a:t>
            </a:r>
            <a:endParaRPr lang="en-AU" dirty="0"/>
          </a:p>
        </p:txBody>
      </p:sp>
      <p:sp>
        <p:nvSpPr>
          <p:cNvPr id="31" name="Text Placeholder 30"/>
          <p:cNvSpPr>
            <a:spLocks noGrp="1"/>
          </p:cNvSpPr>
          <p:nvPr>
            <p:ph type="body" sz="quarter" idx="18"/>
          </p:nvPr>
        </p:nvSpPr>
        <p:spPr>
          <a:xfrm>
            <a:off x="1232244" y="1587789"/>
            <a:ext cx="1598299" cy="297768"/>
          </a:xfrm>
        </p:spPr>
        <p:txBody>
          <a:bodyPr/>
          <a:lstStyle/>
          <a:p>
            <a:r>
              <a:rPr lang="zh-CN" altLang="en-US" dirty="0">
                <a:solidFill>
                  <a:schemeClr val="bg1"/>
                </a:solidFill>
              </a:rPr>
              <a:t>输入您的标题</a:t>
            </a:r>
            <a:endParaRPr lang="en-AU" dirty="0">
              <a:solidFill>
                <a:schemeClr val="bg1"/>
              </a:solidFill>
            </a:endParaRPr>
          </a:p>
        </p:txBody>
      </p:sp>
      <p:sp>
        <p:nvSpPr>
          <p:cNvPr id="48" name="Text Placeholder 30"/>
          <p:cNvSpPr>
            <a:spLocks noGrp="1"/>
          </p:cNvSpPr>
          <p:nvPr>
            <p:ph type="body" sz="quarter" idx="18"/>
          </p:nvPr>
        </p:nvSpPr>
        <p:spPr>
          <a:xfrm>
            <a:off x="1232626" y="2378585"/>
            <a:ext cx="1598299" cy="297768"/>
          </a:xfrm>
        </p:spPr>
        <p:txBody>
          <a:bodyPr/>
          <a:lstStyle/>
          <a:p>
            <a:r>
              <a:rPr lang="zh-CN" altLang="en-US" dirty="0">
                <a:solidFill>
                  <a:schemeClr val="bg1"/>
                </a:solidFill>
              </a:rPr>
              <a:t>输入您的标题</a:t>
            </a:r>
            <a:endParaRPr lang="en-AU" dirty="0">
              <a:solidFill>
                <a:schemeClr val="bg1"/>
              </a:solidFill>
            </a:endParaRPr>
          </a:p>
        </p:txBody>
      </p:sp>
      <p:sp>
        <p:nvSpPr>
          <p:cNvPr id="49" name="Text Placeholder 30"/>
          <p:cNvSpPr>
            <a:spLocks noGrp="1"/>
          </p:cNvSpPr>
          <p:nvPr>
            <p:ph type="body" sz="quarter" idx="18"/>
          </p:nvPr>
        </p:nvSpPr>
        <p:spPr>
          <a:xfrm>
            <a:off x="6602291" y="1580526"/>
            <a:ext cx="1598299" cy="297768"/>
          </a:xfrm>
        </p:spPr>
        <p:txBody>
          <a:bodyPr/>
          <a:lstStyle/>
          <a:p>
            <a:r>
              <a:rPr lang="zh-CN" altLang="en-US" dirty="0">
                <a:solidFill>
                  <a:schemeClr val="bg1"/>
                </a:solidFill>
              </a:rPr>
              <a:t>输入您的标题</a:t>
            </a:r>
            <a:endParaRPr lang="en-AU" dirty="0">
              <a:solidFill>
                <a:schemeClr val="bg1"/>
              </a:solidFill>
            </a:endParaRPr>
          </a:p>
        </p:txBody>
      </p:sp>
      <p:sp>
        <p:nvSpPr>
          <p:cNvPr id="50" name="Text Placeholder 30"/>
          <p:cNvSpPr>
            <a:spLocks noGrp="1"/>
          </p:cNvSpPr>
          <p:nvPr>
            <p:ph type="body" sz="quarter" idx="18"/>
          </p:nvPr>
        </p:nvSpPr>
        <p:spPr>
          <a:xfrm>
            <a:off x="6603653" y="2353024"/>
            <a:ext cx="1598299" cy="297768"/>
          </a:xfrm>
        </p:spPr>
        <p:txBody>
          <a:bodyPr/>
          <a:lstStyle/>
          <a:p>
            <a:r>
              <a:rPr lang="zh-CN" altLang="en-US" dirty="0">
                <a:solidFill>
                  <a:schemeClr val="bg1"/>
                </a:solidFill>
              </a:rPr>
              <a:t>输入您的标题</a:t>
            </a:r>
            <a:endParaRPr lang="en-AU" dirty="0">
              <a:solidFill>
                <a:schemeClr val="bg1"/>
              </a:solidFill>
            </a:endParaRPr>
          </a:p>
        </p:txBody>
      </p:sp>
      <p:sp>
        <p:nvSpPr>
          <p:cNvPr id="33" name="Freeform 11"/>
          <p:cNvSpPr>
            <a:spLocks noEditPoints="1"/>
          </p:cNvSpPr>
          <p:nvPr/>
        </p:nvSpPr>
        <p:spPr bwMode="auto">
          <a:xfrm>
            <a:off x="2943325" y="1556214"/>
            <a:ext cx="370676" cy="329343"/>
          </a:xfrm>
          <a:custGeom>
            <a:avLst/>
            <a:gdLst>
              <a:gd name="T0" fmla="*/ 133 w 134"/>
              <a:gd name="T1" fmla="*/ 16 h 119"/>
              <a:gd name="T2" fmla="*/ 121 w 134"/>
              <a:gd name="T3" fmla="*/ 5 h 119"/>
              <a:gd name="T4" fmla="*/ 115 w 134"/>
              <a:gd name="T5" fmla="*/ 5 h 119"/>
              <a:gd name="T6" fmla="*/ 114 w 134"/>
              <a:gd name="T7" fmla="*/ 8 h 119"/>
              <a:gd name="T8" fmla="*/ 111 w 134"/>
              <a:gd name="T9" fmla="*/ 9 h 119"/>
              <a:gd name="T10" fmla="*/ 111 w 134"/>
              <a:gd name="T11" fmla="*/ 9 h 119"/>
              <a:gd name="T12" fmla="*/ 81 w 134"/>
              <a:gd name="T13" fmla="*/ 39 h 119"/>
              <a:gd name="T14" fmla="*/ 79 w 134"/>
              <a:gd name="T15" fmla="*/ 47 h 119"/>
              <a:gd name="T16" fmla="*/ 82 w 134"/>
              <a:gd name="T17" fmla="*/ 50 h 119"/>
              <a:gd name="T18" fmla="*/ 82 w 134"/>
              <a:gd name="T19" fmla="*/ 50 h 119"/>
              <a:gd name="T20" fmla="*/ 83 w 134"/>
              <a:gd name="T21" fmla="*/ 51 h 119"/>
              <a:gd name="T22" fmla="*/ 76 w 134"/>
              <a:gd name="T23" fmla="*/ 57 h 119"/>
              <a:gd name="T24" fmla="*/ 54 w 134"/>
              <a:gd name="T25" fmla="*/ 35 h 119"/>
              <a:gd name="T26" fmla="*/ 47 w 134"/>
              <a:gd name="T27" fmla="*/ 10 h 119"/>
              <a:gd name="T28" fmla="*/ 21 w 134"/>
              <a:gd name="T29" fmla="*/ 3 h 119"/>
              <a:gd name="T30" fmla="*/ 36 w 134"/>
              <a:gd name="T31" fmla="*/ 18 h 119"/>
              <a:gd name="T32" fmla="*/ 32 w 134"/>
              <a:gd name="T33" fmla="*/ 32 h 119"/>
              <a:gd name="T34" fmla="*/ 18 w 134"/>
              <a:gd name="T35" fmla="*/ 36 h 119"/>
              <a:gd name="T36" fmla="*/ 3 w 134"/>
              <a:gd name="T37" fmla="*/ 21 h 119"/>
              <a:gd name="T38" fmla="*/ 10 w 134"/>
              <a:gd name="T39" fmla="*/ 47 h 119"/>
              <a:gd name="T40" fmla="*/ 36 w 134"/>
              <a:gd name="T41" fmla="*/ 53 h 119"/>
              <a:gd name="T42" fmla="*/ 37 w 134"/>
              <a:gd name="T43" fmla="*/ 53 h 119"/>
              <a:gd name="T44" fmla="*/ 58 w 134"/>
              <a:gd name="T45" fmla="*/ 75 h 119"/>
              <a:gd name="T46" fmla="*/ 38 w 134"/>
              <a:gd name="T47" fmla="*/ 96 h 119"/>
              <a:gd name="T48" fmla="*/ 36 w 134"/>
              <a:gd name="T49" fmla="*/ 95 h 119"/>
              <a:gd name="T50" fmla="*/ 31 w 134"/>
              <a:gd name="T51" fmla="*/ 99 h 119"/>
              <a:gd name="T52" fmla="*/ 21 w 134"/>
              <a:gd name="T53" fmla="*/ 115 h 119"/>
              <a:gd name="T54" fmla="*/ 23 w 134"/>
              <a:gd name="T55" fmla="*/ 117 h 119"/>
              <a:gd name="T56" fmla="*/ 39 w 134"/>
              <a:gd name="T57" fmla="*/ 107 h 119"/>
              <a:gd name="T58" fmla="*/ 43 w 134"/>
              <a:gd name="T59" fmla="*/ 101 h 119"/>
              <a:gd name="T60" fmla="*/ 42 w 134"/>
              <a:gd name="T61" fmla="*/ 100 h 119"/>
              <a:gd name="T62" fmla="*/ 63 w 134"/>
              <a:gd name="T63" fmla="*/ 80 h 119"/>
              <a:gd name="T64" fmla="*/ 98 w 134"/>
              <a:gd name="T65" fmla="*/ 115 h 119"/>
              <a:gd name="T66" fmla="*/ 107 w 134"/>
              <a:gd name="T67" fmla="*/ 119 h 119"/>
              <a:gd name="T68" fmla="*/ 116 w 134"/>
              <a:gd name="T69" fmla="*/ 115 h 119"/>
              <a:gd name="T70" fmla="*/ 116 w 134"/>
              <a:gd name="T71" fmla="*/ 97 h 119"/>
              <a:gd name="T72" fmla="*/ 81 w 134"/>
              <a:gd name="T73" fmla="*/ 62 h 119"/>
              <a:gd name="T74" fmla="*/ 87 w 134"/>
              <a:gd name="T75" fmla="*/ 56 h 119"/>
              <a:gd name="T76" fmla="*/ 90 w 134"/>
              <a:gd name="T77" fmla="*/ 59 h 119"/>
              <a:gd name="T78" fmla="*/ 98 w 134"/>
              <a:gd name="T79" fmla="*/ 57 h 119"/>
              <a:gd name="T80" fmla="*/ 128 w 134"/>
              <a:gd name="T81" fmla="*/ 26 h 119"/>
              <a:gd name="T82" fmla="*/ 128 w 134"/>
              <a:gd name="T83" fmla="*/ 26 h 119"/>
              <a:gd name="T84" fmla="*/ 128 w 134"/>
              <a:gd name="T85" fmla="*/ 26 h 119"/>
              <a:gd name="T86" fmla="*/ 129 w 134"/>
              <a:gd name="T87" fmla="*/ 23 h 119"/>
              <a:gd name="T88" fmla="*/ 133 w 134"/>
              <a:gd name="T89" fmla="*/ 22 h 119"/>
              <a:gd name="T90" fmla="*/ 133 w 134"/>
              <a:gd name="T91" fmla="*/ 16 h 119"/>
              <a:gd name="T92" fmla="*/ 108 w 134"/>
              <a:gd name="T93" fmla="*/ 103 h 119"/>
              <a:gd name="T94" fmla="*/ 113 w 134"/>
              <a:gd name="T95" fmla="*/ 108 h 119"/>
              <a:gd name="T96" fmla="*/ 108 w 134"/>
              <a:gd name="T97" fmla="*/ 113 h 119"/>
              <a:gd name="T98" fmla="*/ 103 w 134"/>
              <a:gd name="T99" fmla="*/ 108 h 119"/>
              <a:gd name="T100" fmla="*/ 108 w 134"/>
              <a:gd name="T101" fmla="*/ 103 h 119"/>
              <a:gd name="T102" fmla="*/ 91 w 134"/>
              <a:gd name="T103" fmla="*/ 41 h 119"/>
              <a:gd name="T104" fmla="*/ 89 w 134"/>
              <a:gd name="T105" fmla="*/ 39 h 119"/>
              <a:gd name="T106" fmla="*/ 112 w 134"/>
              <a:gd name="T107" fmla="*/ 17 h 119"/>
              <a:gd name="T108" fmla="*/ 114 w 134"/>
              <a:gd name="T109" fmla="*/ 19 h 119"/>
              <a:gd name="T110" fmla="*/ 91 w 134"/>
              <a:gd name="T111" fmla="*/ 41 h 119"/>
              <a:gd name="T112" fmla="*/ 98 w 134"/>
              <a:gd name="T113" fmla="*/ 48 h 119"/>
              <a:gd name="T114" fmla="*/ 96 w 134"/>
              <a:gd name="T115" fmla="*/ 47 h 119"/>
              <a:gd name="T116" fmla="*/ 119 w 134"/>
              <a:gd name="T117" fmla="*/ 24 h 119"/>
              <a:gd name="T118" fmla="*/ 121 w 134"/>
              <a:gd name="T119" fmla="*/ 26 h 119"/>
              <a:gd name="T120" fmla="*/ 98 w 134"/>
              <a:gd name="T121" fmla="*/ 48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4" h="119">
                <a:moveTo>
                  <a:pt x="133" y="16"/>
                </a:moveTo>
                <a:cubicBezTo>
                  <a:pt x="121" y="5"/>
                  <a:pt x="121" y="5"/>
                  <a:pt x="121" y="5"/>
                </a:cubicBezTo>
                <a:cubicBezTo>
                  <a:pt x="119" y="3"/>
                  <a:pt x="117" y="3"/>
                  <a:pt x="115" y="5"/>
                </a:cubicBezTo>
                <a:cubicBezTo>
                  <a:pt x="114" y="6"/>
                  <a:pt x="114" y="7"/>
                  <a:pt x="114" y="8"/>
                </a:cubicBezTo>
                <a:cubicBezTo>
                  <a:pt x="113" y="8"/>
                  <a:pt x="112" y="8"/>
                  <a:pt x="111" y="9"/>
                </a:cubicBezTo>
                <a:cubicBezTo>
                  <a:pt x="111" y="9"/>
                  <a:pt x="111" y="9"/>
                  <a:pt x="111" y="9"/>
                </a:cubicBezTo>
                <a:cubicBezTo>
                  <a:pt x="81" y="39"/>
                  <a:pt x="81" y="39"/>
                  <a:pt x="81" y="39"/>
                </a:cubicBezTo>
                <a:cubicBezTo>
                  <a:pt x="81" y="42"/>
                  <a:pt x="80" y="45"/>
                  <a:pt x="79" y="47"/>
                </a:cubicBezTo>
                <a:cubicBezTo>
                  <a:pt x="82" y="50"/>
                  <a:pt x="82" y="50"/>
                  <a:pt x="82" y="50"/>
                </a:cubicBezTo>
                <a:cubicBezTo>
                  <a:pt x="82" y="50"/>
                  <a:pt x="82" y="50"/>
                  <a:pt x="82" y="50"/>
                </a:cubicBezTo>
                <a:cubicBezTo>
                  <a:pt x="83" y="51"/>
                  <a:pt x="83" y="51"/>
                  <a:pt x="83" y="51"/>
                </a:cubicBezTo>
                <a:cubicBezTo>
                  <a:pt x="76" y="57"/>
                  <a:pt x="76" y="57"/>
                  <a:pt x="76" y="57"/>
                </a:cubicBezTo>
                <a:cubicBezTo>
                  <a:pt x="54" y="35"/>
                  <a:pt x="54" y="35"/>
                  <a:pt x="54" y="35"/>
                </a:cubicBezTo>
                <a:cubicBezTo>
                  <a:pt x="56" y="26"/>
                  <a:pt x="54" y="17"/>
                  <a:pt x="47" y="10"/>
                </a:cubicBezTo>
                <a:cubicBezTo>
                  <a:pt x="40" y="3"/>
                  <a:pt x="30" y="0"/>
                  <a:pt x="21" y="3"/>
                </a:cubicBezTo>
                <a:cubicBezTo>
                  <a:pt x="36" y="18"/>
                  <a:pt x="36" y="18"/>
                  <a:pt x="36" y="18"/>
                </a:cubicBezTo>
                <a:cubicBezTo>
                  <a:pt x="32" y="32"/>
                  <a:pt x="32" y="32"/>
                  <a:pt x="32" y="32"/>
                </a:cubicBezTo>
                <a:cubicBezTo>
                  <a:pt x="18" y="36"/>
                  <a:pt x="18" y="36"/>
                  <a:pt x="18" y="36"/>
                </a:cubicBezTo>
                <a:cubicBezTo>
                  <a:pt x="3" y="21"/>
                  <a:pt x="3" y="21"/>
                  <a:pt x="3" y="21"/>
                </a:cubicBezTo>
                <a:cubicBezTo>
                  <a:pt x="0" y="30"/>
                  <a:pt x="3" y="40"/>
                  <a:pt x="10" y="47"/>
                </a:cubicBezTo>
                <a:cubicBezTo>
                  <a:pt x="17" y="54"/>
                  <a:pt x="27" y="56"/>
                  <a:pt x="36" y="53"/>
                </a:cubicBezTo>
                <a:cubicBezTo>
                  <a:pt x="37" y="53"/>
                  <a:pt x="37" y="53"/>
                  <a:pt x="37" y="53"/>
                </a:cubicBezTo>
                <a:cubicBezTo>
                  <a:pt x="58" y="75"/>
                  <a:pt x="58" y="75"/>
                  <a:pt x="58" y="75"/>
                </a:cubicBezTo>
                <a:cubicBezTo>
                  <a:pt x="38" y="96"/>
                  <a:pt x="38" y="96"/>
                  <a:pt x="38" y="96"/>
                </a:cubicBezTo>
                <a:cubicBezTo>
                  <a:pt x="36" y="95"/>
                  <a:pt x="36" y="95"/>
                  <a:pt x="36" y="95"/>
                </a:cubicBezTo>
                <a:cubicBezTo>
                  <a:pt x="31" y="99"/>
                  <a:pt x="31" y="99"/>
                  <a:pt x="31" y="99"/>
                </a:cubicBezTo>
                <a:cubicBezTo>
                  <a:pt x="21" y="115"/>
                  <a:pt x="21" y="115"/>
                  <a:pt x="21" y="115"/>
                </a:cubicBezTo>
                <a:cubicBezTo>
                  <a:pt x="23" y="117"/>
                  <a:pt x="23" y="117"/>
                  <a:pt x="23" y="117"/>
                </a:cubicBezTo>
                <a:cubicBezTo>
                  <a:pt x="39" y="107"/>
                  <a:pt x="39" y="107"/>
                  <a:pt x="39" y="107"/>
                </a:cubicBezTo>
                <a:cubicBezTo>
                  <a:pt x="43" y="101"/>
                  <a:pt x="43" y="101"/>
                  <a:pt x="43" y="101"/>
                </a:cubicBezTo>
                <a:cubicBezTo>
                  <a:pt x="42" y="100"/>
                  <a:pt x="42" y="100"/>
                  <a:pt x="42" y="100"/>
                </a:cubicBezTo>
                <a:cubicBezTo>
                  <a:pt x="63" y="80"/>
                  <a:pt x="63" y="80"/>
                  <a:pt x="63" y="80"/>
                </a:cubicBezTo>
                <a:cubicBezTo>
                  <a:pt x="98" y="115"/>
                  <a:pt x="98" y="115"/>
                  <a:pt x="98" y="115"/>
                </a:cubicBezTo>
                <a:cubicBezTo>
                  <a:pt x="101" y="117"/>
                  <a:pt x="104" y="119"/>
                  <a:pt x="107" y="119"/>
                </a:cubicBezTo>
                <a:cubicBezTo>
                  <a:pt x="110" y="119"/>
                  <a:pt x="113" y="117"/>
                  <a:pt x="116" y="115"/>
                </a:cubicBezTo>
                <a:cubicBezTo>
                  <a:pt x="121" y="110"/>
                  <a:pt x="121" y="102"/>
                  <a:pt x="116" y="97"/>
                </a:cubicBezTo>
                <a:cubicBezTo>
                  <a:pt x="81" y="62"/>
                  <a:pt x="81" y="62"/>
                  <a:pt x="81" y="62"/>
                </a:cubicBezTo>
                <a:cubicBezTo>
                  <a:pt x="87" y="56"/>
                  <a:pt x="87" y="56"/>
                  <a:pt x="87" y="56"/>
                </a:cubicBezTo>
                <a:cubicBezTo>
                  <a:pt x="90" y="59"/>
                  <a:pt x="90" y="59"/>
                  <a:pt x="90" y="59"/>
                </a:cubicBezTo>
                <a:cubicBezTo>
                  <a:pt x="92" y="57"/>
                  <a:pt x="95" y="56"/>
                  <a:pt x="98" y="57"/>
                </a:cubicBezTo>
                <a:cubicBezTo>
                  <a:pt x="128" y="26"/>
                  <a:pt x="128" y="26"/>
                  <a:pt x="128" y="26"/>
                </a:cubicBezTo>
                <a:cubicBezTo>
                  <a:pt x="128" y="26"/>
                  <a:pt x="128" y="26"/>
                  <a:pt x="128" y="26"/>
                </a:cubicBezTo>
                <a:cubicBezTo>
                  <a:pt x="128" y="26"/>
                  <a:pt x="128" y="26"/>
                  <a:pt x="128" y="26"/>
                </a:cubicBezTo>
                <a:cubicBezTo>
                  <a:pt x="129" y="25"/>
                  <a:pt x="129" y="24"/>
                  <a:pt x="129" y="23"/>
                </a:cubicBezTo>
                <a:cubicBezTo>
                  <a:pt x="130" y="24"/>
                  <a:pt x="132" y="23"/>
                  <a:pt x="133" y="22"/>
                </a:cubicBezTo>
                <a:cubicBezTo>
                  <a:pt x="134" y="21"/>
                  <a:pt x="134" y="18"/>
                  <a:pt x="133" y="16"/>
                </a:cubicBezTo>
                <a:close/>
                <a:moveTo>
                  <a:pt x="108" y="103"/>
                </a:moveTo>
                <a:cubicBezTo>
                  <a:pt x="111" y="103"/>
                  <a:pt x="113" y="106"/>
                  <a:pt x="113" y="108"/>
                </a:cubicBezTo>
                <a:cubicBezTo>
                  <a:pt x="113" y="111"/>
                  <a:pt x="111" y="113"/>
                  <a:pt x="108" y="113"/>
                </a:cubicBezTo>
                <a:cubicBezTo>
                  <a:pt x="105" y="113"/>
                  <a:pt x="103" y="111"/>
                  <a:pt x="103" y="108"/>
                </a:cubicBezTo>
                <a:cubicBezTo>
                  <a:pt x="103" y="106"/>
                  <a:pt x="105" y="103"/>
                  <a:pt x="108" y="103"/>
                </a:cubicBezTo>
                <a:close/>
                <a:moveTo>
                  <a:pt x="91" y="41"/>
                </a:moveTo>
                <a:cubicBezTo>
                  <a:pt x="89" y="39"/>
                  <a:pt x="89" y="39"/>
                  <a:pt x="89" y="39"/>
                </a:cubicBezTo>
                <a:cubicBezTo>
                  <a:pt x="112" y="17"/>
                  <a:pt x="112" y="17"/>
                  <a:pt x="112" y="17"/>
                </a:cubicBezTo>
                <a:cubicBezTo>
                  <a:pt x="114" y="19"/>
                  <a:pt x="114" y="19"/>
                  <a:pt x="114" y="19"/>
                </a:cubicBezTo>
                <a:lnTo>
                  <a:pt x="91" y="41"/>
                </a:lnTo>
                <a:close/>
                <a:moveTo>
                  <a:pt x="98" y="48"/>
                </a:moveTo>
                <a:cubicBezTo>
                  <a:pt x="96" y="47"/>
                  <a:pt x="96" y="47"/>
                  <a:pt x="96" y="47"/>
                </a:cubicBezTo>
                <a:cubicBezTo>
                  <a:pt x="119" y="24"/>
                  <a:pt x="119" y="24"/>
                  <a:pt x="119" y="24"/>
                </a:cubicBezTo>
                <a:cubicBezTo>
                  <a:pt x="121" y="26"/>
                  <a:pt x="121" y="26"/>
                  <a:pt x="121" y="26"/>
                </a:cubicBezTo>
                <a:lnTo>
                  <a:pt x="98" y="48"/>
                </a:lnTo>
                <a:close/>
              </a:path>
            </a:pathLst>
          </a:custGeom>
          <a:solidFill>
            <a:schemeClr val="bg1"/>
          </a:solidFill>
          <a:ln>
            <a:noFill/>
          </a:ln>
        </p:spPr>
        <p:txBody>
          <a:bodyPr vert="horz" wrap="square" lIns="91440" tIns="45720" rIns="91440" bIns="45720" numCol="1" anchor="t" anchorCtr="0" compatLnSpc="1"/>
          <a:lstStyle/>
          <a:p>
            <a:endParaRPr lang="en-US"/>
          </a:p>
        </p:txBody>
      </p:sp>
      <p:grpSp>
        <p:nvGrpSpPr>
          <p:cNvPr id="2" name="Group 1"/>
          <p:cNvGrpSpPr/>
          <p:nvPr/>
        </p:nvGrpSpPr>
        <p:grpSpPr>
          <a:xfrm>
            <a:off x="2954457" y="2341658"/>
            <a:ext cx="360400" cy="358105"/>
            <a:chOff x="7392564" y="5336936"/>
            <a:chExt cx="556472" cy="552928"/>
          </a:xfrm>
          <a:solidFill>
            <a:schemeClr val="bg1"/>
          </a:solidFill>
        </p:grpSpPr>
        <p:sp>
          <p:nvSpPr>
            <p:cNvPr id="35" name="Freeform 8"/>
            <p:cNvSpPr/>
            <p:nvPr/>
          </p:nvSpPr>
          <p:spPr bwMode="auto">
            <a:xfrm>
              <a:off x="7392564" y="5740999"/>
              <a:ext cx="148865" cy="148865"/>
            </a:xfrm>
            <a:custGeom>
              <a:avLst/>
              <a:gdLst>
                <a:gd name="T0" fmla="*/ 19 w 42"/>
                <a:gd name="T1" fmla="*/ 1 h 42"/>
                <a:gd name="T2" fmla="*/ 0 w 42"/>
                <a:gd name="T3" fmla="*/ 42 h 42"/>
                <a:gd name="T4" fmla="*/ 42 w 42"/>
                <a:gd name="T5" fmla="*/ 24 h 42"/>
                <a:gd name="T6" fmla="*/ 42 w 42"/>
                <a:gd name="T7" fmla="*/ 24 h 42"/>
                <a:gd name="T8" fmla="*/ 19 w 42"/>
                <a:gd name="T9" fmla="*/ 0 h 42"/>
                <a:gd name="T10" fmla="*/ 19 w 42"/>
                <a:gd name="T11" fmla="*/ 1 h 42"/>
              </a:gdLst>
              <a:ahLst/>
              <a:cxnLst>
                <a:cxn ang="0">
                  <a:pos x="T0" y="T1"/>
                </a:cxn>
                <a:cxn ang="0">
                  <a:pos x="T2" y="T3"/>
                </a:cxn>
                <a:cxn ang="0">
                  <a:pos x="T4" y="T5"/>
                </a:cxn>
                <a:cxn ang="0">
                  <a:pos x="T6" y="T7"/>
                </a:cxn>
                <a:cxn ang="0">
                  <a:pos x="T8" y="T9"/>
                </a:cxn>
                <a:cxn ang="0">
                  <a:pos x="T10" y="T11"/>
                </a:cxn>
              </a:cxnLst>
              <a:rect l="0" t="0" r="r" b="b"/>
              <a:pathLst>
                <a:path w="42" h="42">
                  <a:moveTo>
                    <a:pt x="19" y="1"/>
                  </a:moveTo>
                  <a:lnTo>
                    <a:pt x="0" y="42"/>
                  </a:lnTo>
                  <a:lnTo>
                    <a:pt x="42" y="24"/>
                  </a:lnTo>
                  <a:lnTo>
                    <a:pt x="42" y="24"/>
                  </a:lnTo>
                  <a:lnTo>
                    <a:pt x="19" y="0"/>
                  </a:lnTo>
                  <a:lnTo>
                    <a:pt x="19"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37" name="Freeform 9"/>
            <p:cNvSpPr/>
            <p:nvPr/>
          </p:nvSpPr>
          <p:spPr bwMode="auto">
            <a:xfrm>
              <a:off x="7477630" y="5383014"/>
              <a:ext cx="368619" cy="375707"/>
            </a:xfrm>
            <a:custGeom>
              <a:avLst/>
              <a:gdLst>
                <a:gd name="T0" fmla="*/ 94 w 104"/>
                <a:gd name="T1" fmla="*/ 0 h 106"/>
                <a:gd name="T2" fmla="*/ 0 w 104"/>
                <a:gd name="T3" fmla="*/ 96 h 106"/>
                <a:gd name="T4" fmla="*/ 9 w 104"/>
                <a:gd name="T5" fmla="*/ 106 h 106"/>
                <a:gd name="T6" fmla="*/ 104 w 104"/>
                <a:gd name="T7" fmla="*/ 10 h 106"/>
                <a:gd name="T8" fmla="*/ 94 w 104"/>
                <a:gd name="T9" fmla="*/ 0 h 106"/>
              </a:gdLst>
              <a:ahLst/>
              <a:cxnLst>
                <a:cxn ang="0">
                  <a:pos x="T0" y="T1"/>
                </a:cxn>
                <a:cxn ang="0">
                  <a:pos x="T2" y="T3"/>
                </a:cxn>
                <a:cxn ang="0">
                  <a:pos x="T4" y="T5"/>
                </a:cxn>
                <a:cxn ang="0">
                  <a:pos x="T6" y="T7"/>
                </a:cxn>
                <a:cxn ang="0">
                  <a:pos x="T8" y="T9"/>
                </a:cxn>
              </a:cxnLst>
              <a:rect l="0" t="0" r="r" b="b"/>
              <a:pathLst>
                <a:path w="104" h="106">
                  <a:moveTo>
                    <a:pt x="94" y="0"/>
                  </a:moveTo>
                  <a:lnTo>
                    <a:pt x="0" y="96"/>
                  </a:lnTo>
                  <a:lnTo>
                    <a:pt x="9" y="106"/>
                  </a:lnTo>
                  <a:lnTo>
                    <a:pt x="104" y="10"/>
                  </a:lnTo>
                  <a:lnTo>
                    <a:pt x="9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38" name="Freeform 10"/>
            <p:cNvSpPr/>
            <p:nvPr/>
          </p:nvSpPr>
          <p:spPr bwMode="auto">
            <a:xfrm>
              <a:off x="7527252" y="5439725"/>
              <a:ext cx="368619" cy="368619"/>
            </a:xfrm>
            <a:custGeom>
              <a:avLst/>
              <a:gdLst>
                <a:gd name="T0" fmla="*/ 95 w 104"/>
                <a:gd name="T1" fmla="*/ 0 h 104"/>
                <a:gd name="T2" fmla="*/ 0 w 104"/>
                <a:gd name="T3" fmla="*/ 94 h 104"/>
                <a:gd name="T4" fmla="*/ 10 w 104"/>
                <a:gd name="T5" fmla="*/ 104 h 104"/>
                <a:gd name="T6" fmla="*/ 104 w 104"/>
                <a:gd name="T7" fmla="*/ 9 h 104"/>
                <a:gd name="T8" fmla="*/ 95 w 104"/>
                <a:gd name="T9" fmla="*/ 0 h 104"/>
              </a:gdLst>
              <a:ahLst/>
              <a:cxnLst>
                <a:cxn ang="0">
                  <a:pos x="T0" y="T1"/>
                </a:cxn>
                <a:cxn ang="0">
                  <a:pos x="T2" y="T3"/>
                </a:cxn>
                <a:cxn ang="0">
                  <a:pos x="T4" y="T5"/>
                </a:cxn>
                <a:cxn ang="0">
                  <a:pos x="T6" y="T7"/>
                </a:cxn>
                <a:cxn ang="0">
                  <a:pos x="T8" y="T9"/>
                </a:cxn>
              </a:cxnLst>
              <a:rect l="0" t="0" r="r" b="b"/>
              <a:pathLst>
                <a:path w="104" h="104">
                  <a:moveTo>
                    <a:pt x="95" y="0"/>
                  </a:moveTo>
                  <a:lnTo>
                    <a:pt x="0" y="94"/>
                  </a:lnTo>
                  <a:lnTo>
                    <a:pt x="10" y="104"/>
                  </a:lnTo>
                  <a:lnTo>
                    <a:pt x="104" y="9"/>
                  </a:lnTo>
                  <a:lnTo>
                    <a:pt x="9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0" name="Freeform 11"/>
            <p:cNvSpPr/>
            <p:nvPr/>
          </p:nvSpPr>
          <p:spPr bwMode="auto">
            <a:xfrm>
              <a:off x="7835615" y="5336936"/>
              <a:ext cx="113421" cy="109878"/>
            </a:xfrm>
            <a:custGeom>
              <a:avLst/>
              <a:gdLst>
                <a:gd name="T0" fmla="*/ 17 w 26"/>
                <a:gd name="T1" fmla="*/ 8 h 26"/>
                <a:gd name="T2" fmla="*/ 0 w 26"/>
                <a:gd name="T3" fmla="*/ 7 h 26"/>
                <a:gd name="T4" fmla="*/ 19 w 26"/>
                <a:gd name="T5" fmla="*/ 26 h 26"/>
                <a:gd name="T6" fmla="*/ 17 w 26"/>
                <a:gd name="T7" fmla="*/ 8 h 26"/>
              </a:gdLst>
              <a:ahLst/>
              <a:cxnLst>
                <a:cxn ang="0">
                  <a:pos x="T0" y="T1"/>
                </a:cxn>
                <a:cxn ang="0">
                  <a:pos x="T2" y="T3"/>
                </a:cxn>
                <a:cxn ang="0">
                  <a:pos x="T4" y="T5"/>
                </a:cxn>
                <a:cxn ang="0">
                  <a:pos x="T6" y="T7"/>
                </a:cxn>
              </a:cxnLst>
              <a:rect l="0" t="0" r="r" b="b"/>
              <a:pathLst>
                <a:path w="26" h="26">
                  <a:moveTo>
                    <a:pt x="17" y="8"/>
                  </a:moveTo>
                  <a:cubicBezTo>
                    <a:pt x="9" y="0"/>
                    <a:pt x="0" y="7"/>
                    <a:pt x="0" y="7"/>
                  </a:cubicBezTo>
                  <a:cubicBezTo>
                    <a:pt x="19" y="26"/>
                    <a:pt x="19" y="26"/>
                    <a:pt x="19" y="26"/>
                  </a:cubicBezTo>
                  <a:cubicBezTo>
                    <a:pt x="19" y="26"/>
                    <a:pt x="26" y="17"/>
                    <a:pt x="17"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grpSp>
        <p:nvGrpSpPr>
          <p:cNvPr id="3" name="Group 2"/>
          <p:cNvGrpSpPr/>
          <p:nvPr/>
        </p:nvGrpSpPr>
        <p:grpSpPr>
          <a:xfrm>
            <a:off x="6109220" y="1547393"/>
            <a:ext cx="231482" cy="310332"/>
            <a:chOff x="8025047" y="2676140"/>
            <a:chExt cx="308642" cy="413776"/>
          </a:xfrm>
        </p:grpSpPr>
        <p:sp>
          <p:nvSpPr>
            <p:cNvPr id="41" name="Freeform 62"/>
            <p:cNvSpPr>
              <a:spLocks noEditPoints="1"/>
            </p:cNvSpPr>
            <p:nvPr/>
          </p:nvSpPr>
          <p:spPr bwMode="auto">
            <a:xfrm>
              <a:off x="8025047" y="2676140"/>
              <a:ext cx="233759" cy="413776"/>
            </a:xfrm>
            <a:custGeom>
              <a:avLst/>
              <a:gdLst>
                <a:gd name="T0" fmla="*/ 66 w 73"/>
                <a:gd name="T1" fmla="*/ 105 h 129"/>
                <a:gd name="T2" fmla="*/ 7 w 73"/>
                <a:gd name="T3" fmla="*/ 105 h 129"/>
                <a:gd name="T4" fmla="*/ 7 w 73"/>
                <a:gd name="T5" fmla="*/ 16 h 129"/>
                <a:gd name="T6" fmla="*/ 66 w 73"/>
                <a:gd name="T7" fmla="*/ 16 h 129"/>
                <a:gd name="T8" fmla="*/ 66 w 73"/>
                <a:gd name="T9" fmla="*/ 35 h 129"/>
                <a:gd name="T10" fmla="*/ 73 w 73"/>
                <a:gd name="T11" fmla="*/ 35 h 129"/>
                <a:gd name="T12" fmla="*/ 73 w 73"/>
                <a:gd name="T13" fmla="*/ 10 h 129"/>
                <a:gd name="T14" fmla="*/ 63 w 73"/>
                <a:gd name="T15" fmla="*/ 0 h 129"/>
                <a:gd name="T16" fmla="*/ 9 w 73"/>
                <a:gd name="T17" fmla="*/ 0 h 129"/>
                <a:gd name="T18" fmla="*/ 0 w 73"/>
                <a:gd name="T19" fmla="*/ 10 h 129"/>
                <a:gd name="T20" fmla="*/ 0 w 73"/>
                <a:gd name="T21" fmla="*/ 120 h 129"/>
                <a:gd name="T22" fmla="*/ 9 w 73"/>
                <a:gd name="T23" fmla="*/ 129 h 129"/>
                <a:gd name="T24" fmla="*/ 63 w 73"/>
                <a:gd name="T25" fmla="*/ 129 h 129"/>
                <a:gd name="T26" fmla="*/ 73 w 73"/>
                <a:gd name="T27" fmla="*/ 120 h 129"/>
                <a:gd name="T28" fmla="*/ 73 w 73"/>
                <a:gd name="T29" fmla="*/ 79 h 129"/>
                <a:gd name="T30" fmla="*/ 66 w 73"/>
                <a:gd name="T31" fmla="*/ 79 h 129"/>
                <a:gd name="T32" fmla="*/ 66 w 73"/>
                <a:gd name="T33" fmla="*/ 105 h 129"/>
                <a:gd name="T34" fmla="*/ 57 w 73"/>
                <a:gd name="T35" fmla="*/ 6 h 129"/>
                <a:gd name="T36" fmla="*/ 60 w 73"/>
                <a:gd name="T37" fmla="*/ 9 h 129"/>
                <a:gd name="T38" fmla="*/ 57 w 73"/>
                <a:gd name="T39" fmla="*/ 11 h 129"/>
                <a:gd name="T40" fmla="*/ 55 w 73"/>
                <a:gd name="T41" fmla="*/ 9 h 129"/>
                <a:gd name="T42" fmla="*/ 57 w 73"/>
                <a:gd name="T43" fmla="*/ 6 h 129"/>
                <a:gd name="T44" fmla="*/ 24 w 73"/>
                <a:gd name="T45" fmla="*/ 7 h 129"/>
                <a:gd name="T46" fmla="*/ 49 w 73"/>
                <a:gd name="T47" fmla="*/ 7 h 129"/>
                <a:gd name="T48" fmla="*/ 49 w 73"/>
                <a:gd name="T49" fmla="*/ 10 h 129"/>
                <a:gd name="T50" fmla="*/ 24 w 73"/>
                <a:gd name="T51" fmla="*/ 10 h 129"/>
                <a:gd name="T52" fmla="*/ 24 w 73"/>
                <a:gd name="T53" fmla="*/ 7 h 129"/>
                <a:gd name="T54" fmla="*/ 48 w 73"/>
                <a:gd name="T55" fmla="*/ 119 h 129"/>
                <a:gd name="T56" fmla="*/ 25 w 73"/>
                <a:gd name="T57" fmla="*/ 119 h 129"/>
                <a:gd name="T58" fmla="*/ 25 w 73"/>
                <a:gd name="T59" fmla="*/ 112 h 129"/>
                <a:gd name="T60" fmla="*/ 48 w 73"/>
                <a:gd name="T61" fmla="*/ 112 h 129"/>
                <a:gd name="T62" fmla="*/ 48 w 73"/>
                <a:gd name="T63" fmla="*/ 11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129">
                  <a:moveTo>
                    <a:pt x="66" y="105"/>
                  </a:moveTo>
                  <a:cubicBezTo>
                    <a:pt x="7" y="105"/>
                    <a:pt x="7" y="105"/>
                    <a:pt x="7" y="105"/>
                  </a:cubicBezTo>
                  <a:cubicBezTo>
                    <a:pt x="7" y="16"/>
                    <a:pt x="7" y="16"/>
                    <a:pt x="7" y="16"/>
                  </a:cubicBezTo>
                  <a:cubicBezTo>
                    <a:pt x="66" y="16"/>
                    <a:pt x="66" y="16"/>
                    <a:pt x="66" y="16"/>
                  </a:cubicBezTo>
                  <a:cubicBezTo>
                    <a:pt x="66" y="35"/>
                    <a:pt x="66" y="35"/>
                    <a:pt x="66" y="35"/>
                  </a:cubicBezTo>
                  <a:cubicBezTo>
                    <a:pt x="73" y="35"/>
                    <a:pt x="73" y="35"/>
                    <a:pt x="73" y="35"/>
                  </a:cubicBezTo>
                  <a:cubicBezTo>
                    <a:pt x="73" y="10"/>
                    <a:pt x="73" y="10"/>
                    <a:pt x="73" y="10"/>
                  </a:cubicBezTo>
                  <a:cubicBezTo>
                    <a:pt x="73" y="5"/>
                    <a:pt x="68" y="0"/>
                    <a:pt x="63" y="0"/>
                  </a:cubicBezTo>
                  <a:cubicBezTo>
                    <a:pt x="9" y="0"/>
                    <a:pt x="9" y="0"/>
                    <a:pt x="9" y="0"/>
                  </a:cubicBezTo>
                  <a:cubicBezTo>
                    <a:pt x="4" y="0"/>
                    <a:pt x="0" y="5"/>
                    <a:pt x="0" y="10"/>
                  </a:cubicBezTo>
                  <a:cubicBezTo>
                    <a:pt x="0" y="120"/>
                    <a:pt x="0" y="120"/>
                    <a:pt x="0" y="120"/>
                  </a:cubicBezTo>
                  <a:cubicBezTo>
                    <a:pt x="0" y="125"/>
                    <a:pt x="4" y="129"/>
                    <a:pt x="9" y="129"/>
                  </a:cubicBezTo>
                  <a:cubicBezTo>
                    <a:pt x="63" y="129"/>
                    <a:pt x="63" y="129"/>
                    <a:pt x="63" y="129"/>
                  </a:cubicBezTo>
                  <a:cubicBezTo>
                    <a:pt x="68" y="129"/>
                    <a:pt x="73" y="125"/>
                    <a:pt x="73" y="120"/>
                  </a:cubicBezTo>
                  <a:cubicBezTo>
                    <a:pt x="73" y="79"/>
                    <a:pt x="73" y="79"/>
                    <a:pt x="73" y="79"/>
                  </a:cubicBezTo>
                  <a:cubicBezTo>
                    <a:pt x="66" y="79"/>
                    <a:pt x="66" y="79"/>
                    <a:pt x="66" y="79"/>
                  </a:cubicBezTo>
                  <a:lnTo>
                    <a:pt x="66" y="105"/>
                  </a:lnTo>
                  <a:close/>
                  <a:moveTo>
                    <a:pt x="57" y="6"/>
                  </a:moveTo>
                  <a:cubicBezTo>
                    <a:pt x="58" y="6"/>
                    <a:pt x="60" y="7"/>
                    <a:pt x="60" y="9"/>
                  </a:cubicBezTo>
                  <a:cubicBezTo>
                    <a:pt x="60" y="10"/>
                    <a:pt x="58" y="11"/>
                    <a:pt x="57" y="11"/>
                  </a:cubicBezTo>
                  <a:cubicBezTo>
                    <a:pt x="56" y="11"/>
                    <a:pt x="55" y="10"/>
                    <a:pt x="55" y="9"/>
                  </a:cubicBezTo>
                  <a:cubicBezTo>
                    <a:pt x="55" y="7"/>
                    <a:pt x="56" y="6"/>
                    <a:pt x="57" y="6"/>
                  </a:cubicBezTo>
                  <a:close/>
                  <a:moveTo>
                    <a:pt x="24" y="7"/>
                  </a:moveTo>
                  <a:cubicBezTo>
                    <a:pt x="49" y="7"/>
                    <a:pt x="49" y="7"/>
                    <a:pt x="49" y="7"/>
                  </a:cubicBezTo>
                  <a:cubicBezTo>
                    <a:pt x="49" y="10"/>
                    <a:pt x="49" y="10"/>
                    <a:pt x="49" y="10"/>
                  </a:cubicBezTo>
                  <a:cubicBezTo>
                    <a:pt x="24" y="10"/>
                    <a:pt x="24" y="10"/>
                    <a:pt x="24" y="10"/>
                  </a:cubicBezTo>
                  <a:lnTo>
                    <a:pt x="24" y="7"/>
                  </a:lnTo>
                  <a:close/>
                  <a:moveTo>
                    <a:pt x="48" y="119"/>
                  </a:moveTo>
                  <a:cubicBezTo>
                    <a:pt x="25" y="119"/>
                    <a:pt x="25" y="119"/>
                    <a:pt x="25" y="119"/>
                  </a:cubicBezTo>
                  <a:cubicBezTo>
                    <a:pt x="25" y="112"/>
                    <a:pt x="25" y="112"/>
                    <a:pt x="25" y="112"/>
                  </a:cubicBezTo>
                  <a:cubicBezTo>
                    <a:pt x="48" y="112"/>
                    <a:pt x="48" y="112"/>
                    <a:pt x="48" y="112"/>
                  </a:cubicBezTo>
                  <a:lnTo>
                    <a:pt x="48" y="119"/>
                  </a:lnTo>
                  <a:close/>
                </a:path>
              </a:pathLst>
            </a:custGeom>
            <a:solidFill>
              <a:schemeClr val="bg1"/>
            </a:solidFill>
            <a:ln>
              <a:noFill/>
            </a:ln>
          </p:spPr>
          <p:txBody>
            <a:bodyPr vert="horz" wrap="square" lIns="91440" tIns="45720" rIns="91440" bIns="45720" numCol="1" anchor="t" anchorCtr="0" compatLnSpc="1"/>
            <a:lstStyle/>
            <a:p>
              <a:endParaRPr lang="en-US"/>
            </a:p>
          </p:txBody>
        </p:sp>
        <p:sp>
          <p:nvSpPr>
            <p:cNvPr id="51" name="Freeform 63"/>
            <p:cNvSpPr/>
            <p:nvPr/>
          </p:nvSpPr>
          <p:spPr bwMode="auto">
            <a:xfrm>
              <a:off x="8159041" y="2753123"/>
              <a:ext cx="174648" cy="166585"/>
            </a:xfrm>
            <a:custGeom>
              <a:avLst/>
              <a:gdLst>
                <a:gd name="T0" fmla="*/ 0 w 65"/>
                <a:gd name="T1" fmla="*/ 44 h 62"/>
                <a:gd name="T2" fmla="*/ 8 w 65"/>
                <a:gd name="T3" fmla="*/ 44 h 62"/>
                <a:gd name="T4" fmla="*/ 0 w 65"/>
                <a:gd name="T5" fmla="*/ 62 h 62"/>
                <a:gd name="T6" fmla="*/ 22 w 65"/>
                <a:gd name="T7" fmla="*/ 44 h 62"/>
                <a:gd name="T8" fmla="*/ 65 w 65"/>
                <a:gd name="T9" fmla="*/ 44 h 62"/>
                <a:gd name="T10" fmla="*/ 65 w 65"/>
                <a:gd name="T11" fmla="*/ 0 h 62"/>
                <a:gd name="T12" fmla="*/ 0 w 65"/>
                <a:gd name="T13" fmla="*/ 0 h 62"/>
                <a:gd name="T14" fmla="*/ 0 w 65"/>
                <a:gd name="T15" fmla="*/ 44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62">
                  <a:moveTo>
                    <a:pt x="0" y="44"/>
                  </a:moveTo>
                  <a:lnTo>
                    <a:pt x="8" y="44"/>
                  </a:lnTo>
                  <a:lnTo>
                    <a:pt x="0" y="62"/>
                  </a:lnTo>
                  <a:lnTo>
                    <a:pt x="22" y="44"/>
                  </a:lnTo>
                  <a:lnTo>
                    <a:pt x="65" y="44"/>
                  </a:lnTo>
                  <a:lnTo>
                    <a:pt x="65" y="0"/>
                  </a:lnTo>
                  <a:lnTo>
                    <a:pt x="0" y="0"/>
                  </a:lnTo>
                  <a:lnTo>
                    <a:pt x="0" y="44"/>
                  </a:lnTo>
                  <a:close/>
                </a:path>
              </a:pathLst>
            </a:custGeom>
            <a:solidFill>
              <a:schemeClr val="bg1"/>
            </a:solidFill>
            <a:ln>
              <a:noFill/>
            </a:ln>
          </p:spPr>
          <p:txBody>
            <a:bodyPr vert="horz" wrap="square" lIns="91440" tIns="45720" rIns="91440" bIns="45720" numCol="1" anchor="t" anchorCtr="0" compatLnSpc="1"/>
            <a:lstStyle/>
            <a:p>
              <a:endParaRPr lang="en-US"/>
            </a:p>
          </p:txBody>
        </p:sp>
      </p:grpSp>
      <p:sp>
        <p:nvSpPr>
          <p:cNvPr id="52" name="Freeform 58"/>
          <p:cNvSpPr/>
          <p:nvPr/>
        </p:nvSpPr>
        <p:spPr bwMode="auto">
          <a:xfrm>
            <a:off x="6021858" y="2336912"/>
            <a:ext cx="350044" cy="362850"/>
          </a:xfrm>
          <a:custGeom>
            <a:avLst/>
            <a:gdLst>
              <a:gd name="T0" fmla="*/ 99 w 137"/>
              <a:gd name="T1" fmla="*/ 57 h 142"/>
              <a:gd name="T2" fmla="*/ 137 w 137"/>
              <a:gd name="T3" fmla="*/ 57 h 142"/>
              <a:gd name="T4" fmla="*/ 76 w 137"/>
              <a:gd name="T5" fmla="*/ 4 h 142"/>
              <a:gd name="T6" fmla="*/ 69 w 137"/>
              <a:gd name="T7" fmla="*/ 0 h 142"/>
              <a:gd name="T8" fmla="*/ 62 w 137"/>
              <a:gd name="T9" fmla="*/ 4 h 142"/>
              <a:gd name="T10" fmla="*/ 0 w 137"/>
              <a:gd name="T11" fmla="*/ 57 h 142"/>
              <a:gd name="T12" fmla="*/ 39 w 137"/>
              <a:gd name="T13" fmla="*/ 57 h 142"/>
              <a:gd name="T14" fmla="*/ 62 w 137"/>
              <a:gd name="T15" fmla="*/ 5 h 142"/>
              <a:gd name="T16" fmla="*/ 62 w 137"/>
              <a:gd name="T17" fmla="*/ 6 h 142"/>
              <a:gd name="T18" fmla="*/ 44 w 137"/>
              <a:gd name="T19" fmla="*/ 57 h 142"/>
              <a:gd name="T20" fmla="*/ 64 w 137"/>
              <a:gd name="T21" fmla="*/ 57 h 142"/>
              <a:gd name="T22" fmla="*/ 64 w 137"/>
              <a:gd name="T23" fmla="*/ 123 h 142"/>
              <a:gd name="T24" fmla="*/ 64 w 137"/>
              <a:gd name="T25" fmla="*/ 125 h 142"/>
              <a:gd name="T26" fmla="*/ 64 w 137"/>
              <a:gd name="T27" fmla="*/ 130 h 142"/>
              <a:gd name="T28" fmla="*/ 76 w 137"/>
              <a:gd name="T29" fmla="*/ 142 h 142"/>
              <a:gd name="T30" fmla="*/ 88 w 137"/>
              <a:gd name="T31" fmla="*/ 130 h 142"/>
              <a:gd name="T32" fmla="*/ 88 w 137"/>
              <a:gd name="T33" fmla="*/ 125 h 142"/>
              <a:gd name="T34" fmla="*/ 79 w 137"/>
              <a:gd name="T35" fmla="*/ 125 h 142"/>
              <a:gd name="T36" fmla="*/ 79 w 137"/>
              <a:gd name="T37" fmla="*/ 127 h 142"/>
              <a:gd name="T38" fmla="*/ 79 w 137"/>
              <a:gd name="T39" fmla="*/ 130 h 142"/>
              <a:gd name="T40" fmla="*/ 76 w 137"/>
              <a:gd name="T41" fmla="*/ 134 h 142"/>
              <a:gd name="T42" fmla="*/ 72 w 137"/>
              <a:gd name="T43" fmla="*/ 130 h 142"/>
              <a:gd name="T44" fmla="*/ 72 w 137"/>
              <a:gd name="T45" fmla="*/ 127 h 142"/>
              <a:gd name="T46" fmla="*/ 72 w 137"/>
              <a:gd name="T47" fmla="*/ 125 h 142"/>
              <a:gd name="T48" fmla="*/ 72 w 137"/>
              <a:gd name="T49" fmla="*/ 112 h 142"/>
              <a:gd name="T50" fmla="*/ 72 w 137"/>
              <a:gd name="T51" fmla="*/ 57 h 142"/>
              <a:gd name="T52" fmla="*/ 94 w 137"/>
              <a:gd name="T53" fmla="*/ 57 h 142"/>
              <a:gd name="T54" fmla="*/ 76 w 137"/>
              <a:gd name="T55" fmla="*/ 6 h 142"/>
              <a:gd name="T56" fmla="*/ 76 w 137"/>
              <a:gd name="T57" fmla="*/ 5 h 142"/>
              <a:gd name="T58" fmla="*/ 99 w 137"/>
              <a:gd name="T59" fmla="*/ 57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7" h="142">
                <a:moveTo>
                  <a:pt x="99" y="57"/>
                </a:moveTo>
                <a:cubicBezTo>
                  <a:pt x="137" y="57"/>
                  <a:pt x="137" y="57"/>
                  <a:pt x="137" y="57"/>
                </a:cubicBezTo>
                <a:cubicBezTo>
                  <a:pt x="130" y="29"/>
                  <a:pt x="105" y="7"/>
                  <a:pt x="76" y="4"/>
                </a:cubicBezTo>
                <a:cubicBezTo>
                  <a:pt x="74" y="2"/>
                  <a:pt x="72" y="0"/>
                  <a:pt x="69" y="0"/>
                </a:cubicBezTo>
                <a:cubicBezTo>
                  <a:pt x="66" y="0"/>
                  <a:pt x="64" y="2"/>
                  <a:pt x="62" y="4"/>
                </a:cubicBezTo>
                <a:cubicBezTo>
                  <a:pt x="32" y="7"/>
                  <a:pt x="7" y="28"/>
                  <a:pt x="0" y="57"/>
                </a:cubicBezTo>
                <a:cubicBezTo>
                  <a:pt x="39" y="57"/>
                  <a:pt x="39" y="57"/>
                  <a:pt x="39" y="57"/>
                </a:cubicBezTo>
                <a:cubicBezTo>
                  <a:pt x="39" y="24"/>
                  <a:pt x="58" y="8"/>
                  <a:pt x="62" y="5"/>
                </a:cubicBezTo>
                <a:cubicBezTo>
                  <a:pt x="62" y="5"/>
                  <a:pt x="62" y="5"/>
                  <a:pt x="62" y="6"/>
                </a:cubicBezTo>
                <a:cubicBezTo>
                  <a:pt x="41" y="32"/>
                  <a:pt x="44" y="57"/>
                  <a:pt x="44" y="57"/>
                </a:cubicBezTo>
                <a:cubicBezTo>
                  <a:pt x="64" y="57"/>
                  <a:pt x="64" y="57"/>
                  <a:pt x="64" y="57"/>
                </a:cubicBezTo>
                <a:cubicBezTo>
                  <a:pt x="64" y="123"/>
                  <a:pt x="64" y="123"/>
                  <a:pt x="64" y="123"/>
                </a:cubicBezTo>
                <a:cubicBezTo>
                  <a:pt x="64" y="125"/>
                  <a:pt x="64" y="125"/>
                  <a:pt x="64" y="125"/>
                </a:cubicBezTo>
                <a:cubicBezTo>
                  <a:pt x="64" y="130"/>
                  <a:pt x="64" y="130"/>
                  <a:pt x="64" y="130"/>
                </a:cubicBezTo>
                <a:cubicBezTo>
                  <a:pt x="64" y="137"/>
                  <a:pt x="69" y="142"/>
                  <a:pt x="76" y="142"/>
                </a:cubicBezTo>
                <a:cubicBezTo>
                  <a:pt x="82" y="142"/>
                  <a:pt x="88" y="137"/>
                  <a:pt x="88" y="130"/>
                </a:cubicBezTo>
                <a:cubicBezTo>
                  <a:pt x="88" y="125"/>
                  <a:pt x="88" y="125"/>
                  <a:pt x="88" y="125"/>
                </a:cubicBezTo>
                <a:cubicBezTo>
                  <a:pt x="79" y="125"/>
                  <a:pt x="79" y="125"/>
                  <a:pt x="79" y="125"/>
                </a:cubicBezTo>
                <a:cubicBezTo>
                  <a:pt x="79" y="127"/>
                  <a:pt x="79" y="127"/>
                  <a:pt x="79" y="127"/>
                </a:cubicBezTo>
                <a:cubicBezTo>
                  <a:pt x="79" y="130"/>
                  <a:pt x="79" y="130"/>
                  <a:pt x="79" y="130"/>
                </a:cubicBezTo>
                <a:cubicBezTo>
                  <a:pt x="79" y="132"/>
                  <a:pt x="78" y="134"/>
                  <a:pt x="76" y="134"/>
                </a:cubicBezTo>
                <a:cubicBezTo>
                  <a:pt x="74" y="134"/>
                  <a:pt x="72" y="132"/>
                  <a:pt x="72" y="130"/>
                </a:cubicBezTo>
                <a:cubicBezTo>
                  <a:pt x="72" y="127"/>
                  <a:pt x="72" y="127"/>
                  <a:pt x="72" y="127"/>
                </a:cubicBezTo>
                <a:cubicBezTo>
                  <a:pt x="72" y="125"/>
                  <a:pt x="72" y="125"/>
                  <a:pt x="72" y="125"/>
                </a:cubicBezTo>
                <a:cubicBezTo>
                  <a:pt x="72" y="112"/>
                  <a:pt x="72" y="112"/>
                  <a:pt x="72" y="112"/>
                </a:cubicBezTo>
                <a:cubicBezTo>
                  <a:pt x="72" y="57"/>
                  <a:pt x="72" y="57"/>
                  <a:pt x="72" y="57"/>
                </a:cubicBezTo>
                <a:cubicBezTo>
                  <a:pt x="94" y="57"/>
                  <a:pt x="94" y="57"/>
                  <a:pt x="94" y="57"/>
                </a:cubicBezTo>
                <a:cubicBezTo>
                  <a:pt x="94" y="57"/>
                  <a:pt x="97" y="32"/>
                  <a:pt x="76" y="6"/>
                </a:cubicBezTo>
                <a:cubicBezTo>
                  <a:pt x="76" y="5"/>
                  <a:pt x="76" y="5"/>
                  <a:pt x="76" y="5"/>
                </a:cubicBezTo>
                <a:cubicBezTo>
                  <a:pt x="80" y="8"/>
                  <a:pt x="99" y="24"/>
                  <a:pt x="99" y="57"/>
                </a:cubicBezTo>
                <a:close/>
              </a:path>
            </a:pathLst>
          </a:custGeom>
          <a:solidFill>
            <a:schemeClr val="bg1"/>
          </a:solidFill>
          <a:ln>
            <a:noFill/>
          </a:ln>
        </p:spPr>
        <p:txBody>
          <a:bodyPr vert="horz" wrap="square" lIns="91440" tIns="45720" rIns="91440" bIns="45720" numCol="1" anchor="t" anchorCtr="0" compatLnSpc="1"/>
          <a:lstStyle/>
          <a:p>
            <a:endParaRPr lang="en-US"/>
          </a:p>
        </p:txBody>
      </p:sp>
      <p:sp>
        <p:nvSpPr>
          <p:cNvPr id="43" name="矩形 42"/>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peelOff"/>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500"/>
                                        <p:tgtEl>
                                          <p:spTgt spid="3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500"/>
                                        <p:tgtEl>
                                          <p:spTgt spid="42"/>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500"/>
                                        <p:tgtEl>
                                          <p:spTgt spid="45"/>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wipe(right)">
                                      <p:cBhvr>
                                        <p:cTn id="23" dur="500"/>
                                        <p:tgtEl>
                                          <p:spTgt spid="34"/>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500"/>
                                        <p:tgtEl>
                                          <p:spTgt spid="3"/>
                                        </p:tgtEl>
                                      </p:cBhvr>
                                    </p:animEffect>
                                  </p:childTnLst>
                                </p:cTn>
                              </p:par>
                            </p:childTnLst>
                          </p:cTn>
                        </p:par>
                        <p:par>
                          <p:cTn id="44" fill="hold">
                            <p:stCondLst>
                              <p:cond delay="5000"/>
                            </p:stCondLst>
                            <p:childTnLst>
                              <p:par>
                                <p:cTn id="45" presetID="22" presetClass="entr" presetSubtype="2" fill="hold"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right)">
                                      <p:cBhvr>
                                        <p:cTn id="47" dur="500"/>
                                        <p:tgtEl>
                                          <p:spTgt spid="9"/>
                                        </p:tgtEl>
                                      </p:cBhvr>
                                    </p:animEffect>
                                  </p:childTnLst>
                                </p:cTn>
                              </p:par>
                            </p:childTnLst>
                          </p:cTn>
                        </p:par>
                        <p:par>
                          <p:cTn id="48" fill="hold">
                            <p:stCondLst>
                              <p:cond delay="5500"/>
                            </p:stCondLst>
                            <p:childTnLst>
                              <p:par>
                                <p:cTn id="49" presetID="10" presetClass="entr" presetSubtype="0" fill="hold" nodeType="after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00"/>
                                        <p:tgtEl>
                                          <p:spTgt spid="28"/>
                                        </p:tgtEl>
                                      </p:cBhvr>
                                    </p:animEffect>
                                  </p:childTnLst>
                                </p:cTn>
                              </p:par>
                            </p:childTnLst>
                          </p:cTn>
                        </p:par>
                        <p:par>
                          <p:cTn id="52" fill="hold">
                            <p:stCondLst>
                              <p:cond delay="6000"/>
                            </p:stCondLst>
                            <p:childTnLst>
                              <p:par>
                                <p:cTn id="53" presetID="10" presetClass="entr" presetSubtype="0" fill="hold" nodeType="after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fade">
                                      <p:cBhvr>
                                        <p:cTn id="55" dur="500"/>
                                        <p:tgtEl>
                                          <p:spTgt spid="2"/>
                                        </p:tgtEl>
                                      </p:cBhvr>
                                    </p:animEffect>
                                  </p:childTnLst>
                                </p:cTn>
                              </p:par>
                            </p:childTnLst>
                          </p:cTn>
                        </p:par>
                        <p:par>
                          <p:cTn id="56" fill="hold">
                            <p:stCondLst>
                              <p:cond delay="6500"/>
                            </p:stCondLst>
                            <p:childTnLst>
                              <p:par>
                                <p:cTn id="57" presetID="22" presetClass="entr" presetSubtype="8" fill="hold" nodeType="after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wipe(left)">
                                      <p:cBhvr>
                                        <p:cTn id="59" dur="500"/>
                                        <p:tgtEl>
                                          <p:spTgt spid="7"/>
                                        </p:tgtEl>
                                      </p:cBhvr>
                                    </p:animEffect>
                                  </p:childTnLst>
                                </p:cTn>
                              </p:par>
                            </p:childTnLst>
                          </p:cTn>
                        </p:par>
                        <p:par>
                          <p:cTn id="60" fill="hold">
                            <p:stCondLst>
                              <p:cond delay="7000"/>
                            </p:stCondLst>
                            <p:childTnLst>
                              <p:par>
                                <p:cTn id="61" presetID="10" presetClass="entr" presetSubtype="0" fill="hold" nodeType="after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par>
                          <p:cTn id="64" fill="hold">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52"/>
                                        </p:tgtEl>
                                        <p:attrNameLst>
                                          <p:attrName>style.visibility</p:attrName>
                                        </p:attrNameLst>
                                      </p:cBhvr>
                                      <p:to>
                                        <p:strVal val="visible"/>
                                      </p:to>
                                    </p:set>
                                    <p:animEffect transition="in" filter="fade">
                                      <p:cBhvr>
                                        <p:cTn id="67" dur="500"/>
                                        <p:tgtEl>
                                          <p:spTgt spid="52"/>
                                        </p:tgtEl>
                                      </p:cBhvr>
                                    </p:animEffect>
                                  </p:childTnLst>
                                </p:cTn>
                              </p:par>
                            </p:childTnLst>
                          </p:cTn>
                        </p:par>
                        <p:par>
                          <p:cTn id="68" fill="hold">
                            <p:stCondLst>
                              <p:cond delay="8000"/>
                            </p:stCondLst>
                            <p:childTnLst>
                              <p:par>
                                <p:cTn id="69" presetID="10" presetClass="entr" presetSubtype="0" fill="hold" grpId="0" nodeType="afterEffect">
                                  <p:stCondLst>
                                    <p:cond delay="0"/>
                                  </p:stCondLst>
                                  <p:childTnLst>
                                    <p:set>
                                      <p:cBhvr>
                                        <p:cTn id="70" dur="1" fill="hold">
                                          <p:stCondLst>
                                            <p:cond delay="0"/>
                                          </p:stCondLst>
                                        </p:cTn>
                                        <p:tgtEl>
                                          <p:spTgt spid="25">
                                            <p:txEl>
                                              <p:pRg st="1" end="1"/>
                                            </p:txEl>
                                          </p:spTgt>
                                        </p:tgtEl>
                                        <p:attrNameLst>
                                          <p:attrName>style.visibility</p:attrName>
                                        </p:attrNameLst>
                                      </p:cBhvr>
                                      <p:to>
                                        <p:strVal val="visible"/>
                                      </p:to>
                                    </p:set>
                                    <p:animEffect transition="in" filter="fade">
                                      <p:cBhvr>
                                        <p:cTn id="71" dur="500"/>
                                        <p:tgtEl>
                                          <p:spTgt spid="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9" grpId="0" animBg="1"/>
      <p:bldP spid="42" grpId="0" animBg="1"/>
      <p:bldP spid="45" grpId="0" animBg="1"/>
      <p:bldP spid="25" grpId="0" build="p"/>
      <p:bldP spid="33" grpId="0" animBg="1"/>
      <p:bldP spid="5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p:cNvGrpSpPr/>
          <p:nvPr/>
        </p:nvGrpSpPr>
        <p:grpSpPr>
          <a:xfrm flipH="1">
            <a:off x="1307873" y="3195200"/>
            <a:ext cx="2181225" cy="1492251"/>
            <a:chOff x="3154363" y="3465513"/>
            <a:chExt cx="2181225" cy="1492251"/>
          </a:xfrm>
          <a:solidFill>
            <a:schemeClr val="accent1"/>
          </a:solidFill>
        </p:grpSpPr>
        <p:sp>
          <p:nvSpPr>
            <p:cNvPr id="21" name="Freeform 5"/>
            <p:cNvSpPr/>
            <p:nvPr/>
          </p:nvSpPr>
          <p:spPr bwMode="auto">
            <a:xfrm>
              <a:off x="3154363" y="4586288"/>
              <a:ext cx="1022350" cy="357188"/>
            </a:xfrm>
            <a:custGeom>
              <a:avLst/>
              <a:gdLst>
                <a:gd name="T0" fmla="*/ 643 w 644"/>
                <a:gd name="T1" fmla="*/ 221 h 225"/>
                <a:gd name="T2" fmla="*/ 514 w 644"/>
                <a:gd name="T3" fmla="*/ 197 h 225"/>
                <a:gd name="T4" fmla="*/ 485 w 644"/>
                <a:gd name="T5" fmla="*/ 174 h 225"/>
                <a:gd name="T6" fmla="*/ 373 w 644"/>
                <a:gd name="T7" fmla="*/ 133 h 225"/>
                <a:gd name="T8" fmla="*/ 0 w 644"/>
                <a:gd name="T9" fmla="*/ 0 h 225"/>
                <a:gd name="T10" fmla="*/ 1 w 644"/>
                <a:gd name="T11" fmla="*/ 5 h 225"/>
                <a:gd name="T12" fmla="*/ 480 w 644"/>
                <a:gd name="T13" fmla="*/ 178 h 225"/>
                <a:gd name="T14" fmla="*/ 511 w 644"/>
                <a:gd name="T15" fmla="*/ 202 h 225"/>
                <a:gd name="T16" fmla="*/ 644 w 644"/>
                <a:gd name="T17" fmla="*/ 225 h 225"/>
                <a:gd name="T18" fmla="*/ 643 w 644"/>
                <a:gd name="T19" fmla="*/ 22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4" h="225">
                  <a:moveTo>
                    <a:pt x="643" y="221"/>
                  </a:moveTo>
                  <a:lnTo>
                    <a:pt x="514" y="197"/>
                  </a:lnTo>
                  <a:lnTo>
                    <a:pt x="485" y="174"/>
                  </a:lnTo>
                  <a:lnTo>
                    <a:pt x="373" y="133"/>
                  </a:lnTo>
                  <a:lnTo>
                    <a:pt x="0" y="0"/>
                  </a:lnTo>
                  <a:lnTo>
                    <a:pt x="1" y="5"/>
                  </a:lnTo>
                  <a:lnTo>
                    <a:pt x="480" y="178"/>
                  </a:lnTo>
                  <a:lnTo>
                    <a:pt x="511" y="202"/>
                  </a:lnTo>
                  <a:lnTo>
                    <a:pt x="644" y="225"/>
                  </a:lnTo>
                  <a:lnTo>
                    <a:pt x="643" y="221"/>
                  </a:lnTo>
                  <a:close/>
                </a:path>
              </a:pathLst>
            </a:custGeom>
            <a:grpFill/>
            <a:ln w="5" cap="flat">
              <a:solidFill>
                <a:srgbClr val="FFFFFF"/>
              </a:solidFill>
              <a:prstDash val="solid"/>
              <a:miter lim="800000"/>
            </a:ln>
          </p:spPr>
          <p:txBody>
            <a:bodyPr vert="horz" wrap="square" lIns="91440" tIns="45720" rIns="91440" bIns="45720" numCol="1" anchor="t" anchorCtr="0" compatLnSpc="1"/>
            <a:lstStyle/>
            <a:p>
              <a:endParaRPr lang="en-US"/>
            </a:p>
          </p:txBody>
        </p:sp>
        <p:sp>
          <p:nvSpPr>
            <p:cNvPr id="22" name="Freeform 6"/>
            <p:cNvSpPr/>
            <p:nvPr/>
          </p:nvSpPr>
          <p:spPr bwMode="auto">
            <a:xfrm>
              <a:off x="3154363" y="3611563"/>
              <a:ext cx="779463" cy="1250950"/>
            </a:xfrm>
            <a:custGeom>
              <a:avLst/>
              <a:gdLst>
                <a:gd name="T0" fmla="*/ 384 w 384"/>
                <a:gd name="T1" fmla="*/ 607 h 615"/>
                <a:gd name="T2" fmla="*/ 380 w 384"/>
                <a:gd name="T3" fmla="*/ 615 h 615"/>
                <a:gd name="T4" fmla="*/ 0 w 384"/>
                <a:gd name="T5" fmla="*/ 479 h 615"/>
                <a:gd name="T6" fmla="*/ 267 w 384"/>
                <a:gd name="T7" fmla="*/ 0 h 615"/>
                <a:gd name="T8" fmla="*/ 296 w 384"/>
                <a:gd name="T9" fmla="*/ 10 h 615"/>
                <a:gd name="T10" fmla="*/ 294 w 384"/>
                <a:gd name="T11" fmla="*/ 14 h 615"/>
                <a:gd name="T12" fmla="*/ 281 w 384"/>
                <a:gd name="T13" fmla="*/ 9 h 615"/>
                <a:gd name="T14" fmla="*/ 22 w 384"/>
                <a:gd name="T15" fmla="*/ 479 h 615"/>
                <a:gd name="T16" fmla="*/ 23 w 384"/>
                <a:gd name="T17" fmla="*/ 482 h 615"/>
                <a:gd name="T18" fmla="*/ 83 w 384"/>
                <a:gd name="T19" fmla="*/ 502 h 615"/>
                <a:gd name="T20" fmla="*/ 201 w 384"/>
                <a:gd name="T21" fmla="*/ 533 h 615"/>
                <a:gd name="T22" fmla="*/ 384 w 384"/>
                <a:gd name="T23" fmla="*/ 607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4" h="615">
                  <a:moveTo>
                    <a:pt x="384" y="607"/>
                  </a:moveTo>
                  <a:cubicBezTo>
                    <a:pt x="380" y="615"/>
                    <a:pt x="380" y="615"/>
                    <a:pt x="380" y="615"/>
                  </a:cubicBezTo>
                  <a:cubicBezTo>
                    <a:pt x="0" y="479"/>
                    <a:pt x="0" y="479"/>
                    <a:pt x="0" y="479"/>
                  </a:cubicBezTo>
                  <a:cubicBezTo>
                    <a:pt x="267" y="0"/>
                    <a:pt x="267" y="0"/>
                    <a:pt x="267" y="0"/>
                  </a:cubicBezTo>
                  <a:cubicBezTo>
                    <a:pt x="296" y="10"/>
                    <a:pt x="296" y="10"/>
                    <a:pt x="296" y="10"/>
                  </a:cubicBezTo>
                  <a:cubicBezTo>
                    <a:pt x="294" y="14"/>
                    <a:pt x="294" y="14"/>
                    <a:pt x="294" y="14"/>
                  </a:cubicBezTo>
                  <a:cubicBezTo>
                    <a:pt x="281" y="9"/>
                    <a:pt x="281" y="9"/>
                    <a:pt x="281" y="9"/>
                  </a:cubicBezTo>
                  <a:cubicBezTo>
                    <a:pt x="22" y="479"/>
                    <a:pt x="22" y="479"/>
                    <a:pt x="22" y="479"/>
                  </a:cubicBezTo>
                  <a:cubicBezTo>
                    <a:pt x="22" y="479"/>
                    <a:pt x="21" y="481"/>
                    <a:pt x="23" y="482"/>
                  </a:cubicBezTo>
                  <a:cubicBezTo>
                    <a:pt x="23" y="482"/>
                    <a:pt x="42" y="490"/>
                    <a:pt x="83" y="502"/>
                  </a:cubicBezTo>
                  <a:cubicBezTo>
                    <a:pt x="125" y="513"/>
                    <a:pt x="201" y="533"/>
                    <a:pt x="201" y="533"/>
                  </a:cubicBezTo>
                  <a:cubicBezTo>
                    <a:pt x="201" y="533"/>
                    <a:pt x="308" y="555"/>
                    <a:pt x="384" y="607"/>
                  </a:cubicBezTo>
                  <a:close/>
                </a:path>
              </a:pathLst>
            </a:custGeom>
            <a:grpFill/>
            <a:ln w="5" cap="flat">
              <a:solidFill>
                <a:srgbClr val="FFFFFF"/>
              </a:solidFill>
              <a:prstDash val="solid"/>
              <a:miter lim="800000"/>
            </a:ln>
          </p:spPr>
          <p:txBody>
            <a:bodyPr vert="horz" wrap="square" lIns="91440" tIns="45720" rIns="91440" bIns="45720" numCol="1" anchor="t" anchorCtr="0" compatLnSpc="1"/>
            <a:lstStyle/>
            <a:p>
              <a:endParaRPr lang="en-US"/>
            </a:p>
          </p:txBody>
        </p:sp>
        <p:sp>
          <p:nvSpPr>
            <p:cNvPr id="23" name="Freeform 7"/>
            <p:cNvSpPr/>
            <p:nvPr/>
          </p:nvSpPr>
          <p:spPr bwMode="auto">
            <a:xfrm>
              <a:off x="3924300" y="4846638"/>
              <a:ext cx="55563" cy="52388"/>
            </a:xfrm>
            <a:custGeom>
              <a:avLst/>
              <a:gdLst>
                <a:gd name="T0" fmla="*/ 35 w 35"/>
                <a:gd name="T1" fmla="*/ 20 h 33"/>
                <a:gd name="T2" fmla="*/ 29 w 35"/>
                <a:gd name="T3" fmla="*/ 33 h 33"/>
                <a:gd name="T4" fmla="*/ 0 w 35"/>
                <a:gd name="T5" fmla="*/ 10 h 33"/>
                <a:gd name="T6" fmla="*/ 6 w 35"/>
                <a:gd name="T7" fmla="*/ 0 h 33"/>
                <a:gd name="T8" fmla="*/ 35 w 35"/>
                <a:gd name="T9" fmla="*/ 20 h 33"/>
              </a:gdLst>
              <a:ahLst/>
              <a:cxnLst>
                <a:cxn ang="0">
                  <a:pos x="T0" y="T1"/>
                </a:cxn>
                <a:cxn ang="0">
                  <a:pos x="T2" y="T3"/>
                </a:cxn>
                <a:cxn ang="0">
                  <a:pos x="T4" y="T5"/>
                </a:cxn>
                <a:cxn ang="0">
                  <a:pos x="T6" y="T7"/>
                </a:cxn>
                <a:cxn ang="0">
                  <a:pos x="T8" y="T9"/>
                </a:cxn>
              </a:cxnLst>
              <a:rect l="0" t="0" r="r" b="b"/>
              <a:pathLst>
                <a:path w="35" h="33">
                  <a:moveTo>
                    <a:pt x="35" y="20"/>
                  </a:moveTo>
                  <a:lnTo>
                    <a:pt x="29" y="33"/>
                  </a:lnTo>
                  <a:lnTo>
                    <a:pt x="0" y="10"/>
                  </a:lnTo>
                  <a:lnTo>
                    <a:pt x="6" y="0"/>
                  </a:lnTo>
                  <a:lnTo>
                    <a:pt x="35" y="20"/>
                  </a:lnTo>
                  <a:close/>
                </a:path>
              </a:pathLst>
            </a:custGeom>
            <a:grpFill/>
            <a:ln w="5" cap="flat">
              <a:solidFill>
                <a:srgbClr val="FFFFFF"/>
              </a:solidFill>
              <a:prstDash val="solid"/>
              <a:miter lim="800000"/>
            </a:ln>
          </p:spPr>
          <p:txBody>
            <a:bodyPr vert="horz" wrap="square" lIns="91440" tIns="45720" rIns="91440" bIns="45720" numCol="1" anchor="t" anchorCtr="0" compatLnSpc="1"/>
            <a:lstStyle/>
            <a:p>
              <a:endParaRPr lang="en-US"/>
            </a:p>
          </p:txBody>
        </p:sp>
        <p:sp>
          <p:nvSpPr>
            <p:cNvPr id="24" name="Freeform 8"/>
            <p:cNvSpPr/>
            <p:nvPr/>
          </p:nvSpPr>
          <p:spPr bwMode="auto">
            <a:xfrm>
              <a:off x="3970338" y="4876801"/>
              <a:ext cx="223838" cy="60325"/>
            </a:xfrm>
            <a:custGeom>
              <a:avLst/>
              <a:gdLst>
                <a:gd name="T0" fmla="*/ 111 w 111"/>
                <a:gd name="T1" fmla="*/ 2 h 30"/>
                <a:gd name="T2" fmla="*/ 101 w 111"/>
                <a:gd name="T3" fmla="*/ 30 h 30"/>
                <a:gd name="T4" fmla="*/ 0 w 111"/>
                <a:gd name="T5" fmla="*/ 11 h 30"/>
                <a:gd name="T6" fmla="*/ 5 w 111"/>
                <a:gd name="T7" fmla="*/ 0 h 30"/>
                <a:gd name="T8" fmla="*/ 21 w 111"/>
                <a:gd name="T9" fmla="*/ 12 h 30"/>
                <a:gd name="T10" fmla="*/ 23 w 111"/>
                <a:gd name="T11" fmla="*/ 11 h 30"/>
                <a:gd name="T12" fmla="*/ 92 w 111"/>
                <a:gd name="T13" fmla="*/ 23 h 30"/>
                <a:gd name="T14" fmla="*/ 96 w 111"/>
                <a:gd name="T15" fmla="*/ 22 h 30"/>
                <a:gd name="T16" fmla="*/ 111 w 111"/>
                <a:gd name="T17" fmla="*/ 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30">
                  <a:moveTo>
                    <a:pt x="111" y="2"/>
                  </a:moveTo>
                  <a:cubicBezTo>
                    <a:pt x="111" y="2"/>
                    <a:pt x="104" y="17"/>
                    <a:pt x="101" y="30"/>
                  </a:cubicBezTo>
                  <a:cubicBezTo>
                    <a:pt x="0" y="11"/>
                    <a:pt x="0" y="11"/>
                    <a:pt x="0" y="11"/>
                  </a:cubicBezTo>
                  <a:cubicBezTo>
                    <a:pt x="5" y="0"/>
                    <a:pt x="5" y="0"/>
                    <a:pt x="5" y="0"/>
                  </a:cubicBezTo>
                  <a:cubicBezTo>
                    <a:pt x="5" y="0"/>
                    <a:pt x="19" y="9"/>
                    <a:pt x="21" y="12"/>
                  </a:cubicBezTo>
                  <a:cubicBezTo>
                    <a:pt x="22" y="14"/>
                    <a:pt x="23" y="12"/>
                    <a:pt x="23" y="11"/>
                  </a:cubicBezTo>
                  <a:cubicBezTo>
                    <a:pt x="92" y="23"/>
                    <a:pt x="92" y="23"/>
                    <a:pt x="92" y="23"/>
                  </a:cubicBezTo>
                  <a:cubicBezTo>
                    <a:pt x="92" y="23"/>
                    <a:pt x="95" y="24"/>
                    <a:pt x="96" y="22"/>
                  </a:cubicBezTo>
                  <a:cubicBezTo>
                    <a:pt x="97" y="20"/>
                    <a:pt x="108" y="1"/>
                    <a:pt x="111" y="2"/>
                  </a:cubicBezTo>
                  <a:close/>
                </a:path>
              </a:pathLst>
            </a:custGeom>
            <a:grpFill/>
            <a:ln w="5" cap="flat">
              <a:solidFill>
                <a:srgbClr val="FFFFFF"/>
              </a:solidFill>
              <a:prstDash val="solid"/>
              <a:miter lim="800000"/>
            </a:ln>
          </p:spPr>
          <p:txBody>
            <a:bodyPr vert="horz" wrap="square" lIns="91440" tIns="45720" rIns="91440" bIns="45720" numCol="1" anchor="t" anchorCtr="0" compatLnSpc="1"/>
            <a:lstStyle/>
            <a:p>
              <a:endParaRPr lang="en-US"/>
            </a:p>
          </p:txBody>
        </p:sp>
        <p:sp>
          <p:nvSpPr>
            <p:cNvPr id="25" name="Freeform 9"/>
            <p:cNvSpPr/>
            <p:nvPr/>
          </p:nvSpPr>
          <p:spPr bwMode="auto">
            <a:xfrm>
              <a:off x="4175125" y="4908551"/>
              <a:ext cx="877888" cy="49213"/>
            </a:xfrm>
            <a:custGeom>
              <a:avLst/>
              <a:gdLst>
                <a:gd name="T0" fmla="*/ 553 w 553"/>
                <a:gd name="T1" fmla="*/ 31 h 31"/>
                <a:gd name="T2" fmla="*/ 548 w 553"/>
                <a:gd name="T3" fmla="*/ 24 h 31"/>
                <a:gd name="T4" fmla="*/ 395 w 553"/>
                <a:gd name="T5" fmla="*/ 17 h 31"/>
                <a:gd name="T6" fmla="*/ 194 w 553"/>
                <a:gd name="T7" fmla="*/ 8 h 31"/>
                <a:gd name="T8" fmla="*/ 5 w 553"/>
                <a:gd name="T9" fmla="*/ 0 h 31"/>
                <a:gd name="T10" fmla="*/ 0 w 553"/>
                <a:gd name="T11" fmla="*/ 18 h 31"/>
                <a:gd name="T12" fmla="*/ 0 w 553"/>
                <a:gd name="T13" fmla="*/ 22 h 31"/>
                <a:gd name="T14" fmla="*/ 12 w 553"/>
                <a:gd name="T15" fmla="*/ 25 h 31"/>
                <a:gd name="T16" fmla="*/ 19 w 553"/>
                <a:gd name="T17" fmla="*/ 7 h 31"/>
                <a:gd name="T18" fmla="*/ 553 w 553"/>
                <a:gd name="T19"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3" h="31">
                  <a:moveTo>
                    <a:pt x="553" y="31"/>
                  </a:moveTo>
                  <a:lnTo>
                    <a:pt x="548" y="24"/>
                  </a:lnTo>
                  <a:lnTo>
                    <a:pt x="395" y="17"/>
                  </a:lnTo>
                  <a:lnTo>
                    <a:pt x="194" y="8"/>
                  </a:lnTo>
                  <a:lnTo>
                    <a:pt x="5" y="0"/>
                  </a:lnTo>
                  <a:lnTo>
                    <a:pt x="0" y="18"/>
                  </a:lnTo>
                  <a:lnTo>
                    <a:pt x="0" y="22"/>
                  </a:lnTo>
                  <a:lnTo>
                    <a:pt x="12" y="25"/>
                  </a:lnTo>
                  <a:lnTo>
                    <a:pt x="19" y="7"/>
                  </a:lnTo>
                  <a:lnTo>
                    <a:pt x="553" y="31"/>
                  </a:lnTo>
                  <a:close/>
                </a:path>
              </a:pathLst>
            </a:custGeom>
            <a:grpFill/>
            <a:ln w="5" cap="flat">
              <a:solidFill>
                <a:srgbClr val="FFFFFF"/>
              </a:solidFill>
              <a:prstDash val="solid"/>
              <a:miter lim="800000"/>
            </a:ln>
          </p:spPr>
          <p:txBody>
            <a:bodyPr vert="horz" wrap="square" lIns="91440" tIns="45720" rIns="91440" bIns="45720" numCol="1" anchor="t" anchorCtr="0" compatLnSpc="1"/>
            <a:lstStyle/>
            <a:p>
              <a:endParaRPr lang="en-US"/>
            </a:p>
          </p:txBody>
        </p:sp>
        <p:sp>
          <p:nvSpPr>
            <p:cNvPr id="26" name="Freeform 10"/>
            <p:cNvSpPr/>
            <p:nvPr/>
          </p:nvSpPr>
          <p:spPr bwMode="auto">
            <a:xfrm>
              <a:off x="4183063" y="4832351"/>
              <a:ext cx="777875" cy="109538"/>
            </a:xfrm>
            <a:custGeom>
              <a:avLst/>
              <a:gdLst>
                <a:gd name="T0" fmla="*/ 382 w 383"/>
                <a:gd name="T1" fmla="*/ 50 h 54"/>
                <a:gd name="T2" fmla="*/ 382 w 383"/>
                <a:gd name="T3" fmla="*/ 54 h 54"/>
                <a:gd name="T4" fmla="*/ 0 w 383"/>
                <a:gd name="T5" fmla="*/ 38 h 54"/>
                <a:gd name="T6" fmla="*/ 5 w 383"/>
                <a:gd name="T7" fmla="*/ 22 h 54"/>
                <a:gd name="T8" fmla="*/ 117 w 383"/>
                <a:gd name="T9" fmla="*/ 7 h 54"/>
                <a:gd name="T10" fmla="*/ 298 w 383"/>
                <a:gd name="T11" fmla="*/ 43 h 54"/>
                <a:gd name="T12" fmla="*/ 382 w 383"/>
                <a:gd name="T13" fmla="*/ 50 h 54"/>
              </a:gdLst>
              <a:ahLst/>
              <a:cxnLst>
                <a:cxn ang="0">
                  <a:pos x="T0" y="T1"/>
                </a:cxn>
                <a:cxn ang="0">
                  <a:pos x="T2" y="T3"/>
                </a:cxn>
                <a:cxn ang="0">
                  <a:pos x="T4" y="T5"/>
                </a:cxn>
                <a:cxn ang="0">
                  <a:pos x="T6" y="T7"/>
                </a:cxn>
                <a:cxn ang="0">
                  <a:pos x="T8" y="T9"/>
                </a:cxn>
                <a:cxn ang="0">
                  <a:pos x="T10" y="T11"/>
                </a:cxn>
                <a:cxn ang="0">
                  <a:pos x="T12" y="T13"/>
                </a:cxn>
              </a:cxnLst>
              <a:rect l="0" t="0" r="r" b="b"/>
              <a:pathLst>
                <a:path w="383" h="54">
                  <a:moveTo>
                    <a:pt x="382" y="50"/>
                  </a:moveTo>
                  <a:cubicBezTo>
                    <a:pt x="382" y="54"/>
                    <a:pt x="382" y="54"/>
                    <a:pt x="382" y="54"/>
                  </a:cubicBezTo>
                  <a:cubicBezTo>
                    <a:pt x="0" y="38"/>
                    <a:pt x="0" y="38"/>
                    <a:pt x="0" y="38"/>
                  </a:cubicBezTo>
                  <a:cubicBezTo>
                    <a:pt x="5" y="22"/>
                    <a:pt x="5" y="22"/>
                    <a:pt x="5" y="22"/>
                  </a:cubicBezTo>
                  <a:cubicBezTo>
                    <a:pt x="5" y="22"/>
                    <a:pt x="27" y="0"/>
                    <a:pt x="117" y="7"/>
                  </a:cubicBezTo>
                  <a:cubicBezTo>
                    <a:pt x="200" y="14"/>
                    <a:pt x="212" y="33"/>
                    <a:pt x="298" y="43"/>
                  </a:cubicBezTo>
                  <a:cubicBezTo>
                    <a:pt x="383" y="52"/>
                    <a:pt x="382" y="50"/>
                    <a:pt x="382" y="50"/>
                  </a:cubicBezTo>
                  <a:close/>
                </a:path>
              </a:pathLst>
            </a:custGeom>
            <a:grpFill/>
            <a:ln w="5" cap="flat">
              <a:solidFill>
                <a:srgbClr val="FFFFFF"/>
              </a:solidFill>
              <a:prstDash val="solid"/>
              <a:miter lim="800000"/>
            </a:ln>
          </p:spPr>
          <p:txBody>
            <a:bodyPr vert="horz" wrap="square" lIns="91440" tIns="45720" rIns="91440" bIns="45720" numCol="1" anchor="t" anchorCtr="0" compatLnSpc="1"/>
            <a:lstStyle/>
            <a:p>
              <a:endParaRPr lang="en-US"/>
            </a:p>
          </p:txBody>
        </p:sp>
        <p:sp>
          <p:nvSpPr>
            <p:cNvPr id="27" name="Freeform 11"/>
            <p:cNvSpPr/>
            <p:nvPr/>
          </p:nvSpPr>
          <p:spPr bwMode="auto">
            <a:xfrm>
              <a:off x="5045075" y="3771901"/>
              <a:ext cx="290513" cy="1185863"/>
            </a:xfrm>
            <a:custGeom>
              <a:avLst/>
              <a:gdLst>
                <a:gd name="T0" fmla="*/ 0 w 183"/>
                <a:gd name="T1" fmla="*/ 740 h 747"/>
                <a:gd name="T2" fmla="*/ 5 w 183"/>
                <a:gd name="T3" fmla="*/ 747 h 747"/>
                <a:gd name="T4" fmla="*/ 183 w 183"/>
                <a:gd name="T5" fmla="*/ 9 h 747"/>
                <a:gd name="T6" fmla="*/ 179 w 183"/>
                <a:gd name="T7" fmla="*/ 0 h 747"/>
                <a:gd name="T8" fmla="*/ 0 w 183"/>
                <a:gd name="T9" fmla="*/ 740 h 747"/>
              </a:gdLst>
              <a:ahLst/>
              <a:cxnLst>
                <a:cxn ang="0">
                  <a:pos x="T0" y="T1"/>
                </a:cxn>
                <a:cxn ang="0">
                  <a:pos x="T2" y="T3"/>
                </a:cxn>
                <a:cxn ang="0">
                  <a:pos x="T4" y="T5"/>
                </a:cxn>
                <a:cxn ang="0">
                  <a:pos x="T6" y="T7"/>
                </a:cxn>
                <a:cxn ang="0">
                  <a:pos x="T8" y="T9"/>
                </a:cxn>
              </a:cxnLst>
              <a:rect l="0" t="0" r="r" b="b"/>
              <a:pathLst>
                <a:path w="183" h="747">
                  <a:moveTo>
                    <a:pt x="0" y="740"/>
                  </a:moveTo>
                  <a:lnTo>
                    <a:pt x="5" y="747"/>
                  </a:lnTo>
                  <a:lnTo>
                    <a:pt x="183" y="9"/>
                  </a:lnTo>
                  <a:lnTo>
                    <a:pt x="179" y="0"/>
                  </a:lnTo>
                  <a:lnTo>
                    <a:pt x="0" y="740"/>
                  </a:lnTo>
                  <a:close/>
                </a:path>
              </a:pathLst>
            </a:custGeom>
            <a:grpFill/>
            <a:ln w="5" cap="flat">
              <a:solidFill>
                <a:srgbClr val="FFFFFF"/>
              </a:solidFill>
              <a:prstDash val="solid"/>
              <a:miter lim="800000"/>
            </a:ln>
          </p:spPr>
          <p:txBody>
            <a:bodyPr vert="horz" wrap="square" lIns="91440" tIns="45720" rIns="91440" bIns="45720" numCol="1" anchor="t" anchorCtr="0" compatLnSpc="1"/>
            <a:lstStyle/>
            <a:p>
              <a:endParaRPr lang="en-US"/>
            </a:p>
          </p:txBody>
        </p:sp>
        <p:sp>
          <p:nvSpPr>
            <p:cNvPr id="28" name="Freeform 12"/>
            <p:cNvSpPr/>
            <p:nvPr/>
          </p:nvSpPr>
          <p:spPr bwMode="auto">
            <a:xfrm>
              <a:off x="4957763" y="3771901"/>
              <a:ext cx="374650" cy="1174750"/>
            </a:xfrm>
            <a:custGeom>
              <a:avLst/>
              <a:gdLst>
                <a:gd name="T0" fmla="*/ 0 w 184"/>
                <a:gd name="T1" fmla="*/ 571 h 577"/>
                <a:gd name="T2" fmla="*/ 17 w 184"/>
                <a:gd name="T3" fmla="*/ 572 h 577"/>
                <a:gd name="T4" fmla="*/ 19 w 184"/>
                <a:gd name="T5" fmla="*/ 567 h 577"/>
                <a:gd name="T6" fmla="*/ 159 w 184"/>
                <a:gd name="T7" fmla="*/ 10 h 577"/>
                <a:gd name="T8" fmla="*/ 158 w 184"/>
                <a:gd name="T9" fmla="*/ 6 h 577"/>
                <a:gd name="T10" fmla="*/ 152 w 184"/>
                <a:gd name="T11" fmla="*/ 3 h 577"/>
                <a:gd name="T12" fmla="*/ 183 w 184"/>
                <a:gd name="T13" fmla="*/ 0 h 577"/>
                <a:gd name="T14" fmla="*/ 184 w 184"/>
                <a:gd name="T15" fmla="*/ 0 h 577"/>
                <a:gd name="T16" fmla="*/ 43 w 184"/>
                <a:gd name="T17" fmla="*/ 577 h 577"/>
                <a:gd name="T18" fmla="*/ 0 w 184"/>
                <a:gd name="T19" fmla="*/ 575 h 577"/>
                <a:gd name="T20" fmla="*/ 0 w 184"/>
                <a:gd name="T21" fmla="*/ 571 h 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4" h="577">
                  <a:moveTo>
                    <a:pt x="0" y="571"/>
                  </a:moveTo>
                  <a:cubicBezTo>
                    <a:pt x="17" y="572"/>
                    <a:pt x="17" y="572"/>
                    <a:pt x="17" y="572"/>
                  </a:cubicBezTo>
                  <a:cubicBezTo>
                    <a:pt x="17" y="572"/>
                    <a:pt x="18" y="573"/>
                    <a:pt x="19" y="567"/>
                  </a:cubicBezTo>
                  <a:cubicBezTo>
                    <a:pt x="21" y="562"/>
                    <a:pt x="159" y="10"/>
                    <a:pt x="159" y="10"/>
                  </a:cubicBezTo>
                  <a:cubicBezTo>
                    <a:pt x="159" y="10"/>
                    <a:pt x="160" y="7"/>
                    <a:pt x="158" y="6"/>
                  </a:cubicBezTo>
                  <a:cubicBezTo>
                    <a:pt x="156" y="6"/>
                    <a:pt x="152" y="3"/>
                    <a:pt x="152" y="3"/>
                  </a:cubicBezTo>
                  <a:cubicBezTo>
                    <a:pt x="183" y="0"/>
                    <a:pt x="183" y="0"/>
                    <a:pt x="183" y="0"/>
                  </a:cubicBezTo>
                  <a:cubicBezTo>
                    <a:pt x="184" y="0"/>
                    <a:pt x="184" y="0"/>
                    <a:pt x="184" y="0"/>
                  </a:cubicBezTo>
                  <a:cubicBezTo>
                    <a:pt x="43" y="577"/>
                    <a:pt x="43" y="577"/>
                    <a:pt x="43" y="577"/>
                  </a:cubicBezTo>
                  <a:cubicBezTo>
                    <a:pt x="0" y="575"/>
                    <a:pt x="0" y="575"/>
                    <a:pt x="0" y="575"/>
                  </a:cubicBezTo>
                  <a:lnTo>
                    <a:pt x="0" y="571"/>
                  </a:lnTo>
                  <a:close/>
                </a:path>
              </a:pathLst>
            </a:custGeom>
            <a:grpFill/>
            <a:ln w="5" cap="flat">
              <a:solidFill>
                <a:srgbClr val="FFFFFF"/>
              </a:solidFill>
              <a:prstDash val="solid"/>
              <a:miter lim="800000"/>
            </a:ln>
          </p:spPr>
          <p:txBody>
            <a:bodyPr vert="horz" wrap="square" lIns="91440" tIns="45720" rIns="91440" bIns="45720" numCol="1" anchor="t" anchorCtr="0" compatLnSpc="1"/>
            <a:lstStyle/>
            <a:p>
              <a:endParaRPr lang="en-US"/>
            </a:p>
          </p:txBody>
        </p:sp>
        <p:sp>
          <p:nvSpPr>
            <p:cNvPr id="29" name="Freeform 13"/>
            <p:cNvSpPr/>
            <p:nvPr/>
          </p:nvSpPr>
          <p:spPr bwMode="auto">
            <a:xfrm>
              <a:off x="4016375" y="4756151"/>
              <a:ext cx="981075" cy="179388"/>
            </a:xfrm>
            <a:custGeom>
              <a:avLst/>
              <a:gdLst>
                <a:gd name="T0" fmla="*/ 480 w 483"/>
                <a:gd name="T1" fmla="*/ 86 h 88"/>
                <a:gd name="T2" fmla="*/ 481 w 483"/>
                <a:gd name="T3" fmla="*/ 88 h 88"/>
                <a:gd name="T4" fmla="*/ 463 w 483"/>
                <a:gd name="T5" fmla="*/ 87 h 88"/>
                <a:gd name="T6" fmla="*/ 419 w 483"/>
                <a:gd name="T7" fmla="*/ 84 h 88"/>
                <a:gd name="T8" fmla="*/ 348 w 483"/>
                <a:gd name="T9" fmla="*/ 75 h 88"/>
                <a:gd name="T10" fmla="*/ 297 w 483"/>
                <a:gd name="T11" fmla="*/ 63 h 88"/>
                <a:gd name="T12" fmla="*/ 252 w 483"/>
                <a:gd name="T13" fmla="*/ 51 h 88"/>
                <a:gd name="T14" fmla="*/ 183 w 483"/>
                <a:gd name="T15" fmla="*/ 43 h 88"/>
                <a:gd name="T16" fmla="*/ 128 w 483"/>
                <a:gd name="T17" fmla="*/ 46 h 88"/>
                <a:gd name="T18" fmla="*/ 88 w 483"/>
                <a:gd name="T19" fmla="*/ 60 h 88"/>
                <a:gd name="T20" fmla="*/ 72 w 483"/>
                <a:gd name="T21" fmla="*/ 82 h 88"/>
                <a:gd name="T22" fmla="*/ 69 w 483"/>
                <a:gd name="T23" fmla="*/ 82 h 88"/>
                <a:gd name="T24" fmla="*/ 0 w 483"/>
                <a:gd name="T25" fmla="*/ 70 h 88"/>
                <a:gd name="T26" fmla="*/ 12 w 483"/>
                <a:gd name="T27" fmla="*/ 55 h 88"/>
                <a:gd name="T28" fmla="*/ 121 w 483"/>
                <a:gd name="T29" fmla="*/ 7 h 88"/>
                <a:gd name="T30" fmla="*/ 313 w 483"/>
                <a:gd name="T31" fmla="*/ 22 h 88"/>
                <a:gd name="T32" fmla="*/ 414 w 483"/>
                <a:gd name="T33" fmla="*/ 50 h 88"/>
                <a:gd name="T34" fmla="*/ 480 w 483"/>
                <a:gd name="T35" fmla="*/ 8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83" h="88">
                  <a:moveTo>
                    <a:pt x="480" y="86"/>
                  </a:moveTo>
                  <a:cubicBezTo>
                    <a:pt x="480" y="86"/>
                    <a:pt x="483" y="88"/>
                    <a:pt x="481" y="88"/>
                  </a:cubicBezTo>
                  <a:cubicBezTo>
                    <a:pt x="480" y="88"/>
                    <a:pt x="463" y="87"/>
                    <a:pt x="463" y="87"/>
                  </a:cubicBezTo>
                  <a:cubicBezTo>
                    <a:pt x="463" y="87"/>
                    <a:pt x="442" y="87"/>
                    <a:pt x="419" y="84"/>
                  </a:cubicBezTo>
                  <a:cubicBezTo>
                    <a:pt x="419" y="84"/>
                    <a:pt x="363" y="79"/>
                    <a:pt x="348" y="75"/>
                  </a:cubicBezTo>
                  <a:cubicBezTo>
                    <a:pt x="333" y="72"/>
                    <a:pt x="323" y="71"/>
                    <a:pt x="297" y="63"/>
                  </a:cubicBezTo>
                  <a:cubicBezTo>
                    <a:pt x="297" y="63"/>
                    <a:pt x="264" y="54"/>
                    <a:pt x="252" y="51"/>
                  </a:cubicBezTo>
                  <a:cubicBezTo>
                    <a:pt x="239" y="49"/>
                    <a:pt x="210" y="44"/>
                    <a:pt x="183" y="43"/>
                  </a:cubicBezTo>
                  <a:cubicBezTo>
                    <a:pt x="183" y="43"/>
                    <a:pt x="155" y="41"/>
                    <a:pt x="128" y="46"/>
                  </a:cubicBezTo>
                  <a:cubicBezTo>
                    <a:pt x="100" y="50"/>
                    <a:pt x="90" y="58"/>
                    <a:pt x="88" y="60"/>
                  </a:cubicBezTo>
                  <a:cubicBezTo>
                    <a:pt x="86" y="61"/>
                    <a:pt x="82" y="66"/>
                    <a:pt x="72" y="82"/>
                  </a:cubicBezTo>
                  <a:cubicBezTo>
                    <a:pt x="72" y="82"/>
                    <a:pt x="71" y="83"/>
                    <a:pt x="69" y="82"/>
                  </a:cubicBezTo>
                  <a:cubicBezTo>
                    <a:pt x="68" y="82"/>
                    <a:pt x="0" y="70"/>
                    <a:pt x="0" y="70"/>
                  </a:cubicBezTo>
                  <a:cubicBezTo>
                    <a:pt x="0" y="70"/>
                    <a:pt x="4" y="62"/>
                    <a:pt x="12" y="55"/>
                  </a:cubicBezTo>
                  <a:cubicBezTo>
                    <a:pt x="19" y="48"/>
                    <a:pt x="87" y="13"/>
                    <a:pt x="121" y="7"/>
                  </a:cubicBezTo>
                  <a:cubicBezTo>
                    <a:pt x="155" y="0"/>
                    <a:pt x="222" y="0"/>
                    <a:pt x="313" y="22"/>
                  </a:cubicBezTo>
                  <a:cubicBezTo>
                    <a:pt x="404" y="44"/>
                    <a:pt x="414" y="50"/>
                    <a:pt x="414" y="50"/>
                  </a:cubicBezTo>
                  <a:lnTo>
                    <a:pt x="480" y="86"/>
                  </a:lnTo>
                  <a:close/>
                </a:path>
              </a:pathLst>
            </a:custGeom>
            <a:grpFill/>
            <a:ln w="5" cap="flat">
              <a:solidFill>
                <a:srgbClr val="FFFFFF"/>
              </a:solidFill>
              <a:prstDash val="solid"/>
              <a:miter lim="800000"/>
            </a:ln>
          </p:spPr>
          <p:txBody>
            <a:bodyPr vert="horz" wrap="square" lIns="91440" tIns="45720" rIns="91440" bIns="45720" numCol="1" anchor="t" anchorCtr="0" compatLnSpc="1"/>
            <a:lstStyle/>
            <a:p>
              <a:endParaRPr lang="en-US"/>
            </a:p>
          </p:txBody>
        </p:sp>
        <p:sp>
          <p:nvSpPr>
            <p:cNvPr id="30" name="Freeform 14"/>
            <p:cNvSpPr/>
            <p:nvPr/>
          </p:nvSpPr>
          <p:spPr bwMode="auto">
            <a:xfrm>
              <a:off x="4016375" y="3689351"/>
              <a:ext cx="1149350" cy="1209675"/>
            </a:xfrm>
            <a:custGeom>
              <a:avLst/>
              <a:gdLst>
                <a:gd name="T0" fmla="*/ 3 w 566"/>
                <a:gd name="T1" fmla="*/ 587 h 595"/>
                <a:gd name="T2" fmla="*/ 65 w 566"/>
                <a:gd name="T3" fmla="*/ 511 h 595"/>
                <a:gd name="T4" fmla="*/ 246 w 566"/>
                <a:gd name="T5" fmla="*/ 498 h 595"/>
                <a:gd name="T6" fmla="*/ 355 w 566"/>
                <a:gd name="T7" fmla="*/ 527 h 595"/>
                <a:gd name="T8" fmla="*/ 512 w 566"/>
                <a:gd name="T9" fmla="*/ 0 h 595"/>
                <a:gd name="T10" fmla="*/ 566 w 566"/>
                <a:gd name="T11" fmla="*/ 16 h 595"/>
                <a:gd name="T12" fmla="*/ 412 w 566"/>
                <a:gd name="T13" fmla="*/ 573 h 595"/>
                <a:gd name="T14" fmla="*/ 411 w 566"/>
                <a:gd name="T15" fmla="*/ 574 h 595"/>
                <a:gd name="T16" fmla="*/ 293 w 566"/>
                <a:gd name="T17" fmla="*/ 543 h 595"/>
                <a:gd name="T18" fmla="*/ 114 w 566"/>
                <a:gd name="T19" fmla="*/ 533 h 595"/>
                <a:gd name="T20" fmla="*/ 22 w 566"/>
                <a:gd name="T21" fmla="*/ 574 h 595"/>
                <a:gd name="T22" fmla="*/ 0 w 566"/>
                <a:gd name="T23" fmla="*/ 595 h 595"/>
                <a:gd name="T24" fmla="*/ 3 w 566"/>
                <a:gd name="T25" fmla="*/ 587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6" h="595">
                  <a:moveTo>
                    <a:pt x="3" y="587"/>
                  </a:moveTo>
                  <a:cubicBezTo>
                    <a:pt x="3" y="587"/>
                    <a:pt x="8" y="536"/>
                    <a:pt x="65" y="511"/>
                  </a:cubicBezTo>
                  <a:cubicBezTo>
                    <a:pt x="122" y="486"/>
                    <a:pt x="208" y="491"/>
                    <a:pt x="246" y="498"/>
                  </a:cubicBezTo>
                  <a:cubicBezTo>
                    <a:pt x="283" y="505"/>
                    <a:pt x="309" y="512"/>
                    <a:pt x="355" y="527"/>
                  </a:cubicBezTo>
                  <a:cubicBezTo>
                    <a:pt x="512" y="0"/>
                    <a:pt x="512" y="0"/>
                    <a:pt x="512" y="0"/>
                  </a:cubicBezTo>
                  <a:cubicBezTo>
                    <a:pt x="512" y="0"/>
                    <a:pt x="539" y="3"/>
                    <a:pt x="566" y="16"/>
                  </a:cubicBezTo>
                  <a:cubicBezTo>
                    <a:pt x="412" y="573"/>
                    <a:pt x="412" y="573"/>
                    <a:pt x="412" y="573"/>
                  </a:cubicBezTo>
                  <a:cubicBezTo>
                    <a:pt x="411" y="574"/>
                    <a:pt x="411" y="574"/>
                    <a:pt x="411" y="574"/>
                  </a:cubicBezTo>
                  <a:cubicBezTo>
                    <a:pt x="411" y="574"/>
                    <a:pt x="352" y="555"/>
                    <a:pt x="293" y="543"/>
                  </a:cubicBezTo>
                  <a:cubicBezTo>
                    <a:pt x="233" y="530"/>
                    <a:pt x="162" y="522"/>
                    <a:pt x="114" y="533"/>
                  </a:cubicBezTo>
                  <a:cubicBezTo>
                    <a:pt x="65" y="545"/>
                    <a:pt x="22" y="574"/>
                    <a:pt x="22" y="574"/>
                  </a:cubicBezTo>
                  <a:cubicBezTo>
                    <a:pt x="22" y="574"/>
                    <a:pt x="6" y="581"/>
                    <a:pt x="0" y="595"/>
                  </a:cubicBezTo>
                  <a:lnTo>
                    <a:pt x="3" y="587"/>
                  </a:lnTo>
                  <a:close/>
                </a:path>
              </a:pathLst>
            </a:custGeom>
            <a:grpFill/>
            <a:ln w="5" cap="flat">
              <a:solidFill>
                <a:srgbClr val="FFFFFF"/>
              </a:solidFill>
              <a:prstDash val="solid"/>
              <a:miter lim="800000"/>
            </a:ln>
          </p:spPr>
          <p:txBody>
            <a:bodyPr vert="horz" wrap="square" lIns="91440" tIns="45720" rIns="91440" bIns="45720" numCol="1" anchor="t" anchorCtr="0" compatLnSpc="1"/>
            <a:lstStyle/>
            <a:p>
              <a:endParaRPr lang="en-US"/>
            </a:p>
          </p:txBody>
        </p:sp>
        <p:sp>
          <p:nvSpPr>
            <p:cNvPr id="31" name="Freeform 15"/>
            <p:cNvSpPr/>
            <p:nvPr/>
          </p:nvSpPr>
          <p:spPr bwMode="auto">
            <a:xfrm>
              <a:off x="4851400" y="3721101"/>
              <a:ext cx="431800" cy="1212850"/>
            </a:xfrm>
            <a:custGeom>
              <a:avLst/>
              <a:gdLst>
                <a:gd name="T0" fmla="*/ 0 w 213"/>
                <a:gd name="T1" fmla="*/ 558 h 596"/>
                <a:gd name="T2" fmla="*/ 71 w 213"/>
                <a:gd name="T3" fmla="*/ 596 h 596"/>
                <a:gd name="T4" fmla="*/ 72 w 213"/>
                <a:gd name="T5" fmla="*/ 595 h 596"/>
                <a:gd name="T6" fmla="*/ 73 w 213"/>
                <a:gd name="T7" fmla="*/ 591 h 596"/>
                <a:gd name="T8" fmla="*/ 212 w 213"/>
                <a:gd name="T9" fmla="*/ 35 h 596"/>
                <a:gd name="T10" fmla="*/ 211 w 213"/>
                <a:gd name="T11" fmla="*/ 31 h 596"/>
                <a:gd name="T12" fmla="*/ 205 w 213"/>
                <a:gd name="T13" fmla="*/ 28 h 596"/>
                <a:gd name="T14" fmla="*/ 155 w 213"/>
                <a:gd name="T15" fmla="*/ 0 h 596"/>
                <a:gd name="T16" fmla="*/ 0 w 213"/>
                <a:gd name="T17" fmla="*/ 558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596">
                  <a:moveTo>
                    <a:pt x="0" y="558"/>
                  </a:moveTo>
                  <a:cubicBezTo>
                    <a:pt x="71" y="596"/>
                    <a:pt x="71" y="596"/>
                    <a:pt x="71" y="596"/>
                  </a:cubicBezTo>
                  <a:cubicBezTo>
                    <a:pt x="71" y="596"/>
                    <a:pt x="71" y="596"/>
                    <a:pt x="72" y="595"/>
                  </a:cubicBezTo>
                  <a:cubicBezTo>
                    <a:pt x="72" y="594"/>
                    <a:pt x="73" y="591"/>
                    <a:pt x="73" y="591"/>
                  </a:cubicBezTo>
                  <a:cubicBezTo>
                    <a:pt x="212" y="35"/>
                    <a:pt x="212" y="35"/>
                    <a:pt x="212" y="35"/>
                  </a:cubicBezTo>
                  <a:cubicBezTo>
                    <a:pt x="212" y="35"/>
                    <a:pt x="213" y="32"/>
                    <a:pt x="211" y="31"/>
                  </a:cubicBezTo>
                  <a:cubicBezTo>
                    <a:pt x="209" y="30"/>
                    <a:pt x="205" y="28"/>
                    <a:pt x="205" y="28"/>
                  </a:cubicBezTo>
                  <a:cubicBezTo>
                    <a:pt x="205" y="28"/>
                    <a:pt x="171" y="5"/>
                    <a:pt x="155" y="0"/>
                  </a:cubicBezTo>
                  <a:lnTo>
                    <a:pt x="0" y="558"/>
                  </a:lnTo>
                  <a:close/>
                </a:path>
              </a:pathLst>
            </a:custGeom>
            <a:grpFill/>
            <a:ln w="5" cap="flat">
              <a:solidFill>
                <a:srgbClr val="FFFFFF"/>
              </a:solidFill>
              <a:prstDash val="solid"/>
              <a:miter lim="800000"/>
            </a:ln>
          </p:spPr>
          <p:txBody>
            <a:bodyPr vert="horz" wrap="square" lIns="91440" tIns="45720" rIns="91440" bIns="45720" numCol="1" anchor="t" anchorCtr="0" compatLnSpc="1"/>
            <a:lstStyle/>
            <a:p>
              <a:endParaRPr lang="en-US"/>
            </a:p>
          </p:txBody>
        </p:sp>
        <p:sp>
          <p:nvSpPr>
            <p:cNvPr id="32" name="Freeform 16"/>
            <p:cNvSpPr/>
            <p:nvPr/>
          </p:nvSpPr>
          <p:spPr bwMode="auto">
            <a:xfrm>
              <a:off x="4017963" y="3600451"/>
              <a:ext cx="1038225" cy="1295400"/>
            </a:xfrm>
            <a:custGeom>
              <a:avLst/>
              <a:gdLst>
                <a:gd name="T0" fmla="*/ 0 w 511"/>
                <a:gd name="T1" fmla="*/ 637 h 637"/>
                <a:gd name="T2" fmla="*/ 11 w 511"/>
                <a:gd name="T3" fmla="*/ 599 h 637"/>
                <a:gd name="T4" fmla="*/ 198 w 511"/>
                <a:gd name="T5" fmla="*/ 136 h 637"/>
                <a:gd name="T6" fmla="*/ 257 w 511"/>
                <a:gd name="T7" fmla="*/ 40 h 637"/>
                <a:gd name="T8" fmla="*/ 372 w 511"/>
                <a:gd name="T9" fmla="*/ 2 h 637"/>
                <a:gd name="T10" fmla="*/ 449 w 511"/>
                <a:gd name="T11" fmla="*/ 13 h 637"/>
                <a:gd name="T12" fmla="*/ 511 w 511"/>
                <a:gd name="T13" fmla="*/ 44 h 637"/>
                <a:gd name="T14" fmla="*/ 354 w 511"/>
                <a:gd name="T15" fmla="*/ 571 h 637"/>
                <a:gd name="T16" fmla="*/ 256 w 511"/>
                <a:gd name="T17" fmla="*/ 545 h 637"/>
                <a:gd name="T18" fmla="*/ 150 w 511"/>
                <a:gd name="T19" fmla="*/ 537 h 637"/>
                <a:gd name="T20" fmla="*/ 16 w 511"/>
                <a:gd name="T21" fmla="*/ 597 h 637"/>
                <a:gd name="T22" fmla="*/ 2 w 511"/>
                <a:gd name="T23" fmla="*/ 632 h 637"/>
                <a:gd name="T24" fmla="*/ 0 w 511"/>
                <a:gd name="T25" fmla="*/ 637 h 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1" h="637">
                  <a:moveTo>
                    <a:pt x="0" y="637"/>
                  </a:moveTo>
                  <a:cubicBezTo>
                    <a:pt x="0" y="637"/>
                    <a:pt x="4" y="616"/>
                    <a:pt x="11" y="599"/>
                  </a:cubicBezTo>
                  <a:cubicBezTo>
                    <a:pt x="198" y="136"/>
                    <a:pt x="198" y="136"/>
                    <a:pt x="198" y="136"/>
                  </a:cubicBezTo>
                  <a:cubicBezTo>
                    <a:pt x="198" y="136"/>
                    <a:pt x="210" y="76"/>
                    <a:pt x="257" y="40"/>
                  </a:cubicBezTo>
                  <a:cubicBezTo>
                    <a:pt x="304" y="4"/>
                    <a:pt x="369" y="1"/>
                    <a:pt x="372" y="2"/>
                  </a:cubicBezTo>
                  <a:cubicBezTo>
                    <a:pt x="372" y="2"/>
                    <a:pt x="410" y="0"/>
                    <a:pt x="449" y="13"/>
                  </a:cubicBezTo>
                  <a:cubicBezTo>
                    <a:pt x="449" y="13"/>
                    <a:pt x="486" y="26"/>
                    <a:pt x="511" y="44"/>
                  </a:cubicBezTo>
                  <a:cubicBezTo>
                    <a:pt x="354" y="571"/>
                    <a:pt x="354" y="571"/>
                    <a:pt x="354" y="571"/>
                  </a:cubicBezTo>
                  <a:cubicBezTo>
                    <a:pt x="354" y="571"/>
                    <a:pt x="286" y="548"/>
                    <a:pt x="256" y="545"/>
                  </a:cubicBezTo>
                  <a:cubicBezTo>
                    <a:pt x="256" y="545"/>
                    <a:pt x="204" y="534"/>
                    <a:pt x="150" y="537"/>
                  </a:cubicBezTo>
                  <a:cubicBezTo>
                    <a:pt x="95" y="541"/>
                    <a:pt x="40" y="555"/>
                    <a:pt x="16" y="597"/>
                  </a:cubicBezTo>
                  <a:cubicBezTo>
                    <a:pt x="16" y="597"/>
                    <a:pt x="4" y="614"/>
                    <a:pt x="2" y="632"/>
                  </a:cubicBezTo>
                  <a:lnTo>
                    <a:pt x="0" y="637"/>
                  </a:lnTo>
                  <a:close/>
                </a:path>
              </a:pathLst>
            </a:custGeom>
            <a:grpFill/>
            <a:ln w="5" cap="flat">
              <a:solidFill>
                <a:srgbClr val="FFFFFF"/>
              </a:solidFill>
              <a:prstDash val="solid"/>
              <a:miter lim="800000"/>
            </a:ln>
          </p:spPr>
          <p:txBody>
            <a:bodyPr vert="horz" wrap="square" lIns="91440" tIns="45720" rIns="91440" bIns="45720" numCol="1" anchor="t" anchorCtr="0" compatLnSpc="1"/>
            <a:lstStyle/>
            <a:p>
              <a:endParaRPr lang="en-US"/>
            </a:p>
          </p:txBody>
        </p:sp>
        <p:sp>
          <p:nvSpPr>
            <p:cNvPr id="33" name="Freeform 17"/>
            <p:cNvSpPr/>
            <p:nvPr/>
          </p:nvSpPr>
          <p:spPr bwMode="auto">
            <a:xfrm>
              <a:off x="3195638" y="3630613"/>
              <a:ext cx="815975" cy="1268413"/>
            </a:xfrm>
            <a:custGeom>
              <a:avLst/>
              <a:gdLst>
                <a:gd name="T0" fmla="*/ 402 w 402"/>
                <a:gd name="T1" fmla="*/ 624 h 624"/>
                <a:gd name="T2" fmla="*/ 386 w 402"/>
                <a:gd name="T3" fmla="*/ 613 h 624"/>
                <a:gd name="T4" fmla="*/ 363 w 402"/>
                <a:gd name="T5" fmla="*/ 599 h 624"/>
                <a:gd name="T6" fmla="*/ 280 w 402"/>
                <a:gd name="T7" fmla="*/ 555 h 624"/>
                <a:gd name="T8" fmla="*/ 188 w 402"/>
                <a:gd name="T9" fmla="*/ 526 h 624"/>
                <a:gd name="T10" fmla="*/ 120 w 402"/>
                <a:gd name="T11" fmla="*/ 508 h 624"/>
                <a:gd name="T12" fmla="*/ 48 w 402"/>
                <a:gd name="T13" fmla="*/ 489 h 624"/>
                <a:gd name="T14" fmla="*/ 2 w 402"/>
                <a:gd name="T15" fmla="*/ 473 h 624"/>
                <a:gd name="T16" fmla="*/ 1 w 402"/>
                <a:gd name="T17" fmla="*/ 470 h 624"/>
                <a:gd name="T18" fmla="*/ 260 w 402"/>
                <a:gd name="T19" fmla="*/ 0 h 624"/>
                <a:gd name="T20" fmla="*/ 273 w 402"/>
                <a:gd name="T21" fmla="*/ 5 h 624"/>
                <a:gd name="T22" fmla="*/ 29 w 402"/>
                <a:gd name="T23" fmla="*/ 453 h 624"/>
                <a:gd name="T24" fmla="*/ 177 w 402"/>
                <a:gd name="T25" fmla="*/ 483 h 624"/>
                <a:gd name="T26" fmla="*/ 384 w 402"/>
                <a:gd name="T27" fmla="*/ 608 h 624"/>
                <a:gd name="T28" fmla="*/ 402 w 402"/>
                <a:gd name="T29" fmla="*/ 624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2" h="624">
                  <a:moveTo>
                    <a:pt x="402" y="624"/>
                  </a:moveTo>
                  <a:cubicBezTo>
                    <a:pt x="386" y="613"/>
                    <a:pt x="386" y="613"/>
                    <a:pt x="386" y="613"/>
                  </a:cubicBezTo>
                  <a:cubicBezTo>
                    <a:pt x="363" y="599"/>
                    <a:pt x="363" y="599"/>
                    <a:pt x="363" y="599"/>
                  </a:cubicBezTo>
                  <a:cubicBezTo>
                    <a:pt x="363" y="599"/>
                    <a:pt x="314" y="567"/>
                    <a:pt x="280" y="555"/>
                  </a:cubicBezTo>
                  <a:cubicBezTo>
                    <a:pt x="280" y="555"/>
                    <a:pt x="224" y="533"/>
                    <a:pt x="188" y="526"/>
                  </a:cubicBezTo>
                  <a:cubicBezTo>
                    <a:pt x="120" y="508"/>
                    <a:pt x="120" y="508"/>
                    <a:pt x="120" y="508"/>
                  </a:cubicBezTo>
                  <a:cubicBezTo>
                    <a:pt x="120" y="508"/>
                    <a:pt x="64" y="493"/>
                    <a:pt x="48" y="489"/>
                  </a:cubicBezTo>
                  <a:cubicBezTo>
                    <a:pt x="48" y="489"/>
                    <a:pt x="19" y="480"/>
                    <a:pt x="2" y="473"/>
                  </a:cubicBezTo>
                  <a:cubicBezTo>
                    <a:pt x="2" y="473"/>
                    <a:pt x="0" y="472"/>
                    <a:pt x="1" y="470"/>
                  </a:cubicBezTo>
                  <a:cubicBezTo>
                    <a:pt x="2" y="468"/>
                    <a:pt x="260" y="0"/>
                    <a:pt x="260" y="0"/>
                  </a:cubicBezTo>
                  <a:cubicBezTo>
                    <a:pt x="273" y="5"/>
                    <a:pt x="273" y="5"/>
                    <a:pt x="273" y="5"/>
                  </a:cubicBezTo>
                  <a:cubicBezTo>
                    <a:pt x="29" y="453"/>
                    <a:pt x="29" y="453"/>
                    <a:pt x="29" y="453"/>
                  </a:cubicBezTo>
                  <a:cubicBezTo>
                    <a:pt x="29" y="453"/>
                    <a:pt x="84" y="445"/>
                    <a:pt x="177" y="483"/>
                  </a:cubicBezTo>
                  <a:cubicBezTo>
                    <a:pt x="266" y="519"/>
                    <a:pt x="325" y="553"/>
                    <a:pt x="384" y="608"/>
                  </a:cubicBezTo>
                  <a:lnTo>
                    <a:pt x="402" y="624"/>
                  </a:lnTo>
                  <a:close/>
                </a:path>
              </a:pathLst>
            </a:custGeom>
            <a:grpFill/>
            <a:ln w="5" cap="flat">
              <a:solidFill>
                <a:srgbClr val="FFFFFF"/>
              </a:solidFill>
              <a:prstDash val="solid"/>
              <a:miter lim="800000"/>
            </a:ln>
          </p:spPr>
          <p:txBody>
            <a:bodyPr vert="horz" wrap="square" lIns="91440" tIns="45720" rIns="91440" bIns="45720" numCol="1" anchor="t" anchorCtr="0" compatLnSpc="1"/>
            <a:lstStyle/>
            <a:p>
              <a:endParaRPr lang="en-US"/>
            </a:p>
          </p:txBody>
        </p:sp>
        <p:sp>
          <p:nvSpPr>
            <p:cNvPr id="34" name="Freeform 18"/>
            <p:cNvSpPr/>
            <p:nvPr/>
          </p:nvSpPr>
          <p:spPr bwMode="auto">
            <a:xfrm>
              <a:off x="3254375" y="3589338"/>
              <a:ext cx="757238" cy="1309688"/>
            </a:xfrm>
            <a:custGeom>
              <a:avLst/>
              <a:gdLst>
                <a:gd name="T0" fmla="*/ 45 w 373"/>
                <a:gd name="T1" fmla="*/ 445 h 644"/>
                <a:gd name="T2" fmla="*/ 203 w 373"/>
                <a:gd name="T3" fmla="*/ 495 h 644"/>
                <a:gd name="T4" fmla="*/ 373 w 373"/>
                <a:gd name="T5" fmla="*/ 644 h 644"/>
                <a:gd name="T6" fmla="*/ 270 w 373"/>
                <a:gd name="T7" fmla="*/ 563 h 644"/>
                <a:gd name="T8" fmla="*/ 0 w 373"/>
                <a:gd name="T9" fmla="*/ 473 h 644"/>
                <a:gd name="T10" fmla="*/ 246 w 373"/>
                <a:gd name="T11" fmla="*/ 21 h 644"/>
                <a:gd name="T12" fmla="*/ 259 w 373"/>
                <a:gd name="T13" fmla="*/ 0 h 644"/>
                <a:gd name="T14" fmla="*/ 279 w 373"/>
                <a:gd name="T15" fmla="*/ 1 h 644"/>
                <a:gd name="T16" fmla="*/ 45 w 373"/>
                <a:gd name="T17" fmla="*/ 445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3" h="644">
                  <a:moveTo>
                    <a:pt x="45" y="445"/>
                  </a:moveTo>
                  <a:cubicBezTo>
                    <a:pt x="45" y="445"/>
                    <a:pt x="106" y="443"/>
                    <a:pt x="203" y="495"/>
                  </a:cubicBezTo>
                  <a:cubicBezTo>
                    <a:pt x="300" y="547"/>
                    <a:pt x="373" y="644"/>
                    <a:pt x="373" y="644"/>
                  </a:cubicBezTo>
                  <a:cubicBezTo>
                    <a:pt x="373" y="644"/>
                    <a:pt x="312" y="589"/>
                    <a:pt x="270" y="563"/>
                  </a:cubicBezTo>
                  <a:cubicBezTo>
                    <a:pt x="227" y="536"/>
                    <a:pt x="98" y="472"/>
                    <a:pt x="0" y="473"/>
                  </a:cubicBezTo>
                  <a:cubicBezTo>
                    <a:pt x="246" y="21"/>
                    <a:pt x="246" y="21"/>
                    <a:pt x="246" y="21"/>
                  </a:cubicBezTo>
                  <a:cubicBezTo>
                    <a:pt x="259" y="0"/>
                    <a:pt x="259" y="0"/>
                    <a:pt x="259" y="0"/>
                  </a:cubicBezTo>
                  <a:cubicBezTo>
                    <a:pt x="279" y="1"/>
                    <a:pt x="279" y="1"/>
                    <a:pt x="279" y="1"/>
                  </a:cubicBezTo>
                  <a:lnTo>
                    <a:pt x="45" y="445"/>
                  </a:lnTo>
                  <a:close/>
                </a:path>
              </a:pathLst>
            </a:custGeom>
            <a:grpFill/>
            <a:ln w="5" cap="flat">
              <a:solidFill>
                <a:srgbClr val="FFFFFF"/>
              </a:solidFill>
              <a:prstDash val="solid"/>
              <a:miter lim="800000"/>
            </a:ln>
          </p:spPr>
          <p:txBody>
            <a:bodyPr vert="horz" wrap="square" lIns="91440" tIns="45720" rIns="91440" bIns="45720" numCol="1" anchor="t" anchorCtr="0" compatLnSpc="1"/>
            <a:lstStyle/>
            <a:p>
              <a:endParaRPr lang="en-US"/>
            </a:p>
          </p:txBody>
        </p:sp>
        <p:sp>
          <p:nvSpPr>
            <p:cNvPr id="35" name="Freeform 19"/>
            <p:cNvSpPr/>
            <p:nvPr/>
          </p:nvSpPr>
          <p:spPr bwMode="auto">
            <a:xfrm>
              <a:off x="3346450" y="3465513"/>
              <a:ext cx="1073150" cy="1438275"/>
            </a:xfrm>
            <a:custGeom>
              <a:avLst/>
              <a:gdLst>
                <a:gd name="T0" fmla="*/ 331 w 529"/>
                <a:gd name="T1" fmla="*/ 703 h 707"/>
                <a:gd name="T2" fmla="*/ 329 w 529"/>
                <a:gd name="T3" fmla="*/ 707 h 707"/>
                <a:gd name="T4" fmla="*/ 274 w 529"/>
                <a:gd name="T5" fmla="*/ 646 h 707"/>
                <a:gd name="T6" fmla="*/ 134 w 529"/>
                <a:gd name="T7" fmla="*/ 544 h 707"/>
                <a:gd name="T8" fmla="*/ 0 w 529"/>
                <a:gd name="T9" fmla="*/ 506 h 707"/>
                <a:gd name="T10" fmla="*/ 234 w 529"/>
                <a:gd name="T11" fmla="*/ 62 h 707"/>
                <a:gd name="T12" fmla="*/ 263 w 529"/>
                <a:gd name="T13" fmla="*/ 19 h 707"/>
                <a:gd name="T14" fmla="*/ 403 w 529"/>
                <a:gd name="T15" fmla="*/ 49 h 707"/>
                <a:gd name="T16" fmla="*/ 529 w 529"/>
                <a:gd name="T17" fmla="*/ 200 h 707"/>
                <a:gd name="T18" fmla="*/ 345 w 529"/>
                <a:gd name="T19" fmla="*/ 660 h 707"/>
                <a:gd name="T20" fmla="*/ 331 w 529"/>
                <a:gd name="T21" fmla="*/ 703 h 7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9" h="707">
                  <a:moveTo>
                    <a:pt x="331" y="703"/>
                  </a:moveTo>
                  <a:cubicBezTo>
                    <a:pt x="329" y="707"/>
                    <a:pt x="329" y="707"/>
                    <a:pt x="329" y="707"/>
                  </a:cubicBezTo>
                  <a:cubicBezTo>
                    <a:pt x="329" y="707"/>
                    <a:pt x="301" y="672"/>
                    <a:pt x="274" y="646"/>
                  </a:cubicBezTo>
                  <a:cubicBezTo>
                    <a:pt x="274" y="646"/>
                    <a:pt x="203" y="571"/>
                    <a:pt x="134" y="544"/>
                  </a:cubicBezTo>
                  <a:cubicBezTo>
                    <a:pt x="134" y="544"/>
                    <a:pt x="54" y="507"/>
                    <a:pt x="0" y="506"/>
                  </a:cubicBezTo>
                  <a:cubicBezTo>
                    <a:pt x="234" y="62"/>
                    <a:pt x="234" y="62"/>
                    <a:pt x="234" y="62"/>
                  </a:cubicBezTo>
                  <a:cubicBezTo>
                    <a:pt x="263" y="19"/>
                    <a:pt x="263" y="19"/>
                    <a:pt x="263" y="19"/>
                  </a:cubicBezTo>
                  <a:cubicBezTo>
                    <a:pt x="263" y="19"/>
                    <a:pt x="330" y="0"/>
                    <a:pt x="403" y="49"/>
                  </a:cubicBezTo>
                  <a:cubicBezTo>
                    <a:pt x="475" y="98"/>
                    <a:pt x="521" y="183"/>
                    <a:pt x="529" y="200"/>
                  </a:cubicBezTo>
                  <a:cubicBezTo>
                    <a:pt x="345" y="660"/>
                    <a:pt x="345" y="660"/>
                    <a:pt x="345" y="660"/>
                  </a:cubicBezTo>
                  <a:cubicBezTo>
                    <a:pt x="345" y="660"/>
                    <a:pt x="330" y="694"/>
                    <a:pt x="331" y="703"/>
                  </a:cubicBezTo>
                  <a:close/>
                </a:path>
              </a:pathLst>
            </a:custGeom>
            <a:grpFill/>
            <a:ln w="5" cap="flat">
              <a:solidFill>
                <a:srgbClr val="FFFFFF"/>
              </a:solidFill>
              <a:prstDash val="solid"/>
              <a:miter lim="800000"/>
            </a:ln>
          </p:spPr>
          <p:txBody>
            <a:bodyPr vert="horz" wrap="square" lIns="91440" tIns="45720" rIns="91440" bIns="45720" numCol="1" anchor="t" anchorCtr="0" compatLnSpc="1"/>
            <a:lstStyle/>
            <a:p>
              <a:endParaRPr lang="en-US"/>
            </a:p>
          </p:txBody>
        </p:sp>
      </p:grpSp>
      <p:grpSp>
        <p:nvGrpSpPr>
          <p:cNvPr id="36" name="Group 35"/>
          <p:cNvGrpSpPr/>
          <p:nvPr/>
        </p:nvGrpSpPr>
        <p:grpSpPr>
          <a:xfrm>
            <a:off x="2425500" y="2060242"/>
            <a:ext cx="677015" cy="677015"/>
            <a:chOff x="2787645" y="1944986"/>
            <a:chExt cx="868726" cy="868726"/>
          </a:xfrm>
        </p:grpSpPr>
        <p:sp>
          <p:nvSpPr>
            <p:cNvPr id="37" name="Oval 36"/>
            <p:cNvSpPr/>
            <p:nvPr/>
          </p:nvSpPr>
          <p:spPr>
            <a:xfrm>
              <a:off x="2787645" y="1944986"/>
              <a:ext cx="868726" cy="868726"/>
            </a:xfrm>
            <a:prstGeom prst="ellipse">
              <a:avLst/>
            </a:prstGeom>
            <a:solidFill>
              <a:schemeClr val="accent6">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p:cNvGrpSpPr/>
            <p:nvPr/>
          </p:nvGrpSpPr>
          <p:grpSpPr>
            <a:xfrm>
              <a:off x="3053401" y="2137662"/>
              <a:ext cx="337213" cy="389764"/>
              <a:chOff x="3339600" y="4181341"/>
              <a:chExt cx="244475" cy="282575"/>
            </a:xfrm>
            <a:solidFill>
              <a:schemeClr val="bg1"/>
            </a:solidFill>
          </p:grpSpPr>
          <p:sp>
            <p:nvSpPr>
              <p:cNvPr id="39" name="Rectangle 38"/>
              <p:cNvSpPr>
                <a:spLocks noChangeArrowheads="1"/>
              </p:cNvSpPr>
              <p:nvPr/>
            </p:nvSpPr>
            <p:spPr bwMode="auto">
              <a:xfrm>
                <a:off x="3476125" y="4236903"/>
                <a:ext cx="41275" cy="2270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sp>
            <p:nvSpPr>
              <p:cNvPr id="40" name="Rectangle 39"/>
              <p:cNvSpPr>
                <a:spLocks noChangeArrowheads="1"/>
              </p:cNvSpPr>
              <p:nvPr/>
            </p:nvSpPr>
            <p:spPr bwMode="auto">
              <a:xfrm>
                <a:off x="3409450" y="4282941"/>
                <a:ext cx="41275" cy="1809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sp>
            <p:nvSpPr>
              <p:cNvPr id="41" name="Rectangle 40"/>
              <p:cNvSpPr>
                <a:spLocks noChangeArrowheads="1"/>
              </p:cNvSpPr>
              <p:nvPr/>
            </p:nvSpPr>
            <p:spPr bwMode="auto">
              <a:xfrm>
                <a:off x="3339600" y="4317866"/>
                <a:ext cx="42863" cy="146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sp>
            <p:nvSpPr>
              <p:cNvPr id="42" name="Rectangle 41"/>
              <p:cNvSpPr>
                <a:spLocks noChangeArrowheads="1"/>
              </p:cNvSpPr>
              <p:nvPr/>
            </p:nvSpPr>
            <p:spPr bwMode="auto">
              <a:xfrm>
                <a:off x="3542800" y="4181341"/>
                <a:ext cx="41275" cy="2825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grpSp>
      </p:grpSp>
      <p:grpSp>
        <p:nvGrpSpPr>
          <p:cNvPr id="43" name="Group 42"/>
          <p:cNvGrpSpPr/>
          <p:nvPr/>
        </p:nvGrpSpPr>
        <p:grpSpPr>
          <a:xfrm>
            <a:off x="2796907" y="1123113"/>
            <a:ext cx="868726" cy="868726"/>
            <a:chOff x="3016435" y="2706520"/>
            <a:chExt cx="868726" cy="868726"/>
          </a:xfrm>
        </p:grpSpPr>
        <p:sp>
          <p:nvSpPr>
            <p:cNvPr id="44" name="Oval 43"/>
            <p:cNvSpPr/>
            <p:nvPr/>
          </p:nvSpPr>
          <p:spPr>
            <a:xfrm>
              <a:off x="3016435" y="2706520"/>
              <a:ext cx="868726" cy="868726"/>
            </a:xfrm>
            <a:prstGeom prst="ellipse">
              <a:avLst/>
            </a:prstGeom>
            <a:solidFill>
              <a:schemeClr val="accent3">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p:cNvGrpSpPr/>
            <p:nvPr/>
          </p:nvGrpSpPr>
          <p:grpSpPr>
            <a:xfrm>
              <a:off x="3282198" y="2972536"/>
              <a:ext cx="298555" cy="373196"/>
              <a:chOff x="6751638" y="2265363"/>
              <a:chExt cx="158750" cy="198438"/>
            </a:xfrm>
            <a:solidFill>
              <a:schemeClr val="bg1"/>
            </a:solidFill>
          </p:grpSpPr>
          <p:sp>
            <p:nvSpPr>
              <p:cNvPr id="46" name="Freeform 18"/>
              <p:cNvSpPr/>
              <p:nvPr/>
            </p:nvSpPr>
            <p:spPr bwMode="auto">
              <a:xfrm>
                <a:off x="6751638" y="2349501"/>
                <a:ext cx="158750" cy="65088"/>
              </a:xfrm>
              <a:custGeom>
                <a:avLst/>
                <a:gdLst>
                  <a:gd name="T0" fmla="*/ 49 w 98"/>
                  <a:gd name="T1" fmla="*/ 15 h 40"/>
                  <a:gd name="T2" fmla="*/ 2 w 98"/>
                  <a:gd name="T3" fmla="*/ 0 h 40"/>
                  <a:gd name="T4" fmla="*/ 0 w 98"/>
                  <a:gd name="T5" fmla="*/ 4 h 40"/>
                  <a:gd name="T6" fmla="*/ 0 w 98"/>
                  <a:gd name="T7" fmla="*/ 19 h 40"/>
                  <a:gd name="T8" fmla="*/ 49 w 98"/>
                  <a:gd name="T9" fmla="*/ 40 h 40"/>
                  <a:gd name="T10" fmla="*/ 98 w 98"/>
                  <a:gd name="T11" fmla="*/ 19 h 40"/>
                  <a:gd name="T12" fmla="*/ 98 w 98"/>
                  <a:gd name="T13" fmla="*/ 4 h 40"/>
                  <a:gd name="T14" fmla="*/ 96 w 98"/>
                  <a:gd name="T15" fmla="*/ 0 h 40"/>
                  <a:gd name="T16" fmla="*/ 49 w 98"/>
                  <a:gd name="T17" fmla="*/ 1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40">
                    <a:moveTo>
                      <a:pt x="49" y="15"/>
                    </a:moveTo>
                    <a:cubicBezTo>
                      <a:pt x="26" y="15"/>
                      <a:pt x="7" y="9"/>
                      <a:pt x="2" y="0"/>
                    </a:cubicBezTo>
                    <a:cubicBezTo>
                      <a:pt x="1" y="1"/>
                      <a:pt x="0" y="3"/>
                      <a:pt x="0" y="4"/>
                    </a:cubicBezTo>
                    <a:cubicBezTo>
                      <a:pt x="0" y="19"/>
                      <a:pt x="0" y="19"/>
                      <a:pt x="0" y="19"/>
                    </a:cubicBezTo>
                    <a:cubicBezTo>
                      <a:pt x="0" y="31"/>
                      <a:pt x="22" y="40"/>
                      <a:pt x="49" y="40"/>
                    </a:cubicBezTo>
                    <a:cubicBezTo>
                      <a:pt x="76" y="40"/>
                      <a:pt x="98" y="31"/>
                      <a:pt x="98" y="19"/>
                    </a:cubicBezTo>
                    <a:cubicBezTo>
                      <a:pt x="98" y="4"/>
                      <a:pt x="98" y="4"/>
                      <a:pt x="98" y="4"/>
                    </a:cubicBezTo>
                    <a:cubicBezTo>
                      <a:pt x="98" y="3"/>
                      <a:pt x="97" y="1"/>
                      <a:pt x="96" y="0"/>
                    </a:cubicBezTo>
                    <a:cubicBezTo>
                      <a:pt x="91" y="9"/>
                      <a:pt x="72" y="15"/>
                      <a:pt x="49"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7" name="Freeform 19"/>
              <p:cNvSpPr/>
              <p:nvPr/>
            </p:nvSpPr>
            <p:spPr bwMode="auto">
              <a:xfrm>
                <a:off x="6751638" y="2397126"/>
                <a:ext cx="158750" cy="66675"/>
              </a:xfrm>
              <a:custGeom>
                <a:avLst/>
                <a:gdLst>
                  <a:gd name="T0" fmla="*/ 49 w 98"/>
                  <a:gd name="T1" fmla="*/ 16 h 41"/>
                  <a:gd name="T2" fmla="*/ 2 w 98"/>
                  <a:gd name="T3" fmla="*/ 0 h 41"/>
                  <a:gd name="T4" fmla="*/ 0 w 98"/>
                  <a:gd name="T5" fmla="*/ 5 h 41"/>
                  <a:gd name="T6" fmla="*/ 0 w 98"/>
                  <a:gd name="T7" fmla="*/ 20 h 41"/>
                  <a:gd name="T8" fmla="*/ 49 w 98"/>
                  <a:gd name="T9" fmla="*/ 41 h 41"/>
                  <a:gd name="T10" fmla="*/ 98 w 98"/>
                  <a:gd name="T11" fmla="*/ 20 h 41"/>
                  <a:gd name="T12" fmla="*/ 98 w 98"/>
                  <a:gd name="T13" fmla="*/ 5 h 41"/>
                  <a:gd name="T14" fmla="*/ 96 w 98"/>
                  <a:gd name="T15" fmla="*/ 0 h 41"/>
                  <a:gd name="T16" fmla="*/ 49 w 98"/>
                  <a:gd name="T17" fmla="*/ 1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41">
                    <a:moveTo>
                      <a:pt x="49" y="16"/>
                    </a:moveTo>
                    <a:cubicBezTo>
                      <a:pt x="26" y="16"/>
                      <a:pt x="7" y="9"/>
                      <a:pt x="2" y="0"/>
                    </a:cubicBezTo>
                    <a:cubicBezTo>
                      <a:pt x="1" y="2"/>
                      <a:pt x="0" y="3"/>
                      <a:pt x="0" y="5"/>
                    </a:cubicBezTo>
                    <a:cubicBezTo>
                      <a:pt x="0" y="20"/>
                      <a:pt x="0" y="20"/>
                      <a:pt x="0" y="20"/>
                    </a:cubicBezTo>
                    <a:cubicBezTo>
                      <a:pt x="0" y="31"/>
                      <a:pt x="22" y="41"/>
                      <a:pt x="49" y="41"/>
                    </a:cubicBezTo>
                    <a:cubicBezTo>
                      <a:pt x="76" y="41"/>
                      <a:pt x="98" y="31"/>
                      <a:pt x="98" y="20"/>
                    </a:cubicBezTo>
                    <a:cubicBezTo>
                      <a:pt x="98" y="5"/>
                      <a:pt x="98" y="5"/>
                      <a:pt x="98" y="5"/>
                    </a:cubicBezTo>
                    <a:cubicBezTo>
                      <a:pt x="98" y="3"/>
                      <a:pt x="97" y="2"/>
                      <a:pt x="96" y="0"/>
                    </a:cubicBezTo>
                    <a:cubicBezTo>
                      <a:pt x="91" y="9"/>
                      <a:pt x="72" y="16"/>
                      <a:pt x="49"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8" name="Freeform 20"/>
              <p:cNvSpPr/>
              <p:nvPr/>
            </p:nvSpPr>
            <p:spPr bwMode="auto">
              <a:xfrm>
                <a:off x="6751638" y="2300288"/>
                <a:ext cx="158750" cy="65088"/>
              </a:xfrm>
              <a:custGeom>
                <a:avLst/>
                <a:gdLst>
                  <a:gd name="T0" fmla="*/ 96 w 98"/>
                  <a:gd name="T1" fmla="*/ 0 h 40"/>
                  <a:gd name="T2" fmla="*/ 49 w 98"/>
                  <a:gd name="T3" fmla="*/ 15 h 40"/>
                  <a:gd name="T4" fmla="*/ 2 w 98"/>
                  <a:gd name="T5" fmla="*/ 0 h 40"/>
                  <a:gd name="T6" fmla="*/ 0 w 98"/>
                  <a:gd name="T7" fmla="*/ 5 h 40"/>
                  <a:gd name="T8" fmla="*/ 0 w 98"/>
                  <a:gd name="T9" fmla="*/ 19 h 40"/>
                  <a:gd name="T10" fmla="*/ 49 w 98"/>
                  <a:gd name="T11" fmla="*/ 40 h 40"/>
                  <a:gd name="T12" fmla="*/ 98 w 98"/>
                  <a:gd name="T13" fmla="*/ 19 h 40"/>
                  <a:gd name="T14" fmla="*/ 98 w 98"/>
                  <a:gd name="T15" fmla="*/ 5 h 40"/>
                  <a:gd name="T16" fmla="*/ 96 w 98"/>
                  <a:gd name="T17"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40">
                    <a:moveTo>
                      <a:pt x="96" y="0"/>
                    </a:moveTo>
                    <a:cubicBezTo>
                      <a:pt x="95" y="8"/>
                      <a:pt x="75" y="15"/>
                      <a:pt x="49" y="15"/>
                    </a:cubicBezTo>
                    <a:cubicBezTo>
                      <a:pt x="23" y="15"/>
                      <a:pt x="3" y="8"/>
                      <a:pt x="2" y="0"/>
                    </a:cubicBezTo>
                    <a:cubicBezTo>
                      <a:pt x="1" y="1"/>
                      <a:pt x="0" y="3"/>
                      <a:pt x="0" y="5"/>
                    </a:cubicBezTo>
                    <a:cubicBezTo>
                      <a:pt x="0" y="19"/>
                      <a:pt x="0" y="19"/>
                      <a:pt x="0" y="19"/>
                    </a:cubicBezTo>
                    <a:cubicBezTo>
                      <a:pt x="0" y="31"/>
                      <a:pt x="22" y="40"/>
                      <a:pt x="49" y="40"/>
                    </a:cubicBezTo>
                    <a:cubicBezTo>
                      <a:pt x="76" y="40"/>
                      <a:pt x="98" y="31"/>
                      <a:pt x="98" y="19"/>
                    </a:cubicBezTo>
                    <a:cubicBezTo>
                      <a:pt x="98" y="5"/>
                      <a:pt x="98" y="5"/>
                      <a:pt x="98" y="5"/>
                    </a:cubicBezTo>
                    <a:cubicBezTo>
                      <a:pt x="98" y="3"/>
                      <a:pt x="97" y="1"/>
                      <a:pt x="9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9" name="Oval 21"/>
              <p:cNvSpPr>
                <a:spLocks noChangeArrowheads="1"/>
              </p:cNvSpPr>
              <p:nvPr/>
            </p:nvSpPr>
            <p:spPr bwMode="auto">
              <a:xfrm>
                <a:off x="6754813" y="2265363"/>
                <a:ext cx="152400" cy="508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grpSp>
      <p:grpSp>
        <p:nvGrpSpPr>
          <p:cNvPr id="50" name="Group 49"/>
          <p:cNvGrpSpPr/>
          <p:nvPr/>
        </p:nvGrpSpPr>
        <p:grpSpPr>
          <a:xfrm>
            <a:off x="1530401" y="1814941"/>
            <a:ext cx="718166" cy="718166"/>
            <a:chOff x="1922927" y="2379349"/>
            <a:chExt cx="1166091" cy="1166091"/>
          </a:xfrm>
        </p:grpSpPr>
        <p:sp>
          <p:nvSpPr>
            <p:cNvPr id="51" name="Oval 50"/>
            <p:cNvSpPr/>
            <p:nvPr/>
          </p:nvSpPr>
          <p:spPr>
            <a:xfrm>
              <a:off x="1922927" y="2379349"/>
              <a:ext cx="1166091" cy="1166091"/>
            </a:xfrm>
            <a:prstGeom prst="ellipse">
              <a:avLst/>
            </a:prstGeom>
            <a:solidFill>
              <a:schemeClr val="accent5">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p:cNvSpPr>
              <a:spLocks noEditPoints="1"/>
            </p:cNvSpPr>
            <p:nvPr/>
          </p:nvSpPr>
          <p:spPr bwMode="auto">
            <a:xfrm>
              <a:off x="2272216" y="2727044"/>
              <a:ext cx="497144" cy="488343"/>
            </a:xfrm>
            <a:custGeom>
              <a:avLst/>
              <a:gdLst>
                <a:gd name="T0" fmla="*/ 82 w 95"/>
                <a:gd name="T1" fmla="*/ 57 h 93"/>
                <a:gd name="T2" fmla="*/ 95 w 95"/>
                <a:gd name="T3" fmla="*/ 51 h 93"/>
                <a:gd name="T4" fmla="*/ 95 w 95"/>
                <a:gd name="T5" fmla="*/ 41 h 93"/>
                <a:gd name="T6" fmla="*/ 82 w 95"/>
                <a:gd name="T7" fmla="*/ 35 h 93"/>
                <a:gd name="T8" fmla="*/ 80 w 95"/>
                <a:gd name="T9" fmla="*/ 30 h 93"/>
                <a:gd name="T10" fmla="*/ 85 w 95"/>
                <a:gd name="T11" fmla="*/ 17 h 93"/>
                <a:gd name="T12" fmla="*/ 77 w 95"/>
                <a:gd name="T13" fmla="*/ 9 h 93"/>
                <a:gd name="T14" fmla="*/ 64 w 95"/>
                <a:gd name="T15" fmla="*/ 15 h 93"/>
                <a:gd name="T16" fmla="*/ 58 w 95"/>
                <a:gd name="T17" fmla="*/ 12 h 93"/>
                <a:gd name="T18" fmla="*/ 53 w 95"/>
                <a:gd name="T19" fmla="*/ 0 h 93"/>
                <a:gd name="T20" fmla="*/ 42 w 95"/>
                <a:gd name="T21" fmla="*/ 0 h 93"/>
                <a:gd name="T22" fmla="*/ 37 w 95"/>
                <a:gd name="T23" fmla="*/ 12 h 93"/>
                <a:gd name="T24" fmla="*/ 31 w 95"/>
                <a:gd name="T25" fmla="*/ 15 h 93"/>
                <a:gd name="T26" fmla="*/ 18 w 95"/>
                <a:gd name="T27" fmla="*/ 10 h 93"/>
                <a:gd name="T28" fmla="*/ 10 w 95"/>
                <a:gd name="T29" fmla="*/ 17 h 93"/>
                <a:gd name="T30" fmla="*/ 15 w 95"/>
                <a:gd name="T31" fmla="*/ 30 h 93"/>
                <a:gd name="T32" fmla="*/ 13 w 95"/>
                <a:gd name="T33" fmla="*/ 36 h 93"/>
                <a:gd name="T34" fmla="*/ 0 w 95"/>
                <a:gd name="T35" fmla="*/ 41 h 93"/>
                <a:gd name="T36" fmla="*/ 0 w 95"/>
                <a:gd name="T37" fmla="*/ 51 h 93"/>
                <a:gd name="T38" fmla="*/ 13 w 95"/>
                <a:gd name="T39" fmla="*/ 57 h 93"/>
                <a:gd name="T40" fmla="*/ 16 w 95"/>
                <a:gd name="T41" fmla="*/ 62 h 93"/>
                <a:gd name="T42" fmla="*/ 10 w 95"/>
                <a:gd name="T43" fmla="*/ 76 h 93"/>
                <a:gd name="T44" fmla="*/ 18 w 95"/>
                <a:gd name="T45" fmla="*/ 83 h 93"/>
                <a:gd name="T46" fmla="*/ 31 w 95"/>
                <a:gd name="T47" fmla="*/ 77 h 93"/>
                <a:gd name="T48" fmla="*/ 37 w 95"/>
                <a:gd name="T49" fmla="*/ 80 h 93"/>
                <a:gd name="T50" fmla="*/ 43 w 95"/>
                <a:gd name="T51" fmla="*/ 93 h 93"/>
                <a:gd name="T52" fmla="*/ 53 w 95"/>
                <a:gd name="T53" fmla="*/ 93 h 93"/>
                <a:gd name="T54" fmla="*/ 58 w 95"/>
                <a:gd name="T55" fmla="*/ 80 h 93"/>
                <a:gd name="T56" fmla="*/ 64 w 95"/>
                <a:gd name="T57" fmla="*/ 77 h 93"/>
                <a:gd name="T58" fmla="*/ 78 w 95"/>
                <a:gd name="T59" fmla="*/ 82 h 93"/>
                <a:gd name="T60" fmla="*/ 85 w 95"/>
                <a:gd name="T61" fmla="*/ 75 h 93"/>
                <a:gd name="T62" fmla="*/ 80 w 95"/>
                <a:gd name="T63" fmla="*/ 62 h 93"/>
                <a:gd name="T64" fmla="*/ 82 w 95"/>
                <a:gd name="T65" fmla="*/ 57 h 93"/>
                <a:gd name="T66" fmla="*/ 48 w 95"/>
                <a:gd name="T67" fmla="*/ 61 h 93"/>
                <a:gd name="T68" fmla="*/ 32 w 95"/>
                <a:gd name="T69" fmla="*/ 46 h 93"/>
                <a:gd name="T70" fmla="*/ 48 w 95"/>
                <a:gd name="T71" fmla="*/ 31 h 93"/>
                <a:gd name="T72" fmla="*/ 63 w 95"/>
                <a:gd name="T73" fmla="*/ 46 h 93"/>
                <a:gd name="T74" fmla="*/ 48 w 95"/>
                <a:gd name="T75" fmla="*/ 61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5" h="93">
                  <a:moveTo>
                    <a:pt x="82" y="57"/>
                  </a:moveTo>
                  <a:cubicBezTo>
                    <a:pt x="82" y="57"/>
                    <a:pt x="95" y="52"/>
                    <a:pt x="95" y="51"/>
                  </a:cubicBezTo>
                  <a:cubicBezTo>
                    <a:pt x="95" y="41"/>
                    <a:pt x="95" y="41"/>
                    <a:pt x="95" y="41"/>
                  </a:cubicBezTo>
                  <a:cubicBezTo>
                    <a:pt x="95" y="40"/>
                    <a:pt x="82" y="35"/>
                    <a:pt x="82" y="35"/>
                  </a:cubicBezTo>
                  <a:cubicBezTo>
                    <a:pt x="80" y="30"/>
                    <a:pt x="80" y="30"/>
                    <a:pt x="80" y="30"/>
                  </a:cubicBezTo>
                  <a:cubicBezTo>
                    <a:pt x="80" y="30"/>
                    <a:pt x="85" y="17"/>
                    <a:pt x="85" y="17"/>
                  </a:cubicBezTo>
                  <a:cubicBezTo>
                    <a:pt x="77" y="9"/>
                    <a:pt x="77" y="9"/>
                    <a:pt x="77" y="9"/>
                  </a:cubicBezTo>
                  <a:cubicBezTo>
                    <a:pt x="77" y="9"/>
                    <a:pt x="64" y="15"/>
                    <a:pt x="64" y="15"/>
                  </a:cubicBezTo>
                  <a:cubicBezTo>
                    <a:pt x="58" y="12"/>
                    <a:pt x="58" y="12"/>
                    <a:pt x="58" y="12"/>
                  </a:cubicBezTo>
                  <a:cubicBezTo>
                    <a:pt x="58" y="12"/>
                    <a:pt x="53" y="0"/>
                    <a:pt x="53" y="0"/>
                  </a:cubicBezTo>
                  <a:cubicBezTo>
                    <a:pt x="42" y="0"/>
                    <a:pt x="42" y="0"/>
                    <a:pt x="42" y="0"/>
                  </a:cubicBezTo>
                  <a:cubicBezTo>
                    <a:pt x="41" y="0"/>
                    <a:pt x="37" y="12"/>
                    <a:pt x="37" y="12"/>
                  </a:cubicBezTo>
                  <a:cubicBezTo>
                    <a:pt x="31" y="15"/>
                    <a:pt x="31" y="15"/>
                    <a:pt x="31" y="15"/>
                  </a:cubicBezTo>
                  <a:cubicBezTo>
                    <a:pt x="31" y="15"/>
                    <a:pt x="18" y="9"/>
                    <a:pt x="18" y="10"/>
                  </a:cubicBezTo>
                  <a:cubicBezTo>
                    <a:pt x="10" y="17"/>
                    <a:pt x="10" y="17"/>
                    <a:pt x="10" y="17"/>
                  </a:cubicBezTo>
                  <a:cubicBezTo>
                    <a:pt x="10" y="18"/>
                    <a:pt x="15" y="30"/>
                    <a:pt x="15" y="30"/>
                  </a:cubicBezTo>
                  <a:cubicBezTo>
                    <a:pt x="13" y="36"/>
                    <a:pt x="13" y="36"/>
                    <a:pt x="13" y="36"/>
                  </a:cubicBezTo>
                  <a:cubicBezTo>
                    <a:pt x="13" y="36"/>
                    <a:pt x="0" y="41"/>
                    <a:pt x="0" y="41"/>
                  </a:cubicBezTo>
                  <a:cubicBezTo>
                    <a:pt x="0" y="51"/>
                    <a:pt x="0" y="51"/>
                    <a:pt x="0" y="51"/>
                  </a:cubicBezTo>
                  <a:cubicBezTo>
                    <a:pt x="0" y="52"/>
                    <a:pt x="13" y="57"/>
                    <a:pt x="13" y="57"/>
                  </a:cubicBezTo>
                  <a:cubicBezTo>
                    <a:pt x="16" y="62"/>
                    <a:pt x="16" y="62"/>
                    <a:pt x="16" y="62"/>
                  </a:cubicBezTo>
                  <a:cubicBezTo>
                    <a:pt x="16" y="62"/>
                    <a:pt x="10" y="75"/>
                    <a:pt x="10" y="76"/>
                  </a:cubicBezTo>
                  <a:cubicBezTo>
                    <a:pt x="18" y="83"/>
                    <a:pt x="18" y="83"/>
                    <a:pt x="18" y="83"/>
                  </a:cubicBezTo>
                  <a:cubicBezTo>
                    <a:pt x="18" y="83"/>
                    <a:pt x="31" y="77"/>
                    <a:pt x="31" y="77"/>
                  </a:cubicBezTo>
                  <a:cubicBezTo>
                    <a:pt x="37" y="80"/>
                    <a:pt x="37" y="80"/>
                    <a:pt x="37" y="80"/>
                  </a:cubicBezTo>
                  <a:cubicBezTo>
                    <a:pt x="37" y="80"/>
                    <a:pt x="42" y="93"/>
                    <a:pt x="43" y="93"/>
                  </a:cubicBezTo>
                  <a:cubicBezTo>
                    <a:pt x="53" y="93"/>
                    <a:pt x="53" y="93"/>
                    <a:pt x="53" y="93"/>
                  </a:cubicBezTo>
                  <a:cubicBezTo>
                    <a:pt x="54" y="93"/>
                    <a:pt x="58" y="80"/>
                    <a:pt x="58" y="80"/>
                  </a:cubicBezTo>
                  <a:cubicBezTo>
                    <a:pt x="64" y="77"/>
                    <a:pt x="64" y="77"/>
                    <a:pt x="64" y="77"/>
                  </a:cubicBezTo>
                  <a:cubicBezTo>
                    <a:pt x="64" y="77"/>
                    <a:pt x="77" y="83"/>
                    <a:pt x="78" y="82"/>
                  </a:cubicBezTo>
                  <a:cubicBezTo>
                    <a:pt x="85" y="75"/>
                    <a:pt x="85" y="75"/>
                    <a:pt x="85" y="75"/>
                  </a:cubicBezTo>
                  <a:cubicBezTo>
                    <a:pt x="85" y="75"/>
                    <a:pt x="80" y="62"/>
                    <a:pt x="80" y="62"/>
                  </a:cubicBezTo>
                  <a:lnTo>
                    <a:pt x="82" y="57"/>
                  </a:lnTo>
                  <a:close/>
                  <a:moveTo>
                    <a:pt x="48" y="61"/>
                  </a:moveTo>
                  <a:cubicBezTo>
                    <a:pt x="39" y="61"/>
                    <a:pt x="32" y="54"/>
                    <a:pt x="32" y="46"/>
                  </a:cubicBezTo>
                  <a:cubicBezTo>
                    <a:pt x="32" y="38"/>
                    <a:pt x="39" y="31"/>
                    <a:pt x="48" y="31"/>
                  </a:cubicBezTo>
                  <a:cubicBezTo>
                    <a:pt x="56" y="31"/>
                    <a:pt x="63" y="38"/>
                    <a:pt x="63" y="46"/>
                  </a:cubicBezTo>
                  <a:cubicBezTo>
                    <a:pt x="63" y="54"/>
                    <a:pt x="56" y="61"/>
                    <a:pt x="48" y="61"/>
                  </a:cubicBezTo>
                  <a:close/>
                </a:path>
              </a:pathLst>
            </a:custGeom>
            <a:solidFill>
              <a:schemeClr val="bg1"/>
            </a:solidFill>
            <a:ln>
              <a:noFill/>
            </a:ln>
          </p:spPr>
          <p:txBody>
            <a:bodyPr vert="horz" wrap="square" lIns="91440" tIns="45720" rIns="91440" bIns="45720" numCol="1" anchor="t" anchorCtr="0" compatLnSpc="1"/>
            <a:lstStyle/>
            <a:p>
              <a:endParaRPr lang="en-US"/>
            </a:p>
          </p:txBody>
        </p:sp>
      </p:grpSp>
      <p:grpSp>
        <p:nvGrpSpPr>
          <p:cNvPr id="58" name="Group 57"/>
          <p:cNvGrpSpPr/>
          <p:nvPr/>
        </p:nvGrpSpPr>
        <p:grpSpPr>
          <a:xfrm>
            <a:off x="1281079" y="892717"/>
            <a:ext cx="766716" cy="766716"/>
            <a:chOff x="1355298" y="2994194"/>
            <a:chExt cx="766716" cy="766716"/>
          </a:xfrm>
        </p:grpSpPr>
        <p:sp>
          <p:nvSpPr>
            <p:cNvPr id="59" name="Oval 58"/>
            <p:cNvSpPr/>
            <p:nvPr/>
          </p:nvSpPr>
          <p:spPr>
            <a:xfrm>
              <a:off x="1355298" y="2994194"/>
              <a:ext cx="766716" cy="766716"/>
            </a:xfrm>
            <a:prstGeom prst="ellipse">
              <a:avLst/>
            </a:prstGeom>
            <a:solidFill>
              <a:schemeClr val="accent3">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33"/>
            <p:cNvSpPr>
              <a:spLocks noEditPoints="1"/>
            </p:cNvSpPr>
            <p:nvPr/>
          </p:nvSpPr>
          <p:spPr bwMode="auto">
            <a:xfrm>
              <a:off x="1508928" y="3215387"/>
              <a:ext cx="459454" cy="312820"/>
            </a:xfrm>
            <a:custGeom>
              <a:avLst/>
              <a:gdLst>
                <a:gd name="T0" fmla="*/ 135 w 157"/>
                <a:gd name="T1" fmla="*/ 47 h 107"/>
                <a:gd name="T2" fmla="*/ 137 w 157"/>
                <a:gd name="T3" fmla="*/ 37 h 107"/>
                <a:gd name="T4" fmla="*/ 100 w 157"/>
                <a:gd name="T5" fmla="*/ 0 h 107"/>
                <a:gd name="T6" fmla="*/ 73 w 157"/>
                <a:gd name="T7" fmla="*/ 18 h 107"/>
                <a:gd name="T8" fmla="*/ 46 w 157"/>
                <a:gd name="T9" fmla="*/ 8 h 107"/>
                <a:gd name="T10" fmla="*/ 20 w 157"/>
                <a:gd name="T11" fmla="*/ 40 h 107"/>
                <a:gd name="T12" fmla="*/ 21 w 157"/>
                <a:gd name="T13" fmla="*/ 47 h 107"/>
                <a:gd name="T14" fmla="*/ 0 w 157"/>
                <a:gd name="T15" fmla="*/ 76 h 107"/>
                <a:gd name="T16" fmla="*/ 31 w 157"/>
                <a:gd name="T17" fmla="*/ 107 h 107"/>
                <a:gd name="T18" fmla="*/ 126 w 157"/>
                <a:gd name="T19" fmla="*/ 107 h 107"/>
                <a:gd name="T20" fmla="*/ 157 w 157"/>
                <a:gd name="T21" fmla="*/ 76 h 107"/>
                <a:gd name="T22" fmla="*/ 135 w 157"/>
                <a:gd name="T23" fmla="*/ 47 h 107"/>
                <a:gd name="T24" fmla="*/ 120 w 157"/>
                <a:gd name="T25" fmla="*/ 101 h 107"/>
                <a:gd name="T26" fmla="*/ 79 w 157"/>
                <a:gd name="T27" fmla="*/ 101 h 107"/>
                <a:gd name="T28" fmla="*/ 104 w 157"/>
                <a:gd name="T29" fmla="*/ 76 h 107"/>
                <a:gd name="T30" fmla="*/ 103 w 157"/>
                <a:gd name="T31" fmla="*/ 73 h 107"/>
                <a:gd name="T32" fmla="*/ 92 w 157"/>
                <a:gd name="T33" fmla="*/ 73 h 107"/>
                <a:gd name="T34" fmla="*/ 92 w 157"/>
                <a:gd name="T35" fmla="*/ 68 h 107"/>
                <a:gd name="T36" fmla="*/ 92 w 157"/>
                <a:gd name="T37" fmla="*/ 37 h 107"/>
                <a:gd name="T38" fmla="*/ 90 w 157"/>
                <a:gd name="T39" fmla="*/ 36 h 107"/>
                <a:gd name="T40" fmla="*/ 64 w 157"/>
                <a:gd name="T41" fmla="*/ 36 h 107"/>
                <a:gd name="T42" fmla="*/ 62 w 157"/>
                <a:gd name="T43" fmla="*/ 38 h 107"/>
                <a:gd name="T44" fmla="*/ 62 w 157"/>
                <a:gd name="T45" fmla="*/ 68 h 107"/>
                <a:gd name="T46" fmla="*/ 62 w 157"/>
                <a:gd name="T47" fmla="*/ 73 h 107"/>
                <a:gd name="T48" fmla="*/ 51 w 157"/>
                <a:gd name="T49" fmla="*/ 73 h 107"/>
                <a:gd name="T50" fmla="*/ 51 w 157"/>
                <a:gd name="T51" fmla="*/ 76 h 107"/>
                <a:gd name="T52" fmla="*/ 76 w 157"/>
                <a:gd name="T53" fmla="*/ 101 h 107"/>
                <a:gd name="T54" fmla="*/ 38 w 157"/>
                <a:gd name="T55" fmla="*/ 101 h 107"/>
                <a:gd name="T56" fmla="*/ 11 w 157"/>
                <a:gd name="T57" fmla="*/ 75 h 107"/>
                <a:gd name="T58" fmla="*/ 29 w 157"/>
                <a:gd name="T59" fmla="*/ 50 h 107"/>
                <a:gd name="T60" fmla="*/ 28 w 157"/>
                <a:gd name="T61" fmla="*/ 44 h 107"/>
                <a:gd name="T62" fmla="*/ 51 w 157"/>
                <a:gd name="T63" fmla="*/ 17 h 107"/>
                <a:gd name="T64" fmla="*/ 75 w 157"/>
                <a:gd name="T65" fmla="*/ 30 h 107"/>
                <a:gd name="T66" fmla="*/ 98 w 157"/>
                <a:gd name="T67" fmla="*/ 11 h 107"/>
                <a:gd name="T68" fmla="*/ 128 w 157"/>
                <a:gd name="T69" fmla="*/ 42 h 107"/>
                <a:gd name="T70" fmla="*/ 127 w 157"/>
                <a:gd name="T71" fmla="*/ 50 h 107"/>
                <a:gd name="T72" fmla="*/ 147 w 157"/>
                <a:gd name="T73" fmla="*/ 75 h 107"/>
                <a:gd name="T74" fmla="*/ 120 w 157"/>
                <a:gd name="T75" fmla="*/ 10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7" h="107">
                  <a:moveTo>
                    <a:pt x="135" y="47"/>
                  </a:moveTo>
                  <a:cubicBezTo>
                    <a:pt x="136" y="44"/>
                    <a:pt x="137" y="40"/>
                    <a:pt x="137" y="37"/>
                  </a:cubicBezTo>
                  <a:cubicBezTo>
                    <a:pt x="137" y="17"/>
                    <a:pt x="120" y="0"/>
                    <a:pt x="100" y="0"/>
                  </a:cubicBezTo>
                  <a:cubicBezTo>
                    <a:pt x="76" y="0"/>
                    <a:pt x="73" y="18"/>
                    <a:pt x="73" y="18"/>
                  </a:cubicBezTo>
                  <a:cubicBezTo>
                    <a:pt x="73" y="18"/>
                    <a:pt x="63" y="6"/>
                    <a:pt x="46" y="8"/>
                  </a:cubicBezTo>
                  <a:cubicBezTo>
                    <a:pt x="30" y="11"/>
                    <a:pt x="20" y="25"/>
                    <a:pt x="20" y="40"/>
                  </a:cubicBezTo>
                  <a:cubicBezTo>
                    <a:pt x="20" y="42"/>
                    <a:pt x="20" y="45"/>
                    <a:pt x="21" y="47"/>
                  </a:cubicBezTo>
                  <a:cubicBezTo>
                    <a:pt x="9" y="51"/>
                    <a:pt x="0" y="63"/>
                    <a:pt x="0" y="76"/>
                  </a:cubicBezTo>
                  <a:cubicBezTo>
                    <a:pt x="0" y="93"/>
                    <a:pt x="14" y="107"/>
                    <a:pt x="31" y="107"/>
                  </a:cubicBezTo>
                  <a:cubicBezTo>
                    <a:pt x="126" y="107"/>
                    <a:pt x="126" y="107"/>
                    <a:pt x="126" y="107"/>
                  </a:cubicBezTo>
                  <a:cubicBezTo>
                    <a:pt x="143" y="107"/>
                    <a:pt x="157" y="93"/>
                    <a:pt x="157" y="76"/>
                  </a:cubicBezTo>
                  <a:cubicBezTo>
                    <a:pt x="157" y="62"/>
                    <a:pt x="148" y="51"/>
                    <a:pt x="135" y="47"/>
                  </a:cubicBezTo>
                  <a:close/>
                  <a:moveTo>
                    <a:pt x="120" y="101"/>
                  </a:moveTo>
                  <a:cubicBezTo>
                    <a:pt x="79" y="101"/>
                    <a:pt x="79" y="101"/>
                    <a:pt x="79" y="101"/>
                  </a:cubicBezTo>
                  <a:cubicBezTo>
                    <a:pt x="82" y="97"/>
                    <a:pt x="104" y="76"/>
                    <a:pt x="104" y="76"/>
                  </a:cubicBezTo>
                  <a:cubicBezTo>
                    <a:pt x="104" y="76"/>
                    <a:pt x="107" y="73"/>
                    <a:pt x="103" y="73"/>
                  </a:cubicBezTo>
                  <a:cubicBezTo>
                    <a:pt x="99" y="73"/>
                    <a:pt x="92" y="73"/>
                    <a:pt x="92" y="73"/>
                  </a:cubicBezTo>
                  <a:cubicBezTo>
                    <a:pt x="92" y="73"/>
                    <a:pt x="92" y="71"/>
                    <a:pt x="92" y="68"/>
                  </a:cubicBezTo>
                  <a:cubicBezTo>
                    <a:pt x="92" y="60"/>
                    <a:pt x="92" y="44"/>
                    <a:pt x="92" y="37"/>
                  </a:cubicBezTo>
                  <a:cubicBezTo>
                    <a:pt x="92" y="37"/>
                    <a:pt x="92" y="36"/>
                    <a:pt x="90" y="36"/>
                  </a:cubicBezTo>
                  <a:cubicBezTo>
                    <a:pt x="88" y="36"/>
                    <a:pt x="67" y="36"/>
                    <a:pt x="64" y="36"/>
                  </a:cubicBezTo>
                  <a:cubicBezTo>
                    <a:pt x="62" y="36"/>
                    <a:pt x="62" y="38"/>
                    <a:pt x="62" y="38"/>
                  </a:cubicBezTo>
                  <a:cubicBezTo>
                    <a:pt x="62" y="44"/>
                    <a:pt x="62" y="60"/>
                    <a:pt x="62" y="68"/>
                  </a:cubicBezTo>
                  <a:cubicBezTo>
                    <a:pt x="62" y="71"/>
                    <a:pt x="62" y="73"/>
                    <a:pt x="62" y="73"/>
                  </a:cubicBezTo>
                  <a:cubicBezTo>
                    <a:pt x="62" y="73"/>
                    <a:pt x="54" y="73"/>
                    <a:pt x="51" y="73"/>
                  </a:cubicBezTo>
                  <a:cubicBezTo>
                    <a:pt x="48" y="73"/>
                    <a:pt x="51" y="76"/>
                    <a:pt x="51" y="76"/>
                  </a:cubicBezTo>
                  <a:cubicBezTo>
                    <a:pt x="76" y="101"/>
                    <a:pt x="76" y="101"/>
                    <a:pt x="76" y="101"/>
                  </a:cubicBezTo>
                  <a:cubicBezTo>
                    <a:pt x="38" y="101"/>
                    <a:pt x="38" y="101"/>
                    <a:pt x="38" y="101"/>
                  </a:cubicBezTo>
                  <a:cubicBezTo>
                    <a:pt x="23" y="101"/>
                    <a:pt x="11" y="89"/>
                    <a:pt x="11" y="75"/>
                  </a:cubicBezTo>
                  <a:cubicBezTo>
                    <a:pt x="11" y="63"/>
                    <a:pt x="19" y="54"/>
                    <a:pt x="29" y="50"/>
                  </a:cubicBezTo>
                  <a:cubicBezTo>
                    <a:pt x="28" y="48"/>
                    <a:pt x="28" y="46"/>
                    <a:pt x="28" y="44"/>
                  </a:cubicBezTo>
                  <a:cubicBezTo>
                    <a:pt x="28" y="32"/>
                    <a:pt x="37" y="20"/>
                    <a:pt x="51" y="17"/>
                  </a:cubicBezTo>
                  <a:cubicBezTo>
                    <a:pt x="66" y="16"/>
                    <a:pt x="75" y="30"/>
                    <a:pt x="75" y="30"/>
                  </a:cubicBezTo>
                  <a:cubicBezTo>
                    <a:pt x="75" y="30"/>
                    <a:pt x="77" y="11"/>
                    <a:pt x="98" y="11"/>
                  </a:cubicBezTo>
                  <a:cubicBezTo>
                    <a:pt x="115" y="11"/>
                    <a:pt x="128" y="25"/>
                    <a:pt x="128" y="42"/>
                  </a:cubicBezTo>
                  <a:cubicBezTo>
                    <a:pt x="128" y="45"/>
                    <a:pt x="128" y="48"/>
                    <a:pt x="127" y="50"/>
                  </a:cubicBezTo>
                  <a:cubicBezTo>
                    <a:pt x="138" y="53"/>
                    <a:pt x="147" y="63"/>
                    <a:pt x="147" y="75"/>
                  </a:cubicBezTo>
                  <a:cubicBezTo>
                    <a:pt x="147" y="89"/>
                    <a:pt x="135" y="101"/>
                    <a:pt x="120" y="101"/>
                  </a:cubicBezTo>
                  <a:close/>
                </a:path>
              </a:pathLst>
            </a:custGeom>
            <a:solidFill>
              <a:schemeClr val="bg1"/>
            </a:solidFill>
            <a:ln>
              <a:noFill/>
            </a:ln>
          </p:spPr>
          <p:txBody>
            <a:bodyPr vert="horz" wrap="square" lIns="91440" tIns="45720" rIns="91440" bIns="45720" numCol="1" anchor="t" anchorCtr="0" compatLnSpc="1"/>
            <a:lstStyle/>
            <a:p>
              <a:endParaRPr lang="en-US"/>
            </a:p>
          </p:txBody>
        </p:sp>
      </p:grpSp>
      <p:grpSp>
        <p:nvGrpSpPr>
          <p:cNvPr id="61" name="Group 60"/>
          <p:cNvGrpSpPr/>
          <p:nvPr/>
        </p:nvGrpSpPr>
        <p:grpSpPr>
          <a:xfrm>
            <a:off x="2017140" y="1297413"/>
            <a:ext cx="897938" cy="897938"/>
            <a:chOff x="1295089" y="1539004"/>
            <a:chExt cx="535758" cy="535758"/>
          </a:xfrm>
        </p:grpSpPr>
        <p:sp>
          <p:nvSpPr>
            <p:cNvPr id="62" name="Oval 61"/>
            <p:cNvSpPr/>
            <p:nvPr/>
          </p:nvSpPr>
          <p:spPr>
            <a:xfrm>
              <a:off x="1295089" y="1539004"/>
              <a:ext cx="535758" cy="535758"/>
            </a:xfrm>
            <a:prstGeom prst="ellipse">
              <a:avLst/>
            </a:prstGeom>
            <a:solidFill>
              <a:schemeClr val="accent2">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3" name="Group 62"/>
            <p:cNvGrpSpPr/>
            <p:nvPr/>
          </p:nvGrpSpPr>
          <p:grpSpPr>
            <a:xfrm>
              <a:off x="1397926" y="1667488"/>
              <a:ext cx="330084" cy="320978"/>
              <a:chOff x="390525" y="2455863"/>
              <a:chExt cx="230188" cy="223838"/>
            </a:xfrm>
            <a:solidFill>
              <a:schemeClr val="bg1"/>
            </a:solidFill>
          </p:grpSpPr>
          <p:sp>
            <p:nvSpPr>
              <p:cNvPr id="64" name="Freeform 41"/>
              <p:cNvSpPr>
                <a:spLocks noEditPoints="1"/>
              </p:cNvSpPr>
              <p:nvPr/>
            </p:nvSpPr>
            <p:spPr bwMode="auto">
              <a:xfrm>
                <a:off x="498475" y="2559051"/>
                <a:ext cx="122238" cy="120650"/>
              </a:xfrm>
              <a:custGeom>
                <a:avLst/>
                <a:gdLst>
                  <a:gd name="T0" fmla="*/ 57 w 64"/>
                  <a:gd name="T1" fmla="*/ 34 h 63"/>
                  <a:gd name="T2" fmla="*/ 30 w 64"/>
                  <a:gd name="T3" fmla="*/ 7 h 63"/>
                  <a:gd name="T4" fmla="*/ 14 w 64"/>
                  <a:gd name="T5" fmla="*/ 3 h 63"/>
                  <a:gd name="T6" fmla="*/ 11 w 64"/>
                  <a:gd name="T7" fmla="*/ 0 h 63"/>
                  <a:gd name="T8" fmla="*/ 8 w 64"/>
                  <a:gd name="T9" fmla="*/ 4 h 63"/>
                  <a:gd name="T10" fmla="*/ 3 w 64"/>
                  <a:gd name="T11" fmla="*/ 5 h 63"/>
                  <a:gd name="T12" fmla="*/ 2 w 64"/>
                  <a:gd name="T13" fmla="*/ 9 h 63"/>
                  <a:gd name="T14" fmla="*/ 0 w 64"/>
                  <a:gd name="T15" fmla="*/ 11 h 63"/>
                  <a:gd name="T16" fmla="*/ 3 w 64"/>
                  <a:gd name="T17" fmla="*/ 15 h 63"/>
                  <a:gd name="T18" fmla="*/ 7 w 64"/>
                  <a:gd name="T19" fmla="*/ 30 h 63"/>
                  <a:gd name="T20" fmla="*/ 34 w 64"/>
                  <a:gd name="T21" fmla="*/ 57 h 63"/>
                  <a:gd name="T22" fmla="*/ 57 w 64"/>
                  <a:gd name="T23" fmla="*/ 57 h 63"/>
                  <a:gd name="T24" fmla="*/ 57 w 64"/>
                  <a:gd name="T25" fmla="*/ 34 h 63"/>
                  <a:gd name="T26" fmla="*/ 52 w 64"/>
                  <a:gd name="T27" fmla="*/ 52 h 63"/>
                  <a:gd name="T28" fmla="*/ 37 w 64"/>
                  <a:gd name="T29" fmla="*/ 52 h 63"/>
                  <a:gd name="T30" fmla="*/ 13 w 64"/>
                  <a:gd name="T31" fmla="*/ 28 h 63"/>
                  <a:gd name="T32" fmla="*/ 9 w 64"/>
                  <a:gd name="T33" fmla="*/ 21 h 63"/>
                  <a:gd name="T34" fmla="*/ 14 w 64"/>
                  <a:gd name="T35" fmla="*/ 25 h 63"/>
                  <a:gd name="T36" fmla="*/ 25 w 64"/>
                  <a:gd name="T37" fmla="*/ 25 h 63"/>
                  <a:gd name="T38" fmla="*/ 25 w 64"/>
                  <a:gd name="T39" fmla="*/ 14 h 63"/>
                  <a:gd name="T40" fmla="*/ 20 w 64"/>
                  <a:gd name="T41" fmla="*/ 9 h 63"/>
                  <a:gd name="T42" fmla="*/ 28 w 64"/>
                  <a:gd name="T43" fmla="*/ 12 h 63"/>
                  <a:gd name="T44" fmla="*/ 52 w 64"/>
                  <a:gd name="T45" fmla="*/ 36 h 63"/>
                  <a:gd name="T46" fmla="*/ 52 w 64"/>
                  <a:gd name="T47" fmla="*/ 5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3">
                    <a:moveTo>
                      <a:pt x="57" y="34"/>
                    </a:moveTo>
                    <a:cubicBezTo>
                      <a:pt x="30" y="7"/>
                      <a:pt x="30" y="7"/>
                      <a:pt x="30" y="7"/>
                    </a:cubicBezTo>
                    <a:cubicBezTo>
                      <a:pt x="26" y="3"/>
                      <a:pt x="20" y="1"/>
                      <a:pt x="14" y="3"/>
                    </a:cubicBezTo>
                    <a:cubicBezTo>
                      <a:pt x="11" y="0"/>
                      <a:pt x="11" y="0"/>
                      <a:pt x="11" y="0"/>
                    </a:cubicBezTo>
                    <a:cubicBezTo>
                      <a:pt x="8" y="4"/>
                      <a:pt x="8" y="4"/>
                      <a:pt x="8" y="4"/>
                    </a:cubicBezTo>
                    <a:cubicBezTo>
                      <a:pt x="3" y="5"/>
                      <a:pt x="3" y="5"/>
                      <a:pt x="3" y="5"/>
                    </a:cubicBezTo>
                    <a:cubicBezTo>
                      <a:pt x="2" y="9"/>
                      <a:pt x="2" y="9"/>
                      <a:pt x="2" y="9"/>
                    </a:cubicBezTo>
                    <a:cubicBezTo>
                      <a:pt x="0" y="11"/>
                      <a:pt x="0" y="11"/>
                      <a:pt x="0" y="11"/>
                    </a:cubicBezTo>
                    <a:cubicBezTo>
                      <a:pt x="3" y="15"/>
                      <a:pt x="3" y="15"/>
                      <a:pt x="3" y="15"/>
                    </a:cubicBezTo>
                    <a:cubicBezTo>
                      <a:pt x="2" y="20"/>
                      <a:pt x="3" y="26"/>
                      <a:pt x="7" y="30"/>
                    </a:cubicBezTo>
                    <a:cubicBezTo>
                      <a:pt x="34" y="57"/>
                      <a:pt x="34" y="57"/>
                      <a:pt x="34" y="57"/>
                    </a:cubicBezTo>
                    <a:cubicBezTo>
                      <a:pt x="41" y="63"/>
                      <a:pt x="51" y="63"/>
                      <a:pt x="57" y="57"/>
                    </a:cubicBezTo>
                    <a:cubicBezTo>
                      <a:pt x="64" y="51"/>
                      <a:pt x="64" y="40"/>
                      <a:pt x="57" y="34"/>
                    </a:cubicBezTo>
                    <a:close/>
                    <a:moveTo>
                      <a:pt x="52" y="52"/>
                    </a:moveTo>
                    <a:cubicBezTo>
                      <a:pt x="48" y="56"/>
                      <a:pt x="41" y="56"/>
                      <a:pt x="37" y="52"/>
                    </a:cubicBezTo>
                    <a:cubicBezTo>
                      <a:pt x="13" y="28"/>
                      <a:pt x="13" y="28"/>
                      <a:pt x="13" y="28"/>
                    </a:cubicBezTo>
                    <a:cubicBezTo>
                      <a:pt x="11" y="26"/>
                      <a:pt x="10" y="23"/>
                      <a:pt x="9" y="21"/>
                    </a:cubicBezTo>
                    <a:cubicBezTo>
                      <a:pt x="14" y="25"/>
                      <a:pt x="14" y="25"/>
                      <a:pt x="14" y="25"/>
                    </a:cubicBezTo>
                    <a:cubicBezTo>
                      <a:pt x="17" y="28"/>
                      <a:pt x="22" y="28"/>
                      <a:pt x="25" y="25"/>
                    </a:cubicBezTo>
                    <a:cubicBezTo>
                      <a:pt x="28" y="22"/>
                      <a:pt x="28" y="17"/>
                      <a:pt x="25" y="14"/>
                    </a:cubicBezTo>
                    <a:cubicBezTo>
                      <a:pt x="20" y="9"/>
                      <a:pt x="20" y="9"/>
                      <a:pt x="20" y="9"/>
                    </a:cubicBezTo>
                    <a:cubicBezTo>
                      <a:pt x="23" y="9"/>
                      <a:pt x="26" y="10"/>
                      <a:pt x="28" y="12"/>
                    </a:cubicBezTo>
                    <a:cubicBezTo>
                      <a:pt x="52" y="36"/>
                      <a:pt x="52" y="36"/>
                      <a:pt x="52" y="36"/>
                    </a:cubicBezTo>
                    <a:cubicBezTo>
                      <a:pt x="56" y="41"/>
                      <a:pt x="57" y="48"/>
                      <a:pt x="52"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5" name="Freeform 42"/>
              <p:cNvSpPr>
                <a:spLocks noEditPoints="1"/>
              </p:cNvSpPr>
              <p:nvPr/>
            </p:nvSpPr>
            <p:spPr bwMode="auto">
              <a:xfrm>
                <a:off x="390525" y="2455863"/>
                <a:ext cx="123825" cy="117475"/>
              </a:xfrm>
              <a:custGeom>
                <a:avLst/>
                <a:gdLst>
                  <a:gd name="T0" fmla="*/ 50 w 65"/>
                  <a:gd name="T1" fmla="*/ 60 h 62"/>
                  <a:gd name="T2" fmla="*/ 53 w 65"/>
                  <a:gd name="T3" fmla="*/ 62 h 62"/>
                  <a:gd name="T4" fmla="*/ 58 w 65"/>
                  <a:gd name="T5" fmla="*/ 60 h 62"/>
                  <a:gd name="T6" fmla="*/ 60 w 65"/>
                  <a:gd name="T7" fmla="*/ 57 h 62"/>
                  <a:gd name="T8" fmla="*/ 63 w 65"/>
                  <a:gd name="T9" fmla="*/ 57 h 62"/>
                  <a:gd name="T10" fmla="*/ 65 w 65"/>
                  <a:gd name="T11" fmla="*/ 52 h 62"/>
                  <a:gd name="T12" fmla="*/ 61 w 65"/>
                  <a:gd name="T13" fmla="*/ 48 h 62"/>
                  <a:gd name="T14" fmla="*/ 56 w 65"/>
                  <a:gd name="T15" fmla="*/ 33 h 62"/>
                  <a:gd name="T16" fmla="*/ 29 w 65"/>
                  <a:gd name="T17" fmla="*/ 6 h 62"/>
                  <a:gd name="T18" fmla="*/ 6 w 65"/>
                  <a:gd name="T19" fmla="*/ 6 h 62"/>
                  <a:gd name="T20" fmla="*/ 6 w 65"/>
                  <a:gd name="T21" fmla="*/ 29 h 62"/>
                  <a:gd name="T22" fmla="*/ 33 w 65"/>
                  <a:gd name="T23" fmla="*/ 56 h 62"/>
                  <a:gd name="T24" fmla="*/ 50 w 65"/>
                  <a:gd name="T25" fmla="*/ 60 h 62"/>
                  <a:gd name="T26" fmla="*/ 12 w 65"/>
                  <a:gd name="T27" fmla="*/ 27 h 62"/>
                  <a:gd name="T28" fmla="*/ 11 w 65"/>
                  <a:gd name="T29" fmla="*/ 11 h 62"/>
                  <a:gd name="T30" fmla="*/ 27 w 65"/>
                  <a:gd name="T31" fmla="*/ 12 h 62"/>
                  <a:gd name="T32" fmla="*/ 51 w 65"/>
                  <a:gd name="T33" fmla="*/ 36 h 62"/>
                  <a:gd name="T34" fmla="*/ 54 w 65"/>
                  <a:gd name="T35" fmla="*/ 41 h 62"/>
                  <a:gd name="T36" fmla="*/ 43 w 65"/>
                  <a:gd name="T37" fmla="*/ 42 h 62"/>
                  <a:gd name="T38" fmla="*/ 43 w 65"/>
                  <a:gd name="T39" fmla="*/ 53 h 62"/>
                  <a:gd name="T40" fmla="*/ 45 w 65"/>
                  <a:gd name="T41" fmla="*/ 54 h 62"/>
                  <a:gd name="T42" fmla="*/ 36 w 65"/>
                  <a:gd name="T43" fmla="*/ 51 h 62"/>
                  <a:gd name="T44" fmla="*/ 12 w 65"/>
                  <a:gd name="T45" fmla="*/ 2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5" h="62">
                    <a:moveTo>
                      <a:pt x="50" y="60"/>
                    </a:moveTo>
                    <a:cubicBezTo>
                      <a:pt x="53" y="62"/>
                      <a:pt x="53" y="62"/>
                      <a:pt x="53" y="62"/>
                    </a:cubicBezTo>
                    <a:cubicBezTo>
                      <a:pt x="58" y="60"/>
                      <a:pt x="58" y="60"/>
                      <a:pt x="58" y="60"/>
                    </a:cubicBezTo>
                    <a:cubicBezTo>
                      <a:pt x="60" y="57"/>
                      <a:pt x="60" y="57"/>
                      <a:pt x="60" y="57"/>
                    </a:cubicBezTo>
                    <a:cubicBezTo>
                      <a:pt x="63" y="57"/>
                      <a:pt x="63" y="57"/>
                      <a:pt x="63" y="57"/>
                    </a:cubicBezTo>
                    <a:cubicBezTo>
                      <a:pt x="65" y="52"/>
                      <a:pt x="65" y="52"/>
                      <a:pt x="65" y="52"/>
                    </a:cubicBezTo>
                    <a:cubicBezTo>
                      <a:pt x="61" y="48"/>
                      <a:pt x="61" y="48"/>
                      <a:pt x="61" y="48"/>
                    </a:cubicBezTo>
                    <a:cubicBezTo>
                      <a:pt x="62" y="43"/>
                      <a:pt x="60" y="37"/>
                      <a:pt x="56" y="33"/>
                    </a:cubicBezTo>
                    <a:cubicBezTo>
                      <a:pt x="29" y="6"/>
                      <a:pt x="29" y="6"/>
                      <a:pt x="29" y="6"/>
                    </a:cubicBezTo>
                    <a:cubicBezTo>
                      <a:pt x="23" y="0"/>
                      <a:pt x="13" y="0"/>
                      <a:pt x="6" y="6"/>
                    </a:cubicBezTo>
                    <a:cubicBezTo>
                      <a:pt x="0" y="13"/>
                      <a:pt x="0" y="23"/>
                      <a:pt x="6" y="29"/>
                    </a:cubicBezTo>
                    <a:cubicBezTo>
                      <a:pt x="33" y="56"/>
                      <a:pt x="33" y="56"/>
                      <a:pt x="33" y="56"/>
                    </a:cubicBezTo>
                    <a:cubicBezTo>
                      <a:pt x="38" y="61"/>
                      <a:pt x="45" y="62"/>
                      <a:pt x="50" y="60"/>
                    </a:cubicBezTo>
                    <a:close/>
                    <a:moveTo>
                      <a:pt x="12" y="27"/>
                    </a:moveTo>
                    <a:cubicBezTo>
                      <a:pt x="7" y="22"/>
                      <a:pt x="7" y="15"/>
                      <a:pt x="11" y="11"/>
                    </a:cubicBezTo>
                    <a:cubicBezTo>
                      <a:pt x="15" y="7"/>
                      <a:pt x="22" y="7"/>
                      <a:pt x="27" y="12"/>
                    </a:cubicBezTo>
                    <a:cubicBezTo>
                      <a:pt x="51" y="36"/>
                      <a:pt x="51" y="36"/>
                      <a:pt x="51" y="36"/>
                    </a:cubicBezTo>
                    <a:cubicBezTo>
                      <a:pt x="53" y="37"/>
                      <a:pt x="54" y="39"/>
                      <a:pt x="54" y="41"/>
                    </a:cubicBezTo>
                    <a:cubicBezTo>
                      <a:pt x="51" y="39"/>
                      <a:pt x="46" y="39"/>
                      <a:pt x="43" y="42"/>
                    </a:cubicBezTo>
                    <a:cubicBezTo>
                      <a:pt x="40" y="45"/>
                      <a:pt x="40" y="50"/>
                      <a:pt x="43" y="53"/>
                    </a:cubicBezTo>
                    <a:cubicBezTo>
                      <a:pt x="45" y="54"/>
                      <a:pt x="45" y="54"/>
                      <a:pt x="45" y="54"/>
                    </a:cubicBezTo>
                    <a:cubicBezTo>
                      <a:pt x="42" y="54"/>
                      <a:pt x="38" y="53"/>
                      <a:pt x="36" y="51"/>
                    </a:cubicBezTo>
                    <a:lnTo>
                      <a:pt x="12" y="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6" name="Rectangle 43"/>
              <p:cNvSpPr>
                <a:spLocks noChangeArrowheads="1"/>
              </p:cNvSpPr>
              <p:nvPr/>
            </p:nvSpPr>
            <p:spPr bwMode="auto">
              <a:xfrm>
                <a:off x="517525" y="2525713"/>
                <a:ext cx="6350"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sp>
            <p:nvSpPr>
              <p:cNvPr id="67" name="Rectangle 44"/>
              <p:cNvSpPr>
                <a:spLocks noChangeArrowheads="1"/>
              </p:cNvSpPr>
              <p:nvPr/>
            </p:nvSpPr>
            <p:spPr bwMode="auto">
              <a:xfrm>
                <a:off x="525463" y="2549526"/>
                <a:ext cx="23813" cy="47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sp>
            <p:nvSpPr>
              <p:cNvPr id="68" name="Rectangle 45"/>
              <p:cNvSpPr>
                <a:spLocks noChangeArrowheads="1"/>
              </p:cNvSpPr>
              <p:nvPr/>
            </p:nvSpPr>
            <p:spPr bwMode="auto">
              <a:xfrm>
                <a:off x="488950" y="2584451"/>
                <a:ext cx="6350"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sp>
            <p:nvSpPr>
              <p:cNvPr id="69" name="Rectangle 46"/>
              <p:cNvSpPr>
                <a:spLocks noChangeArrowheads="1"/>
              </p:cNvSpPr>
              <p:nvPr/>
            </p:nvSpPr>
            <p:spPr bwMode="auto">
              <a:xfrm>
                <a:off x="465138" y="2578101"/>
                <a:ext cx="22225" cy="6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grpSp>
      </p:grpSp>
      <p:grpSp>
        <p:nvGrpSpPr>
          <p:cNvPr id="75" name="Group 74"/>
          <p:cNvGrpSpPr/>
          <p:nvPr/>
        </p:nvGrpSpPr>
        <p:grpSpPr>
          <a:xfrm>
            <a:off x="1476768" y="2696885"/>
            <a:ext cx="535758" cy="535758"/>
            <a:chOff x="4341042" y="2873004"/>
            <a:chExt cx="535758" cy="535758"/>
          </a:xfrm>
        </p:grpSpPr>
        <p:sp>
          <p:nvSpPr>
            <p:cNvPr id="76" name="Oval 75"/>
            <p:cNvSpPr/>
            <p:nvPr/>
          </p:nvSpPr>
          <p:spPr>
            <a:xfrm>
              <a:off x="4341042" y="2873004"/>
              <a:ext cx="535758" cy="535758"/>
            </a:xfrm>
            <a:prstGeom prst="ellipse">
              <a:avLst/>
            </a:prstGeom>
            <a:solidFill>
              <a:schemeClr val="accent2">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32"/>
            <p:cNvSpPr/>
            <p:nvPr/>
          </p:nvSpPr>
          <p:spPr bwMode="auto">
            <a:xfrm>
              <a:off x="4503309" y="3038217"/>
              <a:ext cx="243327" cy="214963"/>
            </a:xfrm>
            <a:custGeom>
              <a:avLst/>
              <a:gdLst>
                <a:gd name="T0" fmla="*/ 136 w 136"/>
                <a:gd name="T1" fmla="*/ 48 h 120"/>
                <a:gd name="T2" fmla="*/ 68 w 136"/>
                <a:gd name="T3" fmla="*/ 0 h 120"/>
                <a:gd name="T4" fmla="*/ 0 w 136"/>
                <a:gd name="T5" fmla="*/ 48 h 120"/>
                <a:gd name="T6" fmla="*/ 37 w 136"/>
                <a:gd name="T7" fmla="*/ 91 h 120"/>
                <a:gd name="T8" fmla="*/ 21 w 136"/>
                <a:gd name="T9" fmla="*/ 120 h 120"/>
                <a:gd name="T10" fmla="*/ 72 w 136"/>
                <a:gd name="T11" fmla="*/ 96 h 120"/>
                <a:gd name="T12" fmla="*/ 136 w 136"/>
                <a:gd name="T13" fmla="*/ 48 h 120"/>
              </a:gdLst>
              <a:ahLst/>
              <a:cxnLst>
                <a:cxn ang="0">
                  <a:pos x="T0" y="T1"/>
                </a:cxn>
                <a:cxn ang="0">
                  <a:pos x="T2" y="T3"/>
                </a:cxn>
                <a:cxn ang="0">
                  <a:pos x="T4" y="T5"/>
                </a:cxn>
                <a:cxn ang="0">
                  <a:pos x="T6" y="T7"/>
                </a:cxn>
                <a:cxn ang="0">
                  <a:pos x="T8" y="T9"/>
                </a:cxn>
                <a:cxn ang="0">
                  <a:pos x="T10" y="T11"/>
                </a:cxn>
                <a:cxn ang="0">
                  <a:pos x="T12" y="T13"/>
                </a:cxn>
              </a:cxnLst>
              <a:rect l="0" t="0" r="r" b="b"/>
              <a:pathLst>
                <a:path w="136" h="120">
                  <a:moveTo>
                    <a:pt x="136" y="48"/>
                  </a:moveTo>
                  <a:cubicBezTo>
                    <a:pt x="136" y="22"/>
                    <a:pt x="105" y="0"/>
                    <a:pt x="68" y="0"/>
                  </a:cubicBezTo>
                  <a:cubicBezTo>
                    <a:pt x="30" y="0"/>
                    <a:pt x="0" y="22"/>
                    <a:pt x="0" y="48"/>
                  </a:cubicBezTo>
                  <a:cubicBezTo>
                    <a:pt x="0" y="67"/>
                    <a:pt x="15" y="83"/>
                    <a:pt x="37" y="91"/>
                  </a:cubicBezTo>
                  <a:cubicBezTo>
                    <a:pt x="38" y="96"/>
                    <a:pt x="36" y="106"/>
                    <a:pt x="21" y="120"/>
                  </a:cubicBezTo>
                  <a:cubicBezTo>
                    <a:pt x="21" y="120"/>
                    <a:pt x="54" y="111"/>
                    <a:pt x="72" y="96"/>
                  </a:cubicBezTo>
                  <a:cubicBezTo>
                    <a:pt x="108" y="94"/>
                    <a:pt x="136" y="73"/>
                    <a:pt x="136" y="48"/>
                  </a:cubicBezTo>
                  <a:close/>
                </a:path>
              </a:pathLst>
            </a:custGeom>
            <a:solidFill>
              <a:schemeClr val="bg1"/>
            </a:solidFill>
            <a:ln>
              <a:noFill/>
            </a:ln>
          </p:spPr>
          <p:txBody>
            <a:bodyPr vert="horz" wrap="square" lIns="91440" tIns="45720" rIns="91440" bIns="45720" numCol="1" anchor="t" anchorCtr="0" compatLnSpc="1"/>
            <a:lstStyle/>
            <a:p>
              <a:endParaRPr lang="en-US"/>
            </a:p>
          </p:txBody>
        </p:sp>
      </p:grpSp>
      <p:grpSp>
        <p:nvGrpSpPr>
          <p:cNvPr id="81" name="Group 80"/>
          <p:cNvGrpSpPr/>
          <p:nvPr/>
        </p:nvGrpSpPr>
        <p:grpSpPr>
          <a:xfrm>
            <a:off x="2198229" y="2545807"/>
            <a:ext cx="535758" cy="535758"/>
            <a:chOff x="819540" y="2137662"/>
            <a:chExt cx="535758" cy="535758"/>
          </a:xfrm>
        </p:grpSpPr>
        <p:sp>
          <p:nvSpPr>
            <p:cNvPr id="82" name="Oval 81"/>
            <p:cNvSpPr/>
            <p:nvPr/>
          </p:nvSpPr>
          <p:spPr>
            <a:xfrm>
              <a:off x="819540" y="2137662"/>
              <a:ext cx="535758" cy="535758"/>
            </a:xfrm>
            <a:prstGeom prst="ellipse">
              <a:avLst/>
            </a:prstGeom>
            <a:solidFill>
              <a:schemeClr val="accent3">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3" name="Group 82"/>
            <p:cNvGrpSpPr/>
            <p:nvPr/>
          </p:nvGrpSpPr>
          <p:grpSpPr>
            <a:xfrm>
              <a:off x="921964" y="2236435"/>
              <a:ext cx="330910" cy="348211"/>
              <a:chOff x="1641475" y="2428876"/>
              <a:chExt cx="242888" cy="255587"/>
            </a:xfrm>
            <a:solidFill>
              <a:schemeClr val="bg1"/>
            </a:solidFill>
          </p:grpSpPr>
          <p:sp>
            <p:nvSpPr>
              <p:cNvPr id="84" name="Freeform 49"/>
              <p:cNvSpPr/>
              <p:nvPr/>
            </p:nvSpPr>
            <p:spPr bwMode="auto">
              <a:xfrm>
                <a:off x="1641475" y="2525713"/>
                <a:ext cx="111125" cy="158750"/>
              </a:xfrm>
              <a:custGeom>
                <a:avLst/>
                <a:gdLst>
                  <a:gd name="T0" fmla="*/ 42 w 59"/>
                  <a:gd name="T1" fmla="*/ 49 h 84"/>
                  <a:gd name="T2" fmla="*/ 43 w 59"/>
                  <a:gd name="T3" fmla="*/ 40 h 84"/>
                  <a:gd name="T4" fmla="*/ 31 w 59"/>
                  <a:gd name="T5" fmla="*/ 4 h 84"/>
                  <a:gd name="T6" fmla="*/ 26 w 59"/>
                  <a:gd name="T7" fmla="*/ 1 h 84"/>
                  <a:gd name="T8" fmla="*/ 11 w 59"/>
                  <a:gd name="T9" fmla="*/ 6 h 84"/>
                  <a:gd name="T10" fmla="*/ 4 w 59"/>
                  <a:gd name="T11" fmla="*/ 22 h 84"/>
                  <a:gd name="T12" fmla="*/ 9 w 59"/>
                  <a:gd name="T13" fmla="*/ 37 h 84"/>
                  <a:gd name="T14" fmla="*/ 24 w 59"/>
                  <a:gd name="T15" fmla="*/ 46 h 84"/>
                  <a:gd name="T16" fmla="*/ 31 w 59"/>
                  <a:gd name="T17" fmla="*/ 52 h 84"/>
                  <a:gd name="T18" fmla="*/ 40 w 59"/>
                  <a:gd name="T19" fmla="*/ 80 h 84"/>
                  <a:gd name="T20" fmla="*/ 45 w 59"/>
                  <a:gd name="T21" fmla="*/ 83 h 84"/>
                  <a:gd name="T22" fmla="*/ 48 w 59"/>
                  <a:gd name="T23" fmla="*/ 69 h 84"/>
                  <a:gd name="T24" fmla="*/ 42 w 59"/>
                  <a:gd name="T25" fmla="*/ 4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84">
                    <a:moveTo>
                      <a:pt x="42" y="49"/>
                    </a:moveTo>
                    <a:cubicBezTo>
                      <a:pt x="42" y="49"/>
                      <a:pt x="44" y="42"/>
                      <a:pt x="43" y="40"/>
                    </a:cubicBezTo>
                    <a:cubicBezTo>
                      <a:pt x="31" y="4"/>
                      <a:pt x="31" y="4"/>
                      <a:pt x="31" y="4"/>
                    </a:cubicBezTo>
                    <a:cubicBezTo>
                      <a:pt x="31" y="4"/>
                      <a:pt x="30" y="0"/>
                      <a:pt x="26" y="1"/>
                    </a:cubicBezTo>
                    <a:cubicBezTo>
                      <a:pt x="11" y="6"/>
                      <a:pt x="11" y="6"/>
                      <a:pt x="11" y="6"/>
                    </a:cubicBezTo>
                    <a:cubicBezTo>
                      <a:pt x="11" y="6"/>
                      <a:pt x="0" y="11"/>
                      <a:pt x="4" y="22"/>
                    </a:cubicBezTo>
                    <a:cubicBezTo>
                      <a:pt x="9" y="37"/>
                      <a:pt x="9" y="37"/>
                      <a:pt x="9" y="37"/>
                    </a:cubicBezTo>
                    <a:cubicBezTo>
                      <a:pt x="9" y="37"/>
                      <a:pt x="13" y="50"/>
                      <a:pt x="24" y="46"/>
                    </a:cubicBezTo>
                    <a:cubicBezTo>
                      <a:pt x="24" y="46"/>
                      <a:pt x="29" y="45"/>
                      <a:pt x="31" y="52"/>
                    </a:cubicBezTo>
                    <a:cubicBezTo>
                      <a:pt x="40" y="80"/>
                      <a:pt x="40" y="80"/>
                      <a:pt x="40" y="80"/>
                    </a:cubicBezTo>
                    <a:cubicBezTo>
                      <a:pt x="40" y="80"/>
                      <a:pt x="41" y="84"/>
                      <a:pt x="45" y="83"/>
                    </a:cubicBezTo>
                    <a:cubicBezTo>
                      <a:pt x="45" y="83"/>
                      <a:pt x="59" y="80"/>
                      <a:pt x="48" y="69"/>
                    </a:cubicBezTo>
                    <a:cubicBezTo>
                      <a:pt x="51" y="63"/>
                      <a:pt x="42" y="58"/>
                      <a:pt x="42"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85" name="Freeform 50"/>
              <p:cNvSpPr/>
              <p:nvPr/>
            </p:nvSpPr>
            <p:spPr bwMode="auto">
              <a:xfrm>
                <a:off x="1703388" y="2428876"/>
                <a:ext cx="155575" cy="179388"/>
              </a:xfrm>
              <a:custGeom>
                <a:avLst/>
                <a:gdLst>
                  <a:gd name="T0" fmla="*/ 69 w 82"/>
                  <a:gd name="T1" fmla="*/ 59 h 95"/>
                  <a:gd name="T2" fmla="*/ 72 w 82"/>
                  <a:gd name="T3" fmla="*/ 46 h 95"/>
                  <a:gd name="T4" fmla="*/ 62 w 82"/>
                  <a:gd name="T5" fmla="*/ 37 h 95"/>
                  <a:gd name="T6" fmla="*/ 51 w 82"/>
                  <a:gd name="T7" fmla="*/ 5 h 95"/>
                  <a:gd name="T8" fmla="*/ 48 w 82"/>
                  <a:gd name="T9" fmla="*/ 6 h 95"/>
                  <a:gd name="T10" fmla="*/ 4 w 82"/>
                  <a:gd name="T11" fmla="*/ 48 h 95"/>
                  <a:gd name="T12" fmla="*/ 2 w 82"/>
                  <a:gd name="T13" fmla="*/ 53 h 95"/>
                  <a:gd name="T14" fmla="*/ 12 w 82"/>
                  <a:gd name="T15" fmla="*/ 83 h 95"/>
                  <a:gd name="T16" fmla="*/ 17 w 82"/>
                  <a:gd name="T17" fmla="*/ 86 h 95"/>
                  <a:gd name="T18" fmla="*/ 78 w 82"/>
                  <a:gd name="T19" fmla="*/ 92 h 95"/>
                  <a:gd name="T20" fmla="*/ 80 w 82"/>
                  <a:gd name="T21" fmla="*/ 91 h 95"/>
                  <a:gd name="T22" fmla="*/ 69 w 82"/>
                  <a:gd name="T23" fmla="*/ 5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2" h="95">
                    <a:moveTo>
                      <a:pt x="69" y="59"/>
                    </a:moveTo>
                    <a:cubicBezTo>
                      <a:pt x="73" y="56"/>
                      <a:pt x="74" y="51"/>
                      <a:pt x="72" y="46"/>
                    </a:cubicBezTo>
                    <a:cubicBezTo>
                      <a:pt x="71" y="41"/>
                      <a:pt x="67" y="38"/>
                      <a:pt x="62" y="37"/>
                    </a:cubicBezTo>
                    <a:cubicBezTo>
                      <a:pt x="51" y="5"/>
                      <a:pt x="51" y="5"/>
                      <a:pt x="51" y="5"/>
                    </a:cubicBezTo>
                    <a:cubicBezTo>
                      <a:pt x="50" y="0"/>
                      <a:pt x="48" y="6"/>
                      <a:pt x="48" y="6"/>
                    </a:cubicBezTo>
                    <a:cubicBezTo>
                      <a:pt x="40" y="38"/>
                      <a:pt x="4" y="48"/>
                      <a:pt x="4" y="48"/>
                    </a:cubicBezTo>
                    <a:cubicBezTo>
                      <a:pt x="0" y="49"/>
                      <a:pt x="2" y="53"/>
                      <a:pt x="2" y="53"/>
                    </a:cubicBezTo>
                    <a:cubicBezTo>
                      <a:pt x="12" y="83"/>
                      <a:pt x="12" y="83"/>
                      <a:pt x="12" y="83"/>
                    </a:cubicBezTo>
                    <a:cubicBezTo>
                      <a:pt x="13" y="87"/>
                      <a:pt x="17" y="86"/>
                      <a:pt x="17" y="86"/>
                    </a:cubicBezTo>
                    <a:cubicBezTo>
                      <a:pt x="56" y="72"/>
                      <a:pt x="78" y="92"/>
                      <a:pt x="78" y="92"/>
                    </a:cubicBezTo>
                    <a:cubicBezTo>
                      <a:pt x="78" y="92"/>
                      <a:pt x="82" y="95"/>
                      <a:pt x="80" y="91"/>
                    </a:cubicBezTo>
                    <a:lnTo>
                      <a:pt x="69" y="5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86" name="Freeform 51"/>
              <p:cNvSpPr/>
              <p:nvPr/>
            </p:nvSpPr>
            <p:spPr bwMode="auto">
              <a:xfrm>
                <a:off x="1836738" y="2465388"/>
                <a:ext cx="23813" cy="30163"/>
              </a:xfrm>
              <a:custGeom>
                <a:avLst/>
                <a:gdLst>
                  <a:gd name="T0" fmla="*/ 15 w 15"/>
                  <a:gd name="T1" fmla="*/ 1 h 19"/>
                  <a:gd name="T2" fmla="*/ 13 w 15"/>
                  <a:gd name="T3" fmla="*/ 0 h 19"/>
                  <a:gd name="T4" fmla="*/ 0 w 15"/>
                  <a:gd name="T5" fmla="*/ 18 h 19"/>
                  <a:gd name="T6" fmla="*/ 2 w 15"/>
                  <a:gd name="T7" fmla="*/ 19 h 19"/>
                  <a:gd name="T8" fmla="*/ 15 w 15"/>
                  <a:gd name="T9" fmla="*/ 1 h 19"/>
                </a:gdLst>
                <a:ahLst/>
                <a:cxnLst>
                  <a:cxn ang="0">
                    <a:pos x="T0" y="T1"/>
                  </a:cxn>
                  <a:cxn ang="0">
                    <a:pos x="T2" y="T3"/>
                  </a:cxn>
                  <a:cxn ang="0">
                    <a:pos x="T4" y="T5"/>
                  </a:cxn>
                  <a:cxn ang="0">
                    <a:pos x="T6" y="T7"/>
                  </a:cxn>
                  <a:cxn ang="0">
                    <a:pos x="T8" y="T9"/>
                  </a:cxn>
                </a:cxnLst>
                <a:rect l="0" t="0" r="r" b="b"/>
                <a:pathLst>
                  <a:path w="15" h="19">
                    <a:moveTo>
                      <a:pt x="15" y="1"/>
                    </a:moveTo>
                    <a:lnTo>
                      <a:pt x="13" y="0"/>
                    </a:lnTo>
                    <a:lnTo>
                      <a:pt x="0" y="18"/>
                    </a:lnTo>
                    <a:lnTo>
                      <a:pt x="2" y="19"/>
                    </a:lnTo>
                    <a:lnTo>
                      <a:pt x="15"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87" name="Freeform 52"/>
              <p:cNvSpPr/>
              <p:nvPr/>
            </p:nvSpPr>
            <p:spPr bwMode="auto">
              <a:xfrm>
                <a:off x="1849438" y="2535238"/>
                <a:ext cx="33338" cy="22225"/>
              </a:xfrm>
              <a:custGeom>
                <a:avLst/>
                <a:gdLst>
                  <a:gd name="T0" fmla="*/ 0 w 21"/>
                  <a:gd name="T1" fmla="*/ 3 h 14"/>
                  <a:gd name="T2" fmla="*/ 19 w 21"/>
                  <a:gd name="T3" fmla="*/ 14 h 14"/>
                  <a:gd name="T4" fmla="*/ 21 w 21"/>
                  <a:gd name="T5" fmla="*/ 12 h 14"/>
                  <a:gd name="T6" fmla="*/ 1 w 21"/>
                  <a:gd name="T7" fmla="*/ 0 h 14"/>
                  <a:gd name="T8" fmla="*/ 0 w 21"/>
                  <a:gd name="T9" fmla="*/ 3 h 14"/>
                </a:gdLst>
                <a:ahLst/>
                <a:cxnLst>
                  <a:cxn ang="0">
                    <a:pos x="T0" y="T1"/>
                  </a:cxn>
                  <a:cxn ang="0">
                    <a:pos x="T2" y="T3"/>
                  </a:cxn>
                  <a:cxn ang="0">
                    <a:pos x="T4" y="T5"/>
                  </a:cxn>
                  <a:cxn ang="0">
                    <a:pos x="T6" y="T7"/>
                  </a:cxn>
                  <a:cxn ang="0">
                    <a:pos x="T8" y="T9"/>
                  </a:cxn>
                </a:cxnLst>
                <a:rect l="0" t="0" r="r" b="b"/>
                <a:pathLst>
                  <a:path w="21" h="14">
                    <a:moveTo>
                      <a:pt x="0" y="3"/>
                    </a:moveTo>
                    <a:lnTo>
                      <a:pt x="19" y="14"/>
                    </a:lnTo>
                    <a:lnTo>
                      <a:pt x="21" y="12"/>
                    </a:lnTo>
                    <a:lnTo>
                      <a:pt x="1" y="0"/>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88" name="Freeform 53"/>
              <p:cNvSpPr/>
              <p:nvPr/>
            </p:nvSpPr>
            <p:spPr bwMode="auto">
              <a:xfrm>
                <a:off x="1847850" y="2501901"/>
                <a:ext cx="36513" cy="14288"/>
              </a:xfrm>
              <a:custGeom>
                <a:avLst/>
                <a:gdLst>
                  <a:gd name="T0" fmla="*/ 1 w 23"/>
                  <a:gd name="T1" fmla="*/ 9 h 9"/>
                  <a:gd name="T2" fmla="*/ 23 w 23"/>
                  <a:gd name="T3" fmla="*/ 3 h 9"/>
                  <a:gd name="T4" fmla="*/ 22 w 23"/>
                  <a:gd name="T5" fmla="*/ 0 h 9"/>
                  <a:gd name="T6" fmla="*/ 0 w 23"/>
                  <a:gd name="T7" fmla="*/ 6 h 9"/>
                  <a:gd name="T8" fmla="*/ 1 w 23"/>
                  <a:gd name="T9" fmla="*/ 9 h 9"/>
                </a:gdLst>
                <a:ahLst/>
                <a:cxnLst>
                  <a:cxn ang="0">
                    <a:pos x="T0" y="T1"/>
                  </a:cxn>
                  <a:cxn ang="0">
                    <a:pos x="T2" y="T3"/>
                  </a:cxn>
                  <a:cxn ang="0">
                    <a:pos x="T4" y="T5"/>
                  </a:cxn>
                  <a:cxn ang="0">
                    <a:pos x="T6" y="T7"/>
                  </a:cxn>
                  <a:cxn ang="0">
                    <a:pos x="T8" y="T9"/>
                  </a:cxn>
                </a:cxnLst>
                <a:rect l="0" t="0" r="r" b="b"/>
                <a:pathLst>
                  <a:path w="23" h="9">
                    <a:moveTo>
                      <a:pt x="1" y="9"/>
                    </a:moveTo>
                    <a:lnTo>
                      <a:pt x="23" y="3"/>
                    </a:lnTo>
                    <a:lnTo>
                      <a:pt x="22" y="0"/>
                    </a:lnTo>
                    <a:lnTo>
                      <a:pt x="0" y="6"/>
                    </a:lnTo>
                    <a:lnTo>
                      <a:pt x="1"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grpSp>
      <p:grpSp>
        <p:nvGrpSpPr>
          <p:cNvPr id="89" name="Group 88"/>
          <p:cNvGrpSpPr/>
          <p:nvPr/>
        </p:nvGrpSpPr>
        <p:grpSpPr>
          <a:xfrm>
            <a:off x="1866411" y="2463383"/>
            <a:ext cx="405021" cy="405021"/>
            <a:chOff x="3920763" y="3039488"/>
            <a:chExt cx="535758" cy="535758"/>
          </a:xfrm>
        </p:grpSpPr>
        <p:sp>
          <p:nvSpPr>
            <p:cNvPr id="90" name="Oval 89"/>
            <p:cNvSpPr/>
            <p:nvPr/>
          </p:nvSpPr>
          <p:spPr>
            <a:xfrm>
              <a:off x="3920763" y="3039488"/>
              <a:ext cx="535758" cy="535758"/>
            </a:xfrm>
            <a:prstGeom prst="ellipse">
              <a:avLst/>
            </a:prstGeom>
            <a:solidFill>
              <a:schemeClr val="accent4">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1" name="Group 90"/>
            <p:cNvGrpSpPr/>
            <p:nvPr/>
          </p:nvGrpSpPr>
          <p:grpSpPr>
            <a:xfrm>
              <a:off x="4055231" y="3134798"/>
              <a:ext cx="247635" cy="323831"/>
              <a:chOff x="812800" y="2401888"/>
              <a:chExt cx="206375" cy="269875"/>
            </a:xfrm>
            <a:solidFill>
              <a:schemeClr val="bg1"/>
            </a:solidFill>
          </p:grpSpPr>
          <p:sp>
            <p:nvSpPr>
              <p:cNvPr id="92" name="Freeform 47"/>
              <p:cNvSpPr>
                <a:spLocks noEditPoints="1"/>
              </p:cNvSpPr>
              <p:nvPr/>
            </p:nvSpPr>
            <p:spPr bwMode="auto">
              <a:xfrm>
                <a:off x="812800" y="2401888"/>
                <a:ext cx="206375" cy="269875"/>
              </a:xfrm>
              <a:custGeom>
                <a:avLst/>
                <a:gdLst>
                  <a:gd name="T0" fmla="*/ 104 w 109"/>
                  <a:gd name="T1" fmla="*/ 68 h 142"/>
                  <a:gd name="T2" fmla="*/ 96 w 109"/>
                  <a:gd name="T3" fmla="*/ 68 h 142"/>
                  <a:gd name="T4" fmla="*/ 96 w 109"/>
                  <a:gd name="T5" fmla="*/ 44 h 142"/>
                  <a:gd name="T6" fmla="*/ 84 w 109"/>
                  <a:gd name="T7" fmla="*/ 13 h 142"/>
                  <a:gd name="T8" fmla="*/ 55 w 109"/>
                  <a:gd name="T9" fmla="*/ 0 h 142"/>
                  <a:gd name="T10" fmla="*/ 25 w 109"/>
                  <a:gd name="T11" fmla="*/ 13 h 142"/>
                  <a:gd name="T12" fmla="*/ 13 w 109"/>
                  <a:gd name="T13" fmla="*/ 44 h 142"/>
                  <a:gd name="T14" fmla="*/ 13 w 109"/>
                  <a:gd name="T15" fmla="*/ 68 h 142"/>
                  <a:gd name="T16" fmla="*/ 6 w 109"/>
                  <a:gd name="T17" fmla="*/ 68 h 142"/>
                  <a:gd name="T18" fmla="*/ 0 w 109"/>
                  <a:gd name="T19" fmla="*/ 73 h 142"/>
                  <a:gd name="T20" fmla="*/ 0 w 109"/>
                  <a:gd name="T21" fmla="*/ 137 h 142"/>
                  <a:gd name="T22" fmla="*/ 6 w 109"/>
                  <a:gd name="T23" fmla="*/ 142 h 142"/>
                  <a:gd name="T24" fmla="*/ 104 w 109"/>
                  <a:gd name="T25" fmla="*/ 142 h 142"/>
                  <a:gd name="T26" fmla="*/ 109 w 109"/>
                  <a:gd name="T27" fmla="*/ 137 h 142"/>
                  <a:gd name="T28" fmla="*/ 109 w 109"/>
                  <a:gd name="T29" fmla="*/ 73 h 142"/>
                  <a:gd name="T30" fmla="*/ 104 w 109"/>
                  <a:gd name="T31" fmla="*/ 68 h 142"/>
                  <a:gd name="T32" fmla="*/ 66 w 109"/>
                  <a:gd name="T33" fmla="*/ 124 h 142"/>
                  <a:gd name="T34" fmla="*/ 55 w 109"/>
                  <a:gd name="T35" fmla="*/ 136 h 142"/>
                  <a:gd name="T36" fmla="*/ 43 w 109"/>
                  <a:gd name="T37" fmla="*/ 124 h 142"/>
                  <a:gd name="T38" fmla="*/ 43 w 109"/>
                  <a:gd name="T39" fmla="*/ 103 h 142"/>
                  <a:gd name="T40" fmla="*/ 55 w 109"/>
                  <a:gd name="T41" fmla="*/ 91 h 142"/>
                  <a:gd name="T42" fmla="*/ 66 w 109"/>
                  <a:gd name="T43" fmla="*/ 103 h 142"/>
                  <a:gd name="T44" fmla="*/ 66 w 109"/>
                  <a:gd name="T45" fmla="*/ 124 h 142"/>
                  <a:gd name="T46" fmla="*/ 77 w 109"/>
                  <a:gd name="T47" fmla="*/ 68 h 142"/>
                  <a:gd name="T48" fmla="*/ 33 w 109"/>
                  <a:gd name="T49" fmla="*/ 68 h 142"/>
                  <a:gd name="T50" fmla="*/ 33 w 109"/>
                  <a:gd name="T51" fmla="*/ 44 h 142"/>
                  <a:gd name="T52" fmla="*/ 39 w 109"/>
                  <a:gd name="T53" fmla="*/ 27 h 142"/>
                  <a:gd name="T54" fmla="*/ 55 w 109"/>
                  <a:gd name="T55" fmla="*/ 20 h 142"/>
                  <a:gd name="T56" fmla="*/ 70 w 109"/>
                  <a:gd name="T57" fmla="*/ 27 h 142"/>
                  <a:gd name="T58" fmla="*/ 77 w 109"/>
                  <a:gd name="T59" fmla="*/ 44 h 142"/>
                  <a:gd name="T60" fmla="*/ 77 w 109"/>
                  <a:gd name="T61" fmla="*/ 68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9" h="142">
                    <a:moveTo>
                      <a:pt x="104" y="68"/>
                    </a:moveTo>
                    <a:cubicBezTo>
                      <a:pt x="96" y="68"/>
                      <a:pt x="96" y="68"/>
                      <a:pt x="96" y="68"/>
                    </a:cubicBezTo>
                    <a:cubicBezTo>
                      <a:pt x="96" y="44"/>
                      <a:pt x="96" y="44"/>
                      <a:pt x="96" y="44"/>
                    </a:cubicBezTo>
                    <a:cubicBezTo>
                      <a:pt x="96" y="32"/>
                      <a:pt x="92" y="21"/>
                      <a:pt x="84" y="13"/>
                    </a:cubicBezTo>
                    <a:cubicBezTo>
                      <a:pt x="77" y="5"/>
                      <a:pt x="66" y="0"/>
                      <a:pt x="55" y="0"/>
                    </a:cubicBezTo>
                    <a:cubicBezTo>
                      <a:pt x="43" y="0"/>
                      <a:pt x="32" y="5"/>
                      <a:pt x="25" y="13"/>
                    </a:cubicBezTo>
                    <a:cubicBezTo>
                      <a:pt x="17" y="21"/>
                      <a:pt x="13" y="32"/>
                      <a:pt x="13" y="44"/>
                    </a:cubicBezTo>
                    <a:cubicBezTo>
                      <a:pt x="13" y="68"/>
                      <a:pt x="13" y="68"/>
                      <a:pt x="13" y="68"/>
                    </a:cubicBezTo>
                    <a:cubicBezTo>
                      <a:pt x="6" y="68"/>
                      <a:pt x="6" y="68"/>
                      <a:pt x="6" y="68"/>
                    </a:cubicBezTo>
                    <a:cubicBezTo>
                      <a:pt x="3" y="68"/>
                      <a:pt x="0" y="71"/>
                      <a:pt x="0" y="73"/>
                    </a:cubicBezTo>
                    <a:cubicBezTo>
                      <a:pt x="0" y="137"/>
                      <a:pt x="0" y="137"/>
                      <a:pt x="0" y="137"/>
                    </a:cubicBezTo>
                    <a:cubicBezTo>
                      <a:pt x="0" y="140"/>
                      <a:pt x="3" y="142"/>
                      <a:pt x="6" y="142"/>
                    </a:cubicBezTo>
                    <a:cubicBezTo>
                      <a:pt x="104" y="142"/>
                      <a:pt x="104" y="142"/>
                      <a:pt x="104" y="142"/>
                    </a:cubicBezTo>
                    <a:cubicBezTo>
                      <a:pt x="107" y="142"/>
                      <a:pt x="109" y="140"/>
                      <a:pt x="109" y="137"/>
                    </a:cubicBezTo>
                    <a:cubicBezTo>
                      <a:pt x="109" y="73"/>
                      <a:pt x="109" y="73"/>
                      <a:pt x="109" y="73"/>
                    </a:cubicBezTo>
                    <a:cubicBezTo>
                      <a:pt x="109" y="71"/>
                      <a:pt x="107" y="68"/>
                      <a:pt x="104" y="68"/>
                    </a:cubicBezTo>
                    <a:close/>
                    <a:moveTo>
                      <a:pt x="66" y="124"/>
                    </a:moveTo>
                    <a:cubicBezTo>
                      <a:pt x="66" y="131"/>
                      <a:pt x="61" y="136"/>
                      <a:pt x="55" y="136"/>
                    </a:cubicBezTo>
                    <a:cubicBezTo>
                      <a:pt x="48" y="136"/>
                      <a:pt x="43" y="131"/>
                      <a:pt x="43" y="124"/>
                    </a:cubicBezTo>
                    <a:cubicBezTo>
                      <a:pt x="43" y="103"/>
                      <a:pt x="43" y="103"/>
                      <a:pt x="43" y="103"/>
                    </a:cubicBezTo>
                    <a:cubicBezTo>
                      <a:pt x="43" y="96"/>
                      <a:pt x="48" y="91"/>
                      <a:pt x="55" y="91"/>
                    </a:cubicBezTo>
                    <a:cubicBezTo>
                      <a:pt x="61" y="91"/>
                      <a:pt x="66" y="96"/>
                      <a:pt x="66" y="103"/>
                    </a:cubicBezTo>
                    <a:lnTo>
                      <a:pt x="66" y="124"/>
                    </a:lnTo>
                    <a:close/>
                    <a:moveTo>
                      <a:pt x="77" y="68"/>
                    </a:moveTo>
                    <a:cubicBezTo>
                      <a:pt x="33" y="68"/>
                      <a:pt x="33" y="68"/>
                      <a:pt x="33" y="68"/>
                    </a:cubicBezTo>
                    <a:cubicBezTo>
                      <a:pt x="33" y="44"/>
                      <a:pt x="33" y="44"/>
                      <a:pt x="33" y="44"/>
                    </a:cubicBezTo>
                    <a:cubicBezTo>
                      <a:pt x="33" y="37"/>
                      <a:pt x="35" y="31"/>
                      <a:pt x="39" y="27"/>
                    </a:cubicBezTo>
                    <a:cubicBezTo>
                      <a:pt x="43" y="23"/>
                      <a:pt x="49" y="20"/>
                      <a:pt x="55" y="20"/>
                    </a:cubicBezTo>
                    <a:cubicBezTo>
                      <a:pt x="60" y="20"/>
                      <a:pt x="66" y="23"/>
                      <a:pt x="70" y="27"/>
                    </a:cubicBezTo>
                    <a:cubicBezTo>
                      <a:pt x="74" y="31"/>
                      <a:pt x="77" y="37"/>
                      <a:pt x="77" y="44"/>
                    </a:cubicBezTo>
                    <a:lnTo>
                      <a:pt x="77" y="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93" name="Freeform 48"/>
              <p:cNvSpPr/>
              <p:nvPr/>
            </p:nvSpPr>
            <p:spPr bwMode="auto">
              <a:xfrm>
                <a:off x="903288" y="2586038"/>
                <a:ext cx="25400" cy="60325"/>
              </a:xfrm>
              <a:custGeom>
                <a:avLst/>
                <a:gdLst>
                  <a:gd name="T0" fmla="*/ 7 w 13"/>
                  <a:gd name="T1" fmla="*/ 0 h 32"/>
                  <a:gd name="T2" fmla="*/ 0 w 13"/>
                  <a:gd name="T3" fmla="*/ 7 h 32"/>
                  <a:gd name="T4" fmla="*/ 0 w 13"/>
                  <a:gd name="T5" fmla="*/ 25 h 32"/>
                  <a:gd name="T6" fmla="*/ 7 w 13"/>
                  <a:gd name="T7" fmla="*/ 32 h 32"/>
                  <a:gd name="T8" fmla="*/ 13 w 13"/>
                  <a:gd name="T9" fmla="*/ 25 h 32"/>
                  <a:gd name="T10" fmla="*/ 13 w 13"/>
                  <a:gd name="T11" fmla="*/ 7 h 32"/>
                  <a:gd name="T12" fmla="*/ 7 w 13"/>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13" h="32">
                    <a:moveTo>
                      <a:pt x="7" y="0"/>
                    </a:moveTo>
                    <a:cubicBezTo>
                      <a:pt x="3" y="0"/>
                      <a:pt x="0" y="3"/>
                      <a:pt x="0" y="7"/>
                    </a:cubicBezTo>
                    <a:cubicBezTo>
                      <a:pt x="0" y="25"/>
                      <a:pt x="0" y="25"/>
                      <a:pt x="0" y="25"/>
                    </a:cubicBezTo>
                    <a:cubicBezTo>
                      <a:pt x="0" y="29"/>
                      <a:pt x="3" y="32"/>
                      <a:pt x="7" y="32"/>
                    </a:cubicBezTo>
                    <a:cubicBezTo>
                      <a:pt x="10" y="32"/>
                      <a:pt x="13" y="29"/>
                      <a:pt x="13" y="25"/>
                    </a:cubicBezTo>
                    <a:cubicBezTo>
                      <a:pt x="13" y="7"/>
                      <a:pt x="13" y="7"/>
                      <a:pt x="13" y="7"/>
                    </a:cubicBezTo>
                    <a:cubicBezTo>
                      <a:pt x="13" y="3"/>
                      <a:pt x="10"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grpSp>
      <p:grpSp>
        <p:nvGrpSpPr>
          <p:cNvPr id="97" name="Group 96"/>
          <p:cNvGrpSpPr/>
          <p:nvPr/>
        </p:nvGrpSpPr>
        <p:grpSpPr>
          <a:xfrm>
            <a:off x="3037583" y="1830624"/>
            <a:ext cx="993461" cy="993461"/>
            <a:chOff x="819540" y="2137662"/>
            <a:chExt cx="535758" cy="535758"/>
          </a:xfrm>
        </p:grpSpPr>
        <p:sp>
          <p:nvSpPr>
            <p:cNvPr id="98" name="Oval 97"/>
            <p:cNvSpPr/>
            <p:nvPr/>
          </p:nvSpPr>
          <p:spPr>
            <a:xfrm>
              <a:off x="819540" y="2137662"/>
              <a:ext cx="535758" cy="535758"/>
            </a:xfrm>
            <a:prstGeom prst="ellipse">
              <a:avLst/>
            </a:prstGeom>
            <a:solidFill>
              <a:schemeClr val="accent1">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9" name="Group 98"/>
            <p:cNvGrpSpPr/>
            <p:nvPr/>
          </p:nvGrpSpPr>
          <p:grpSpPr>
            <a:xfrm>
              <a:off x="921964" y="2236435"/>
              <a:ext cx="330910" cy="348211"/>
              <a:chOff x="1641475" y="2428876"/>
              <a:chExt cx="242888" cy="255587"/>
            </a:xfrm>
            <a:solidFill>
              <a:schemeClr val="bg1"/>
            </a:solidFill>
          </p:grpSpPr>
          <p:sp>
            <p:nvSpPr>
              <p:cNvPr id="100" name="Freeform 49"/>
              <p:cNvSpPr/>
              <p:nvPr/>
            </p:nvSpPr>
            <p:spPr bwMode="auto">
              <a:xfrm>
                <a:off x="1641475" y="2525713"/>
                <a:ext cx="111125" cy="158750"/>
              </a:xfrm>
              <a:custGeom>
                <a:avLst/>
                <a:gdLst>
                  <a:gd name="T0" fmla="*/ 42 w 59"/>
                  <a:gd name="T1" fmla="*/ 49 h 84"/>
                  <a:gd name="T2" fmla="*/ 43 w 59"/>
                  <a:gd name="T3" fmla="*/ 40 h 84"/>
                  <a:gd name="T4" fmla="*/ 31 w 59"/>
                  <a:gd name="T5" fmla="*/ 4 h 84"/>
                  <a:gd name="T6" fmla="*/ 26 w 59"/>
                  <a:gd name="T7" fmla="*/ 1 h 84"/>
                  <a:gd name="T8" fmla="*/ 11 w 59"/>
                  <a:gd name="T9" fmla="*/ 6 h 84"/>
                  <a:gd name="T10" fmla="*/ 4 w 59"/>
                  <a:gd name="T11" fmla="*/ 22 h 84"/>
                  <a:gd name="T12" fmla="*/ 9 w 59"/>
                  <a:gd name="T13" fmla="*/ 37 h 84"/>
                  <a:gd name="T14" fmla="*/ 24 w 59"/>
                  <a:gd name="T15" fmla="*/ 46 h 84"/>
                  <a:gd name="T16" fmla="*/ 31 w 59"/>
                  <a:gd name="T17" fmla="*/ 52 h 84"/>
                  <a:gd name="T18" fmla="*/ 40 w 59"/>
                  <a:gd name="T19" fmla="*/ 80 h 84"/>
                  <a:gd name="T20" fmla="*/ 45 w 59"/>
                  <a:gd name="T21" fmla="*/ 83 h 84"/>
                  <a:gd name="T22" fmla="*/ 48 w 59"/>
                  <a:gd name="T23" fmla="*/ 69 h 84"/>
                  <a:gd name="T24" fmla="*/ 42 w 59"/>
                  <a:gd name="T25" fmla="*/ 4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84">
                    <a:moveTo>
                      <a:pt x="42" y="49"/>
                    </a:moveTo>
                    <a:cubicBezTo>
                      <a:pt x="42" y="49"/>
                      <a:pt x="44" y="42"/>
                      <a:pt x="43" y="40"/>
                    </a:cubicBezTo>
                    <a:cubicBezTo>
                      <a:pt x="31" y="4"/>
                      <a:pt x="31" y="4"/>
                      <a:pt x="31" y="4"/>
                    </a:cubicBezTo>
                    <a:cubicBezTo>
                      <a:pt x="31" y="4"/>
                      <a:pt x="30" y="0"/>
                      <a:pt x="26" y="1"/>
                    </a:cubicBezTo>
                    <a:cubicBezTo>
                      <a:pt x="11" y="6"/>
                      <a:pt x="11" y="6"/>
                      <a:pt x="11" y="6"/>
                    </a:cubicBezTo>
                    <a:cubicBezTo>
                      <a:pt x="11" y="6"/>
                      <a:pt x="0" y="11"/>
                      <a:pt x="4" y="22"/>
                    </a:cubicBezTo>
                    <a:cubicBezTo>
                      <a:pt x="9" y="37"/>
                      <a:pt x="9" y="37"/>
                      <a:pt x="9" y="37"/>
                    </a:cubicBezTo>
                    <a:cubicBezTo>
                      <a:pt x="9" y="37"/>
                      <a:pt x="13" y="50"/>
                      <a:pt x="24" y="46"/>
                    </a:cubicBezTo>
                    <a:cubicBezTo>
                      <a:pt x="24" y="46"/>
                      <a:pt x="29" y="45"/>
                      <a:pt x="31" y="52"/>
                    </a:cubicBezTo>
                    <a:cubicBezTo>
                      <a:pt x="40" y="80"/>
                      <a:pt x="40" y="80"/>
                      <a:pt x="40" y="80"/>
                    </a:cubicBezTo>
                    <a:cubicBezTo>
                      <a:pt x="40" y="80"/>
                      <a:pt x="41" y="84"/>
                      <a:pt x="45" y="83"/>
                    </a:cubicBezTo>
                    <a:cubicBezTo>
                      <a:pt x="45" y="83"/>
                      <a:pt x="59" y="80"/>
                      <a:pt x="48" y="69"/>
                    </a:cubicBezTo>
                    <a:cubicBezTo>
                      <a:pt x="51" y="63"/>
                      <a:pt x="42" y="58"/>
                      <a:pt x="42"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01" name="Freeform 50"/>
              <p:cNvSpPr/>
              <p:nvPr/>
            </p:nvSpPr>
            <p:spPr bwMode="auto">
              <a:xfrm>
                <a:off x="1703388" y="2428876"/>
                <a:ext cx="155575" cy="179388"/>
              </a:xfrm>
              <a:custGeom>
                <a:avLst/>
                <a:gdLst>
                  <a:gd name="T0" fmla="*/ 69 w 82"/>
                  <a:gd name="T1" fmla="*/ 59 h 95"/>
                  <a:gd name="T2" fmla="*/ 72 w 82"/>
                  <a:gd name="T3" fmla="*/ 46 h 95"/>
                  <a:gd name="T4" fmla="*/ 62 w 82"/>
                  <a:gd name="T5" fmla="*/ 37 h 95"/>
                  <a:gd name="T6" fmla="*/ 51 w 82"/>
                  <a:gd name="T7" fmla="*/ 5 h 95"/>
                  <a:gd name="T8" fmla="*/ 48 w 82"/>
                  <a:gd name="T9" fmla="*/ 6 h 95"/>
                  <a:gd name="T10" fmla="*/ 4 w 82"/>
                  <a:gd name="T11" fmla="*/ 48 h 95"/>
                  <a:gd name="T12" fmla="*/ 2 w 82"/>
                  <a:gd name="T13" fmla="*/ 53 h 95"/>
                  <a:gd name="T14" fmla="*/ 12 w 82"/>
                  <a:gd name="T15" fmla="*/ 83 h 95"/>
                  <a:gd name="T16" fmla="*/ 17 w 82"/>
                  <a:gd name="T17" fmla="*/ 86 h 95"/>
                  <a:gd name="T18" fmla="*/ 78 w 82"/>
                  <a:gd name="T19" fmla="*/ 92 h 95"/>
                  <a:gd name="T20" fmla="*/ 80 w 82"/>
                  <a:gd name="T21" fmla="*/ 91 h 95"/>
                  <a:gd name="T22" fmla="*/ 69 w 82"/>
                  <a:gd name="T23" fmla="*/ 5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2" h="95">
                    <a:moveTo>
                      <a:pt x="69" y="59"/>
                    </a:moveTo>
                    <a:cubicBezTo>
                      <a:pt x="73" y="56"/>
                      <a:pt x="74" y="51"/>
                      <a:pt x="72" y="46"/>
                    </a:cubicBezTo>
                    <a:cubicBezTo>
                      <a:pt x="71" y="41"/>
                      <a:pt x="67" y="38"/>
                      <a:pt x="62" y="37"/>
                    </a:cubicBezTo>
                    <a:cubicBezTo>
                      <a:pt x="51" y="5"/>
                      <a:pt x="51" y="5"/>
                      <a:pt x="51" y="5"/>
                    </a:cubicBezTo>
                    <a:cubicBezTo>
                      <a:pt x="50" y="0"/>
                      <a:pt x="48" y="6"/>
                      <a:pt x="48" y="6"/>
                    </a:cubicBezTo>
                    <a:cubicBezTo>
                      <a:pt x="40" y="38"/>
                      <a:pt x="4" y="48"/>
                      <a:pt x="4" y="48"/>
                    </a:cubicBezTo>
                    <a:cubicBezTo>
                      <a:pt x="0" y="49"/>
                      <a:pt x="2" y="53"/>
                      <a:pt x="2" y="53"/>
                    </a:cubicBezTo>
                    <a:cubicBezTo>
                      <a:pt x="12" y="83"/>
                      <a:pt x="12" y="83"/>
                      <a:pt x="12" y="83"/>
                    </a:cubicBezTo>
                    <a:cubicBezTo>
                      <a:pt x="13" y="87"/>
                      <a:pt x="17" y="86"/>
                      <a:pt x="17" y="86"/>
                    </a:cubicBezTo>
                    <a:cubicBezTo>
                      <a:pt x="56" y="72"/>
                      <a:pt x="78" y="92"/>
                      <a:pt x="78" y="92"/>
                    </a:cubicBezTo>
                    <a:cubicBezTo>
                      <a:pt x="78" y="92"/>
                      <a:pt x="82" y="95"/>
                      <a:pt x="80" y="91"/>
                    </a:cubicBezTo>
                    <a:lnTo>
                      <a:pt x="69" y="5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02" name="Freeform 51"/>
              <p:cNvSpPr/>
              <p:nvPr/>
            </p:nvSpPr>
            <p:spPr bwMode="auto">
              <a:xfrm>
                <a:off x="1836738" y="2465388"/>
                <a:ext cx="23813" cy="30163"/>
              </a:xfrm>
              <a:custGeom>
                <a:avLst/>
                <a:gdLst>
                  <a:gd name="T0" fmla="*/ 15 w 15"/>
                  <a:gd name="T1" fmla="*/ 1 h 19"/>
                  <a:gd name="T2" fmla="*/ 13 w 15"/>
                  <a:gd name="T3" fmla="*/ 0 h 19"/>
                  <a:gd name="T4" fmla="*/ 0 w 15"/>
                  <a:gd name="T5" fmla="*/ 18 h 19"/>
                  <a:gd name="T6" fmla="*/ 2 w 15"/>
                  <a:gd name="T7" fmla="*/ 19 h 19"/>
                  <a:gd name="T8" fmla="*/ 15 w 15"/>
                  <a:gd name="T9" fmla="*/ 1 h 19"/>
                </a:gdLst>
                <a:ahLst/>
                <a:cxnLst>
                  <a:cxn ang="0">
                    <a:pos x="T0" y="T1"/>
                  </a:cxn>
                  <a:cxn ang="0">
                    <a:pos x="T2" y="T3"/>
                  </a:cxn>
                  <a:cxn ang="0">
                    <a:pos x="T4" y="T5"/>
                  </a:cxn>
                  <a:cxn ang="0">
                    <a:pos x="T6" y="T7"/>
                  </a:cxn>
                  <a:cxn ang="0">
                    <a:pos x="T8" y="T9"/>
                  </a:cxn>
                </a:cxnLst>
                <a:rect l="0" t="0" r="r" b="b"/>
                <a:pathLst>
                  <a:path w="15" h="19">
                    <a:moveTo>
                      <a:pt x="15" y="1"/>
                    </a:moveTo>
                    <a:lnTo>
                      <a:pt x="13" y="0"/>
                    </a:lnTo>
                    <a:lnTo>
                      <a:pt x="0" y="18"/>
                    </a:lnTo>
                    <a:lnTo>
                      <a:pt x="2" y="19"/>
                    </a:lnTo>
                    <a:lnTo>
                      <a:pt x="15"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03" name="Freeform 52"/>
              <p:cNvSpPr/>
              <p:nvPr/>
            </p:nvSpPr>
            <p:spPr bwMode="auto">
              <a:xfrm>
                <a:off x="1849438" y="2535238"/>
                <a:ext cx="33338" cy="22225"/>
              </a:xfrm>
              <a:custGeom>
                <a:avLst/>
                <a:gdLst>
                  <a:gd name="T0" fmla="*/ 0 w 21"/>
                  <a:gd name="T1" fmla="*/ 3 h 14"/>
                  <a:gd name="T2" fmla="*/ 19 w 21"/>
                  <a:gd name="T3" fmla="*/ 14 h 14"/>
                  <a:gd name="T4" fmla="*/ 21 w 21"/>
                  <a:gd name="T5" fmla="*/ 12 h 14"/>
                  <a:gd name="T6" fmla="*/ 1 w 21"/>
                  <a:gd name="T7" fmla="*/ 0 h 14"/>
                  <a:gd name="T8" fmla="*/ 0 w 21"/>
                  <a:gd name="T9" fmla="*/ 3 h 14"/>
                </a:gdLst>
                <a:ahLst/>
                <a:cxnLst>
                  <a:cxn ang="0">
                    <a:pos x="T0" y="T1"/>
                  </a:cxn>
                  <a:cxn ang="0">
                    <a:pos x="T2" y="T3"/>
                  </a:cxn>
                  <a:cxn ang="0">
                    <a:pos x="T4" y="T5"/>
                  </a:cxn>
                  <a:cxn ang="0">
                    <a:pos x="T6" y="T7"/>
                  </a:cxn>
                  <a:cxn ang="0">
                    <a:pos x="T8" y="T9"/>
                  </a:cxn>
                </a:cxnLst>
                <a:rect l="0" t="0" r="r" b="b"/>
                <a:pathLst>
                  <a:path w="21" h="14">
                    <a:moveTo>
                      <a:pt x="0" y="3"/>
                    </a:moveTo>
                    <a:lnTo>
                      <a:pt x="19" y="14"/>
                    </a:lnTo>
                    <a:lnTo>
                      <a:pt x="21" y="12"/>
                    </a:lnTo>
                    <a:lnTo>
                      <a:pt x="1" y="0"/>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04" name="Freeform 53"/>
              <p:cNvSpPr/>
              <p:nvPr/>
            </p:nvSpPr>
            <p:spPr bwMode="auto">
              <a:xfrm>
                <a:off x="1847850" y="2501901"/>
                <a:ext cx="36513" cy="14288"/>
              </a:xfrm>
              <a:custGeom>
                <a:avLst/>
                <a:gdLst>
                  <a:gd name="T0" fmla="*/ 1 w 23"/>
                  <a:gd name="T1" fmla="*/ 9 h 9"/>
                  <a:gd name="T2" fmla="*/ 23 w 23"/>
                  <a:gd name="T3" fmla="*/ 3 h 9"/>
                  <a:gd name="T4" fmla="*/ 22 w 23"/>
                  <a:gd name="T5" fmla="*/ 0 h 9"/>
                  <a:gd name="T6" fmla="*/ 0 w 23"/>
                  <a:gd name="T7" fmla="*/ 6 h 9"/>
                  <a:gd name="T8" fmla="*/ 1 w 23"/>
                  <a:gd name="T9" fmla="*/ 9 h 9"/>
                </a:gdLst>
                <a:ahLst/>
                <a:cxnLst>
                  <a:cxn ang="0">
                    <a:pos x="T0" y="T1"/>
                  </a:cxn>
                  <a:cxn ang="0">
                    <a:pos x="T2" y="T3"/>
                  </a:cxn>
                  <a:cxn ang="0">
                    <a:pos x="T4" y="T5"/>
                  </a:cxn>
                  <a:cxn ang="0">
                    <a:pos x="T6" y="T7"/>
                  </a:cxn>
                  <a:cxn ang="0">
                    <a:pos x="T8" y="T9"/>
                  </a:cxn>
                </a:cxnLst>
                <a:rect l="0" t="0" r="r" b="b"/>
                <a:pathLst>
                  <a:path w="23" h="9">
                    <a:moveTo>
                      <a:pt x="1" y="9"/>
                    </a:moveTo>
                    <a:lnTo>
                      <a:pt x="23" y="3"/>
                    </a:lnTo>
                    <a:lnTo>
                      <a:pt x="22" y="0"/>
                    </a:lnTo>
                    <a:lnTo>
                      <a:pt x="0" y="6"/>
                    </a:lnTo>
                    <a:lnTo>
                      <a:pt x="1"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grpSp>
      <p:sp>
        <p:nvSpPr>
          <p:cNvPr id="117" name="Text Placeholder 8"/>
          <p:cNvSpPr>
            <a:spLocks noGrp="1"/>
          </p:cNvSpPr>
          <p:nvPr>
            <p:ph type="body" sz="quarter" idx="18"/>
          </p:nvPr>
        </p:nvSpPr>
        <p:spPr>
          <a:xfrm>
            <a:off x="5792372" y="1531184"/>
            <a:ext cx="1508761" cy="251655"/>
          </a:xfrm>
        </p:spPr>
        <p:txBody>
          <a:bodyPr>
            <a:normAutofit fontScale="92500" lnSpcReduction="20000"/>
          </a:bodyPr>
          <a:lstStyle/>
          <a:p>
            <a:r>
              <a:rPr lang="zh-CN" altLang="en-US" dirty="0"/>
              <a:t>输入您的标题 </a:t>
            </a:r>
            <a:endParaRPr lang="en-AU" dirty="0"/>
          </a:p>
        </p:txBody>
      </p:sp>
      <p:sp>
        <p:nvSpPr>
          <p:cNvPr id="118" name="Text Placeholder 9"/>
          <p:cNvSpPr>
            <a:spLocks noGrp="1"/>
          </p:cNvSpPr>
          <p:nvPr>
            <p:ph type="body" sz="quarter" idx="19"/>
          </p:nvPr>
        </p:nvSpPr>
        <p:spPr>
          <a:xfrm>
            <a:off x="5792372" y="1782838"/>
            <a:ext cx="1508761" cy="423862"/>
          </a:xfrm>
        </p:spPr>
        <p:txBody>
          <a:bodyPr>
            <a:normAutofit/>
          </a:bodyPr>
          <a:lstStyle/>
          <a:p>
            <a:r>
              <a:rPr lang="zh-CN" altLang="en-US" dirty="0"/>
              <a:t>单击此处添加文本单击此处添加文本</a:t>
            </a:r>
            <a:endParaRPr lang="en-AU" dirty="0"/>
          </a:p>
        </p:txBody>
      </p:sp>
      <p:sp>
        <p:nvSpPr>
          <p:cNvPr id="119" name="Oval 118"/>
          <p:cNvSpPr/>
          <p:nvPr/>
        </p:nvSpPr>
        <p:spPr>
          <a:xfrm>
            <a:off x="4900318" y="1532385"/>
            <a:ext cx="637960" cy="6379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Text Placeholder 8"/>
          <p:cNvSpPr>
            <a:spLocks noGrp="1"/>
          </p:cNvSpPr>
          <p:nvPr>
            <p:ph type="body" sz="quarter" idx="18"/>
          </p:nvPr>
        </p:nvSpPr>
        <p:spPr>
          <a:xfrm>
            <a:off x="5792372" y="2454662"/>
            <a:ext cx="1508761" cy="251655"/>
          </a:xfrm>
        </p:spPr>
        <p:txBody>
          <a:bodyPr>
            <a:normAutofit fontScale="92500" lnSpcReduction="20000"/>
          </a:bodyPr>
          <a:lstStyle/>
          <a:p>
            <a:r>
              <a:rPr lang="zh-CN" altLang="en-US" dirty="0"/>
              <a:t>输入您的标题 </a:t>
            </a:r>
            <a:endParaRPr lang="en-AU" dirty="0"/>
          </a:p>
        </p:txBody>
      </p:sp>
      <p:sp>
        <p:nvSpPr>
          <p:cNvPr id="121" name="Text Placeholder 9"/>
          <p:cNvSpPr>
            <a:spLocks noGrp="1"/>
          </p:cNvSpPr>
          <p:nvPr>
            <p:ph type="body" sz="quarter" idx="19"/>
          </p:nvPr>
        </p:nvSpPr>
        <p:spPr>
          <a:xfrm>
            <a:off x="5792372" y="2706317"/>
            <a:ext cx="1508761" cy="423862"/>
          </a:xfrm>
        </p:spPr>
        <p:txBody>
          <a:bodyPr>
            <a:normAutofit/>
          </a:bodyPr>
          <a:lstStyle/>
          <a:p>
            <a:r>
              <a:rPr lang="zh-CN" altLang="en-US" dirty="0"/>
              <a:t>单击此处添加文本单击此处添加文本</a:t>
            </a:r>
            <a:endParaRPr lang="en-AU" dirty="0"/>
          </a:p>
        </p:txBody>
      </p:sp>
      <p:sp>
        <p:nvSpPr>
          <p:cNvPr id="123" name="Text Placeholder 8"/>
          <p:cNvSpPr>
            <a:spLocks noGrp="1"/>
          </p:cNvSpPr>
          <p:nvPr>
            <p:ph type="body" sz="quarter" idx="18"/>
          </p:nvPr>
        </p:nvSpPr>
        <p:spPr>
          <a:xfrm>
            <a:off x="5792372" y="3391671"/>
            <a:ext cx="1508761" cy="251655"/>
          </a:xfrm>
        </p:spPr>
        <p:txBody>
          <a:bodyPr>
            <a:normAutofit fontScale="92500" lnSpcReduction="20000"/>
          </a:bodyPr>
          <a:lstStyle/>
          <a:p>
            <a:r>
              <a:rPr lang="zh-CN" altLang="en-US" dirty="0"/>
              <a:t>输入您的标题 </a:t>
            </a:r>
            <a:endParaRPr lang="en-AU" dirty="0"/>
          </a:p>
        </p:txBody>
      </p:sp>
      <p:sp>
        <p:nvSpPr>
          <p:cNvPr id="124" name="Text Placeholder 9"/>
          <p:cNvSpPr>
            <a:spLocks noGrp="1"/>
          </p:cNvSpPr>
          <p:nvPr>
            <p:ph type="body" sz="quarter" idx="19"/>
          </p:nvPr>
        </p:nvSpPr>
        <p:spPr>
          <a:xfrm>
            <a:off x="5792372" y="3643326"/>
            <a:ext cx="1508761" cy="423862"/>
          </a:xfrm>
        </p:spPr>
        <p:txBody>
          <a:bodyPr>
            <a:normAutofit/>
          </a:bodyPr>
          <a:lstStyle/>
          <a:p>
            <a:r>
              <a:rPr lang="zh-CN" altLang="en-US" dirty="0"/>
              <a:t>单击此处添加文本单击此处添加文本</a:t>
            </a:r>
            <a:endParaRPr lang="en-AU" dirty="0"/>
          </a:p>
        </p:txBody>
      </p:sp>
      <p:grpSp>
        <p:nvGrpSpPr>
          <p:cNvPr id="126" name="Group 125"/>
          <p:cNvGrpSpPr/>
          <p:nvPr/>
        </p:nvGrpSpPr>
        <p:grpSpPr>
          <a:xfrm>
            <a:off x="1958002" y="3481216"/>
            <a:ext cx="917482" cy="930869"/>
            <a:chOff x="2360613" y="2686051"/>
            <a:chExt cx="217488" cy="220662"/>
          </a:xfrm>
          <a:solidFill>
            <a:schemeClr val="bg1"/>
          </a:solidFill>
        </p:grpSpPr>
        <p:sp>
          <p:nvSpPr>
            <p:cNvPr id="127" name="Freeform 34"/>
            <p:cNvSpPr>
              <a:spLocks noEditPoints="1"/>
            </p:cNvSpPr>
            <p:nvPr/>
          </p:nvSpPr>
          <p:spPr bwMode="auto">
            <a:xfrm>
              <a:off x="2427288" y="2686051"/>
              <a:ext cx="150813" cy="150813"/>
            </a:xfrm>
            <a:custGeom>
              <a:avLst/>
              <a:gdLst>
                <a:gd name="T0" fmla="*/ 65 w 79"/>
                <a:gd name="T1" fmla="*/ 14 h 79"/>
                <a:gd name="T2" fmla="*/ 14 w 79"/>
                <a:gd name="T3" fmla="*/ 14 h 79"/>
                <a:gd name="T4" fmla="*/ 12 w 79"/>
                <a:gd name="T5" fmla="*/ 63 h 79"/>
                <a:gd name="T6" fmla="*/ 12 w 79"/>
                <a:gd name="T7" fmla="*/ 63 h 79"/>
                <a:gd name="T8" fmla="*/ 17 w 79"/>
                <a:gd name="T9" fmla="*/ 68 h 79"/>
                <a:gd name="T10" fmla="*/ 65 w 79"/>
                <a:gd name="T11" fmla="*/ 65 h 79"/>
                <a:gd name="T12" fmla="*/ 65 w 79"/>
                <a:gd name="T13" fmla="*/ 14 h 79"/>
                <a:gd name="T14" fmla="*/ 58 w 79"/>
                <a:gd name="T15" fmla="*/ 59 h 79"/>
                <a:gd name="T16" fmla="*/ 20 w 79"/>
                <a:gd name="T17" fmla="*/ 59 h 79"/>
                <a:gd name="T18" fmla="*/ 20 w 79"/>
                <a:gd name="T19" fmla="*/ 21 h 79"/>
                <a:gd name="T20" fmla="*/ 59 w 79"/>
                <a:gd name="T21" fmla="*/ 21 h 79"/>
                <a:gd name="T22" fmla="*/ 58 w 79"/>
                <a:gd name="T23" fmla="*/ 5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9" h="79">
                  <a:moveTo>
                    <a:pt x="65" y="14"/>
                  </a:moveTo>
                  <a:cubicBezTo>
                    <a:pt x="51" y="0"/>
                    <a:pt x="28" y="0"/>
                    <a:pt x="14" y="14"/>
                  </a:cubicBezTo>
                  <a:cubicBezTo>
                    <a:pt x="1" y="27"/>
                    <a:pt x="0" y="48"/>
                    <a:pt x="12" y="63"/>
                  </a:cubicBezTo>
                  <a:cubicBezTo>
                    <a:pt x="12" y="63"/>
                    <a:pt x="12" y="63"/>
                    <a:pt x="12" y="63"/>
                  </a:cubicBezTo>
                  <a:cubicBezTo>
                    <a:pt x="14" y="65"/>
                    <a:pt x="15" y="66"/>
                    <a:pt x="17" y="68"/>
                  </a:cubicBezTo>
                  <a:cubicBezTo>
                    <a:pt x="31" y="79"/>
                    <a:pt x="52" y="78"/>
                    <a:pt x="65" y="65"/>
                  </a:cubicBezTo>
                  <a:cubicBezTo>
                    <a:pt x="79" y="51"/>
                    <a:pt x="79" y="28"/>
                    <a:pt x="65" y="14"/>
                  </a:cubicBezTo>
                  <a:close/>
                  <a:moveTo>
                    <a:pt x="58" y="59"/>
                  </a:moveTo>
                  <a:cubicBezTo>
                    <a:pt x="48" y="69"/>
                    <a:pt x="31" y="69"/>
                    <a:pt x="20" y="59"/>
                  </a:cubicBezTo>
                  <a:cubicBezTo>
                    <a:pt x="10" y="48"/>
                    <a:pt x="10" y="31"/>
                    <a:pt x="20" y="21"/>
                  </a:cubicBezTo>
                  <a:cubicBezTo>
                    <a:pt x="31" y="10"/>
                    <a:pt x="48" y="10"/>
                    <a:pt x="59" y="21"/>
                  </a:cubicBezTo>
                  <a:cubicBezTo>
                    <a:pt x="69" y="31"/>
                    <a:pt x="69" y="48"/>
                    <a:pt x="58"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28" name="Freeform 35"/>
            <p:cNvSpPr/>
            <p:nvPr/>
          </p:nvSpPr>
          <p:spPr bwMode="auto">
            <a:xfrm>
              <a:off x="2360613" y="2814638"/>
              <a:ext cx="92075" cy="92075"/>
            </a:xfrm>
            <a:custGeom>
              <a:avLst/>
              <a:gdLst>
                <a:gd name="T0" fmla="*/ 0 w 58"/>
                <a:gd name="T1" fmla="*/ 46 h 58"/>
                <a:gd name="T2" fmla="*/ 11 w 58"/>
                <a:gd name="T3" fmla="*/ 58 h 58"/>
                <a:gd name="T4" fmla="*/ 58 w 58"/>
                <a:gd name="T5" fmla="*/ 7 h 58"/>
                <a:gd name="T6" fmla="*/ 50 w 58"/>
                <a:gd name="T7" fmla="*/ 0 h 58"/>
                <a:gd name="T8" fmla="*/ 0 w 58"/>
                <a:gd name="T9" fmla="*/ 46 h 58"/>
              </a:gdLst>
              <a:ahLst/>
              <a:cxnLst>
                <a:cxn ang="0">
                  <a:pos x="T0" y="T1"/>
                </a:cxn>
                <a:cxn ang="0">
                  <a:pos x="T2" y="T3"/>
                </a:cxn>
                <a:cxn ang="0">
                  <a:pos x="T4" y="T5"/>
                </a:cxn>
                <a:cxn ang="0">
                  <a:pos x="T6" y="T7"/>
                </a:cxn>
                <a:cxn ang="0">
                  <a:pos x="T8" y="T9"/>
                </a:cxn>
              </a:cxnLst>
              <a:rect l="0" t="0" r="r" b="b"/>
              <a:pathLst>
                <a:path w="58" h="58">
                  <a:moveTo>
                    <a:pt x="0" y="46"/>
                  </a:moveTo>
                  <a:lnTo>
                    <a:pt x="11" y="58"/>
                  </a:lnTo>
                  <a:lnTo>
                    <a:pt x="58" y="7"/>
                  </a:lnTo>
                  <a:lnTo>
                    <a:pt x="50" y="0"/>
                  </a:lnTo>
                  <a:lnTo>
                    <a:pt x="0" y="4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29" name="Freeform 36"/>
            <p:cNvSpPr/>
            <p:nvPr/>
          </p:nvSpPr>
          <p:spPr bwMode="auto">
            <a:xfrm>
              <a:off x="2505075" y="2736851"/>
              <a:ext cx="57150" cy="68263"/>
            </a:xfrm>
            <a:custGeom>
              <a:avLst/>
              <a:gdLst>
                <a:gd name="T0" fmla="*/ 16 w 30"/>
                <a:gd name="T1" fmla="*/ 0 h 36"/>
                <a:gd name="T2" fmla="*/ 0 w 30"/>
                <a:gd name="T3" fmla="*/ 34 h 36"/>
                <a:gd name="T4" fmla="*/ 6 w 30"/>
                <a:gd name="T5" fmla="*/ 36 h 36"/>
                <a:gd name="T6" fmla="*/ 16 w 30"/>
                <a:gd name="T7" fmla="*/ 0 h 36"/>
              </a:gdLst>
              <a:ahLst/>
              <a:cxnLst>
                <a:cxn ang="0">
                  <a:pos x="T0" y="T1"/>
                </a:cxn>
                <a:cxn ang="0">
                  <a:pos x="T2" y="T3"/>
                </a:cxn>
                <a:cxn ang="0">
                  <a:pos x="T4" y="T5"/>
                </a:cxn>
                <a:cxn ang="0">
                  <a:pos x="T6" y="T7"/>
                </a:cxn>
              </a:cxnLst>
              <a:rect l="0" t="0" r="r" b="b"/>
              <a:pathLst>
                <a:path w="30" h="36">
                  <a:moveTo>
                    <a:pt x="16" y="0"/>
                  </a:moveTo>
                  <a:cubicBezTo>
                    <a:pt x="21" y="26"/>
                    <a:pt x="0" y="34"/>
                    <a:pt x="0" y="34"/>
                  </a:cubicBezTo>
                  <a:cubicBezTo>
                    <a:pt x="6" y="36"/>
                    <a:pt x="6" y="36"/>
                    <a:pt x="6" y="36"/>
                  </a:cubicBezTo>
                  <a:cubicBezTo>
                    <a:pt x="30" y="21"/>
                    <a:pt x="16" y="0"/>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sp>
        <p:nvSpPr>
          <p:cNvPr id="130" name="Oval 129"/>
          <p:cNvSpPr/>
          <p:nvPr/>
        </p:nvSpPr>
        <p:spPr>
          <a:xfrm>
            <a:off x="4900318" y="2450037"/>
            <a:ext cx="637960" cy="637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4904337" y="3391671"/>
            <a:ext cx="637960" cy="63796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Shape 56"/>
          <p:cNvSpPr/>
          <p:nvPr/>
        </p:nvSpPr>
        <p:spPr>
          <a:xfrm>
            <a:off x="5099607" y="2661680"/>
            <a:ext cx="219292" cy="194929"/>
          </a:xfrm>
          <a:custGeom>
            <a:avLst/>
            <a:gdLst/>
            <a:ahLst/>
            <a:cxnLst>
              <a:cxn ang="0">
                <a:pos x="wd2" y="hd2"/>
              </a:cxn>
              <a:cxn ang="5400000">
                <a:pos x="wd2" y="hd2"/>
              </a:cxn>
              <a:cxn ang="10800000">
                <a:pos x="wd2" y="hd2"/>
              </a:cxn>
              <a:cxn ang="16200000">
                <a:pos x="wd2" y="hd2"/>
              </a:cxn>
            </a:cxnLst>
            <a:rect l="0" t="0" r="r" b="b"/>
            <a:pathLst>
              <a:path w="21600" h="21600" extrusionOk="0">
                <a:moveTo>
                  <a:pt x="21504" y="6075"/>
                </a:moveTo>
                <a:lnTo>
                  <a:pt x="19439" y="0"/>
                </a:lnTo>
                <a:lnTo>
                  <a:pt x="14503" y="0"/>
                </a:lnTo>
                <a:lnTo>
                  <a:pt x="15451" y="7077"/>
                </a:lnTo>
                <a:cubicBezTo>
                  <a:pt x="15636" y="8413"/>
                  <a:pt x="16936" y="9450"/>
                  <a:pt x="18515" y="9450"/>
                </a:cubicBezTo>
                <a:cubicBezTo>
                  <a:pt x="20219" y="9450"/>
                  <a:pt x="21600" y="8240"/>
                  <a:pt x="21600" y="6750"/>
                </a:cubicBezTo>
                <a:cubicBezTo>
                  <a:pt x="21600" y="6515"/>
                  <a:pt x="21566" y="6291"/>
                  <a:pt x="21504" y="6075"/>
                </a:cubicBezTo>
                <a:close/>
                <a:moveTo>
                  <a:pt x="16800" y="10862"/>
                </a:moveTo>
                <a:lnTo>
                  <a:pt x="16800" y="16200"/>
                </a:lnTo>
                <a:lnTo>
                  <a:pt x="4800" y="16200"/>
                </a:lnTo>
                <a:lnTo>
                  <a:pt x="4800" y="10870"/>
                </a:lnTo>
                <a:cubicBezTo>
                  <a:pt x="4274" y="11083"/>
                  <a:pt x="3696" y="11205"/>
                  <a:pt x="3085" y="11205"/>
                </a:cubicBezTo>
                <a:cubicBezTo>
                  <a:pt x="2851" y="11205"/>
                  <a:pt x="2624" y="11174"/>
                  <a:pt x="2400" y="11139"/>
                </a:cubicBezTo>
                <a:lnTo>
                  <a:pt x="2400" y="19710"/>
                </a:lnTo>
                <a:cubicBezTo>
                  <a:pt x="2400" y="20749"/>
                  <a:pt x="3155" y="21600"/>
                  <a:pt x="4078" y="21600"/>
                </a:cubicBezTo>
                <a:lnTo>
                  <a:pt x="17520" y="21600"/>
                </a:lnTo>
                <a:cubicBezTo>
                  <a:pt x="18444" y="21600"/>
                  <a:pt x="19200" y="20748"/>
                  <a:pt x="19200" y="19710"/>
                </a:cubicBezTo>
                <a:lnTo>
                  <a:pt x="19200" y="11140"/>
                </a:lnTo>
                <a:cubicBezTo>
                  <a:pt x="18974" y="11174"/>
                  <a:pt x="18749" y="11206"/>
                  <a:pt x="18515" y="11206"/>
                </a:cubicBezTo>
                <a:cubicBezTo>
                  <a:pt x="17907" y="11205"/>
                  <a:pt x="17327" y="11081"/>
                  <a:pt x="16800" y="10862"/>
                </a:cubicBezTo>
                <a:close/>
                <a:moveTo>
                  <a:pt x="10800" y="9450"/>
                </a:moveTo>
                <a:cubicBezTo>
                  <a:pt x="12504" y="9450"/>
                  <a:pt x="13885" y="8240"/>
                  <a:pt x="13885" y="6750"/>
                </a:cubicBezTo>
                <a:cubicBezTo>
                  <a:pt x="13885" y="6695"/>
                  <a:pt x="13882" y="6639"/>
                  <a:pt x="13879" y="6587"/>
                </a:cubicBezTo>
                <a:lnTo>
                  <a:pt x="13268" y="0"/>
                </a:lnTo>
                <a:lnTo>
                  <a:pt x="8332" y="0"/>
                </a:lnTo>
                <a:lnTo>
                  <a:pt x="7720" y="6581"/>
                </a:lnTo>
                <a:cubicBezTo>
                  <a:pt x="7717" y="6637"/>
                  <a:pt x="7715" y="6692"/>
                  <a:pt x="7715" y="6750"/>
                </a:cubicBezTo>
                <a:cubicBezTo>
                  <a:pt x="7715" y="8240"/>
                  <a:pt x="9096" y="9450"/>
                  <a:pt x="10800" y="9450"/>
                </a:cubicBezTo>
                <a:close/>
                <a:moveTo>
                  <a:pt x="6148" y="7087"/>
                </a:moveTo>
                <a:lnTo>
                  <a:pt x="7097" y="0"/>
                </a:lnTo>
                <a:lnTo>
                  <a:pt x="2160" y="0"/>
                </a:lnTo>
                <a:lnTo>
                  <a:pt x="97" y="6075"/>
                </a:lnTo>
                <a:cubicBezTo>
                  <a:pt x="34" y="6291"/>
                  <a:pt x="0" y="6515"/>
                  <a:pt x="0" y="6750"/>
                </a:cubicBezTo>
                <a:cubicBezTo>
                  <a:pt x="0" y="8240"/>
                  <a:pt x="1380" y="9450"/>
                  <a:pt x="3085" y="9450"/>
                </a:cubicBezTo>
                <a:cubicBezTo>
                  <a:pt x="4657" y="9450"/>
                  <a:pt x="5957" y="8418"/>
                  <a:pt x="6148" y="7087"/>
                </a:cubicBezTo>
                <a:close/>
              </a:path>
            </a:pathLst>
          </a:custGeom>
          <a:solidFill>
            <a:srgbClr val="FFFFFF"/>
          </a:solidFill>
          <a:ln w="12700" cap="flat">
            <a:noFill/>
            <a:miter lim="400000"/>
          </a:ln>
          <a:effectLst/>
        </p:spPr>
        <p:txBody>
          <a:bodyPr wrap="square" lIns="32742" tIns="32742" rIns="32742" bIns="32742" numCol="1" anchor="ctr">
            <a:noAutofit/>
          </a:bodyPr>
          <a:lstStyle/>
          <a:p>
            <a:pPr lvl="0">
              <a:defRPr sz="3200">
                <a:latin typeface="+mn-lt"/>
                <a:ea typeface="+mn-ea"/>
                <a:cs typeface="+mn-cs"/>
                <a:sym typeface="Helvetica Light"/>
              </a:defRPr>
            </a:pPr>
            <a:endParaRPr sz="2400"/>
          </a:p>
        </p:txBody>
      </p:sp>
      <p:sp>
        <p:nvSpPr>
          <p:cNvPr id="134" name="Shape 268"/>
          <p:cNvSpPr/>
          <p:nvPr/>
        </p:nvSpPr>
        <p:spPr>
          <a:xfrm>
            <a:off x="5088648" y="1742891"/>
            <a:ext cx="241210" cy="192966"/>
          </a:xfrm>
          <a:custGeom>
            <a:avLst/>
            <a:gdLst/>
            <a:ahLst/>
            <a:cxnLst>
              <a:cxn ang="0">
                <a:pos x="wd2" y="hd2"/>
              </a:cxn>
              <a:cxn ang="5400000">
                <a:pos x="wd2" y="hd2"/>
              </a:cxn>
              <a:cxn ang="10800000">
                <a:pos x="wd2" y="hd2"/>
              </a:cxn>
              <a:cxn ang="16200000">
                <a:pos x="wd2" y="hd2"/>
              </a:cxn>
            </a:cxnLst>
            <a:rect l="0" t="0" r="r" b="b"/>
            <a:pathLst>
              <a:path w="21600" h="21600" extrusionOk="0">
                <a:moveTo>
                  <a:pt x="17280" y="13500"/>
                </a:moveTo>
                <a:lnTo>
                  <a:pt x="4320" y="13500"/>
                </a:lnTo>
                <a:lnTo>
                  <a:pt x="4320" y="2700"/>
                </a:lnTo>
                <a:lnTo>
                  <a:pt x="17280" y="2700"/>
                </a:lnTo>
                <a:cubicBezTo>
                  <a:pt x="17280" y="2700"/>
                  <a:pt x="17280" y="13500"/>
                  <a:pt x="17280" y="13500"/>
                </a:cubicBezTo>
                <a:close/>
                <a:moveTo>
                  <a:pt x="7560" y="18900"/>
                </a:moveTo>
                <a:lnTo>
                  <a:pt x="8208" y="17550"/>
                </a:lnTo>
                <a:lnTo>
                  <a:pt x="13392" y="17550"/>
                </a:lnTo>
                <a:lnTo>
                  <a:pt x="14040" y="18900"/>
                </a:lnTo>
                <a:cubicBezTo>
                  <a:pt x="14040" y="18900"/>
                  <a:pt x="7560" y="18900"/>
                  <a:pt x="7560" y="18900"/>
                </a:cubicBezTo>
                <a:close/>
                <a:moveTo>
                  <a:pt x="21334" y="18402"/>
                </a:moveTo>
                <a:cubicBezTo>
                  <a:pt x="21068" y="17901"/>
                  <a:pt x="19440" y="14850"/>
                  <a:pt x="19440" y="14850"/>
                </a:cubicBezTo>
                <a:lnTo>
                  <a:pt x="19440" y="2700"/>
                </a:lnTo>
                <a:cubicBezTo>
                  <a:pt x="19440" y="1212"/>
                  <a:pt x="18468" y="0"/>
                  <a:pt x="17280" y="0"/>
                </a:cubicBezTo>
                <a:lnTo>
                  <a:pt x="4320" y="0"/>
                </a:lnTo>
                <a:cubicBezTo>
                  <a:pt x="3131" y="0"/>
                  <a:pt x="2160" y="1212"/>
                  <a:pt x="2160" y="2700"/>
                </a:cubicBezTo>
                <a:lnTo>
                  <a:pt x="2160" y="14850"/>
                </a:lnTo>
                <a:cubicBezTo>
                  <a:pt x="2160" y="14850"/>
                  <a:pt x="532" y="17901"/>
                  <a:pt x="266" y="18402"/>
                </a:cubicBezTo>
                <a:cubicBezTo>
                  <a:pt x="0" y="18900"/>
                  <a:pt x="0" y="19188"/>
                  <a:pt x="0" y="19575"/>
                </a:cubicBezTo>
                <a:lnTo>
                  <a:pt x="0" y="20250"/>
                </a:lnTo>
                <a:cubicBezTo>
                  <a:pt x="0" y="20925"/>
                  <a:pt x="540" y="21600"/>
                  <a:pt x="1079" y="21600"/>
                </a:cubicBezTo>
                <a:lnTo>
                  <a:pt x="20521" y="21600"/>
                </a:lnTo>
                <a:cubicBezTo>
                  <a:pt x="21060" y="21600"/>
                  <a:pt x="21600" y="20925"/>
                  <a:pt x="21600" y="20250"/>
                </a:cubicBezTo>
                <a:lnTo>
                  <a:pt x="21600" y="19575"/>
                </a:lnTo>
                <a:cubicBezTo>
                  <a:pt x="21600" y="19188"/>
                  <a:pt x="21600" y="18900"/>
                  <a:pt x="21334" y="18402"/>
                </a:cubicBezTo>
                <a:close/>
              </a:path>
            </a:pathLst>
          </a:custGeom>
          <a:solidFill>
            <a:srgbClr val="FFFFFF"/>
          </a:solidFill>
          <a:ln w="12700" cap="flat">
            <a:noFill/>
            <a:miter lim="400000"/>
          </a:ln>
          <a:effectLst/>
        </p:spPr>
        <p:txBody>
          <a:bodyPr wrap="square" lIns="32742" tIns="32742" rIns="32742" bIns="32742" numCol="1" anchor="ctr">
            <a:noAutofit/>
          </a:bodyPr>
          <a:lstStyle/>
          <a:p>
            <a:pPr algn="ctr">
              <a:defRPr sz="3200">
                <a:solidFill>
                  <a:srgbClr val="FFFFFF"/>
                </a:solidFill>
                <a:latin typeface="+mn-lt"/>
                <a:ea typeface="+mn-ea"/>
                <a:cs typeface="+mn-cs"/>
                <a:sym typeface="Helvetica Light"/>
              </a:defRPr>
            </a:pPr>
            <a:endParaRPr sz="2400"/>
          </a:p>
        </p:txBody>
      </p:sp>
      <p:sp>
        <p:nvSpPr>
          <p:cNvPr id="135" name="Shape 671"/>
          <p:cNvSpPr/>
          <p:nvPr/>
        </p:nvSpPr>
        <p:spPr>
          <a:xfrm>
            <a:off x="5122794" y="3607123"/>
            <a:ext cx="207063" cy="207055"/>
          </a:xfrm>
          <a:custGeom>
            <a:avLst/>
            <a:gdLst/>
            <a:ahLst/>
            <a:cxnLst>
              <a:cxn ang="0">
                <a:pos x="wd2" y="hd2"/>
              </a:cxn>
              <a:cxn ang="5400000">
                <a:pos x="wd2" y="hd2"/>
              </a:cxn>
              <a:cxn ang="10800000">
                <a:pos x="wd2" y="hd2"/>
              </a:cxn>
              <a:cxn ang="16200000">
                <a:pos x="wd2" y="hd2"/>
              </a:cxn>
            </a:cxnLst>
            <a:rect l="0" t="0" r="r" b="b"/>
            <a:pathLst>
              <a:path w="21600" h="21600" extrusionOk="0">
                <a:moveTo>
                  <a:pt x="14895" y="15576"/>
                </a:moveTo>
                <a:cubicBezTo>
                  <a:pt x="12143" y="16865"/>
                  <a:pt x="9843" y="18851"/>
                  <a:pt x="8177" y="21277"/>
                </a:cubicBezTo>
                <a:cubicBezTo>
                  <a:pt x="9016" y="21487"/>
                  <a:pt x="9894" y="21600"/>
                  <a:pt x="10799" y="21600"/>
                </a:cubicBezTo>
                <a:cubicBezTo>
                  <a:pt x="12428" y="21600"/>
                  <a:pt x="13971" y="21237"/>
                  <a:pt x="15356" y="20591"/>
                </a:cubicBezTo>
                <a:cubicBezTo>
                  <a:pt x="15579" y="19502"/>
                  <a:pt x="15697" y="18376"/>
                  <a:pt x="15697" y="17223"/>
                </a:cubicBezTo>
                <a:cubicBezTo>
                  <a:pt x="15697" y="16807"/>
                  <a:pt x="15678" y="16393"/>
                  <a:pt x="15646" y="15985"/>
                </a:cubicBezTo>
                <a:cubicBezTo>
                  <a:pt x="15369" y="15896"/>
                  <a:pt x="15114" y="15759"/>
                  <a:pt x="14895" y="15576"/>
                </a:cubicBezTo>
                <a:close/>
                <a:moveTo>
                  <a:pt x="18049" y="2795"/>
                </a:moveTo>
                <a:cubicBezTo>
                  <a:pt x="16317" y="2963"/>
                  <a:pt x="14665" y="3399"/>
                  <a:pt x="13127" y="4049"/>
                </a:cubicBezTo>
                <a:cubicBezTo>
                  <a:pt x="13134" y="4126"/>
                  <a:pt x="13139" y="4202"/>
                  <a:pt x="13139" y="4280"/>
                </a:cubicBezTo>
                <a:cubicBezTo>
                  <a:pt x="13139" y="4643"/>
                  <a:pt x="13052" y="4984"/>
                  <a:pt x="12903" y="5288"/>
                </a:cubicBezTo>
                <a:cubicBezTo>
                  <a:pt x="14442" y="7095"/>
                  <a:pt x="15635" y="9197"/>
                  <a:pt x="16388" y="11500"/>
                </a:cubicBezTo>
                <a:cubicBezTo>
                  <a:pt x="17324" y="11518"/>
                  <a:pt x="18122" y="12089"/>
                  <a:pt x="18466" y="12902"/>
                </a:cubicBezTo>
                <a:cubicBezTo>
                  <a:pt x="19506" y="12797"/>
                  <a:pt x="20518" y="12597"/>
                  <a:pt x="21492" y="12311"/>
                </a:cubicBezTo>
                <a:cubicBezTo>
                  <a:pt x="21563" y="11818"/>
                  <a:pt x="21600" y="11313"/>
                  <a:pt x="21600" y="10800"/>
                </a:cubicBezTo>
                <a:cubicBezTo>
                  <a:pt x="21599" y="7626"/>
                  <a:pt x="20230" y="4770"/>
                  <a:pt x="18049" y="2795"/>
                </a:cubicBezTo>
                <a:close/>
                <a:moveTo>
                  <a:pt x="13739" y="14350"/>
                </a:moveTo>
                <a:cubicBezTo>
                  <a:pt x="11072" y="13907"/>
                  <a:pt x="8601" y="12889"/>
                  <a:pt x="6449" y="11434"/>
                </a:cubicBezTo>
                <a:cubicBezTo>
                  <a:pt x="6099" y="11648"/>
                  <a:pt x="5689" y="11773"/>
                  <a:pt x="5251" y="11773"/>
                </a:cubicBezTo>
                <a:cubicBezTo>
                  <a:pt x="5087" y="11773"/>
                  <a:pt x="4931" y="11756"/>
                  <a:pt x="4779" y="11725"/>
                </a:cubicBezTo>
                <a:cubicBezTo>
                  <a:pt x="3749" y="13676"/>
                  <a:pt x="3091" y="15853"/>
                  <a:pt x="2902" y="18163"/>
                </a:cubicBezTo>
                <a:cubicBezTo>
                  <a:pt x="3930" y="19266"/>
                  <a:pt x="5183" y="20154"/>
                  <a:pt x="6593" y="20751"/>
                </a:cubicBezTo>
                <a:cubicBezTo>
                  <a:pt x="8345" y="18059"/>
                  <a:pt x="10791" y="15834"/>
                  <a:pt x="13739" y="14350"/>
                </a:cubicBezTo>
                <a:close/>
                <a:moveTo>
                  <a:pt x="17257" y="15907"/>
                </a:moveTo>
                <a:cubicBezTo>
                  <a:pt x="17287" y="16343"/>
                  <a:pt x="17305" y="16781"/>
                  <a:pt x="17305" y="17223"/>
                </a:cubicBezTo>
                <a:cubicBezTo>
                  <a:pt x="17305" y="18003"/>
                  <a:pt x="17255" y="18771"/>
                  <a:pt x="17162" y="19525"/>
                </a:cubicBezTo>
                <a:cubicBezTo>
                  <a:pt x="18993" y="18189"/>
                  <a:pt x="20388" y="16288"/>
                  <a:pt x="21091" y="14080"/>
                </a:cubicBezTo>
                <a:cubicBezTo>
                  <a:pt x="20257" y="14282"/>
                  <a:pt x="19403" y="14426"/>
                  <a:pt x="18530" y="14508"/>
                </a:cubicBezTo>
                <a:cubicBezTo>
                  <a:pt x="18327" y="15139"/>
                  <a:pt x="17859" y="15646"/>
                  <a:pt x="17257" y="15907"/>
                </a:cubicBezTo>
                <a:close/>
                <a:moveTo>
                  <a:pt x="14276" y="12805"/>
                </a:moveTo>
                <a:cubicBezTo>
                  <a:pt x="14419" y="12507"/>
                  <a:pt x="14622" y="12243"/>
                  <a:pt x="14874" y="12035"/>
                </a:cubicBezTo>
                <a:cubicBezTo>
                  <a:pt x="14195" y="9949"/>
                  <a:pt x="13121" y="8039"/>
                  <a:pt x="11737" y="6396"/>
                </a:cubicBezTo>
                <a:cubicBezTo>
                  <a:pt x="11463" y="6514"/>
                  <a:pt x="11160" y="6577"/>
                  <a:pt x="10841" y="6577"/>
                </a:cubicBezTo>
                <a:cubicBezTo>
                  <a:pt x="10342" y="6577"/>
                  <a:pt x="9882" y="6417"/>
                  <a:pt x="9506" y="6149"/>
                </a:cubicBezTo>
                <a:cubicBezTo>
                  <a:pt x="8672" y="6781"/>
                  <a:pt x="7901" y="7491"/>
                  <a:pt x="7200" y="8265"/>
                </a:cubicBezTo>
                <a:cubicBezTo>
                  <a:pt x="7421" y="8616"/>
                  <a:pt x="7549" y="9031"/>
                  <a:pt x="7549" y="9475"/>
                </a:cubicBezTo>
                <a:cubicBezTo>
                  <a:pt x="7549" y="9714"/>
                  <a:pt x="7512" y="9945"/>
                  <a:pt x="7444" y="10163"/>
                </a:cubicBezTo>
                <a:cubicBezTo>
                  <a:pt x="9459" y="11509"/>
                  <a:pt x="11779" y="12434"/>
                  <a:pt x="14276" y="12805"/>
                </a:cubicBezTo>
                <a:close/>
                <a:moveTo>
                  <a:pt x="10842" y="1983"/>
                </a:moveTo>
                <a:cubicBezTo>
                  <a:pt x="11448" y="1983"/>
                  <a:pt x="11998" y="2218"/>
                  <a:pt x="12410" y="2604"/>
                </a:cubicBezTo>
                <a:cubicBezTo>
                  <a:pt x="13609" y="2088"/>
                  <a:pt x="14870" y="1691"/>
                  <a:pt x="16184" y="1439"/>
                </a:cubicBezTo>
                <a:cubicBezTo>
                  <a:pt x="14598" y="525"/>
                  <a:pt x="12760" y="0"/>
                  <a:pt x="10799" y="0"/>
                </a:cubicBezTo>
                <a:cubicBezTo>
                  <a:pt x="9463" y="0"/>
                  <a:pt x="8183" y="245"/>
                  <a:pt x="7001" y="690"/>
                </a:cubicBezTo>
                <a:cubicBezTo>
                  <a:pt x="7938" y="1154"/>
                  <a:pt x="8833" y="1694"/>
                  <a:pt x="9673" y="2304"/>
                </a:cubicBezTo>
                <a:cubicBezTo>
                  <a:pt x="10017" y="2100"/>
                  <a:pt x="10415" y="1983"/>
                  <a:pt x="10842" y="1983"/>
                </a:cubicBezTo>
                <a:close/>
                <a:moveTo>
                  <a:pt x="2953" y="9475"/>
                </a:moveTo>
                <a:cubicBezTo>
                  <a:pt x="2953" y="9153"/>
                  <a:pt x="3021" y="8845"/>
                  <a:pt x="3140" y="8568"/>
                </a:cubicBezTo>
                <a:cubicBezTo>
                  <a:pt x="2402" y="7756"/>
                  <a:pt x="1735" y="6882"/>
                  <a:pt x="1150" y="5952"/>
                </a:cubicBezTo>
                <a:cubicBezTo>
                  <a:pt x="417" y="7409"/>
                  <a:pt x="0" y="9057"/>
                  <a:pt x="0" y="10801"/>
                </a:cubicBezTo>
                <a:cubicBezTo>
                  <a:pt x="0" y="12819"/>
                  <a:pt x="556" y="14708"/>
                  <a:pt x="1520" y="16324"/>
                </a:cubicBezTo>
                <a:cubicBezTo>
                  <a:pt x="1865" y="14382"/>
                  <a:pt x="2519" y="12546"/>
                  <a:pt x="3421" y="10863"/>
                </a:cubicBezTo>
                <a:cubicBezTo>
                  <a:pt x="3128" y="10478"/>
                  <a:pt x="2953" y="9996"/>
                  <a:pt x="2953" y="9475"/>
                </a:cubicBezTo>
                <a:close/>
                <a:moveTo>
                  <a:pt x="5252" y="7178"/>
                </a:moveTo>
                <a:cubicBezTo>
                  <a:pt x="5486" y="7178"/>
                  <a:pt x="5714" y="7212"/>
                  <a:pt x="5928" y="7279"/>
                </a:cubicBezTo>
                <a:cubicBezTo>
                  <a:pt x="6738" y="6372"/>
                  <a:pt x="7636" y="5546"/>
                  <a:pt x="8608" y="4814"/>
                </a:cubicBezTo>
                <a:cubicBezTo>
                  <a:pt x="8567" y="4643"/>
                  <a:pt x="8545" y="4463"/>
                  <a:pt x="8545" y="4280"/>
                </a:cubicBezTo>
                <a:cubicBezTo>
                  <a:pt x="8545" y="4025"/>
                  <a:pt x="8587" y="3780"/>
                  <a:pt x="8664" y="3551"/>
                </a:cubicBezTo>
                <a:cubicBezTo>
                  <a:pt x="7574" y="2771"/>
                  <a:pt x="6390" y="2115"/>
                  <a:pt x="5130" y="1609"/>
                </a:cubicBezTo>
                <a:cubicBezTo>
                  <a:pt x="3950" y="2339"/>
                  <a:pt x="2920" y="3289"/>
                  <a:pt x="2099" y="4404"/>
                </a:cubicBezTo>
                <a:cubicBezTo>
                  <a:pt x="2708" y="5484"/>
                  <a:pt x="3432" y="6490"/>
                  <a:pt x="4256" y="7406"/>
                </a:cubicBezTo>
                <a:cubicBezTo>
                  <a:pt x="4557" y="7261"/>
                  <a:pt x="4893" y="7178"/>
                  <a:pt x="5252" y="7178"/>
                </a:cubicBezTo>
                <a:close/>
              </a:path>
            </a:pathLst>
          </a:custGeom>
          <a:solidFill>
            <a:srgbClr val="FFFFFF"/>
          </a:solidFill>
          <a:ln w="12700" cap="flat">
            <a:noFill/>
            <a:miter lim="400000"/>
          </a:ln>
          <a:effectLst/>
        </p:spPr>
        <p:txBody>
          <a:bodyPr wrap="square" lIns="32742" tIns="32742" rIns="32742" bIns="32742" numCol="1" anchor="ctr">
            <a:noAutofit/>
          </a:bodyPr>
          <a:lstStyle/>
          <a:p>
            <a:pPr algn="ctr">
              <a:defRPr sz="3200">
                <a:solidFill>
                  <a:srgbClr val="FFFFFF"/>
                </a:solidFill>
                <a:latin typeface="+mn-lt"/>
                <a:ea typeface="+mn-ea"/>
                <a:cs typeface="+mn-cs"/>
                <a:sym typeface="Helvetica Light"/>
              </a:defRPr>
            </a:pPr>
            <a:endParaRPr sz="2400"/>
          </a:p>
        </p:txBody>
      </p:sp>
      <p:sp>
        <p:nvSpPr>
          <p:cNvPr id="125" name="矩形 124"/>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peelOff"/>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heel(1)">
                                      <p:cBhvr>
                                        <p:cTn id="7" dur="20"/>
                                        <p:tgtEl>
                                          <p:spTgt spid="2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6"/>
                                        </p:tgtEl>
                                        <p:attrNameLst>
                                          <p:attrName>style.visibility</p:attrName>
                                        </p:attrNameLst>
                                      </p:cBhvr>
                                      <p:to>
                                        <p:strVal val="visible"/>
                                      </p:to>
                                    </p:set>
                                    <p:animEffect transition="in" filter="fade">
                                      <p:cBhvr>
                                        <p:cTn id="11" dur="500"/>
                                        <p:tgtEl>
                                          <p:spTgt spid="126"/>
                                        </p:tgtEl>
                                      </p:cBhvr>
                                    </p:animEffect>
                                  </p:childTnLst>
                                </p:cTn>
                              </p:par>
                            </p:childTnLst>
                          </p:cTn>
                        </p:par>
                        <p:par>
                          <p:cTn id="12" fill="hold">
                            <p:stCondLst>
                              <p:cond delay="1000"/>
                            </p:stCondLst>
                            <p:childTnLst>
                              <p:par>
                                <p:cTn id="13" presetID="53" presetClass="entr" presetSubtype="16" fill="hold" nodeType="afterEffect">
                                  <p:stCondLst>
                                    <p:cond delay="0"/>
                                  </p:stCondLst>
                                  <p:childTnLst>
                                    <p:set>
                                      <p:cBhvr>
                                        <p:cTn id="14" dur="1" fill="hold">
                                          <p:stCondLst>
                                            <p:cond delay="0"/>
                                          </p:stCondLst>
                                        </p:cTn>
                                        <p:tgtEl>
                                          <p:spTgt spid="75"/>
                                        </p:tgtEl>
                                        <p:attrNameLst>
                                          <p:attrName>style.visibility</p:attrName>
                                        </p:attrNameLst>
                                      </p:cBhvr>
                                      <p:to>
                                        <p:strVal val="visible"/>
                                      </p:to>
                                    </p:set>
                                    <p:anim calcmode="lin" valueType="num">
                                      <p:cBhvr>
                                        <p:cTn id="15" dur="50" fill="hold"/>
                                        <p:tgtEl>
                                          <p:spTgt spid="75"/>
                                        </p:tgtEl>
                                        <p:attrNameLst>
                                          <p:attrName>ppt_w</p:attrName>
                                        </p:attrNameLst>
                                      </p:cBhvr>
                                      <p:tavLst>
                                        <p:tav tm="0">
                                          <p:val>
                                            <p:fltVal val="0"/>
                                          </p:val>
                                        </p:tav>
                                        <p:tav tm="100000">
                                          <p:val>
                                            <p:strVal val="#ppt_w"/>
                                          </p:val>
                                        </p:tav>
                                      </p:tavLst>
                                    </p:anim>
                                    <p:anim calcmode="lin" valueType="num">
                                      <p:cBhvr>
                                        <p:cTn id="16" dur="50" fill="hold"/>
                                        <p:tgtEl>
                                          <p:spTgt spid="75"/>
                                        </p:tgtEl>
                                        <p:attrNameLst>
                                          <p:attrName>ppt_h</p:attrName>
                                        </p:attrNameLst>
                                      </p:cBhvr>
                                      <p:tavLst>
                                        <p:tav tm="0">
                                          <p:val>
                                            <p:fltVal val="0"/>
                                          </p:val>
                                        </p:tav>
                                        <p:tav tm="100000">
                                          <p:val>
                                            <p:strVal val="#ppt_h"/>
                                          </p:val>
                                        </p:tav>
                                      </p:tavLst>
                                    </p:anim>
                                    <p:animEffect transition="in" filter="fade">
                                      <p:cBhvr>
                                        <p:cTn id="17" dur="50"/>
                                        <p:tgtEl>
                                          <p:spTgt spid="75"/>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81"/>
                                        </p:tgtEl>
                                        <p:attrNameLst>
                                          <p:attrName>style.visibility</p:attrName>
                                        </p:attrNameLst>
                                      </p:cBhvr>
                                      <p:to>
                                        <p:strVal val="visible"/>
                                      </p:to>
                                    </p:set>
                                    <p:anim calcmode="lin" valueType="num">
                                      <p:cBhvr>
                                        <p:cTn id="21" dur="50" fill="hold"/>
                                        <p:tgtEl>
                                          <p:spTgt spid="81"/>
                                        </p:tgtEl>
                                        <p:attrNameLst>
                                          <p:attrName>ppt_w</p:attrName>
                                        </p:attrNameLst>
                                      </p:cBhvr>
                                      <p:tavLst>
                                        <p:tav tm="0">
                                          <p:val>
                                            <p:fltVal val="0"/>
                                          </p:val>
                                        </p:tav>
                                        <p:tav tm="100000">
                                          <p:val>
                                            <p:strVal val="#ppt_w"/>
                                          </p:val>
                                        </p:tav>
                                      </p:tavLst>
                                    </p:anim>
                                    <p:anim calcmode="lin" valueType="num">
                                      <p:cBhvr>
                                        <p:cTn id="22" dur="50" fill="hold"/>
                                        <p:tgtEl>
                                          <p:spTgt spid="81"/>
                                        </p:tgtEl>
                                        <p:attrNameLst>
                                          <p:attrName>ppt_h</p:attrName>
                                        </p:attrNameLst>
                                      </p:cBhvr>
                                      <p:tavLst>
                                        <p:tav tm="0">
                                          <p:val>
                                            <p:fltVal val="0"/>
                                          </p:val>
                                        </p:tav>
                                        <p:tav tm="100000">
                                          <p:val>
                                            <p:strVal val="#ppt_h"/>
                                          </p:val>
                                        </p:tav>
                                      </p:tavLst>
                                    </p:anim>
                                    <p:animEffect transition="in" filter="fade">
                                      <p:cBhvr>
                                        <p:cTn id="23" dur="50"/>
                                        <p:tgtEl>
                                          <p:spTgt spid="81"/>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89"/>
                                        </p:tgtEl>
                                        <p:attrNameLst>
                                          <p:attrName>style.visibility</p:attrName>
                                        </p:attrNameLst>
                                      </p:cBhvr>
                                      <p:to>
                                        <p:strVal val="visible"/>
                                      </p:to>
                                    </p:set>
                                    <p:anim calcmode="lin" valueType="num">
                                      <p:cBhvr>
                                        <p:cTn id="27" dur="50" fill="hold"/>
                                        <p:tgtEl>
                                          <p:spTgt spid="89"/>
                                        </p:tgtEl>
                                        <p:attrNameLst>
                                          <p:attrName>ppt_w</p:attrName>
                                        </p:attrNameLst>
                                      </p:cBhvr>
                                      <p:tavLst>
                                        <p:tav tm="0">
                                          <p:val>
                                            <p:fltVal val="0"/>
                                          </p:val>
                                        </p:tav>
                                        <p:tav tm="100000">
                                          <p:val>
                                            <p:strVal val="#ppt_w"/>
                                          </p:val>
                                        </p:tav>
                                      </p:tavLst>
                                    </p:anim>
                                    <p:anim calcmode="lin" valueType="num">
                                      <p:cBhvr>
                                        <p:cTn id="28" dur="50" fill="hold"/>
                                        <p:tgtEl>
                                          <p:spTgt spid="89"/>
                                        </p:tgtEl>
                                        <p:attrNameLst>
                                          <p:attrName>ppt_h</p:attrName>
                                        </p:attrNameLst>
                                      </p:cBhvr>
                                      <p:tavLst>
                                        <p:tav tm="0">
                                          <p:val>
                                            <p:fltVal val="0"/>
                                          </p:val>
                                        </p:tav>
                                        <p:tav tm="100000">
                                          <p:val>
                                            <p:strVal val="#ppt_h"/>
                                          </p:val>
                                        </p:tav>
                                      </p:tavLst>
                                    </p:anim>
                                    <p:animEffect transition="in" filter="fade">
                                      <p:cBhvr>
                                        <p:cTn id="29" dur="50"/>
                                        <p:tgtEl>
                                          <p:spTgt spid="89"/>
                                        </p:tgtEl>
                                      </p:cBhvr>
                                    </p:animEffect>
                                  </p:childTnLst>
                                </p:cTn>
                              </p:par>
                            </p:childTnLst>
                          </p:cTn>
                        </p:par>
                        <p:par>
                          <p:cTn id="30" fill="hold">
                            <p:stCondLst>
                              <p:cond delay="2500"/>
                            </p:stCondLst>
                            <p:childTnLst>
                              <p:par>
                                <p:cTn id="31" presetID="53" presetClass="entr" presetSubtype="16" fill="hold" nodeType="afterEffect">
                                  <p:stCondLst>
                                    <p:cond delay="0"/>
                                  </p:stCondLst>
                                  <p:childTnLst>
                                    <p:set>
                                      <p:cBhvr>
                                        <p:cTn id="32" dur="1" fill="hold">
                                          <p:stCondLst>
                                            <p:cond delay="0"/>
                                          </p:stCondLst>
                                        </p:cTn>
                                        <p:tgtEl>
                                          <p:spTgt spid="50"/>
                                        </p:tgtEl>
                                        <p:attrNameLst>
                                          <p:attrName>style.visibility</p:attrName>
                                        </p:attrNameLst>
                                      </p:cBhvr>
                                      <p:to>
                                        <p:strVal val="visible"/>
                                      </p:to>
                                    </p:set>
                                    <p:anim calcmode="lin" valueType="num">
                                      <p:cBhvr>
                                        <p:cTn id="33" dur="50" fill="hold"/>
                                        <p:tgtEl>
                                          <p:spTgt spid="50"/>
                                        </p:tgtEl>
                                        <p:attrNameLst>
                                          <p:attrName>ppt_w</p:attrName>
                                        </p:attrNameLst>
                                      </p:cBhvr>
                                      <p:tavLst>
                                        <p:tav tm="0">
                                          <p:val>
                                            <p:fltVal val="0"/>
                                          </p:val>
                                        </p:tav>
                                        <p:tav tm="100000">
                                          <p:val>
                                            <p:strVal val="#ppt_w"/>
                                          </p:val>
                                        </p:tav>
                                      </p:tavLst>
                                    </p:anim>
                                    <p:anim calcmode="lin" valueType="num">
                                      <p:cBhvr>
                                        <p:cTn id="34" dur="50" fill="hold"/>
                                        <p:tgtEl>
                                          <p:spTgt spid="50"/>
                                        </p:tgtEl>
                                        <p:attrNameLst>
                                          <p:attrName>ppt_h</p:attrName>
                                        </p:attrNameLst>
                                      </p:cBhvr>
                                      <p:tavLst>
                                        <p:tav tm="0">
                                          <p:val>
                                            <p:fltVal val="0"/>
                                          </p:val>
                                        </p:tav>
                                        <p:tav tm="100000">
                                          <p:val>
                                            <p:strVal val="#ppt_h"/>
                                          </p:val>
                                        </p:tav>
                                      </p:tavLst>
                                    </p:anim>
                                    <p:animEffect transition="in" filter="fade">
                                      <p:cBhvr>
                                        <p:cTn id="35" dur="50"/>
                                        <p:tgtEl>
                                          <p:spTgt spid="50"/>
                                        </p:tgtEl>
                                      </p:cBhvr>
                                    </p:animEffect>
                                  </p:childTnLst>
                                </p:cTn>
                              </p:par>
                            </p:childTnLst>
                          </p:cTn>
                        </p:par>
                        <p:par>
                          <p:cTn id="36" fill="hold">
                            <p:stCondLst>
                              <p:cond delay="3000"/>
                            </p:stCondLst>
                            <p:childTnLst>
                              <p:par>
                                <p:cTn id="37" presetID="53" presetClass="entr" presetSubtype="16" fill="hold" nodeType="afterEffect">
                                  <p:stCondLst>
                                    <p:cond delay="0"/>
                                  </p:stCondLst>
                                  <p:childTnLst>
                                    <p:set>
                                      <p:cBhvr>
                                        <p:cTn id="38" dur="1" fill="hold">
                                          <p:stCondLst>
                                            <p:cond delay="0"/>
                                          </p:stCondLst>
                                        </p:cTn>
                                        <p:tgtEl>
                                          <p:spTgt spid="61"/>
                                        </p:tgtEl>
                                        <p:attrNameLst>
                                          <p:attrName>style.visibility</p:attrName>
                                        </p:attrNameLst>
                                      </p:cBhvr>
                                      <p:to>
                                        <p:strVal val="visible"/>
                                      </p:to>
                                    </p:set>
                                    <p:anim calcmode="lin" valueType="num">
                                      <p:cBhvr>
                                        <p:cTn id="39" dur="50" fill="hold"/>
                                        <p:tgtEl>
                                          <p:spTgt spid="61"/>
                                        </p:tgtEl>
                                        <p:attrNameLst>
                                          <p:attrName>ppt_w</p:attrName>
                                        </p:attrNameLst>
                                      </p:cBhvr>
                                      <p:tavLst>
                                        <p:tav tm="0">
                                          <p:val>
                                            <p:fltVal val="0"/>
                                          </p:val>
                                        </p:tav>
                                        <p:tav tm="100000">
                                          <p:val>
                                            <p:strVal val="#ppt_w"/>
                                          </p:val>
                                        </p:tav>
                                      </p:tavLst>
                                    </p:anim>
                                    <p:anim calcmode="lin" valueType="num">
                                      <p:cBhvr>
                                        <p:cTn id="40" dur="50" fill="hold"/>
                                        <p:tgtEl>
                                          <p:spTgt spid="61"/>
                                        </p:tgtEl>
                                        <p:attrNameLst>
                                          <p:attrName>ppt_h</p:attrName>
                                        </p:attrNameLst>
                                      </p:cBhvr>
                                      <p:tavLst>
                                        <p:tav tm="0">
                                          <p:val>
                                            <p:fltVal val="0"/>
                                          </p:val>
                                        </p:tav>
                                        <p:tav tm="100000">
                                          <p:val>
                                            <p:strVal val="#ppt_h"/>
                                          </p:val>
                                        </p:tav>
                                      </p:tavLst>
                                    </p:anim>
                                    <p:animEffect transition="in" filter="fade">
                                      <p:cBhvr>
                                        <p:cTn id="41" dur="50"/>
                                        <p:tgtEl>
                                          <p:spTgt spid="61"/>
                                        </p:tgtEl>
                                      </p:cBhvr>
                                    </p:animEffect>
                                  </p:childTnLst>
                                </p:cTn>
                              </p:par>
                            </p:childTnLst>
                          </p:cTn>
                        </p:par>
                        <p:par>
                          <p:cTn id="42" fill="hold">
                            <p:stCondLst>
                              <p:cond delay="3500"/>
                            </p:stCondLst>
                            <p:childTnLst>
                              <p:par>
                                <p:cTn id="43" presetID="53" presetClass="entr" presetSubtype="16" fill="hold" nodeType="afterEffect">
                                  <p:stCondLst>
                                    <p:cond delay="0"/>
                                  </p:stCondLst>
                                  <p:childTnLst>
                                    <p:set>
                                      <p:cBhvr>
                                        <p:cTn id="44" dur="1" fill="hold">
                                          <p:stCondLst>
                                            <p:cond delay="0"/>
                                          </p:stCondLst>
                                        </p:cTn>
                                        <p:tgtEl>
                                          <p:spTgt spid="36"/>
                                        </p:tgtEl>
                                        <p:attrNameLst>
                                          <p:attrName>style.visibility</p:attrName>
                                        </p:attrNameLst>
                                      </p:cBhvr>
                                      <p:to>
                                        <p:strVal val="visible"/>
                                      </p:to>
                                    </p:set>
                                    <p:anim calcmode="lin" valueType="num">
                                      <p:cBhvr>
                                        <p:cTn id="45" dur="50" fill="hold"/>
                                        <p:tgtEl>
                                          <p:spTgt spid="36"/>
                                        </p:tgtEl>
                                        <p:attrNameLst>
                                          <p:attrName>ppt_w</p:attrName>
                                        </p:attrNameLst>
                                      </p:cBhvr>
                                      <p:tavLst>
                                        <p:tav tm="0">
                                          <p:val>
                                            <p:fltVal val="0"/>
                                          </p:val>
                                        </p:tav>
                                        <p:tav tm="100000">
                                          <p:val>
                                            <p:strVal val="#ppt_w"/>
                                          </p:val>
                                        </p:tav>
                                      </p:tavLst>
                                    </p:anim>
                                    <p:anim calcmode="lin" valueType="num">
                                      <p:cBhvr>
                                        <p:cTn id="46" dur="50" fill="hold"/>
                                        <p:tgtEl>
                                          <p:spTgt spid="36"/>
                                        </p:tgtEl>
                                        <p:attrNameLst>
                                          <p:attrName>ppt_h</p:attrName>
                                        </p:attrNameLst>
                                      </p:cBhvr>
                                      <p:tavLst>
                                        <p:tav tm="0">
                                          <p:val>
                                            <p:fltVal val="0"/>
                                          </p:val>
                                        </p:tav>
                                        <p:tav tm="100000">
                                          <p:val>
                                            <p:strVal val="#ppt_h"/>
                                          </p:val>
                                        </p:tav>
                                      </p:tavLst>
                                    </p:anim>
                                    <p:animEffect transition="in" filter="fade">
                                      <p:cBhvr>
                                        <p:cTn id="47" dur="50"/>
                                        <p:tgtEl>
                                          <p:spTgt spid="36"/>
                                        </p:tgtEl>
                                      </p:cBhvr>
                                    </p:animEffect>
                                  </p:childTnLst>
                                </p:cTn>
                              </p:par>
                            </p:childTnLst>
                          </p:cTn>
                        </p:par>
                        <p:par>
                          <p:cTn id="48" fill="hold">
                            <p:stCondLst>
                              <p:cond delay="4000"/>
                            </p:stCondLst>
                            <p:childTnLst>
                              <p:par>
                                <p:cTn id="49" presetID="53" presetClass="entr" presetSubtype="16" fill="hold" nodeType="afterEffect">
                                  <p:stCondLst>
                                    <p:cond delay="0"/>
                                  </p:stCondLst>
                                  <p:childTnLst>
                                    <p:set>
                                      <p:cBhvr>
                                        <p:cTn id="50" dur="1" fill="hold">
                                          <p:stCondLst>
                                            <p:cond delay="0"/>
                                          </p:stCondLst>
                                        </p:cTn>
                                        <p:tgtEl>
                                          <p:spTgt spid="43"/>
                                        </p:tgtEl>
                                        <p:attrNameLst>
                                          <p:attrName>style.visibility</p:attrName>
                                        </p:attrNameLst>
                                      </p:cBhvr>
                                      <p:to>
                                        <p:strVal val="visible"/>
                                      </p:to>
                                    </p:set>
                                    <p:anim calcmode="lin" valueType="num">
                                      <p:cBhvr>
                                        <p:cTn id="51" dur="50" fill="hold"/>
                                        <p:tgtEl>
                                          <p:spTgt spid="43"/>
                                        </p:tgtEl>
                                        <p:attrNameLst>
                                          <p:attrName>ppt_w</p:attrName>
                                        </p:attrNameLst>
                                      </p:cBhvr>
                                      <p:tavLst>
                                        <p:tav tm="0">
                                          <p:val>
                                            <p:fltVal val="0"/>
                                          </p:val>
                                        </p:tav>
                                        <p:tav tm="100000">
                                          <p:val>
                                            <p:strVal val="#ppt_w"/>
                                          </p:val>
                                        </p:tav>
                                      </p:tavLst>
                                    </p:anim>
                                    <p:anim calcmode="lin" valueType="num">
                                      <p:cBhvr>
                                        <p:cTn id="52" dur="50" fill="hold"/>
                                        <p:tgtEl>
                                          <p:spTgt spid="43"/>
                                        </p:tgtEl>
                                        <p:attrNameLst>
                                          <p:attrName>ppt_h</p:attrName>
                                        </p:attrNameLst>
                                      </p:cBhvr>
                                      <p:tavLst>
                                        <p:tav tm="0">
                                          <p:val>
                                            <p:fltVal val="0"/>
                                          </p:val>
                                        </p:tav>
                                        <p:tav tm="100000">
                                          <p:val>
                                            <p:strVal val="#ppt_h"/>
                                          </p:val>
                                        </p:tav>
                                      </p:tavLst>
                                    </p:anim>
                                    <p:animEffect transition="in" filter="fade">
                                      <p:cBhvr>
                                        <p:cTn id="53" dur="50"/>
                                        <p:tgtEl>
                                          <p:spTgt spid="43"/>
                                        </p:tgtEl>
                                      </p:cBhvr>
                                    </p:animEffect>
                                  </p:childTnLst>
                                </p:cTn>
                              </p:par>
                            </p:childTnLst>
                          </p:cTn>
                        </p:par>
                        <p:par>
                          <p:cTn id="54" fill="hold">
                            <p:stCondLst>
                              <p:cond delay="4500"/>
                            </p:stCondLst>
                            <p:childTnLst>
                              <p:par>
                                <p:cTn id="55" presetID="53" presetClass="entr" presetSubtype="16" fill="hold" nodeType="afterEffect">
                                  <p:stCondLst>
                                    <p:cond delay="0"/>
                                  </p:stCondLst>
                                  <p:childTnLst>
                                    <p:set>
                                      <p:cBhvr>
                                        <p:cTn id="56" dur="1" fill="hold">
                                          <p:stCondLst>
                                            <p:cond delay="0"/>
                                          </p:stCondLst>
                                        </p:cTn>
                                        <p:tgtEl>
                                          <p:spTgt spid="58"/>
                                        </p:tgtEl>
                                        <p:attrNameLst>
                                          <p:attrName>style.visibility</p:attrName>
                                        </p:attrNameLst>
                                      </p:cBhvr>
                                      <p:to>
                                        <p:strVal val="visible"/>
                                      </p:to>
                                    </p:set>
                                    <p:anim calcmode="lin" valueType="num">
                                      <p:cBhvr>
                                        <p:cTn id="57" dur="50" fill="hold"/>
                                        <p:tgtEl>
                                          <p:spTgt spid="58"/>
                                        </p:tgtEl>
                                        <p:attrNameLst>
                                          <p:attrName>ppt_w</p:attrName>
                                        </p:attrNameLst>
                                      </p:cBhvr>
                                      <p:tavLst>
                                        <p:tav tm="0">
                                          <p:val>
                                            <p:fltVal val="0"/>
                                          </p:val>
                                        </p:tav>
                                        <p:tav tm="100000">
                                          <p:val>
                                            <p:strVal val="#ppt_w"/>
                                          </p:val>
                                        </p:tav>
                                      </p:tavLst>
                                    </p:anim>
                                    <p:anim calcmode="lin" valueType="num">
                                      <p:cBhvr>
                                        <p:cTn id="58" dur="50" fill="hold"/>
                                        <p:tgtEl>
                                          <p:spTgt spid="58"/>
                                        </p:tgtEl>
                                        <p:attrNameLst>
                                          <p:attrName>ppt_h</p:attrName>
                                        </p:attrNameLst>
                                      </p:cBhvr>
                                      <p:tavLst>
                                        <p:tav tm="0">
                                          <p:val>
                                            <p:fltVal val="0"/>
                                          </p:val>
                                        </p:tav>
                                        <p:tav tm="100000">
                                          <p:val>
                                            <p:strVal val="#ppt_h"/>
                                          </p:val>
                                        </p:tav>
                                      </p:tavLst>
                                    </p:anim>
                                    <p:animEffect transition="in" filter="fade">
                                      <p:cBhvr>
                                        <p:cTn id="59" dur="50"/>
                                        <p:tgtEl>
                                          <p:spTgt spid="58"/>
                                        </p:tgtEl>
                                      </p:cBhvr>
                                    </p:animEffect>
                                  </p:childTnLst>
                                </p:cTn>
                              </p:par>
                            </p:childTnLst>
                          </p:cTn>
                        </p:par>
                        <p:par>
                          <p:cTn id="60" fill="hold">
                            <p:stCondLst>
                              <p:cond delay="5000"/>
                            </p:stCondLst>
                            <p:childTnLst>
                              <p:par>
                                <p:cTn id="61" presetID="53" presetClass="entr" presetSubtype="16" fill="hold" nodeType="afterEffect">
                                  <p:stCondLst>
                                    <p:cond delay="0"/>
                                  </p:stCondLst>
                                  <p:childTnLst>
                                    <p:set>
                                      <p:cBhvr>
                                        <p:cTn id="62" dur="1" fill="hold">
                                          <p:stCondLst>
                                            <p:cond delay="0"/>
                                          </p:stCondLst>
                                        </p:cTn>
                                        <p:tgtEl>
                                          <p:spTgt spid="97"/>
                                        </p:tgtEl>
                                        <p:attrNameLst>
                                          <p:attrName>style.visibility</p:attrName>
                                        </p:attrNameLst>
                                      </p:cBhvr>
                                      <p:to>
                                        <p:strVal val="visible"/>
                                      </p:to>
                                    </p:set>
                                    <p:anim calcmode="lin" valueType="num">
                                      <p:cBhvr>
                                        <p:cTn id="63" dur="50" fill="hold"/>
                                        <p:tgtEl>
                                          <p:spTgt spid="97"/>
                                        </p:tgtEl>
                                        <p:attrNameLst>
                                          <p:attrName>ppt_w</p:attrName>
                                        </p:attrNameLst>
                                      </p:cBhvr>
                                      <p:tavLst>
                                        <p:tav tm="0">
                                          <p:val>
                                            <p:fltVal val="0"/>
                                          </p:val>
                                        </p:tav>
                                        <p:tav tm="100000">
                                          <p:val>
                                            <p:strVal val="#ppt_w"/>
                                          </p:val>
                                        </p:tav>
                                      </p:tavLst>
                                    </p:anim>
                                    <p:anim calcmode="lin" valueType="num">
                                      <p:cBhvr>
                                        <p:cTn id="64" dur="50" fill="hold"/>
                                        <p:tgtEl>
                                          <p:spTgt spid="97"/>
                                        </p:tgtEl>
                                        <p:attrNameLst>
                                          <p:attrName>ppt_h</p:attrName>
                                        </p:attrNameLst>
                                      </p:cBhvr>
                                      <p:tavLst>
                                        <p:tav tm="0">
                                          <p:val>
                                            <p:fltVal val="0"/>
                                          </p:val>
                                        </p:tav>
                                        <p:tav tm="100000">
                                          <p:val>
                                            <p:strVal val="#ppt_h"/>
                                          </p:val>
                                        </p:tav>
                                      </p:tavLst>
                                    </p:anim>
                                    <p:animEffect transition="in" filter="fade">
                                      <p:cBhvr>
                                        <p:cTn id="65" dur="50"/>
                                        <p:tgtEl>
                                          <p:spTgt spid="97"/>
                                        </p:tgtEl>
                                      </p:cBhvr>
                                    </p:animEffect>
                                  </p:childTnLst>
                                </p:cTn>
                              </p:par>
                            </p:childTnLst>
                          </p:cTn>
                        </p:par>
                        <p:par>
                          <p:cTn id="66" fill="hold">
                            <p:stCondLst>
                              <p:cond delay="5500"/>
                            </p:stCondLst>
                            <p:childTnLst>
                              <p:par>
                                <p:cTn id="67" presetID="2" presetClass="entr" presetSubtype="4" fill="hold" grpId="0" nodeType="afterEffect">
                                  <p:stCondLst>
                                    <p:cond delay="0"/>
                                  </p:stCondLst>
                                  <p:childTnLst>
                                    <p:set>
                                      <p:cBhvr>
                                        <p:cTn id="68" dur="1" fill="hold">
                                          <p:stCondLst>
                                            <p:cond delay="0"/>
                                          </p:stCondLst>
                                        </p:cTn>
                                        <p:tgtEl>
                                          <p:spTgt spid="119"/>
                                        </p:tgtEl>
                                        <p:attrNameLst>
                                          <p:attrName>style.visibility</p:attrName>
                                        </p:attrNameLst>
                                      </p:cBhvr>
                                      <p:to>
                                        <p:strVal val="visible"/>
                                      </p:to>
                                    </p:set>
                                    <p:anim calcmode="lin" valueType="num">
                                      <p:cBhvr additive="base">
                                        <p:cTn id="69" dur="500" fill="hold"/>
                                        <p:tgtEl>
                                          <p:spTgt spid="119"/>
                                        </p:tgtEl>
                                        <p:attrNameLst>
                                          <p:attrName>ppt_x</p:attrName>
                                        </p:attrNameLst>
                                      </p:cBhvr>
                                      <p:tavLst>
                                        <p:tav tm="0">
                                          <p:val>
                                            <p:strVal val="#ppt_x"/>
                                          </p:val>
                                        </p:tav>
                                        <p:tav tm="100000">
                                          <p:val>
                                            <p:strVal val="#ppt_x"/>
                                          </p:val>
                                        </p:tav>
                                      </p:tavLst>
                                    </p:anim>
                                    <p:anim calcmode="lin" valueType="num">
                                      <p:cBhvr additive="base">
                                        <p:cTn id="70" dur="500" fill="hold"/>
                                        <p:tgtEl>
                                          <p:spTgt spid="119"/>
                                        </p:tgtEl>
                                        <p:attrNameLst>
                                          <p:attrName>ppt_y</p:attrName>
                                        </p:attrNameLst>
                                      </p:cBhvr>
                                      <p:tavLst>
                                        <p:tav tm="0">
                                          <p:val>
                                            <p:strVal val="1+#ppt_h/2"/>
                                          </p:val>
                                        </p:tav>
                                        <p:tav tm="100000">
                                          <p:val>
                                            <p:strVal val="#ppt_y"/>
                                          </p:val>
                                        </p:tav>
                                      </p:tavLst>
                                    </p:anim>
                                  </p:childTnLst>
                                </p:cTn>
                              </p:par>
                            </p:childTnLst>
                          </p:cTn>
                        </p:par>
                        <p:par>
                          <p:cTn id="71" fill="hold">
                            <p:stCondLst>
                              <p:cond delay="6000"/>
                            </p:stCondLst>
                            <p:childTnLst>
                              <p:par>
                                <p:cTn id="72" presetID="49" presetClass="entr" presetSubtype="0" decel="100000" fill="hold" grpId="0" nodeType="afterEffect">
                                  <p:stCondLst>
                                    <p:cond delay="0"/>
                                  </p:stCondLst>
                                  <p:childTnLst>
                                    <p:set>
                                      <p:cBhvr>
                                        <p:cTn id="73" dur="1" fill="hold">
                                          <p:stCondLst>
                                            <p:cond delay="0"/>
                                          </p:stCondLst>
                                        </p:cTn>
                                        <p:tgtEl>
                                          <p:spTgt spid="134"/>
                                        </p:tgtEl>
                                        <p:attrNameLst>
                                          <p:attrName>style.visibility</p:attrName>
                                        </p:attrNameLst>
                                      </p:cBhvr>
                                      <p:to>
                                        <p:strVal val="visible"/>
                                      </p:to>
                                    </p:set>
                                    <p:anim calcmode="lin" valueType="num">
                                      <p:cBhvr>
                                        <p:cTn id="74" dur="500" fill="hold"/>
                                        <p:tgtEl>
                                          <p:spTgt spid="134"/>
                                        </p:tgtEl>
                                        <p:attrNameLst>
                                          <p:attrName>ppt_w</p:attrName>
                                        </p:attrNameLst>
                                      </p:cBhvr>
                                      <p:tavLst>
                                        <p:tav tm="0">
                                          <p:val>
                                            <p:fltVal val="0"/>
                                          </p:val>
                                        </p:tav>
                                        <p:tav tm="100000">
                                          <p:val>
                                            <p:strVal val="#ppt_w"/>
                                          </p:val>
                                        </p:tav>
                                      </p:tavLst>
                                    </p:anim>
                                    <p:anim calcmode="lin" valueType="num">
                                      <p:cBhvr>
                                        <p:cTn id="75" dur="500" fill="hold"/>
                                        <p:tgtEl>
                                          <p:spTgt spid="134"/>
                                        </p:tgtEl>
                                        <p:attrNameLst>
                                          <p:attrName>ppt_h</p:attrName>
                                        </p:attrNameLst>
                                      </p:cBhvr>
                                      <p:tavLst>
                                        <p:tav tm="0">
                                          <p:val>
                                            <p:fltVal val="0"/>
                                          </p:val>
                                        </p:tav>
                                        <p:tav tm="100000">
                                          <p:val>
                                            <p:strVal val="#ppt_h"/>
                                          </p:val>
                                        </p:tav>
                                      </p:tavLst>
                                    </p:anim>
                                    <p:anim calcmode="lin" valueType="num">
                                      <p:cBhvr>
                                        <p:cTn id="76" dur="500" fill="hold"/>
                                        <p:tgtEl>
                                          <p:spTgt spid="134"/>
                                        </p:tgtEl>
                                        <p:attrNameLst>
                                          <p:attrName>style.rotation</p:attrName>
                                        </p:attrNameLst>
                                      </p:cBhvr>
                                      <p:tavLst>
                                        <p:tav tm="0">
                                          <p:val>
                                            <p:fltVal val="360"/>
                                          </p:val>
                                        </p:tav>
                                        <p:tav tm="100000">
                                          <p:val>
                                            <p:fltVal val="0"/>
                                          </p:val>
                                        </p:tav>
                                      </p:tavLst>
                                    </p:anim>
                                    <p:animEffect transition="in" filter="fade">
                                      <p:cBhvr>
                                        <p:cTn id="77" dur="500"/>
                                        <p:tgtEl>
                                          <p:spTgt spid="134"/>
                                        </p:tgtEl>
                                      </p:cBhvr>
                                    </p:animEffect>
                                  </p:childTnLst>
                                </p:cTn>
                              </p:par>
                            </p:childTnLst>
                          </p:cTn>
                        </p:par>
                        <p:par>
                          <p:cTn id="78" fill="hold">
                            <p:stCondLst>
                              <p:cond delay="6500"/>
                            </p:stCondLst>
                            <p:childTnLst>
                              <p:par>
                                <p:cTn id="79" presetID="10" presetClass="entr" presetSubtype="0" fill="hold" grpId="0" nodeType="afterEffect">
                                  <p:stCondLst>
                                    <p:cond delay="0"/>
                                  </p:stCondLst>
                                  <p:childTnLst>
                                    <p:set>
                                      <p:cBhvr>
                                        <p:cTn id="80" dur="1" fill="hold">
                                          <p:stCondLst>
                                            <p:cond delay="0"/>
                                          </p:stCondLst>
                                        </p:cTn>
                                        <p:tgtEl>
                                          <p:spTgt spid="117">
                                            <p:txEl>
                                              <p:pRg st="0" end="0"/>
                                            </p:txEl>
                                          </p:spTgt>
                                        </p:tgtEl>
                                        <p:attrNameLst>
                                          <p:attrName>style.visibility</p:attrName>
                                        </p:attrNameLst>
                                      </p:cBhvr>
                                      <p:to>
                                        <p:strVal val="visible"/>
                                      </p:to>
                                    </p:set>
                                    <p:animEffect transition="in" filter="fade">
                                      <p:cBhvr>
                                        <p:cTn id="81" dur="500"/>
                                        <p:tgtEl>
                                          <p:spTgt spid="117">
                                            <p:txEl>
                                              <p:pRg st="0" end="0"/>
                                            </p:txEl>
                                          </p:spTgt>
                                        </p:tgtEl>
                                      </p:cBhvr>
                                    </p:animEffect>
                                  </p:childTnLst>
                                </p:cTn>
                              </p:par>
                            </p:childTnLst>
                          </p:cTn>
                        </p:par>
                        <p:par>
                          <p:cTn id="82" fill="hold">
                            <p:stCondLst>
                              <p:cond delay="7000"/>
                            </p:stCondLst>
                            <p:childTnLst>
                              <p:par>
                                <p:cTn id="83" presetID="10" presetClass="entr" presetSubtype="0" fill="hold" grpId="0" nodeType="afterEffect">
                                  <p:stCondLst>
                                    <p:cond delay="0"/>
                                  </p:stCondLst>
                                  <p:childTnLst>
                                    <p:set>
                                      <p:cBhvr>
                                        <p:cTn id="84" dur="1" fill="hold">
                                          <p:stCondLst>
                                            <p:cond delay="0"/>
                                          </p:stCondLst>
                                        </p:cTn>
                                        <p:tgtEl>
                                          <p:spTgt spid="118">
                                            <p:txEl>
                                              <p:pRg st="0" end="0"/>
                                            </p:txEl>
                                          </p:spTgt>
                                        </p:tgtEl>
                                        <p:attrNameLst>
                                          <p:attrName>style.visibility</p:attrName>
                                        </p:attrNameLst>
                                      </p:cBhvr>
                                      <p:to>
                                        <p:strVal val="visible"/>
                                      </p:to>
                                    </p:set>
                                    <p:animEffect transition="in" filter="fade">
                                      <p:cBhvr>
                                        <p:cTn id="85" dur="500"/>
                                        <p:tgtEl>
                                          <p:spTgt spid="118">
                                            <p:txEl>
                                              <p:pRg st="0" end="0"/>
                                            </p:txEl>
                                          </p:spTgt>
                                        </p:tgtEl>
                                      </p:cBhvr>
                                    </p:animEffect>
                                  </p:childTnLst>
                                </p:cTn>
                              </p:par>
                            </p:childTnLst>
                          </p:cTn>
                        </p:par>
                        <p:par>
                          <p:cTn id="86" fill="hold">
                            <p:stCondLst>
                              <p:cond delay="7500"/>
                            </p:stCondLst>
                            <p:childTnLst>
                              <p:par>
                                <p:cTn id="87" presetID="2" presetClass="entr" presetSubtype="4" fill="hold" grpId="0" nodeType="afterEffect">
                                  <p:stCondLst>
                                    <p:cond delay="0"/>
                                  </p:stCondLst>
                                  <p:childTnLst>
                                    <p:set>
                                      <p:cBhvr>
                                        <p:cTn id="88" dur="1" fill="hold">
                                          <p:stCondLst>
                                            <p:cond delay="0"/>
                                          </p:stCondLst>
                                        </p:cTn>
                                        <p:tgtEl>
                                          <p:spTgt spid="130"/>
                                        </p:tgtEl>
                                        <p:attrNameLst>
                                          <p:attrName>style.visibility</p:attrName>
                                        </p:attrNameLst>
                                      </p:cBhvr>
                                      <p:to>
                                        <p:strVal val="visible"/>
                                      </p:to>
                                    </p:set>
                                    <p:anim calcmode="lin" valueType="num">
                                      <p:cBhvr additive="base">
                                        <p:cTn id="89" dur="500" fill="hold"/>
                                        <p:tgtEl>
                                          <p:spTgt spid="130"/>
                                        </p:tgtEl>
                                        <p:attrNameLst>
                                          <p:attrName>ppt_x</p:attrName>
                                        </p:attrNameLst>
                                      </p:cBhvr>
                                      <p:tavLst>
                                        <p:tav tm="0">
                                          <p:val>
                                            <p:strVal val="#ppt_x"/>
                                          </p:val>
                                        </p:tav>
                                        <p:tav tm="100000">
                                          <p:val>
                                            <p:strVal val="#ppt_x"/>
                                          </p:val>
                                        </p:tav>
                                      </p:tavLst>
                                    </p:anim>
                                    <p:anim calcmode="lin" valueType="num">
                                      <p:cBhvr additive="base">
                                        <p:cTn id="90" dur="500" fill="hold"/>
                                        <p:tgtEl>
                                          <p:spTgt spid="130"/>
                                        </p:tgtEl>
                                        <p:attrNameLst>
                                          <p:attrName>ppt_y</p:attrName>
                                        </p:attrNameLst>
                                      </p:cBhvr>
                                      <p:tavLst>
                                        <p:tav tm="0">
                                          <p:val>
                                            <p:strVal val="1+#ppt_h/2"/>
                                          </p:val>
                                        </p:tav>
                                        <p:tav tm="100000">
                                          <p:val>
                                            <p:strVal val="#ppt_y"/>
                                          </p:val>
                                        </p:tav>
                                      </p:tavLst>
                                    </p:anim>
                                  </p:childTnLst>
                                </p:cTn>
                              </p:par>
                            </p:childTnLst>
                          </p:cTn>
                        </p:par>
                        <p:par>
                          <p:cTn id="91" fill="hold">
                            <p:stCondLst>
                              <p:cond delay="8000"/>
                            </p:stCondLst>
                            <p:childTnLst>
                              <p:par>
                                <p:cTn id="92" presetID="49" presetClass="entr" presetSubtype="0" decel="100000" fill="hold" grpId="0" nodeType="afterEffect">
                                  <p:stCondLst>
                                    <p:cond delay="0"/>
                                  </p:stCondLst>
                                  <p:childTnLst>
                                    <p:set>
                                      <p:cBhvr>
                                        <p:cTn id="93" dur="1" fill="hold">
                                          <p:stCondLst>
                                            <p:cond delay="0"/>
                                          </p:stCondLst>
                                        </p:cTn>
                                        <p:tgtEl>
                                          <p:spTgt spid="132"/>
                                        </p:tgtEl>
                                        <p:attrNameLst>
                                          <p:attrName>style.visibility</p:attrName>
                                        </p:attrNameLst>
                                      </p:cBhvr>
                                      <p:to>
                                        <p:strVal val="visible"/>
                                      </p:to>
                                    </p:set>
                                    <p:anim calcmode="lin" valueType="num">
                                      <p:cBhvr>
                                        <p:cTn id="94" dur="500" fill="hold"/>
                                        <p:tgtEl>
                                          <p:spTgt spid="132"/>
                                        </p:tgtEl>
                                        <p:attrNameLst>
                                          <p:attrName>ppt_w</p:attrName>
                                        </p:attrNameLst>
                                      </p:cBhvr>
                                      <p:tavLst>
                                        <p:tav tm="0">
                                          <p:val>
                                            <p:fltVal val="0"/>
                                          </p:val>
                                        </p:tav>
                                        <p:tav tm="100000">
                                          <p:val>
                                            <p:strVal val="#ppt_w"/>
                                          </p:val>
                                        </p:tav>
                                      </p:tavLst>
                                    </p:anim>
                                    <p:anim calcmode="lin" valueType="num">
                                      <p:cBhvr>
                                        <p:cTn id="95" dur="500" fill="hold"/>
                                        <p:tgtEl>
                                          <p:spTgt spid="132"/>
                                        </p:tgtEl>
                                        <p:attrNameLst>
                                          <p:attrName>ppt_h</p:attrName>
                                        </p:attrNameLst>
                                      </p:cBhvr>
                                      <p:tavLst>
                                        <p:tav tm="0">
                                          <p:val>
                                            <p:fltVal val="0"/>
                                          </p:val>
                                        </p:tav>
                                        <p:tav tm="100000">
                                          <p:val>
                                            <p:strVal val="#ppt_h"/>
                                          </p:val>
                                        </p:tav>
                                      </p:tavLst>
                                    </p:anim>
                                    <p:anim calcmode="lin" valueType="num">
                                      <p:cBhvr>
                                        <p:cTn id="96" dur="500" fill="hold"/>
                                        <p:tgtEl>
                                          <p:spTgt spid="132"/>
                                        </p:tgtEl>
                                        <p:attrNameLst>
                                          <p:attrName>style.rotation</p:attrName>
                                        </p:attrNameLst>
                                      </p:cBhvr>
                                      <p:tavLst>
                                        <p:tav tm="0">
                                          <p:val>
                                            <p:fltVal val="360"/>
                                          </p:val>
                                        </p:tav>
                                        <p:tav tm="100000">
                                          <p:val>
                                            <p:fltVal val="0"/>
                                          </p:val>
                                        </p:tav>
                                      </p:tavLst>
                                    </p:anim>
                                    <p:animEffect transition="in" filter="fade">
                                      <p:cBhvr>
                                        <p:cTn id="97" dur="500"/>
                                        <p:tgtEl>
                                          <p:spTgt spid="132"/>
                                        </p:tgtEl>
                                      </p:cBhvr>
                                    </p:animEffect>
                                  </p:childTnLst>
                                </p:cTn>
                              </p:par>
                            </p:childTnLst>
                          </p:cTn>
                        </p:par>
                        <p:par>
                          <p:cTn id="98" fill="hold">
                            <p:stCondLst>
                              <p:cond delay="8500"/>
                            </p:stCondLst>
                            <p:childTnLst>
                              <p:par>
                                <p:cTn id="99" presetID="10" presetClass="entr" presetSubtype="0" fill="hold" grpId="0" nodeType="afterEffect">
                                  <p:stCondLst>
                                    <p:cond delay="0"/>
                                  </p:stCondLst>
                                  <p:childTnLst>
                                    <p:set>
                                      <p:cBhvr>
                                        <p:cTn id="100" dur="1" fill="hold">
                                          <p:stCondLst>
                                            <p:cond delay="0"/>
                                          </p:stCondLst>
                                        </p:cTn>
                                        <p:tgtEl>
                                          <p:spTgt spid="120">
                                            <p:txEl>
                                              <p:pRg st="0" end="0"/>
                                            </p:txEl>
                                          </p:spTgt>
                                        </p:tgtEl>
                                        <p:attrNameLst>
                                          <p:attrName>style.visibility</p:attrName>
                                        </p:attrNameLst>
                                      </p:cBhvr>
                                      <p:to>
                                        <p:strVal val="visible"/>
                                      </p:to>
                                    </p:set>
                                    <p:animEffect transition="in" filter="fade">
                                      <p:cBhvr>
                                        <p:cTn id="101" dur="500"/>
                                        <p:tgtEl>
                                          <p:spTgt spid="120">
                                            <p:txEl>
                                              <p:pRg st="0" end="0"/>
                                            </p:txEl>
                                          </p:spTgt>
                                        </p:tgtEl>
                                      </p:cBhvr>
                                    </p:animEffect>
                                  </p:childTnLst>
                                </p:cTn>
                              </p:par>
                            </p:childTnLst>
                          </p:cTn>
                        </p:par>
                        <p:par>
                          <p:cTn id="102" fill="hold">
                            <p:stCondLst>
                              <p:cond delay="9000"/>
                            </p:stCondLst>
                            <p:childTnLst>
                              <p:par>
                                <p:cTn id="103" presetID="10" presetClass="entr" presetSubtype="0" fill="hold" grpId="0" nodeType="afterEffect">
                                  <p:stCondLst>
                                    <p:cond delay="0"/>
                                  </p:stCondLst>
                                  <p:childTnLst>
                                    <p:set>
                                      <p:cBhvr>
                                        <p:cTn id="104" dur="1" fill="hold">
                                          <p:stCondLst>
                                            <p:cond delay="0"/>
                                          </p:stCondLst>
                                        </p:cTn>
                                        <p:tgtEl>
                                          <p:spTgt spid="121">
                                            <p:txEl>
                                              <p:pRg st="0" end="0"/>
                                            </p:txEl>
                                          </p:spTgt>
                                        </p:tgtEl>
                                        <p:attrNameLst>
                                          <p:attrName>style.visibility</p:attrName>
                                        </p:attrNameLst>
                                      </p:cBhvr>
                                      <p:to>
                                        <p:strVal val="visible"/>
                                      </p:to>
                                    </p:set>
                                    <p:animEffect transition="in" filter="fade">
                                      <p:cBhvr>
                                        <p:cTn id="105" dur="500"/>
                                        <p:tgtEl>
                                          <p:spTgt spid="121">
                                            <p:txEl>
                                              <p:pRg st="0" end="0"/>
                                            </p:txEl>
                                          </p:spTgt>
                                        </p:tgtEl>
                                      </p:cBhvr>
                                    </p:animEffect>
                                  </p:childTnLst>
                                </p:cTn>
                              </p:par>
                            </p:childTnLst>
                          </p:cTn>
                        </p:par>
                        <p:par>
                          <p:cTn id="106" fill="hold">
                            <p:stCondLst>
                              <p:cond delay="9500"/>
                            </p:stCondLst>
                            <p:childTnLst>
                              <p:par>
                                <p:cTn id="107" presetID="2" presetClass="entr" presetSubtype="4" fill="hold" grpId="0" nodeType="afterEffect">
                                  <p:stCondLst>
                                    <p:cond delay="0"/>
                                  </p:stCondLst>
                                  <p:childTnLst>
                                    <p:set>
                                      <p:cBhvr>
                                        <p:cTn id="108" dur="1" fill="hold">
                                          <p:stCondLst>
                                            <p:cond delay="0"/>
                                          </p:stCondLst>
                                        </p:cTn>
                                        <p:tgtEl>
                                          <p:spTgt spid="131"/>
                                        </p:tgtEl>
                                        <p:attrNameLst>
                                          <p:attrName>style.visibility</p:attrName>
                                        </p:attrNameLst>
                                      </p:cBhvr>
                                      <p:to>
                                        <p:strVal val="visible"/>
                                      </p:to>
                                    </p:set>
                                    <p:anim calcmode="lin" valueType="num">
                                      <p:cBhvr additive="base">
                                        <p:cTn id="109" dur="500" fill="hold"/>
                                        <p:tgtEl>
                                          <p:spTgt spid="131"/>
                                        </p:tgtEl>
                                        <p:attrNameLst>
                                          <p:attrName>ppt_x</p:attrName>
                                        </p:attrNameLst>
                                      </p:cBhvr>
                                      <p:tavLst>
                                        <p:tav tm="0">
                                          <p:val>
                                            <p:strVal val="#ppt_x"/>
                                          </p:val>
                                        </p:tav>
                                        <p:tav tm="100000">
                                          <p:val>
                                            <p:strVal val="#ppt_x"/>
                                          </p:val>
                                        </p:tav>
                                      </p:tavLst>
                                    </p:anim>
                                    <p:anim calcmode="lin" valueType="num">
                                      <p:cBhvr additive="base">
                                        <p:cTn id="110" dur="500" fill="hold"/>
                                        <p:tgtEl>
                                          <p:spTgt spid="131"/>
                                        </p:tgtEl>
                                        <p:attrNameLst>
                                          <p:attrName>ppt_y</p:attrName>
                                        </p:attrNameLst>
                                      </p:cBhvr>
                                      <p:tavLst>
                                        <p:tav tm="0">
                                          <p:val>
                                            <p:strVal val="1+#ppt_h/2"/>
                                          </p:val>
                                        </p:tav>
                                        <p:tav tm="100000">
                                          <p:val>
                                            <p:strVal val="#ppt_y"/>
                                          </p:val>
                                        </p:tav>
                                      </p:tavLst>
                                    </p:anim>
                                  </p:childTnLst>
                                </p:cTn>
                              </p:par>
                            </p:childTnLst>
                          </p:cTn>
                        </p:par>
                        <p:par>
                          <p:cTn id="111" fill="hold">
                            <p:stCondLst>
                              <p:cond delay="10000"/>
                            </p:stCondLst>
                            <p:childTnLst>
                              <p:par>
                                <p:cTn id="112" presetID="49" presetClass="entr" presetSubtype="0" decel="100000" fill="hold" grpId="0" nodeType="afterEffect">
                                  <p:stCondLst>
                                    <p:cond delay="0"/>
                                  </p:stCondLst>
                                  <p:childTnLst>
                                    <p:set>
                                      <p:cBhvr>
                                        <p:cTn id="113" dur="1" fill="hold">
                                          <p:stCondLst>
                                            <p:cond delay="0"/>
                                          </p:stCondLst>
                                        </p:cTn>
                                        <p:tgtEl>
                                          <p:spTgt spid="135"/>
                                        </p:tgtEl>
                                        <p:attrNameLst>
                                          <p:attrName>style.visibility</p:attrName>
                                        </p:attrNameLst>
                                      </p:cBhvr>
                                      <p:to>
                                        <p:strVal val="visible"/>
                                      </p:to>
                                    </p:set>
                                    <p:anim calcmode="lin" valueType="num">
                                      <p:cBhvr>
                                        <p:cTn id="114" dur="500" fill="hold"/>
                                        <p:tgtEl>
                                          <p:spTgt spid="135"/>
                                        </p:tgtEl>
                                        <p:attrNameLst>
                                          <p:attrName>ppt_w</p:attrName>
                                        </p:attrNameLst>
                                      </p:cBhvr>
                                      <p:tavLst>
                                        <p:tav tm="0">
                                          <p:val>
                                            <p:fltVal val="0"/>
                                          </p:val>
                                        </p:tav>
                                        <p:tav tm="100000">
                                          <p:val>
                                            <p:strVal val="#ppt_w"/>
                                          </p:val>
                                        </p:tav>
                                      </p:tavLst>
                                    </p:anim>
                                    <p:anim calcmode="lin" valueType="num">
                                      <p:cBhvr>
                                        <p:cTn id="115" dur="500" fill="hold"/>
                                        <p:tgtEl>
                                          <p:spTgt spid="135"/>
                                        </p:tgtEl>
                                        <p:attrNameLst>
                                          <p:attrName>ppt_h</p:attrName>
                                        </p:attrNameLst>
                                      </p:cBhvr>
                                      <p:tavLst>
                                        <p:tav tm="0">
                                          <p:val>
                                            <p:fltVal val="0"/>
                                          </p:val>
                                        </p:tav>
                                        <p:tav tm="100000">
                                          <p:val>
                                            <p:strVal val="#ppt_h"/>
                                          </p:val>
                                        </p:tav>
                                      </p:tavLst>
                                    </p:anim>
                                    <p:anim calcmode="lin" valueType="num">
                                      <p:cBhvr>
                                        <p:cTn id="116" dur="500" fill="hold"/>
                                        <p:tgtEl>
                                          <p:spTgt spid="135"/>
                                        </p:tgtEl>
                                        <p:attrNameLst>
                                          <p:attrName>style.rotation</p:attrName>
                                        </p:attrNameLst>
                                      </p:cBhvr>
                                      <p:tavLst>
                                        <p:tav tm="0">
                                          <p:val>
                                            <p:fltVal val="360"/>
                                          </p:val>
                                        </p:tav>
                                        <p:tav tm="100000">
                                          <p:val>
                                            <p:fltVal val="0"/>
                                          </p:val>
                                        </p:tav>
                                      </p:tavLst>
                                    </p:anim>
                                    <p:animEffect transition="in" filter="fade">
                                      <p:cBhvr>
                                        <p:cTn id="117" dur="500"/>
                                        <p:tgtEl>
                                          <p:spTgt spid="135"/>
                                        </p:tgtEl>
                                      </p:cBhvr>
                                    </p:animEffect>
                                  </p:childTnLst>
                                </p:cTn>
                              </p:par>
                            </p:childTnLst>
                          </p:cTn>
                        </p:par>
                        <p:par>
                          <p:cTn id="118" fill="hold">
                            <p:stCondLst>
                              <p:cond delay="10500"/>
                            </p:stCondLst>
                            <p:childTnLst>
                              <p:par>
                                <p:cTn id="119" presetID="10" presetClass="entr" presetSubtype="0" fill="hold" grpId="0" nodeType="afterEffect">
                                  <p:stCondLst>
                                    <p:cond delay="0"/>
                                  </p:stCondLst>
                                  <p:childTnLst>
                                    <p:set>
                                      <p:cBhvr>
                                        <p:cTn id="120" dur="1" fill="hold">
                                          <p:stCondLst>
                                            <p:cond delay="0"/>
                                          </p:stCondLst>
                                        </p:cTn>
                                        <p:tgtEl>
                                          <p:spTgt spid="123">
                                            <p:txEl>
                                              <p:pRg st="0" end="0"/>
                                            </p:txEl>
                                          </p:spTgt>
                                        </p:tgtEl>
                                        <p:attrNameLst>
                                          <p:attrName>style.visibility</p:attrName>
                                        </p:attrNameLst>
                                      </p:cBhvr>
                                      <p:to>
                                        <p:strVal val="visible"/>
                                      </p:to>
                                    </p:set>
                                    <p:animEffect transition="in" filter="fade">
                                      <p:cBhvr>
                                        <p:cTn id="121" dur="500"/>
                                        <p:tgtEl>
                                          <p:spTgt spid="123">
                                            <p:txEl>
                                              <p:pRg st="0" end="0"/>
                                            </p:txEl>
                                          </p:spTgt>
                                        </p:tgtEl>
                                      </p:cBhvr>
                                    </p:animEffect>
                                  </p:childTnLst>
                                </p:cTn>
                              </p:par>
                            </p:childTnLst>
                          </p:cTn>
                        </p:par>
                        <p:par>
                          <p:cTn id="122" fill="hold">
                            <p:stCondLst>
                              <p:cond delay="11000"/>
                            </p:stCondLst>
                            <p:childTnLst>
                              <p:par>
                                <p:cTn id="123" presetID="10" presetClass="entr" presetSubtype="0" fill="hold" grpId="0" nodeType="afterEffect">
                                  <p:stCondLst>
                                    <p:cond delay="0"/>
                                  </p:stCondLst>
                                  <p:childTnLst>
                                    <p:set>
                                      <p:cBhvr>
                                        <p:cTn id="124" dur="1" fill="hold">
                                          <p:stCondLst>
                                            <p:cond delay="0"/>
                                          </p:stCondLst>
                                        </p:cTn>
                                        <p:tgtEl>
                                          <p:spTgt spid="124">
                                            <p:txEl>
                                              <p:pRg st="0" end="0"/>
                                            </p:txEl>
                                          </p:spTgt>
                                        </p:tgtEl>
                                        <p:attrNameLst>
                                          <p:attrName>style.visibility</p:attrName>
                                        </p:attrNameLst>
                                      </p:cBhvr>
                                      <p:to>
                                        <p:strVal val="visible"/>
                                      </p:to>
                                    </p:set>
                                    <p:animEffect transition="in" filter="fade">
                                      <p:cBhvr>
                                        <p:cTn id="125" dur="500"/>
                                        <p:tgtEl>
                                          <p:spTgt spid="1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build="p"/>
      <p:bldP spid="118" grpId="0" build="p"/>
      <p:bldP spid="119" grpId="0" animBg="1"/>
      <p:bldP spid="120" grpId="0" build="p"/>
      <p:bldP spid="121" grpId="0" build="p"/>
      <p:bldP spid="123" grpId="0" build="p"/>
      <p:bldP spid="124" grpId="0" build="p"/>
      <p:bldP spid="130" grpId="0" animBg="1"/>
      <p:bldP spid="131" grpId="0" animBg="1"/>
      <p:bldP spid="132" grpId="0" animBg="1"/>
      <p:bldP spid="134" grpId="0" animBg="1"/>
      <p:bldP spid="13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hart Placeholder 14"/>
          <p:cNvGraphicFramePr>
            <a:graphicFrameLocks noGrp="1"/>
          </p:cNvGraphicFramePr>
          <p:nvPr>
            <p:ph type="chart" sz="quarter" idx="15"/>
          </p:nvPr>
        </p:nvGraphicFramePr>
        <p:xfrm>
          <a:off x="5114925" y="627460"/>
          <a:ext cx="3399235" cy="3888581"/>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Placeholder 11"/>
          <p:cNvSpPr>
            <a:spLocks noGrp="1"/>
          </p:cNvSpPr>
          <p:nvPr>
            <p:ph type="body" sz="quarter" idx="13"/>
          </p:nvPr>
        </p:nvSpPr>
        <p:spPr>
          <a:xfrm>
            <a:off x="628650" y="1503513"/>
            <a:ext cx="3942159" cy="353700"/>
          </a:xfrm>
        </p:spPr>
        <p:txBody>
          <a:bodyPr/>
          <a:lstStyle/>
          <a:p>
            <a:r>
              <a:rPr lang="zh-CN" altLang="en-US" dirty="0">
                <a:solidFill>
                  <a:schemeClr val="accent1"/>
                </a:solidFill>
              </a:rPr>
              <a:t>输入您的标题</a:t>
            </a:r>
            <a:endParaRPr lang="en-AU" dirty="0">
              <a:solidFill>
                <a:schemeClr val="accent1"/>
              </a:solidFill>
            </a:endParaRPr>
          </a:p>
          <a:p>
            <a:endParaRPr lang="en-AU" dirty="0"/>
          </a:p>
        </p:txBody>
      </p:sp>
      <p:sp>
        <p:nvSpPr>
          <p:cNvPr id="19" name="Text Placeholder 12"/>
          <p:cNvSpPr>
            <a:spLocks noGrp="1"/>
          </p:cNvSpPr>
          <p:nvPr>
            <p:ph type="body" sz="quarter" idx="14"/>
          </p:nvPr>
        </p:nvSpPr>
        <p:spPr>
          <a:xfrm>
            <a:off x="628650" y="1868643"/>
            <a:ext cx="3942159" cy="703108"/>
          </a:xfrm>
        </p:spPr>
        <p:txBody>
          <a:bodyPr>
            <a:normAutofit/>
          </a:bodyPr>
          <a:lstStyle/>
          <a:p>
            <a:r>
              <a:rPr lang="zh-CN" altLang="en-US" dirty="0">
                <a:solidFill>
                  <a:schemeClr val="accent1"/>
                </a:solidFill>
              </a:rPr>
              <a:t>单击此处添加文本</a:t>
            </a:r>
          </a:p>
          <a:p>
            <a:r>
              <a:rPr lang="zh-CN" altLang="en-US" dirty="0">
                <a:solidFill>
                  <a:schemeClr val="accent1"/>
                </a:solidFill>
              </a:rPr>
              <a:t>单击此处添加文本</a:t>
            </a:r>
            <a:endParaRPr lang="en-AU" dirty="0"/>
          </a:p>
          <a:p>
            <a:endParaRPr lang="en-AU" dirty="0"/>
          </a:p>
        </p:txBody>
      </p:sp>
      <p:sp>
        <p:nvSpPr>
          <p:cNvPr id="58" name="Text Placeholder 11"/>
          <p:cNvSpPr txBox="1"/>
          <p:nvPr/>
        </p:nvSpPr>
        <p:spPr>
          <a:xfrm>
            <a:off x="967299" y="2873829"/>
            <a:ext cx="1269298" cy="277529"/>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sz="1800" dirty="0">
                <a:solidFill>
                  <a:schemeClr val="tx1">
                    <a:lumMod val="65000"/>
                    <a:lumOff val="35000"/>
                  </a:schemeClr>
                </a:solidFill>
              </a:rPr>
              <a:t>Q1</a:t>
            </a:r>
            <a:endParaRPr lang="en-AU" sz="1800" dirty="0">
              <a:solidFill>
                <a:schemeClr val="tx1">
                  <a:lumMod val="65000"/>
                  <a:lumOff val="35000"/>
                </a:schemeClr>
              </a:solidFill>
            </a:endParaRPr>
          </a:p>
          <a:p>
            <a:endParaRPr lang="en-AU" sz="1800" dirty="0">
              <a:solidFill>
                <a:schemeClr val="tx1">
                  <a:lumMod val="65000"/>
                  <a:lumOff val="35000"/>
                </a:schemeClr>
              </a:solidFill>
            </a:endParaRPr>
          </a:p>
        </p:txBody>
      </p:sp>
      <p:sp>
        <p:nvSpPr>
          <p:cNvPr id="59" name="Text Placeholder 12"/>
          <p:cNvSpPr txBox="1"/>
          <p:nvPr/>
        </p:nvSpPr>
        <p:spPr>
          <a:xfrm>
            <a:off x="967299" y="3151358"/>
            <a:ext cx="1269298" cy="506244"/>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900" dirty="0"/>
              <a:t>单击此处添加文本单击此处添加文本</a:t>
            </a:r>
            <a:endParaRPr lang="en-AU" sz="900" dirty="0"/>
          </a:p>
        </p:txBody>
      </p:sp>
      <p:sp>
        <p:nvSpPr>
          <p:cNvPr id="60" name="Text Placeholder 11"/>
          <p:cNvSpPr txBox="1"/>
          <p:nvPr/>
        </p:nvSpPr>
        <p:spPr>
          <a:xfrm>
            <a:off x="967299" y="3935130"/>
            <a:ext cx="1269298" cy="277529"/>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sz="1800" dirty="0">
                <a:solidFill>
                  <a:schemeClr val="tx1">
                    <a:lumMod val="65000"/>
                    <a:lumOff val="35000"/>
                  </a:schemeClr>
                </a:solidFill>
              </a:rPr>
              <a:t>Q2</a:t>
            </a:r>
            <a:endParaRPr lang="en-AU" sz="1800" dirty="0">
              <a:solidFill>
                <a:schemeClr val="tx1">
                  <a:lumMod val="65000"/>
                  <a:lumOff val="35000"/>
                </a:schemeClr>
              </a:solidFill>
            </a:endParaRPr>
          </a:p>
          <a:p>
            <a:endParaRPr lang="en-AU" sz="1800" dirty="0">
              <a:solidFill>
                <a:schemeClr val="tx1">
                  <a:lumMod val="65000"/>
                  <a:lumOff val="35000"/>
                </a:schemeClr>
              </a:solidFill>
            </a:endParaRPr>
          </a:p>
        </p:txBody>
      </p:sp>
      <p:sp>
        <p:nvSpPr>
          <p:cNvPr id="61" name="Text Placeholder 12"/>
          <p:cNvSpPr txBox="1"/>
          <p:nvPr/>
        </p:nvSpPr>
        <p:spPr>
          <a:xfrm>
            <a:off x="967299" y="4212659"/>
            <a:ext cx="1269298" cy="506244"/>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900" dirty="0"/>
              <a:t>单击此处添加文本单击此处添加文本</a:t>
            </a:r>
            <a:endParaRPr lang="en-AU" sz="900" dirty="0"/>
          </a:p>
        </p:txBody>
      </p:sp>
      <p:sp>
        <p:nvSpPr>
          <p:cNvPr id="62" name="Text Placeholder 11"/>
          <p:cNvSpPr txBox="1"/>
          <p:nvPr/>
        </p:nvSpPr>
        <p:spPr>
          <a:xfrm>
            <a:off x="2785212" y="2873829"/>
            <a:ext cx="1269298" cy="277529"/>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sz="1800" dirty="0">
                <a:solidFill>
                  <a:schemeClr val="tx1">
                    <a:lumMod val="65000"/>
                    <a:lumOff val="35000"/>
                  </a:schemeClr>
                </a:solidFill>
              </a:rPr>
              <a:t>Q3</a:t>
            </a:r>
            <a:endParaRPr lang="en-AU" sz="1800" dirty="0">
              <a:solidFill>
                <a:schemeClr val="tx1">
                  <a:lumMod val="65000"/>
                  <a:lumOff val="35000"/>
                </a:schemeClr>
              </a:solidFill>
            </a:endParaRPr>
          </a:p>
          <a:p>
            <a:endParaRPr lang="en-AU" sz="1800" dirty="0">
              <a:solidFill>
                <a:schemeClr val="tx1">
                  <a:lumMod val="65000"/>
                  <a:lumOff val="35000"/>
                </a:schemeClr>
              </a:solidFill>
            </a:endParaRPr>
          </a:p>
        </p:txBody>
      </p:sp>
      <p:sp>
        <p:nvSpPr>
          <p:cNvPr id="63" name="Text Placeholder 12"/>
          <p:cNvSpPr txBox="1"/>
          <p:nvPr/>
        </p:nvSpPr>
        <p:spPr>
          <a:xfrm>
            <a:off x="2785212" y="3151358"/>
            <a:ext cx="1269298" cy="506244"/>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900" dirty="0"/>
              <a:t>单击此处添加文本单击此处添加文本</a:t>
            </a:r>
            <a:endParaRPr lang="en-AU" sz="900" dirty="0"/>
          </a:p>
        </p:txBody>
      </p:sp>
      <p:sp>
        <p:nvSpPr>
          <p:cNvPr id="64" name="Text Placeholder 11"/>
          <p:cNvSpPr txBox="1"/>
          <p:nvPr/>
        </p:nvSpPr>
        <p:spPr>
          <a:xfrm>
            <a:off x="2785212" y="3935130"/>
            <a:ext cx="1269298" cy="277529"/>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sz="1800" dirty="0">
                <a:solidFill>
                  <a:schemeClr val="tx1">
                    <a:lumMod val="65000"/>
                    <a:lumOff val="35000"/>
                  </a:schemeClr>
                </a:solidFill>
              </a:rPr>
              <a:t>Q4</a:t>
            </a:r>
            <a:endParaRPr lang="en-AU" sz="1800" dirty="0">
              <a:solidFill>
                <a:schemeClr val="tx1">
                  <a:lumMod val="65000"/>
                  <a:lumOff val="35000"/>
                </a:schemeClr>
              </a:solidFill>
            </a:endParaRPr>
          </a:p>
          <a:p>
            <a:endParaRPr lang="en-AU" sz="1800" dirty="0">
              <a:solidFill>
                <a:schemeClr val="tx1">
                  <a:lumMod val="65000"/>
                  <a:lumOff val="35000"/>
                </a:schemeClr>
              </a:solidFill>
            </a:endParaRPr>
          </a:p>
        </p:txBody>
      </p:sp>
      <p:sp>
        <p:nvSpPr>
          <p:cNvPr id="65" name="Text Placeholder 12"/>
          <p:cNvSpPr txBox="1"/>
          <p:nvPr/>
        </p:nvSpPr>
        <p:spPr>
          <a:xfrm>
            <a:off x="2785212" y="4212659"/>
            <a:ext cx="1269298" cy="506244"/>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lumMod val="50000"/>
                  </a:schemeClr>
                </a:solidFill>
                <a:latin typeface="Lato Light" panose="020F0302020204030203" pitchFamily="34"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900" dirty="0"/>
              <a:t>单击此处添加文本单击此处添加文本</a:t>
            </a:r>
            <a:endParaRPr lang="en-AU" sz="900" dirty="0"/>
          </a:p>
        </p:txBody>
      </p:sp>
      <p:sp>
        <p:nvSpPr>
          <p:cNvPr id="66" name="Oval 65"/>
          <p:cNvSpPr/>
          <p:nvPr/>
        </p:nvSpPr>
        <p:spPr>
          <a:xfrm>
            <a:off x="628650" y="2933519"/>
            <a:ext cx="157163" cy="158149"/>
          </a:xfrm>
          <a:prstGeom prst="ellipse">
            <a:avLst/>
          </a:pr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US" sz="8800">
              <a:solidFill>
                <a:schemeClr val="bg1"/>
              </a:solidFill>
            </a:endParaRPr>
          </a:p>
        </p:txBody>
      </p:sp>
      <p:sp>
        <p:nvSpPr>
          <p:cNvPr id="67" name="Oval 66"/>
          <p:cNvSpPr/>
          <p:nvPr/>
        </p:nvSpPr>
        <p:spPr>
          <a:xfrm>
            <a:off x="629841" y="3994820"/>
            <a:ext cx="157163" cy="158149"/>
          </a:xfrm>
          <a:prstGeom prst="ellipse">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US" sz="8800">
              <a:solidFill>
                <a:schemeClr val="bg1"/>
              </a:solidFill>
            </a:endParaRPr>
          </a:p>
        </p:txBody>
      </p:sp>
      <p:sp>
        <p:nvSpPr>
          <p:cNvPr id="68" name="Oval 67"/>
          <p:cNvSpPr/>
          <p:nvPr/>
        </p:nvSpPr>
        <p:spPr>
          <a:xfrm>
            <a:off x="2449711" y="2935475"/>
            <a:ext cx="157163" cy="158149"/>
          </a:xfrm>
          <a:prstGeom prst="ellipse">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US" sz="8800">
              <a:solidFill>
                <a:schemeClr val="bg1"/>
              </a:solidFill>
            </a:endParaRPr>
          </a:p>
        </p:txBody>
      </p:sp>
      <p:sp>
        <p:nvSpPr>
          <p:cNvPr id="69" name="Oval 68"/>
          <p:cNvSpPr/>
          <p:nvPr/>
        </p:nvSpPr>
        <p:spPr>
          <a:xfrm>
            <a:off x="2449711" y="3994819"/>
            <a:ext cx="157163" cy="158149"/>
          </a:xfrm>
          <a:prstGeom prst="ellipse">
            <a:avLst/>
          </a:prstGeom>
          <a:solidFill>
            <a:schemeClr val="accent4"/>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US" sz="8800">
              <a:solidFill>
                <a:schemeClr val="bg1"/>
              </a:solidFill>
            </a:endParaRPr>
          </a:p>
        </p:txBody>
      </p:sp>
      <p:sp>
        <p:nvSpPr>
          <p:cNvPr id="17" name="矩形 16"/>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down)">
                                      <p:cBhvr>
                                        <p:cTn id="7" dur="500"/>
                                        <p:tgtEl>
                                          <p:spTgt spid="18">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graphicEl>
                                              <a:chart seriesIdx="-3" categoryIdx="-3" bldStep="gridLegend"/>
                                            </p:graphicEl>
                                          </p:spTgt>
                                        </p:tgtEl>
                                        <p:attrNameLst>
                                          <p:attrName>style.visibility</p:attrName>
                                        </p:attrNameLst>
                                      </p:cBhvr>
                                      <p:to>
                                        <p:strVal val="visible"/>
                                      </p:to>
                                    </p:set>
                                    <p:animEffect transition="in" filter="fade">
                                      <p:cBhvr>
                                        <p:cTn id="11" dur="500"/>
                                        <p:tgtEl>
                                          <p:spTgt spid="15">
                                            <p:graphicEl>
                                              <a:chart seriesIdx="-3" categoryIdx="-3" bldStep="gridLegend"/>
                                            </p:graphic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5">
                                            <p:graphicEl>
                                              <a:chart seriesIdx="0" categoryIdx="0" bldStep="ptInCategory"/>
                                            </p:graphicEl>
                                          </p:spTgt>
                                        </p:tgtEl>
                                        <p:attrNameLst>
                                          <p:attrName>style.visibility</p:attrName>
                                        </p:attrNameLst>
                                      </p:cBhvr>
                                      <p:to>
                                        <p:strVal val="visible"/>
                                      </p:to>
                                    </p:set>
                                    <p:animEffect transition="in" filter="fade">
                                      <p:cBhvr>
                                        <p:cTn id="15" dur="500"/>
                                        <p:tgtEl>
                                          <p:spTgt spid="15">
                                            <p:graphicEl>
                                              <a:chart seriesIdx="0" categoryIdx="0" bldStep="ptInCategory"/>
                                            </p:graphic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5">
                                            <p:graphicEl>
                                              <a:chart seriesIdx="0" categoryIdx="1" bldStep="ptInCategory"/>
                                            </p:graphicEl>
                                          </p:spTgt>
                                        </p:tgtEl>
                                        <p:attrNameLst>
                                          <p:attrName>style.visibility</p:attrName>
                                        </p:attrNameLst>
                                      </p:cBhvr>
                                      <p:to>
                                        <p:strVal val="visible"/>
                                      </p:to>
                                    </p:set>
                                    <p:animEffect transition="in" filter="fade">
                                      <p:cBhvr>
                                        <p:cTn id="19" dur="500"/>
                                        <p:tgtEl>
                                          <p:spTgt spid="15">
                                            <p:graphicEl>
                                              <a:chart seriesIdx="0" categoryIdx="1" bldStep="ptInCategory"/>
                                            </p:graphic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5">
                                            <p:graphicEl>
                                              <a:chart seriesIdx="0" categoryIdx="2" bldStep="ptInCategory"/>
                                            </p:graphicEl>
                                          </p:spTgt>
                                        </p:tgtEl>
                                        <p:attrNameLst>
                                          <p:attrName>style.visibility</p:attrName>
                                        </p:attrNameLst>
                                      </p:cBhvr>
                                      <p:to>
                                        <p:strVal val="visible"/>
                                      </p:to>
                                    </p:set>
                                    <p:animEffect transition="in" filter="fade">
                                      <p:cBhvr>
                                        <p:cTn id="23" dur="500"/>
                                        <p:tgtEl>
                                          <p:spTgt spid="15">
                                            <p:graphicEl>
                                              <a:chart seriesIdx="0" categoryIdx="2" bldStep="ptInCategory"/>
                                            </p:graphic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5">
                                            <p:graphicEl>
                                              <a:chart seriesIdx="0" categoryIdx="3" bldStep="ptInCategory"/>
                                            </p:graphicEl>
                                          </p:spTgt>
                                        </p:tgtEl>
                                        <p:attrNameLst>
                                          <p:attrName>style.visibility</p:attrName>
                                        </p:attrNameLst>
                                      </p:cBhvr>
                                      <p:to>
                                        <p:strVal val="visible"/>
                                      </p:to>
                                    </p:set>
                                    <p:animEffect transition="in" filter="fade">
                                      <p:cBhvr>
                                        <p:cTn id="27" dur="500"/>
                                        <p:tgtEl>
                                          <p:spTgt spid="15">
                                            <p:graphicEl>
                                              <a:chart seriesIdx="0" categoryIdx="3" bldStep="ptInCategory"/>
                                            </p:graphicEl>
                                          </p:spTgt>
                                        </p:tgtEl>
                                      </p:cBhvr>
                                    </p:animEffect>
                                  </p:childTnLst>
                                </p:cTn>
                              </p:par>
                            </p:childTnLst>
                          </p:cTn>
                        </p:par>
                        <p:par>
                          <p:cTn id="28" fill="hold">
                            <p:stCondLst>
                              <p:cond delay="3000"/>
                            </p:stCondLst>
                            <p:childTnLst>
                              <p:par>
                                <p:cTn id="29" presetID="53" presetClass="entr" presetSubtype="16" fill="hold" grpId="0" nodeType="afterEffect">
                                  <p:stCondLst>
                                    <p:cond delay="0"/>
                                  </p:stCondLst>
                                  <p:childTnLst>
                                    <p:set>
                                      <p:cBhvr>
                                        <p:cTn id="30" dur="1" fill="hold">
                                          <p:stCondLst>
                                            <p:cond delay="0"/>
                                          </p:stCondLst>
                                        </p:cTn>
                                        <p:tgtEl>
                                          <p:spTgt spid="66"/>
                                        </p:tgtEl>
                                        <p:attrNameLst>
                                          <p:attrName>style.visibility</p:attrName>
                                        </p:attrNameLst>
                                      </p:cBhvr>
                                      <p:to>
                                        <p:strVal val="visible"/>
                                      </p:to>
                                    </p:set>
                                    <p:anim calcmode="lin" valueType="num">
                                      <p:cBhvr>
                                        <p:cTn id="31" dur="500" fill="hold"/>
                                        <p:tgtEl>
                                          <p:spTgt spid="66"/>
                                        </p:tgtEl>
                                        <p:attrNameLst>
                                          <p:attrName>ppt_w</p:attrName>
                                        </p:attrNameLst>
                                      </p:cBhvr>
                                      <p:tavLst>
                                        <p:tav tm="0">
                                          <p:val>
                                            <p:fltVal val="0"/>
                                          </p:val>
                                        </p:tav>
                                        <p:tav tm="100000">
                                          <p:val>
                                            <p:strVal val="#ppt_w"/>
                                          </p:val>
                                        </p:tav>
                                      </p:tavLst>
                                    </p:anim>
                                    <p:anim calcmode="lin" valueType="num">
                                      <p:cBhvr>
                                        <p:cTn id="32" dur="500" fill="hold"/>
                                        <p:tgtEl>
                                          <p:spTgt spid="66"/>
                                        </p:tgtEl>
                                        <p:attrNameLst>
                                          <p:attrName>ppt_h</p:attrName>
                                        </p:attrNameLst>
                                      </p:cBhvr>
                                      <p:tavLst>
                                        <p:tav tm="0">
                                          <p:val>
                                            <p:fltVal val="0"/>
                                          </p:val>
                                        </p:tav>
                                        <p:tav tm="100000">
                                          <p:val>
                                            <p:strVal val="#ppt_h"/>
                                          </p:val>
                                        </p:tav>
                                      </p:tavLst>
                                    </p:anim>
                                    <p:animEffect transition="in" filter="fade">
                                      <p:cBhvr>
                                        <p:cTn id="33" dur="500"/>
                                        <p:tgtEl>
                                          <p:spTgt spid="66"/>
                                        </p:tgtEl>
                                      </p:cBhvr>
                                    </p:animEffect>
                                  </p:childTnLst>
                                </p:cTn>
                              </p:par>
                            </p:childTnLst>
                          </p:cTn>
                        </p:par>
                        <p:par>
                          <p:cTn id="34" fill="hold">
                            <p:stCondLst>
                              <p:cond delay="3500"/>
                            </p:stCondLst>
                            <p:childTnLst>
                              <p:par>
                                <p:cTn id="35" presetID="22" presetClass="entr" presetSubtype="4" fill="hold" grpId="0" nodeType="afterEffect">
                                  <p:stCondLst>
                                    <p:cond delay="0"/>
                                  </p:stCondLst>
                                  <p:childTnLst>
                                    <p:set>
                                      <p:cBhvr>
                                        <p:cTn id="36" dur="1" fill="hold">
                                          <p:stCondLst>
                                            <p:cond delay="0"/>
                                          </p:stCondLst>
                                        </p:cTn>
                                        <p:tgtEl>
                                          <p:spTgt spid="58">
                                            <p:txEl>
                                              <p:pRg st="0" end="0"/>
                                            </p:txEl>
                                          </p:spTgt>
                                        </p:tgtEl>
                                        <p:attrNameLst>
                                          <p:attrName>style.visibility</p:attrName>
                                        </p:attrNameLst>
                                      </p:cBhvr>
                                      <p:to>
                                        <p:strVal val="visible"/>
                                      </p:to>
                                    </p:set>
                                    <p:animEffect transition="in" filter="wipe(down)">
                                      <p:cBhvr>
                                        <p:cTn id="37" dur="500"/>
                                        <p:tgtEl>
                                          <p:spTgt spid="58">
                                            <p:txEl>
                                              <p:pRg st="0" end="0"/>
                                            </p:txEl>
                                          </p:spTgt>
                                        </p:tgtEl>
                                      </p:cBhvr>
                                    </p:animEffect>
                                  </p:childTnLst>
                                </p:cTn>
                              </p:par>
                            </p:childTnLst>
                          </p:cTn>
                        </p:par>
                        <p:par>
                          <p:cTn id="38" fill="hold">
                            <p:stCondLst>
                              <p:cond delay="4000"/>
                            </p:stCondLst>
                            <p:childTnLst>
                              <p:par>
                                <p:cTn id="39" presetID="22" presetClass="entr" presetSubtype="8" fill="hold" grpId="0" nodeType="afterEffect">
                                  <p:stCondLst>
                                    <p:cond delay="0"/>
                                  </p:stCondLst>
                                  <p:childTnLst>
                                    <p:set>
                                      <p:cBhvr>
                                        <p:cTn id="40" dur="1" fill="hold">
                                          <p:stCondLst>
                                            <p:cond delay="0"/>
                                          </p:stCondLst>
                                        </p:cTn>
                                        <p:tgtEl>
                                          <p:spTgt spid="59">
                                            <p:txEl>
                                              <p:pRg st="0" end="0"/>
                                            </p:txEl>
                                          </p:spTgt>
                                        </p:tgtEl>
                                        <p:attrNameLst>
                                          <p:attrName>style.visibility</p:attrName>
                                        </p:attrNameLst>
                                      </p:cBhvr>
                                      <p:to>
                                        <p:strVal val="visible"/>
                                      </p:to>
                                    </p:set>
                                    <p:animEffect transition="in" filter="wipe(left)">
                                      <p:cBhvr>
                                        <p:cTn id="41" dur="500"/>
                                        <p:tgtEl>
                                          <p:spTgt spid="59">
                                            <p:txEl>
                                              <p:pRg st="0" end="0"/>
                                            </p:txEl>
                                          </p:spTgt>
                                        </p:tgtEl>
                                      </p:cBhvr>
                                    </p:animEffect>
                                  </p:childTnLst>
                                </p:cTn>
                              </p:par>
                            </p:childTnLst>
                          </p:cTn>
                        </p:par>
                        <p:par>
                          <p:cTn id="42" fill="hold">
                            <p:stCondLst>
                              <p:cond delay="4500"/>
                            </p:stCondLst>
                            <p:childTnLst>
                              <p:par>
                                <p:cTn id="43" presetID="53" presetClass="entr" presetSubtype="16" fill="hold" grpId="0" nodeType="afterEffect">
                                  <p:stCondLst>
                                    <p:cond delay="0"/>
                                  </p:stCondLst>
                                  <p:childTnLst>
                                    <p:set>
                                      <p:cBhvr>
                                        <p:cTn id="44" dur="1" fill="hold">
                                          <p:stCondLst>
                                            <p:cond delay="0"/>
                                          </p:stCondLst>
                                        </p:cTn>
                                        <p:tgtEl>
                                          <p:spTgt spid="67"/>
                                        </p:tgtEl>
                                        <p:attrNameLst>
                                          <p:attrName>style.visibility</p:attrName>
                                        </p:attrNameLst>
                                      </p:cBhvr>
                                      <p:to>
                                        <p:strVal val="visible"/>
                                      </p:to>
                                    </p:set>
                                    <p:anim calcmode="lin" valueType="num">
                                      <p:cBhvr>
                                        <p:cTn id="45" dur="500" fill="hold"/>
                                        <p:tgtEl>
                                          <p:spTgt spid="67"/>
                                        </p:tgtEl>
                                        <p:attrNameLst>
                                          <p:attrName>ppt_w</p:attrName>
                                        </p:attrNameLst>
                                      </p:cBhvr>
                                      <p:tavLst>
                                        <p:tav tm="0">
                                          <p:val>
                                            <p:fltVal val="0"/>
                                          </p:val>
                                        </p:tav>
                                        <p:tav tm="100000">
                                          <p:val>
                                            <p:strVal val="#ppt_w"/>
                                          </p:val>
                                        </p:tav>
                                      </p:tavLst>
                                    </p:anim>
                                    <p:anim calcmode="lin" valueType="num">
                                      <p:cBhvr>
                                        <p:cTn id="46" dur="500" fill="hold"/>
                                        <p:tgtEl>
                                          <p:spTgt spid="67"/>
                                        </p:tgtEl>
                                        <p:attrNameLst>
                                          <p:attrName>ppt_h</p:attrName>
                                        </p:attrNameLst>
                                      </p:cBhvr>
                                      <p:tavLst>
                                        <p:tav tm="0">
                                          <p:val>
                                            <p:fltVal val="0"/>
                                          </p:val>
                                        </p:tav>
                                        <p:tav tm="100000">
                                          <p:val>
                                            <p:strVal val="#ppt_h"/>
                                          </p:val>
                                        </p:tav>
                                      </p:tavLst>
                                    </p:anim>
                                    <p:animEffect transition="in" filter="fade">
                                      <p:cBhvr>
                                        <p:cTn id="47" dur="500"/>
                                        <p:tgtEl>
                                          <p:spTgt spid="67"/>
                                        </p:tgtEl>
                                      </p:cBhvr>
                                    </p:animEffect>
                                  </p:childTnLst>
                                </p:cTn>
                              </p:par>
                            </p:childTnLst>
                          </p:cTn>
                        </p:par>
                        <p:par>
                          <p:cTn id="48" fill="hold">
                            <p:stCondLst>
                              <p:cond delay="5000"/>
                            </p:stCondLst>
                            <p:childTnLst>
                              <p:par>
                                <p:cTn id="49" presetID="22" presetClass="entr" presetSubtype="4" fill="hold" grpId="0" nodeType="afterEffect">
                                  <p:stCondLst>
                                    <p:cond delay="0"/>
                                  </p:stCondLst>
                                  <p:childTnLst>
                                    <p:set>
                                      <p:cBhvr>
                                        <p:cTn id="50" dur="1" fill="hold">
                                          <p:stCondLst>
                                            <p:cond delay="0"/>
                                          </p:stCondLst>
                                        </p:cTn>
                                        <p:tgtEl>
                                          <p:spTgt spid="60">
                                            <p:txEl>
                                              <p:pRg st="0" end="0"/>
                                            </p:txEl>
                                          </p:spTgt>
                                        </p:tgtEl>
                                        <p:attrNameLst>
                                          <p:attrName>style.visibility</p:attrName>
                                        </p:attrNameLst>
                                      </p:cBhvr>
                                      <p:to>
                                        <p:strVal val="visible"/>
                                      </p:to>
                                    </p:set>
                                    <p:animEffect transition="in" filter="wipe(down)">
                                      <p:cBhvr>
                                        <p:cTn id="51" dur="500"/>
                                        <p:tgtEl>
                                          <p:spTgt spid="60">
                                            <p:txEl>
                                              <p:pRg st="0" end="0"/>
                                            </p:txEl>
                                          </p:spTgt>
                                        </p:tgtEl>
                                      </p:cBhvr>
                                    </p:animEffect>
                                  </p:childTnLst>
                                </p:cTn>
                              </p:par>
                            </p:childTnLst>
                          </p:cTn>
                        </p:par>
                        <p:par>
                          <p:cTn id="52" fill="hold">
                            <p:stCondLst>
                              <p:cond delay="5500"/>
                            </p:stCondLst>
                            <p:childTnLst>
                              <p:par>
                                <p:cTn id="53" presetID="22" presetClass="entr" presetSubtype="8" fill="hold" grpId="0" nodeType="afterEffect">
                                  <p:stCondLst>
                                    <p:cond delay="0"/>
                                  </p:stCondLst>
                                  <p:childTnLst>
                                    <p:set>
                                      <p:cBhvr>
                                        <p:cTn id="54" dur="1" fill="hold">
                                          <p:stCondLst>
                                            <p:cond delay="0"/>
                                          </p:stCondLst>
                                        </p:cTn>
                                        <p:tgtEl>
                                          <p:spTgt spid="61">
                                            <p:txEl>
                                              <p:pRg st="0" end="0"/>
                                            </p:txEl>
                                          </p:spTgt>
                                        </p:tgtEl>
                                        <p:attrNameLst>
                                          <p:attrName>style.visibility</p:attrName>
                                        </p:attrNameLst>
                                      </p:cBhvr>
                                      <p:to>
                                        <p:strVal val="visible"/>
                                      </p:to>
                                    </p:set>
                                    <p:animEffect transition="in" filter="wipe(left)">
                                      <p:cBhvr>
                                        <p:cTn id="55" dur="500"/>
                                        <p:tgtEl>
                                          <p:spTgt spid="61">
                                            <p:txEl>
                                              <p:pRg st="0" end="0"/>
                                            </p:txEl>
                                          </p:spTgt>
                                        </p:tgtEl>
                                      </p:cBhvr>
                                    </p:animEffect>
                                  </p:childTnLst>
                                </p:cTn>
                              </p:par>
                            </p:childTnLst>
                          </p:cTn>
                        </p:par>
                        <p:par>
                          <p:cTn id="56" fill="hold">
                            <p:stCondLst>
                              <p:cond delay="6000"/>
                            </p:stCondLst>
                            <p:childTnLst>
                              <p:par>
                                <p:cTn id="57" presetID="53" presetClass="entr" presetSubtype="16" fill="hold" grpId="0" nodeType="afterEffect">
                                  <p:stCondLst>
                                    <p:cond delay="0"/>
                                  </p:stCondLst>
                                  <p:childTnLst>
                                    <p:set>
                                      <p:cBhvr>
                                        <p:cTn id="58" dur="1" fill="hold">
                                          <p:stCondLst>
                                            <p:cond delay="0"/>
                                          </p:stCondLst>
                                        </p:cTn>
                                        <p:tgtEl>
                                          <p:spTgt spid="68"/>
                                        </p:tgtEl>
                                        <p:attrNameLst>
                                          <p:attrName>style.visibility</p:attrName>
                                        </p:attrNameLst>
                                      </p:cBhvr>
                                      <p:to>
                                        <p:strVal val="visible"/>
                                      </p:to>
                                    </p:set>
                                    <p:anim calcmode="lin" valueType="num">
                                      <p:cBhvr>
                                        <p:cTn id="59" dur="500" fill="hold"/>
                                        <p:tgtEl>
                                          <p:spTgt spid="68"/>
                                        </p:tgtEl>
                                        <p:attrNameLst>
                                          <p:attrName>ppt_w</p:attrName>
                                        </p:attrNameLst>
                                      </p:cBhvr>
                                      <p:tavLst>
                                        <p:tav tm="0">
                                          <p:val>
                                            <p:fltVal val="0"/>
                                          </p:val>
                                        </p:tav>
                                        <p:tav tm="100000">
                                          <p:val>
                                            <p:strVal val="#ppt_w"/>
                                          </p:val>
                                        </p:tav>
                                      </p:tavLst>
                                    </p:anim>
                                    <p:anim calcmode="lin" valueType="num">
                                      <p:cBhvr>
                                        <p:cTn id="60" dur="500" fill="hold"/>
                                        <p:tgtEl>
                                          <p:spTgt spid="68"/>
                                        </p:tgtEl>
                                        <p:attrNameLst>
                                          <p:attrName>ppt_h</p:attrName>
                                        </p:attrNameLst>
                                      </p:cBhvr>
                                      <p:tavLst>
                                        <p:tav tm="0">
                                          <p:val>
                                            <p:fltVal val="0"/>
                                          </p:val>
                                        </p:tav>
                                        <p:tav tm="100000">
                                          <p:val>
                                            <p:strVal val="#ppt_h"/>
                                          </p:val>
                                        </p:tav>
                                      </p:tavLst>
                                    </p:anim>
                                    <p:animEffect transition="in" filter="fade">
                                      <p:cBhvr>
                                        <p:cTn id="61" dur="500"/>
                                        <p:tgtEl>
                                          <p:spTgt spid="68"/>
                                        </p:tgtEl>
                                      </p:cBhvr>
                                    </p:animEffect>
                                  </p:childTnLst>
                                </p:cTn>
                              </p:par>
                            </p:childTnLst>
                          </p:cTn>
                        </p:par>
                        <p:par>
                          <p:cTn id="62" fill="hold">
                            <p:stCondLst>
                              <p:cond delay="6500"/>
                            </p:stCondLst>
                            <p:childTnLst>
                              <p:par>
                                <p:cTn id="63" presetID="22" presetClass="entr" presetSubtype="4" fill="hold" grpId="0" nodeType="afterEffect">
                                  <p:stCondLst>
                                    <p:cond delay="0"/>
                                  </p:stCondLst>
                                  <p:childTnLst>
                                    <p:set>
                                      <p:cBhvr>
                                        <p:cTn id="64" dur="1" fill="hold">
                                          <p:stCondLst>
                                            <p:cond delay="0"/>
                                          </p:stCondLst>
                                        </p:cTn>
                                        <p:tgtEl>
                                          <p:spTgt spid="62">
                                            <p:txEl>
                                              <p:pRg st="0" end="0"/>
                                            </p:txEl>
                                          </p:spTgt>
                                        </p:tgtEl>
                                        <p:attrNameLst>
                                          <p:attrName>style.visibility</p:attrName>
                                        </p:attrNameLst>
                                      </p:cBhvr>
                                      <p:to>
                                        <p:strVal val="visible"/>
                                      </p:to>
                                    </p:set>
                                    <p:animEffect transition="in" filter="wipe(down)">
                                      <p:cBhvr>
                                        <p:cTn id="65" dur="500"/>
                                        <p:tgtEl>
                                          <p:spTgt spid="62">
                                            <p:txEl>
                                              <p:pRg st="0" end="0"/>
                                            </p:txEl>
                                          </p:spTgt>
                                        </p:tgtEl>
                                      </p:cBhvr>
                                    </p:animEffect>
                                  </p:childTnLst>
                                </p:cTn>
                              </p:par>
                            </p:childTnLst>
                          </p:cTn>
                        </p:par>
                        <p:par>
                          <p:cTn id="66" fill="hold">
                            <p:stCondLst>
                              <p:cond delay="7000"/>
                            </p:stCondLst>
                            <p:childTnLst>
                              <p:par>
                                <p:cTn id="67" presetID="22" presetClass="entr" presetSubtype="8" fill="hold" grpId="0" nodeType="afterEffect">
                                  <p:stCondLst>
                                    <p:cond delay="0"/>
                                  </p:stCondLst>
                                  <p:childTnLst>
                                    <p:set>
                                      <p:cBhvr>
                                        <p:cTn id="68" dur="1" fill="hold">
                                          <p:stCondLst>
                                            <p:cond delay="0"/>
                                          </p:stCondLst>
                                        </p:cTn>
                                        <p:tgtEl>
                                          <p:spTgt spid="63">
                                            <p:txEl>
                                              <p:pRg st="0" end="0"/>
                                            </p:txEl>
                                          </p:spTgt>
                                        </p:tgtEl>
                                        <p:attrNameLst>
                                          <p:attrName>style.visibility</p:attrName>
                                        </p:attrNameLst>
                                      </p:cBhvr>
                                      <p:to>
                                        <p:strVal val="visible"/>
                                      </p:to>
                                    </p:set>
                                    <p:animEffect transition="in" filter="wipe(left)">
                                      <p:cBhvr>
                                        <p:cTn id="69" dur="500"/>
                                        <p:tgtEl>
                                          <p:spTgt spid="63">
                                            <p:txEl>
                                              <p:pRg st="0" end="0"/>
                                            </p:txEl>
                                          </p:spTgt>
                                        </p:tgtEl>
                                      </p:cBhvr>
                                    </p:animEffect>
                                  </p:childTnLst>
                                </p:cTn>
                              </p:par>
                            </p:childTnLst>
                          </p:cTn>
                        </p:par>
                        <p:par>
                          <p:cTn id="70" fill="hold">
                            <p:stCondLst>
                              <p:cond delay="7500"/>
                            </p:stCondLst>
                            <p:childTnLst>
                              <p:par>
                                <p:cTn id="71" presetID="53" presetClass="entr" presetSubtype="16" fill="hold" grpId="0" nodeType="afterEffect">
                                  <p:stCondLst>
                                    <p:cond delay="0"/>
                                  </p:stCondLst>
                                  <p:childTnLst>
                                    <p:set>
                                      <p:cBhvr>
                                        <p:cTn id="72" dur="1" fill="hold">
                                          <p:stCondLst>
                                            <p:cond delay="0"/>
                                          </p:stCondLst>
                                        </p:cTn>
                                        <p:tgtEl>
                                          <p:spTgt spid="69"/>
                                        </p:tgtEl>
                                        <p:attrNameLst>
                                          <p:attrName>style.visibility</p:attrName>
                                        </p:attrNameLst>
                                      </p:cBhvr>
                                      <p:to>
                                        <p:strVal val="visible"/>
                                      </p:to>
                                    </p:set>
                                    <p:anim calcmode="lin" valueType="num">
                                      <p:cBhvr>
                                        <p:cTn id="73" dur="500" fill="hold"/>
                                        <p:tgtEl>
                                          <p:spTgt spid="69"/>
                                        </p:tgtEl>
                                        <p:attrNameLst>
                                          <p:attrName>ppt_w</p:attrName>
                                        </p:attrNameLst>
                                      </p:cBhvr>
                                      <p:tavLst>
                                        <p:tav tm="0">
                                          <p:val>
                                            <p:fltVal val="0"/>
                                          </p:val>
                                        </p:tav>
                                        <p:tav tm="100000">
                                          <p:val>
                                            <p:strVal val="#ppt_w"/>
                                          </p:val>
                                        </p:tav>
                                      </p:tavLst>
                                    </p:anim>
                                    <p:anim calcmode="lin" valueType="num">
                                      <p:cBhvr>
                                        <p:cTn id="74" dur="500" fill="hold"/>
                                        <p:tgtEl>
                                          <p:spTgt spid="69"/>
                                        </p:tgtEl>
                                        <p:attrNameLst>
                                          <p:attrName>ppt_h</p:attrName>
                                        </p:attrNameLst>
                                      </p:cBhvr>
                                      <p:tavLst>
                                        <p:tav tm="0">
                                          <p:val>
                                            <p:fltVal val="0"/>
                                          </p:val>
                                        </p:tav>
                                        <p:tav tm="100000">
                                          <p:val>
                                            <p:strVal val="#ppt_h"/>
                                          </p:val>
                                        </p:tav>
                                      </p:tavLst>
                                    </p:anim>
                                    <p:animEffect transition="in" filter="fade">
                                      <p:cBhvr>
                                        <p:cTn id="75" dur="500"/>
                                        <p:tgtEl>
                                          <p:spTgt spid="69"/>
                                        </p:tgtEl>
                                      </p:cBhvr>
                                    </p:animEffect>
                                  </p:childTnLst>
                                </p:cTn>
                              </p:par>
                            </p:childTnLst>
                          </p:cTn>
                        </p:par>
                        <p:par>
                          <p:cTn id="76" fill="hold">
                            <p:stCondLst>
                              <p:cond delay="8000"/>
                            </p:stCondLst>
                            <p:childTnLst>
                              <p:par>
                                <p:cTn id="77" presetID="22" presetClass="entr" presetSubtype="4" fill="hold" grpId="0" nodeType="afterEffect">
                                  <p:stCondLst>
                                    <p:cond delay="0"/>
                                  </p:stCondLst>
                                  <p:childTnLst>
                                    <p:set>
                                      <p:cBhvr>
                                        <p:cTn id="78" dur="1" fill="hold">
                                          <p:stCondLst>
                                            <p:cond delay="0"/>
                                          </p:stCondLst>
                                        </p:cTn>
                                        <p:tgtEl>
                                          <p:spTgt spid="64">
                                            <p:txEl>
                                              <p:pRg st="0" end="0"/>
                                            </p:txEl>
                                          </p:spTgt>
                                        </p:tgtEl>
                                        <p:attrNameLst>
                                          <p:attrName>style.visibility</p:attrName>
                                        </p:attrNameLst>
                                      </p:cBhvr>
                                      <p:to>
                                        <p:strVal val="visible"/>
                                      </p:to>
                                    </p:set>
                                    <p:animEffect transition="in" filter="wipe(down)">
                                      <p:cBhvr>
                                        <p:cTn id="79" dur="500"/>
                                        <p:tgtEl>
                                          <p:spTgt spid="64">
                                            <p:txEl>
                                              <p:pRg st="0" end="0"/>
                                            </p:txEl>
                                          </p:spTgt>
                                        </p:tgtEl>
                                      </p:cBhvr>
                                    </p:animEffect>
                                  </p:childTnLst>
                                </p:cTn>
                              </p:par>
                            </p:childTnLst>
                          </p:cTn>
                        </p:par>
                        <p:par>
                          <p:cTn id="80" fill="hold">
                            <p:stCondLst>
                              <p:cond delay="8500"/>
                            </p:stCondLst>
                            <p:childTnLst>
                              <p:par>
                                <p:cTn id="81" presetID="22" presetClass="entr" presetSubtype="8" fill="hold" grpId="0" nodeType="afterEffect">
                                  <p:stCondLst>
                                    <p:cond delay="0"/>
                                  </p:stCondLst>
                                  <p:childTnLst>
                                    <p:set>
                                      <p:cBhvr>
                                        <p:cTn id="82" dur="1" fill="hold">
                                          <p:stCondLst>
                                            <p:cond delay="0"/>
                                          </p:stCondLst>
                                        </p:cTn>
                                        <p:tgtEl>
                                          <p:spTgt spid="65">
                                            <p:txEl>
                                              <p:pRg st="0" end="0"/>
                                            </p:txEl>
                                          </p:spTgt>
                                        </p:tgtEl>
                                        <p:attrNameLst>
                                          <p:attrName>style.visibility</p:attrName>
                                        </p:attrNameLst>
                                      </p:cBhvr>
                                      <p:to>
                                        <p:strVal val="visible"/>
                                      </p:to>
                                    </p:set>
                                    <p:animEffect transition="in" filter="wipe(left)">
                                      <p:cBhvr>
                                        <p:cTn id="83" dur="500"/>
                                        <p:tgtEl>
                                          <p:spTgt spid="6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Sub>
          <a:bldChart bld="categoryEl"/>
        </p:bldSub>
      </p:bldGraphic>
      <p:bldP spid="18" grpId="0" build="p"/>
      <p:bldP spid="58" grpId="0" build="p"/>
      <p:bldP spid="59" grpId="0" build="p"/>
      <p:bldP spid="60" grpId="0" build="p"/>
      <p:bldP spid="61" grpId="0" build="p"/>
      <p:bldP spid="62" grpId="0" build="p"/>
      <p:bldP spid="63" grpId="0" build="p"/>
      <p:bldP spid="64" grpId="0" build="p"/>
      <p:bldP spid="65" grpId="0" build="p"/>
      <p:bldP spid="66" grpId="0" animBg="1"/>
      <p:bldP spid="67" grpId="0" animBg="1"/>
      <p:bldP spid="68" grpId="0" animBg="1"/>
      <p:bldP spid="6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7" name="Group 166"/>
          <p:cNvGrpSpPr/>
          <p:nvPr/>
        </p:nvGrpSpPr>
        <p:grpSpPr>
          <a:xfrm>
            <a:off x="4932040" y="1218117"/>
            <a:ext cx="879452" cy="1141124"/>
            <a:chOff x="2549145" y="3759571"/>
            <a:chExt cx="1350287" cy="1752049"/>
          </a:xfrm>
        </p:grpSpPr>
        <p:grpSp>
          <p:nvGrpSpPr>
            <p:cNvPr id="132" name="Group 131"/>
            <p:cNvGrpSpPr/>
            <p:nvPr/>
          </p:nvGrpSpPr>
          <p:grpSpPr>
            <a:xfrm flipH="1">
              <a:off x="2549145" y="3759571"/>
              <a:ext cx="1350287" cy="1752049"/>
              <a:chOff x="609600" y="1885950"/>
              <a:chExt cx="1143000" cy="1483086"/>
            </a:xfrm>
          </p:grpSpPr>
          <p:sp>
            <p:nvSpPr>
              <p:cNvPr id="139" name="Freeform 76"/>
              <p:cNvSpPr>
                <a:spLocks noEditPoints="1"/>
              </p:cNvSpPr>
              <p:nvPr/>
            </p:nvSpPr>
            <p:spPr bwMode="auto">
              <a:xfrm>
                <a:off x="609600" y="1885950"/>
                <a:ext cx="1143000" cy="1483086"/>
              </a:xfrm>
              <a:custGeom>
                <a:avLst/>
                <a:gdLst>
                  <a:gd name="T0" fmla="*/ 580 w 580"/>
                  <a:gd name="T1" fmla="*/ 31 h 753"/>
                  <a:gd name="T2" fmla="*/ 550 w 580"/>
                  <a:gd name="T3" fmla="*/ 0 h 753"/>
                  <a:gd name="T4" fmla="*/ 30 w 580"/>
                  <a:gd name="T5" fmla="*/ 0 h 753"/>
                  <a:gd name="T6" fmla="*/ 0 w 580"/>
                  <a:gd name="T7" fmla="*/ 31 h 753"/>
                  <a:gd name="T8" fmla="*/ 0 w 580"/>
                  <a:gd name="T9" fmla="*/ 723 h 753"/>
                  <a:gd name="T10" fmla="*/ 30 w 580"/>
                  <a:gd name="T11" fmla="*/ 753 h 753"/>
                  <a:gd name="T12" fmla="*/ 550 w 580"/>
                  <a:gd name="T13" fmla="*/ 753 h 753"/>
                  <a:gd name="T14" fmla="*/ 580 w 580"/>
                  <a:gd name="T15" fmla="*/ 723 h 753"/>
                  <a:gd name="T16" fmla="*/ 580 w 580"/>
                  <a:gd name="T17" fmla="*/ 31 h 753"/>
                  <a:gd name="T18" fmla="*/ 520 w 580"/>
                  <a:gd name="T19" fmla="*/ 689 h 753"/>
                  <a:gd name="T20" fmla="*/ 57 w 580"/>
                  <a:gd name="T21" fmla="*/ 689 h 753"/>
                  <a:gd name="T22" fmla="*/ 57 w 580"/>
                  <a:gd name="T23" fmla="*/ 66 h 753"/>
                  <a:gd name="T24" fmla="*/ 520 w 580"/>
                  <a:gd name="T25" fmla="*/ 66 h 753"/>
                  <a:gd name="T26" fmla="*/ 520 w 580"/>
                  <a:gd name="T27" fmla="*/ 689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0" h="753">
                    <a:moveTo>
                      <a:pt x="580" y="31"/>
                    </a:moveTo>
                    <a:cubicBezTo>
                      <a:pt x="580" y="14"/>
                      <a:pt x="566" y="0"/>
                      <a:pt x="550" y="0"/>
                    </a:cubicBezTo>
                    <a:cubicBezTo>
                      <a:pt x="30" y="0"/>
                      <a:pt x="30" y="0"/>
                      <a:pt x="30" y="0"/>
                    </a:cubicBezTo>
                    <a:cubicBezTo>
                      <a:pt x="13" y="0"/>
                      <a:pt x="0" y="14"/>
                      <a:pt x="0" y="31"/>
                    </a:cubicBezTo>
                    <a:cubicBezTo>
                      <a:pt x="0" y="723"/>
                      <a:pt x="0" y="723"/>
                      <a:pt x="0" y="723"/>
                    </a:cubicBezTo>
                    <a:cubicBezTo>
                      <a:pt x="0" y="740"/>
                      <a:pt x="13" y="753"/>
                      <a:pt x="30" y="753"/>
                    </a:cubicBezTo>
                    <a:cubicBezTo>
                      <a:pt x="550" y="753"/>
                      <a:pt x="550" y="753"/>
                      <a:pt x="550" y="753"/>
                    </a:cubicBezTo>
                    <a:cubicBezTo>
                      <a:pt x="566" y="753"/>
                      <a:pt x="580" y="740"/>
                      <a:pt x="580" y="723"/>
                    </a:cubicBezTo>
                    <a:lnTo>
                      <a:pt x="580" y="31"/>
                    </a:lnTo>
                    <a:close/>
                    <a:moveTo>
                      <a:pt x="520" y="689"/>
                    </a:moveTo>
                    <a:cubicBezTo>
                      <a:pt x="57" y="689"/>
                      <a:pt x="57" y="689"/>
                      <a:pt x="57" y="689"/>
                    </a:cubicBezTo>
                    <a:cubicBezTo>
                      <a:pt x="57" y="66"/>
                      <a:pt x="57" y="66"/>
                      <a:pt x="57" y="66"/>
                    </a:cubicBezTo>
                    <a:cubicBezTo>
                      <a:pt x="520" y="66"/>
                      <a:pt x="520" y="66"/>
                      <a:pt x="520" y="66"/>
                    </a:cubicBezTo>
                    <a:lnTo>
                      <a:pt x="520" y="689"/>
                    </a:ln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40" name="Rectangle 68"/>
              <p:cNvSpPr>
                <a:spLocks noChangeArrowheads="1"/>
              </p:cNvSpPr>
              <p:nvPr/>
            </p:nvSpPr>
            <p:spPr bwMode="auto">
              <a:xfrm>
                <a:off x="685799" y="1993470"/>
                <a:ext cx="990600" cy="1264079"/>
              </a:xfrm>
              <a:prstGeom prst="rect">
                <a:avLst/>
              </a:prstGeom>
              <a:solidFill>
                <a:schemeClr val="bg1"/>
              </a:solidFill>
              <a:ln>
                <a:noFill/>
              </a:ln>
            </p:spPr>
            <p:txBody>
              <a:bodyPr vert="horz" wrap="square" lIns="91440" tIns="45720" rIns="91440" bIns="45720" numCol="1" anchor="t" anchorCtr="0" compatLnSpc="1"/>
              <a:lstStyle/>
              <a:p>
                <a:endParaRPr lang="en-US"/>
              </a:p>
            </p:txBody>
          </p:sp>
        </p:grpSp>
        <p:sp>
          <p:nvSpPr>
            <p:cNvPr id="163" name="Freeform 33"/>
            <p:cNvSpPr>
              <a:spLocks noEditPoints="1"/>
            </p:cNvSpPr>
            <p:nvPr/>
          </p:nvSpPr>
          <p:spPr bwMode="auto">
            <a:xfrm flipH="1">
              <a:off x="2917906" y="4440317"/>
              <a:ext cx="625000" cy="425531"/>
            </a:xfrm>
            <a:custGeom>
              <a:avLst/>
              <a:gdLst>
                <a:gd name="T0" fmla="*/ 135 w 157"/>
                <a:gd name="T1" fmla="*/ 47 h 107"/>
                <a:gd name="T2" fmla="*/ 137 w 157"/>
                <a:gd name="T3" fmla="*/ 37 h 107"/>
                <a:gd name="T4" fmla="*/ 100 w 157"/>
                <a:gd name="T5" fmla="*/ 0 h 107"/>
                <a:gd name="T6" fmla="*/ 73 w 157"/>
                <a:gd name="T7" fmla="*/ 18 h 107"/>
                <a:gd name="T8" fmla="*/ 46 w 157"/>
                <a:gd name="T9" fmla="*/ 8 h 107"/>
                <a:gd name="T10" fmla="*/ 20 w 157"/>
                <a:gd name="T11" fmla="*/ 40 h 107"/>
                <a:gd name="T12" fmla="*/ 21 w 157"/>
                <a:gd name="T13" fmla="*/ 47 h 107"/>
                <a:gd name="T14" fmla="*/ 0 w 157"/>
                <a:gd name="T15" fmla="*/ 76 h 107"/>
                <a:gd name="T16" fmla="*/ 31 w 157"/>
                <a:gd name="T17" fmla="*/ 107 h 107"/>
                <a:gd name="T18" fmla="*/ 126 w 157"/>
                <a:gd name="T19" fmla="*/ 107 h 107"/>
                <a:gd name="T20" fmla="*/ 157 w 157"/>
                <a:gd name="T21" fmla="*/ 76 h 107"/>
                <a:gd name="T22" fmla="*/ 135 w 157"/>
                <a:gd name="T23" fmla="*/ 47 h 107"/>
                <a:gd name="T24" fmla="*/ 120 w 157"/>
                <a:gd name="T25" fmla="*/ 101 h 107"/>
                <a:gd name="T26" fmla="*/ 79 w 157"/>
                <a:gd name="T27" fmla="*/ 101 h 107"/>
                <a:gd name="T28" fmla="*/ 104 w 157"/>
                <a:gd name="T29" fmla="*/ 76 h 107"/>
                <a:gd name="T30" fmla="*/ 103 w 157"/>
                <a:gd name="T31" fmla="*/ 73 h 107"/>
                <a:gd name="T32" fmla="*/ 92 w 157"/>
                <a:gd name="T33" fmla="*/ 73 h 107"/>
                <a:gd name="T34" fmla="*/ 92 w 157"/>
                <a:gd name="T35" fmla="*/ 68 h 107"/>
                <a:gd name="T36" fmla="*/ 92 w 157"/>
                <a:gd name="T37" fmla="*/ 37 h 107"/>
                <a:gd name="T38" fmla="*/ 90 w 157"/>
                <a:gd name="T39" fmla="*/ 36 h 107"/>
                <a:gd name="T40" fmla="*/ 64 w 157"/>
                <a:gd name="T41" fmla="*/ 36 h 107"/>
                <a:gd name="T42" fmla="*/ 62 w 157"/>
                <a:gd name="T43" fmla="*/ 38 h 107"/>
                <a:gd name="T44" fmla="*/ 62 w 157"/>
                <a:gd name="T45" fmla="*/ 68 h 107"/>
                <a:gd name="T46" fmla="*/ 62 w 157"/>
                <a:gd name="T47" fmla="*/ 73 h 107"/>
                <a:gd name="T48" fmla="*/ 51 w 157"/>
                <a:gd name="T49" fmla="*/ 73 h 107"/>
                <a:gd name="T50" fmla="*/ 51 w 157"/>
                <a:gd name="T51" fmla="*/ 76 h 107"/>
                <a:gd name="T52" fmla="*/ 76 w 157"/>
                <a:gd name="T53" fmla="*/ 101 h 107"/>
                <a:gd name="T54" fmla="*/ 38 w 157"/>
                <a:gd name="T55" fmla="*/ 101 h 107"/>
                <a:gd name="T56" fmla="*/ 11 w 157"/>
                <a:gd name="T57" fmla="*/ 75 h 107"/>
                <a:gd name="T58" fmla="*/ 29 w 157"/>
                <a:gd name="T59" fmla="*/ 50 h 107"/>
                <a:gd name="T60" fmla="*/ 28 w 157"/>
                <a:gd name="T61" fmla="*/ 44 h 107"/>
                <a:gd name="T62" fmla="*/ 51 w 157"/>
                <a:gd name="T63" fmla="*/ 17 h 107"/>
                <a:gd name="T64" fmla="*/ 75 w 157"/>
                <a:gd name="T65" fmla="*/ 30 h 107"/>
                <a:gd name="T66" fmla="*/ 98 w 157"/>
                <a:gd name="T67" fmla="*/ 11 h 107"/>
                <a:gd name="T68" fmla="*/ 128 w 157"/>
                <a:gd name="T69" fmla="*/ 42 h 107"/>
                <a:gd name="T70" fmla="*/ 127 w 157"/>
                <a:gd name="T71" fmla="*/ 50 h 107"/>
                <a:gd name="T72" fmla="*/ 147 w 157"/>
                <a:gd name="T73" fmla="*/ 75 h 107"/>
                <a:gd name="T74" fmla="*/ 120 w 157"/>
                <a:gd name="T75" fmla="*/ 10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7" h="107">
                  <a:moveTo>
                    <a:pt x="135" y="47"/>
                  </a:moveTo>
                  <a:cubicBezTo>
                    <a:pt x="136" y="44"/>
                    <a:pt x="137" y="40"/>
                    <a:pt x="137" y="37"/>
                  </a:cubicBezTo>
                  <a:cubicBezTo>
                    <a:pt x="137" y="17"/>
                    <a:pt x="120" y="0"/>
                    <a:pt x="100" y="0"/>
                  </a:cubicBezTo>
                  <a:cubicBezTo>
                    <a:pt x="76" y="0"/>
                    <a:pt x="73" y="18"/>
                    <a:pt x="73" y="18"/>
                  </a:cubicBezTo>
                  <a:cubicBezTo>
                    <a:pt x="73" y="18"/>
                    <a:pt x="63" y="6"/>
                    <a:pt x="46" y="8"/>
                  </a:cubicBezTo>
                  <a:cubicBezTo>
                    <a:pt x="30" y="11"/>
                    <a:pt x="20" y="25"/>
                    <a:pt x="20" y="40"/>
                  </a:cubicBezTo>
                  <a:cubicBezTo>
                    <a:pt x="20" y="42"/>
                    <a:pt x="20" y="45"/>
                    <a:pt x="21" y="47"/>
                  </a:cubicBezTo>
                  <a:cubicBezTo>
                    <a:pt x="9" y="51"/>
                    <a:pt x="0" y="63"/>
                    <a:pt x="0" y="76"/>
                  </a:cubicBezTo>
                  <a:cubicBezTo>
                    <a:pt x="0" y="93"/>
                    <a:pt x="14" y="107"/>
                    <a:pt x="31" y="107"/>
                  </a:cubicBezTo>
                  <a:cubicBezTo>
                    <a:pt x="126" y="107"/>
                    <a:pt x="126" y="107"/>
                    <a:pt x="126" y="107"/>
                  </a:cubicBezTo>
                  <a:cubicBezTo>
                    <a:pt x="143" y="107"/>
                    <a:pt x="157" y="93"/>
                    <a:pt x="157" y="76"/>
                  </a:cubicBezTo>
                  <a:cubicBezTo>
                    <a:pt x="157" y="62"/>
                    <a:pt x="148" y="51"/>
                    <a:pt x="135" y="47"/>
                  </a:cubicBezTo>
                  <a:close/>
                  <a:moveTo>
                    <a:pt x="120" y="101"/>
                  </a:moveTo>
                  <a:cubicBezTo>
                    <a:pt x="79" y="101"/>
                    <a:pt x="79" y="101"/>
                    <a:pt x="79" y="101"/>
                  </a:cubicBezTo>
                  <a:cubicBezTo>
                    <a:pt x="82" y="97"/>
                    <a:pt x="104" y="76"/>
                    <a:pt x="104" y="76"/>
                  </a:cubicBezTo>
                  <a:cubicBezTo>
                    <a:pt x="104" y="76"/>
                    <a:pt x="107" y="73"/>
                    <a:pt x="103" y="73"/>
                  </a:cubicBezTo>
                  <a:cubicBezTo>
                    <a:pt x="99" y="73"/>
                    <a:pt x="92" y="73"/>
                    <a:pt x="92" y="73"/>
                  </a:cubicBezTo>
                  <a:cubicBezTo>
                    <a:pt x="92" y="73"/>
                    <a:pt x="92" y="71"/>
                    <a:pt x="92" y="68"/>
                  </a:cubicBezTo>
                  <a:cubicBezTo>
                    <a:pt x="92" y="60"/>
                    <a:pt x="92" y="44"/>
                    <a:pt x="92" y="37"/>
                  </a:cubicBezTo>
                  <a:cubicBezTo>
                    <a:pt x="92" y="37"/>
                    <a:pt x="92" y="36"/>
                    <a:pt x="90" y="36"/>
                  </a:cubicBezTo>
                  <a:cubicBezTo>
                    <a:pt x="88" y="36"/>
                    <a:pt x="67" y="36"/>
                    <a:pt x="64" y="36"/>
                  </a:cubicBezTo>
                  <a:cubicBezTo>
                    <a:pt x="62" y="36"/>
                    <a:pt x="62" y="38"/>
                    <a:pt x="62" y="38"/>
                  </a:cubicBezTo>
                  <a:cubicBezTo>
                    <a:pt x="62" y="44"/>
                    <a:pt x="62" y="60"/>
                    <a:pt x="62" y="68"/>
                  </a:cubicBezTo>
                  <a:cubicBezTo>
                    <a:pt x="62" y="71"/>
                    <a:pt x="62" y="73"/>
                    <a:pt x="62" y="73"/>
                  </a:cubicBezTo>
                  <a:cubicBezTo>
                    <a:pt x="62" y="73"/>
                    <a:pt x="54" y="73"/>
                    <a:pt x="51" y="73"/>
                  </a:cubicBezTo>
                  <a:cubicBezTo>
                    <a:pt x="48" y="73"/>
                    <a:pt x="51" y="76"/>
                    <a:pt x="51" y="76"/>
                  </a:cubicBezTo>
                  <a:cubicBezTo>
                    <a:pt x="76" y="101"/>
                    <a:pt x="76" y="101"/>
                    <a:pt x="76" y="101"/>
                  </a:cubicBezTo>
                  <a:cubicBezTo>
                    <a:pt x="38" y="101"/>
                    <a:pt x="38" y="101"/>
                    <a:pt x="38" y="101"/>
                  </a:cubicBezTo>
                  <a:cubicBezTo>
                    <a:pt x="23" y="101"/>
                    <a:pt x="11" y="89"/>
                    <a:pt x="11" y="75"/>
                  </a:cubicBezTo>
                  <a:cubicBezTo>
                    <a:pt x="11" y="63"/>
                    <a:pt x="19" y="54"/>
                    <a:pt x="29" y="50"/>
                  </a:cubicBezTo>
                  <a:cubicBezTo>
                    <a:pt x="28" y="48"/>
                    <a:pt x="28" y="46"/>
                    <a:pt x="28" y="44"/>
                  </a:cubicBezTo>
                  <a:cubicBezTo>
                    <a:pt x="28" y="32"/>
                    <a:pt x="37" y="20"/>
                    <a:pt x="51" y="17"/>
                  </a:cubicBezTo>
                  <a:cubicBezTo>
                    <a:pt x="66" y="16"/>
                    <a:pt x="75" y="30"/>
                    <a:pt x="75" y="30"/>
                  </a:cubicBezTo>
                  <a:cubicBezTo>
                    <a:pt x="75" y="30"/>
                    <a:pt x="77" y="11"/>
                    <a:pt x="98" y="11"/>
                  </a:cubicBezTo>
                  <a:cubicBezTo>
                    <a:pt x="115" y="11"/>
                    <a:pt x="128" y="25"/>
                    <a:pt x="128" y="42"/>
                  </a:cubicBezTo>
                  <a:cubicBezTo>
                    <a:pt x="128" y="45"/>
                    <a:pt x="128" y="48"/>
                    <a:pt x="127" y="50"/>
                  </a:cubicBezTo>
                  <a:cubicBezTo>
                    <a:pt x="138" y="53"/>
                    <a:pt x="147" y="63"/>
                    <a:pt x="147" y="75"/>
                  </a:cubicBezTo>
                  <a:cubicBezTo>
                    <a:pt x="147" y="89"/>
                    <a:pt x="135" y="101"/>
                    <a:pt x="120" y="101"/>
                  </a:cubicBezTo>
                  <a:close/>
                </a:path>
              </a:pathLst>
            </a:custGeom>
            <a:solidFill>
              <a:schemeClr val="bg1">
                <a:lumMod val="50000"/>
              </a:schemeClr>
            </a:solidFill>
            <a:ln>
              <a:noFill/>
            </a:ln>
          </p:spPr>
          <p:txBody>
            <a:bodyPr vert="horz" wrap="square" lIns="91440" tIns="45720" rIns="91440" bIns="45720" numCol="1" anchor="t" anchorCtr="0" compatLnSpc="1"/>
            <a:lstStyle/>
            <a:p>
              <a:endParaRPr lang="en-US"/>
            </a:p>
          </p:txBody>
        </p:sp>
      </p:grpSp>
      <p:grpSp>
        <p:nvGrpSpPr>
          <p:cNvPr id="166" name="Group 165"/>
          <p:cNvGrpSpPr/>
          <p:nvPr/>
        </p:nvGrpSpPr>
        <p:grpSpPr>
          <a:xfrm>
            <a:off x="5094241" y="2719563"/>
            <a:ext cx="563192" cy="1035758"/>
            <a:chOff x="847434" y="3916473"/>
            <a:chExt cx="864710" cy="1590274"/>
          </a:xfrm>
        </p:grpSpPr>
        <p:grpSp>
          <p:nvGrpSpPr>
            <p:cNvPr id="142" name="Group 141"/>
            <p:cNvGrpSpPr/>
            <p:nvPr/>
          </p:nvGrpSpPr>
          <p:grpSpPr>
            <a:xfrm flipH="1">
              <a:off x="847434" y="3916473"/>
              <a:ext cx="752649" cy="1590274"/>
              <a:chOff x="4139969" y="2800350"/>
              <a:chExt cx="917575" cy="1938747"/>
            </a:xfrm>
          </p:grpSpPr>
          <p:sp>
            <p:nvSpPr>
              <p:cNvPr id="144" name="Freeform 28"/>
              <p:cNvSpPr>
                <a:spLocks noEditPoints="1"/>
              </p:cNvSpPr>
              <p:nvPr/>
            </p:nvSpPr>
            <p:spPr bwMode="auto">
              <a:xfrm>
                <a:off x="4139969" y="2800350"/>
                <a:ext cx="917575" cy="1938747"/>
              </a:xfrm>
              <a:custGeom>
                <a:avLst/>
                <a:gdLst>
                  <a:gd name="T0" fmla="*/ 214 w 214"/>
                  <a:gd name="T1" fmla="*/ 30 h 453"/>
                  <a:gd name="T2" fmla="*/ 184 w 214"/>
                  <a:gd name="T3" fmla="*/ 0 h 453"/>
                  <a:gd name="T4" fmla="*/ 31 w 214"/>
                  <a:gd name="T5" fmla="*/ 0 h 453"/>
                  <a:gd name="T6" fmla="*/ 0 w 214"/>
                  <a:gd name="T7" fmla="*/ 30 h 453"/>
                  <a:gd name="T8" fmla="*/ 0 w 214"/>
                  <a:gd name="T9" fmla="*/ 423 h 453"/>
                  <a:gd name="T10" fmla="*/ 31 w 214"/>
                  <a:gd name="T11" fmla="*/ 453 h 453"/>
                  <a:gd name="T12" fmla="*/ 184 w 214"/>
                  <a:gd name="T13" fmla="*/ 453 h 453"/>
                  <a:gd name="T14" fmla="*/ 214 w 214"/>
                  <a:gd name="T15" fmla="*/ 423 h 453"/>
                  <a:gd name="T16" fmla="*/ 214 w 214"/>
                  <a:gd name="T17" fmla="*/ 30 h 453"/>
                  <a:gd name="T18" fmla="*/ 130 w 214"/>
                  <a:gd name="T19" fmla="*/ 40 h 453"/>
                  <a:gd name="T20" fmla="*/ 125 w 214"/>
                  <a:gd name="T21" fmla="*/ 45 h 453"/>
                  <a:gd name="T22" fmla="*/ 92 w 214"/>
                  <a:gd name="T23" fmla="*/ 45 h 453"/>
                  <a:gd name="T24" fmla="*/ 87 w 214"/>
                  <a:gd name="T25" fmla="*/ 40 h 453"/>
                  <a:gd name="T26" fmla="*/ 87 w 214"/>
                  <a:gd name="T27" fmla="*/ 40 h 453"/>
                  <a:gd name="T28" fmla="*/ 92 w 214"/>
                  <a:gd name="T29" fmla="*/ 35 h 453"/>
                  <a:gd name="T30" fmla="*/ 125 w 214"/>
                  <a:gd name="T31" fmla="*/ 35 h 453"/>
                  <a:gd name="T32" fmla="*/ 130 w 214"/>
                  <a:gd name="T33" fmla="*/ 40 h 453"/>
                  <a:gd name="T34" fmla="*/ 200 w 214"/>
                  <a:gd name="T35" fmla="*/ 389 h 453"/>
                  <a:gd name="T36" fmla="*/ 18 w 214"/>
                  <a:gd name="T37" fmla="*/ 389 h 453"/>
                  <a:gd name="T38" fmla="*/ 18 w 214"/>
                  <a:gd name="T39" fmla="*/ 65 h 453"/>
                  <a:gd name="T40" fmla="*/ 200 w 214"/>
                  <a:gd name="T41" fmla="*/ 65 h 453"/>
                  <a:gd name="T42" fmla="*/ 200 w 214"/>
                  <a:gd name="T43" fmla="*/ 389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4" h="453">
                    <a:moveTo>
                      <a:pt x="214" y="30"/>
                    </a:moveTo>
                    <a:cubicBezTo>
                      <a:pt x="214" y="14"/>
                      <a:pt x="201" y="0"/>
                      <a:pt x="184" y="0"/>
                    </a:cubicBezTo>
                    <a:cubicBezTo>
                      <a:pt x="31" y="0"/>
                      <a:pt x="31" y="0"/>
                      <a:pt x="31" y="0"/>
                    </a:cubicBezTo>
                    <a:cubicBezTo>
                      <a:pt x="14" y="0"/>
                      <a:pt x="0" y="14"/>
                      <a:pt x="0" y="30"/>
                    </a:cubicBezTo>
                    <a:cubicBezTo>
                      <a:pt x="0" y="423"/>
                      <a:pt x="0" y="423"/>
                      <a:pt x="0" y="423"/>
                    </a:cubicBezTo>
                    <a:cubicBezTo>
                      <a:pt x="0" y="440"/>
                      <a:pt x="14" y="453"/>
                      <a:pt x="31" y="453"/>
                    </a:cubicBezTo>
                    <a:cubicBezTo>
                      <a:pt x="184" y="453"/>
                      <a:pt x="184" y="453"/>
                      <a:pt x="184" y="453"/>
                    </a:cubicBezTo>
                    <a:cubicBezTo>
                      <a:pt x="201" y="453"/>
                      <a:pt x="214" y="440"/>
                      <a:pt x="214" y="423"/>
                    </a:cubicBezTo>
                    <a:lnTo>
                      <a:pt x="214" y="30"/>
                    </a:lnTo>
                    <a:close/>
                    <a:moveTo>
                      <a:pt x="130" y="40"/>
                    </a:moveTo>
                    <a:cubicBezTo>
                      <a:pt x="130" y="43"/>
                      <a:pt x="128" y="45"/>
                      <a:pt x="125" y="45"/>
                    </a:cubicBezTo>
                    <a:cubicBezTo>
                      <a:pt x="92" y="45"/>
                      <a:pt x="92" y="45"/>
                      <a:pt x="92" y="45"/>
                    </a:cubicBezTo>
                    <a:cubicBezTo>
                      <a:pt x="90" y="45"/>
                      <a:pt x="87" y="43"/>
                      <a:pt x="87" y="40"/>
                    </a:cubicBezTo>
                    <a:cubicBezTo>
                      <a:pt x="87" y="40"/>
                      <a:pt x="87" y="40"/>
                      <a:pt x="87" y="40"/>
                    </a:cubicBezTo>
                    <a:cubicBezTo>
                      <a:pt x="87" y="37"/>
                      <a:pt x="90" y="35"/>
                      <a:pt x="92" y="35"/>
                    </a:cubicBezTo>
                    <a:cubicBezTo>
                      <a:pt x="125" y="35"/>
                      <a:pt x="125" y="35"/>
                      <a:pt x="125" y="35"/>
                    </a:cubicBezTo>
                    <a:cubicBezTo>
                      <a:pt x="128" y="35"/>
                      <a:pt x="130" y="37"/>
                      <a:pt x="130" y="40"/>
                    </a:cubicBezTo>
                    <a:close/>
                    <a:moveTo>
                      <a:pt x="200" y="389"/>
                    </a:moveTo>
                    <a:cubicBezTo>
                      <a:pt x="18" y="389"/>
                      <a:pt x="18" y="389"/>
                      <a:pt x="18" y="389"/>
                    </a:cubicBezTo>
                    <a:cubicBezTo>
                      <a:pt x="18" y="65"/>
                      <a:pt x="18" y="65"/>
                      <a:pt x="18" y="65"/>
                    </a:cubicBezTo>
                    <a:cubicBezTo>
                      <a:pt x="200" y="65"/>
                      <a:pt x="200" y="65"/>
                      <a:pt x="200" y="65"/>
                    </a:cubicBezTo>
                    <a:lnTo>
                      <a:pt x="200" y="389"/>
                    </a:ln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45" name="Rectangle 144"/>
              <p:cNvSpPr/>
              <p:nvPr/>
            </p:nvSpPr>
            <p:spPr>
              <a:xfrm>
                <a:off x="4217756" y="3083923"/>
                <a:ext cx="777240" cy="137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4" name="Freeform 63"/>
            <p:cNvSpPr/>
            <p:nvPr/>
          </p:nvSpPr>
          <p:spPr bwMode="auto">
            <a:xfrm>
              <a:off x="1202008" y="4468316"/>
              <a:ext cx="510136" cy="486585"/>
            </a:xfrm>
            <a:custGeom>
              <a:avLst/>
              <a:gdLst>
                <a:gd name="T0" fmla="*/ 0 w 65"/>
                <a:gd name="T1" fmla="*/ 44 h 62"/>
                <a:gd name="T2" fmla="*/ 8 w 65"/>
                <a:gd name="T3" fmla="*/ 44 h 62"/>
                <a:gd name="T4" fmla="*/ 0 w 65"/>
                <a:gd name="T5" fmla="*/ 62 h 62"/>
                <a:gd name="T6" fmla="*/ 22 w 65"/>
                <a:gd name="T7" fmla="*/ 44 h 62"/>
                <a:gd name="T8" fmla="*/ 65 w 65"/>
                <a:gd name="T9" fmla="*/ 44 h 62"/>
                <a:gd name="T10" fmla="*/ 65 w 65"/>
                <a:gd name="T11" fmla="*/ 0 h 62"/>
                <a:gd name="T12" fmla="*/ 0 w 65"/>
                <a:gd name="T13" fmla="*/ 0 h 62"/>
                <a:gd name="T14" fmla="*/ 0 w 65"/>
                <a:gd name="T15" fmla="*/ 44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62">
                  <a:moveTo>
                    <a:pt x="0" y="44"/>
                  </a:moveTo>
                  <a:lnTo>
                    <a:pt x="8" y="44"/>
                  </a:lnTo>
                  <a:lnTo>
                    <a:pt x="0" y="62"/>
                  </a:lnTo>
                  <a:lnTo>
                    <a:pt x="22" y="44"/>
                  </a:lnTo>
                  <a:lnTo>
                    <a:pt x="65" y="44"/>
                  </a:lnTo>
                  <a:lnTo>
                    <a:pt x="65" y="0"/>
                  </a:lnTo>
                  <a:lnTo>
                    <a:pt x="0" y="0"/>
                  </a:lnTo>
                  <a:lnTo>
                    <a:pt x="0" y="44"/>
                  </a:lnTo>
                  <a:close/>
                </a:path>
              </a:pathLst>
            </a:custGeom>
            <a:solidFill>
              <a:schemeClr val="bg1">
                <a:lumMod val="50000"/>
              </a:schemeClr>
            </a:solidFill>
            <a:ln>
              <a:noFill/>
            </a:ln>
          </p:spPr>
          <p:txBody>
            <a:bodyPr vert="horz" wrap="square" lIns="91440" tIns="45720" rIns="91440" bIns="45720" numCol="1" anchor="t" anchorCtr="0" compatLnSpc="1"/>
            <a:lstStyle/>
            <a:p>
              <a:endParaRPr lang="en-US"/>
            </a:p>
          </p:txBody>
        </p:sp>
      </p:grpSp>
      <p:grpSp>
        <p:nvGrpSpPr>
          <p:cNvPr id="168" name="Group 167"/>
          <p:cNvGrpSpPr/>
          <p:nvPr/>
        </p:nvGrpSpPr>
        <p:grpSpPr>
          <a:xfrm>
            <a:off x="5856590" y="2748131"/>
            <a:ext cx="2253869" cy="1181770"/>
            <a:chOff x="4576294" y="3697345"/>
            <a:chExt cx="3460527" cy="1814456"/>
          </a:xfrm>
        </p:grpSpPr>
        <p:grpSp>
          <p:nvGrpSpPr>
            <p:cNvPr id="120" name="Group 119"/>
            <p:cNvGrpSpPr/>
            <p:nvPr/>
          </p:nvGrpSpPr>
          <p:grpSpPr>
            <a:xfrm flipH="1">
              <a:off x="4576294" y="3697345"/>
              <a:ext cx="3460527" cy="1814456"/>
              <a:chOff x="6720107" y="2110201"/>
              <a:chExt cx="2042893" cy="1071149"/>
            </a:xfrm>
          </p:grpSpPr>
          <p:sp>
            <p:nvSpPr>
              <p:cNvPr id="122" name="Freeform 67"/>
              <p:cNvSpPr/>
              <p:nvPr/>
            </p:nvSpPr>
            <p:spPr bwMode="auto">
              <a:xfrm>
                <a:off x="6989924" y="2110201"/>
                <a:ext cx="1507318" cy="1014346"/>
              </a:xfrm>
              <a:custGeom>
                <a:avLst/>
                <a:gdLst>
                  <a:gd name="T0" fmla="*/ 966 w 966"/>
                  <a:gd name="T1" fmla="*/ 621 h 650"/>
                  <a:gd name="T2" fmla="*/ 944 w 966"/>
                  <a:gd name="T3" fmla="*/ 650 h 650"/>
                  <a:gd name="T4" fmla="*/ 23 w 966"/>
                  <a:gd name="T5" fmla="*/ 650 h 650"/>
                  <a:gd name="T6" fmla="*/ 0 w 966"/>
                  <a:gd name="T7" fmla="*/ 621 h 650"/>
                  <a:gd name="T8" fmla="*/ 0 w 966"/>
                  <a:gd name="T9" fmla="*/ 29 h 650"/>
                  <a:gd name="T10" fmla="*/ 23 w 966"/>
                  <a:gd name="T11" fmla="*/ 0 h 650"/>
                  <a:gd name="T12" fmla="*/ 944 w 966"/>
                  <a:gd name="T13" fmla="*/ 0 h 650"/>
                  <a:gd name="T14" fmla="*/ 966 w 966"/>
                  <a:gd name="T15" fmla="*/ 29 h 650"/>
                  <a:gd name="T16" fmla="*/ 966 w 966"/>
                  <a:gd name="T17" fmla="*/ 621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66" h="650">
                    <a:moveTo>
                      <a:pt x="966" y="621"/>
                    </a:moveTo>
                    <a:cubicBezTo>
                      <a:pt x="966" y="637"/>
                      <a:pt x="956" y="650"/>
                      <a:pt x="944" y="650"/>
                    </a:cubicBezTo>
                    <a:cubicBezTo>
                      <a:pt x="23" y="650"/>
                      <a:pt x="23" y="650"/>
                      <a:pt x="23" y="650"/>
                    </a:cubicBezTo>
                    <a:cubicBezTo>
                      <a:pt x="10" y="650"/>
                      <a:pt x="0" y="637"/>
                      <a:pt x="0" y="621"/>
                    </a:cubicBezTo>
                    <a:cubicBezTo>
                      <a:pt x="0" y="29"/>
                      <a:pt x="0" y="29"/>
                      <a:pt x="0" y="29"/>
                    </a:cubicBezTo>
                    <a:cubicBezTo>
                      <a:pt x="0" y="13"/>
                      <a:pt x="10" y="0"/>
                      <a:pt x="23" y="0"/>
                    </a:cubicBezTo>
                    <a:cubicBezTo>
                      <a:pt x="944" y="0"/>
                      <a:pt x="944" y="0"/>
                      <a:pt x="944" y="0"/>
                    </a:cubicBezTo>
                    <a:cubicBezTo>
                      <a:pt x="956" y="0"/>
                      <a:pt x="966" y="13"/>
                      <a:pt x="966" y="29"/>
                    </a:cubicBezTo>
                    <a:lnTo>
                      <a:pt x="966" y="62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23" name="Rectangle 68"/>
              <p:cNvSpPr>
                <a:spLocks noChangeArrowheads="1"/>
              </p:cNvSpPr>
              <p:nvPr/>
            </p:nvSpPr>
            <p:spPr bwMode="auto">
              <a:xfrm>
                <a:off x="7050784" y="2162947"/>
                <a:ext cx="1389654" cy="8601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sp>
            <p:nvSpPr>
              <p:cNvPr id="124" name="Freeform 69"/>
              <p:cNvSpPr/>
              <p:nvPr/>
            </p:nvSpPr>
            <p:spPr bwMode="auto">
              <a:xfrm>
                <a:off x="6720107" y="3132661"/>
                <a:ext cx="2032749" cy="48689"/>
              </a:xfrm>
              <a:custGeom>
                <a:avLst/>
                <a:gdLst>
                  <a:gd name="T0" fmla="*/ 8 w 1302"/>
                  <a:gd name="T1" fmla="*/ 4 h 32"/>
                  <a:gd name="T2" fmla="*/ 57 w 1302"/>
                  <a:gd name="T3" fmla="*/ 32 h 32"/>
                  <a:gd name="T4" fmla="*/ 1252 w 1302"/>
                  <a:gd name="T5" fmla="*/ 32 h 32"/>
                  <a:gd name="T6" fmla="*/ 1302 w 1302"/>
                  <a:gd name="T7" fmla="*/ 10 h 32"/>
                  <a:gd name="T8" fmla="*/ 1302 w 1302"/>
                  <a:gd name="T9" fmla="*/ 0 h 32"/>
                  <a:gd name="T10" fmla="*/ 8 w 1302"/>
                  <a:gd name="T11" fmla="*/ 4 h 32"/>
                </a:gdLst>
                <a:ahLst/>
                <a:cxnLst>
                  <a:cxn ang="0">
                    <a:pos x="T0" y="T1"/>
                  </a:cxn>
                  <a:cxn ang="0">
                    <a:pos x="T2" y="T3"/>
                  </a:cxn>
                  <a:cxn ang="0">
                    <a:pos x="T4" y="T5"/>
                  </a:cxn>
                  <a:cxn ang="0">
                    <a:pos x="T6" y="T7"/>
                  </a:cxn>
                  <a:cxn ang="0">
                    <a:pos x="T8" y="T9"/>
                  </a:cxn>
                  <a:cxn ang="0">
                    <a:pos x="T10" y="T11"/>
                  </a:cxn>
                </a:cxnLst>
                <a:rect l="0" t="0" r="r" b="b"/>
                <a:pathLst>
                  <a:path w="1302" h="32">
                    <a:moveTo>
                      <a:pt x="8" y="4"/>
                    </a:moveTo>
                    <a:cubicBezTo>
                      <a:pt x="8" y="4"/>
                      <a:pt x="0" y="19"/>
                      <a:pt x="57" y="32"/>
                    </a:cubicBezTo>
                    <a:cubicBezTo>
                      <a:pt x="1252" y="32"/>
                      <a:pt x="1252" y="32"/>
                      <a:pt x="1252" y="32"/>
                    </a:cubicBezTo>
                    <a:cubicBezTo>
                      <a:pt x="1252" y="32"/>
                      <a:pt x="1292" y="29"/>
                      <a:pt x="1302" y="10"/>
                    </a:cubicBezTo>
                    <a:cubicBezTo>
                      <a:pt x="1302" y="0"/>
                      <a:pt x="1302" y="0"/>
                      <a:pt x="1302" y="0"/>
                    </a:cubicBezTo>
                    <a:lnTo>
                      <a:pt x="8" y="4"/>
                    </a:lnTo>
                    <a:close/>
                  </a:path>
                </a:pathLst>
              </a:custGeom>
              <a:solidFill>
                <a:srgbClr val="5F676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pic>
            <p:nvPicPr>
              <p:cNvPr id="125" name="Picture 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6194" y="3086001"/>
                <a:ext cx="2036806" cy="7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 name="Freeform 71"/>
              <p:cNvSpPr/>
              <p:nvPr/>
            </p:nvSpPr>
            <p:spPr bwMode="auto">
              <a:xfrm>
                <a:off x="8586503" y="3118460"/>
                <a:ext cx="75062" cy="8115"/>
              </a:xfrm>
              <a:custGeom>
                <a:avLst/>
                <a:gdLst>
                  <a:gd name="T0" fmla="*/ 48 w 48"/>
                  <a:gd name="T1" fmla="*/ 2 h 5"/>
                  <a:gd name="T2" fmla="*/ 46 w 48"/>
                  <a:gd name="T3" fmla="*/ 5 h 5"/>
                  <a:gd name="T4" fmla="*/ 2 w 48"/>
                  <a:gd name="T5" fmla="*/ 5 h 5"/>
                  <a:gd name="T6" fmla="*/ 0 w 48"/>
                  <a:gd name="T7" fmla="*/ 2 h 5"/>
                  <a:gd name="T8" fmla="*/ 2 w 48"/>
                  <a:gd name="T9" fmla="*/ 0 h 5"/>
                  <a:gd name="T10" fmla="*/ 46 w 48"/>
                  <a:gd name="T11" fmla="*/ 0 h 5"/>
                  <a:gd name="T12" fmla="*/ 48 w 48"/>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48" h="5">
                    <a:moveTo>
                      <a:pt x="48" y="2"/>
                    </a:moveTo>
                    <a:cubicBezTo>
                      <a:pt x="48" y="4"/>
                      <a:pt x="47" y="5"/>
                      <a:pt x="46" y="5"/>
                    </a:cubicBezTo>
                    <a:cubicBezTo>
                      <a:pt x="2" y="5"/>
                      <a:pt x="2" y="5"/>
                      <a:pt x="2" y="5"/>
                    </a:cubicBezTo>
                    <a:cubicBezTo>
                      <a:pt x="1" y="5"/>
                      <a:pt x="0" y="4"/>
                      <a:pt x="0" y="2"/>
                    </a:cubicBezTo>
                    <a:cubicBezTo>
                      <a:pt x="0" y="1"/>
                      <a:pt x="1" y="0"/>
                      <a:pt x="2" y="0"/>
                    </a:cubicBezTo>
                    <a:cubicBezTo>
                      <a:pt x="46" y="0"/>
                      <a:pt x="46" y="0"/>
                      <a:pt x="46" y="0"/>
                    </a:cubicBezTo>
                    <a:cubicBezTo>
                      <a:pt x="47" y="0"/>
                      <a:pt x="48" y="1"/>
                      <a:pt x="48" y="2"/>
                    </a:cubicBezTo>
                    <a:close/>
                  </a:path>
                </a:pathLst>
              </a:custGeom>
              <a:solidFill>
                <a:srgbClr val="5F676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pic>
            <p:nvPicPr>
              <p:cNvPr id="127" name="Picture 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2444" y="3088030"/>
                <a:ext cx="300246" cy="42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 name="Picture 7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2444" y="3086001"/>
                <a:ext cx="32459" cy="38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 name="Picture 7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4761" y="3088030"/>
                <a:ext cx="275902" cy="42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 name="Picture 7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74433" y="3086001"/>
                <a:ext cx="14201" cy="14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5" name="Freeform 51"/>
            <p:cNvSpPr>
              <a:spLocks noEditPoints="1"/>
            </p:cNvSpPr>
            <p:nvPr/>
          </p:nvSpPr>
          <p:spPr bwMode="auto">
            <a:xfrm>
              <a:off x="5981393" y="4181154"/>
              <a:ext cx="667512" cy="668139"/>
            </a:xfrm>
            <a:custGeom>
              <a:avLst/>
              <a:gdLst>
                <a:gd name="T0" fmla="*/ 533 w 1065"/>
                <a:gd name="T1" fmla="*/ 0 h 1066"/>
                <a:gd name="T2" fmla="*/ 67 w 1065"/>
                <a:gd name="T3" fmla="*/ 999 h 1066"/>
                <a:gd name="T4" fmla="*/ 0 w 1065"/>
                <a:gd name="T5" fmla="*/ 1066 h 1066"/>
                <a:gd name="T6" fmla="*/ 1065 w 1065"/>
                <a:gd name="T7" fmla="*/ 267 h 1066"/>
                <a:gd name="T8" fmla="*/ 400 w 1065"/>
                <a:gd name="T9" fmla="*/ 999 h 1066"/>
                <a:gd name="T10" fmla="*/ 200 w 1065"/>
                <a:gd name="T11" fmla="*/ 866 h 1066"/>
                <a:gd name="T12" fmla="*/ 400 w 1065"/>
                <a:gd name="T13" fmla="*/ 999 h 1066"/>
                <a:gd name="T14" fmla="*/ 133 w 1065"/>
                <a:gd name="T15" fmla="*/ 733 h 1066"/>
                <a:gd name="T16" fmla="*/ 466 w 1065"/>
                <a:gd name="T17" fmla="*/ 666 h 1066"/>
                <a:gd name="T18" fmla="*/ 466 w 1065"/>
                <a:gd name="T19" fmla="*/ 600 h 1066"/>
                <a:gd name="T20" fmla="*/ 133 w 1065"/>
                <a:gd name="T21" fmla="*/ 533 h 1066"/>
                <a:gd name="T22" fmla="*/ 466 w 1065"/>
                <a:gd name="T23" fmla="*/ 600 h 1066"/>
                <a:gd name="T24" fmla="*/ 133 w 1065"/>
                <a:gd name="T25" fmla="*/ 466 h 1066"/>
                <a:gd name="T26" fmla="*/ 466 w 1065"/>
                <a:gd name="T27" fmla="*/ 400 h 1066"/>
                <a:gd name="T28" fmla="*/ 466 w 1065"/>
                <a:gd name="T29" fmla="*/ 333 h 1066"/>
                <a:gd name="T30" fmla="*/ 133 w 1065"/>
                <a:gd name="T31" fmla="*/ 267 h 1066"/>
                <a:gd name="T32" fmla="*/ 466 w 1065"/>
                <a:gd name="T33" fmla="*/ 333 h 1066"/>
                <a:gd name="T34" fmla="*/ 133 w 1065"/>
                <a:gd name="T35" fmla="*/ 200 h 1066"/>
                <a:gd name="T36" fmla="*/ 466 w 1065"/>
                <a:gd name="T37" fmla="*/ 134 h 1066"/>
                <a:gd name="T38" fmla="*/ 799 w 1065"/>
                <a:gd name="T39" fmla="*/ 932 h 1066"/>
                <a:gd name="T40" fmla="*/ 666 w 1065"/>
                <a:gd name="T41" fmla="*/ 799 h 1066"/>
                <a:gd name="T42" fmla="*/ 799 w 1065"/>
                <a:gd name="T43" fmla="*/ 932 h 1066"/>
                <a:gd name="T44" fmla="*/ 666 w 1065"/>
                <a:gd name="T45" fmla="*/ 733 h 1066"/>
                <a:gd name="T46" fmla="*/ 799 w 1065"/>
                <a:gd name="T47" fmla="*/ 600 h 1066"/>
                <a:gd name="T48" fmla="*/ 799 w 1065"/>
                <a:gd name="T49" fmla="*/ 533 h 1066"/>
                <a:gd name="T50" fmla="*/ 666 w 1065"/>
                <a:gd name="T51" fmla="*/ 400 h 1066"/>
                <a:gd name="T52" fmla="*/ 799 w 1065"/>
                <a:gd name="T53" fmla="*/ 533 h 1066"/>
                <a:gd name="T54" fmla="*/ 866 w 1065"/>
                <a:gd name="T55" fmla="*/ 932 h 1066"/>
                <a:gd name="T56" fmla="*/ 999 w 1065"/>
                <a:gd name="T57" fmla="*/ 799 h 1066"/>
                <a:gd name="T58" fmla="*/ 999 w 1065"/>
                <a:gd name="T59" fmla="*/ 733 h 1066"/>
                <a:gd name="T60" fmla="*/ 866 w 1065"/>
                <a:gd name="T61" fmla="*/ 600 h 1066"/>
                <a:gd name="T62" fmla="*/ 999 w 1065"/>
                <a:gd name="T63" fmla="*/ 733 h 1066"/>
                <a:gd name="T64" fmla="*/ 866 w 1065"/>
                <a:gd name="T65" fmla="*/ 533 h 1066"/>
                <a:gd name="T66" fmla="*/ 999 w 1065"/>
                <a:gd name="T67" fmla="*/ 400 h 10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65" h="1066">
                  <a:moveTo>
                    <a:pt x="533" y="267"/>
                  </a:moveTo>
                  <a:lnTo>
                    <a:pt x="533" y="0"/>
                  </a:lnTo>
                  <a:lnTo>
                    <a:pt x="67" y="0"/>
                  </a:lnTo>
                  <a:lnTo>
                    <a:pt x="67" y="999"/>
                  </a:lnTo>
                  <a:lnTo>
                    <a:pt x="0" y="999"/>
                  </a:lnTo>
                  <a:lnTo>
                    <a:pt x="0" y="1066"/>
                  </a:lnTo>
                  <a:lnTo>
                    <a:pt x="1065" y="1066"/>
                  </a:lnTo>
                  <a:lnTo>
                    <a:pt x="1065" y="267"/>
                  </a:lnTo>
                  <a:lnTo>
                    <a:pt x="533" y="267"/>
                  </a:lnTo>
                  <a:close/>
                  <a:moveTo>
                    <a:pt x="400" y="999"/>
                  </a:moveTo>
                  <a:lnTo>
                    <a:pt x="200" y="999"/>
                  </a:lnTo>
                  <a:lnTo>
                    <a:pt x="200" y="866"/>
                  </a:lnTo>
                  <a:lnTo>
                    <a:pt x="400" y="866"/>
                  </a:lnTo>
                  <a:lnTo>
                    <a:pt x="400" y="999"/>
                  </a:lnTo>
                  <a:close/>
                  <a:moveTo>
                    <a:pt x="466" y="733"/>
                  </a:moveTo>
                  <a:lnTo>
                    <a:pt x="133" y="733"/>
                  </a:lnTo>
                  <a:lnTo>
                    <a:pt x="133" y="666"/>
                  </a:lnTo>
                  <a:lnTo>
                    <a:pt x="466" y="666"/>
                  </a:lnTo>
                  <a:lnTo>
                    <a:pt x="466" y="733"/>
                  </a:lnTo>
                  <a:close/>
                  <a:moveTo>
                    <a:pt x="466" y="600"/>
                  </a:moveTo>
                  <a:lnTo>
                    <a:pt x="133" y="600"/>
                  </a:lnTo>
                  <a:lnTo>
                    <a:pt x="133" y="533"/>
                  </a:lnTo>
                  <a:lnTo>
                    <a:pt x="466" y="533"/>
                  </a:lnTo>
                  <a:lnTo>
                    <a:pt x="466" y="600"/>
                  </a:lnTo>
                  <a:close/>
                  <a:moveTo>
                    <a:pt x="466" y="466"/>
                  </a:moveTo>
                  <a:lnTo>
                    <a:pt x="133" y="466"/>
                  </a:lnTo>
                  <a:lnTo>
                    <a:pt x="133" y="400"/>
                  </a:lnTo>
                  <a:lnTo>
                    <a:pt x="466" y="400"/>
                  </a:lnTo>
                  <a:lnTo>
                    <a:pt x="466" y="466"/>
                  </a:lnTo>
                  <a:close/>
                  <a:moveTo>
                    <a:pt x="466" y="333"/>
                  </a:moveTo>
                  <a:lnTo>
                    <a:pt x="133" y="333"/>
                  </a:lnTo>
                  <a:lnTo>
                    <a:pt x="133" y="267"/>
                  </a:lnTo>
                  <a:lnTo>
                    <a:pt x="466" y="267"/>
                  </a:lnTo>
                  <a:lnTo>
                    <a:pt x="466" y="333"/>
                  </a:lnTo>
                  <a:close/>
                  <a:moveTo>
                    <a:pt x="466" y="200"/>
                  </a:moveTo>
                  <a:lnTo>
                    <a:pt x="133" y="200"/>
                  </a:lnTo>
                  <a:lnTo>
                    <a:pt x="133" y="134"/>
                  </a:lnTo>
                  <a:lnTo>
                    <a:pt x="466" y="134"/>
                  </a:lnTo>
                  <a:lnTo>
                    <a:pt x="466" y="200"/>
                  </a:lnTo>
                  <a:close/>
                  <a:moveTo>
                    <a:pt x="799" y="932"/>
                  </a:moveTo>
                  <a:lnTo>
                    <a:pt x="666" y="932"/>
                  </a:lnTo>
                  <a:lnTo>
                    <a:pt x="666" y="799"/>
                  </a:lnTo>
                  <a:lnTo>
                    <a:pt x="799" y="799"/>
                  </a:lnTo>
                  <a:lnTo>
                    <a:pt x="799" y="932"/>
                  </a:lnTo>
                  <a:close/>
                  <a:moveTo>
                    <a:pt x="799" y="733"/>
                  </a:moveTo>
                  <a:lnTo>
                    <a:pt x="666" y="733"/>
                  </a:lnTo>
                  <a:lnTo>
                    <a:pt x="666" y="600"/>
                  </a:lnTo>
                  <a:lnTo>
                    <a:pt x="799" y="600"/>
                  </a:lnTo>
                  <a:lnTo>
                    <a:pt x="799" y="733"/>
                  </a:lnTo>
                  <a:close/>
                  <a:moveTo>
                    <a:pt x="799" y="533"/>
                  </a:moveTo>
                  <a:lnTo>
                    <a:pt x="666" y="533"/>
                  </a:lnTo>
                  <a:lnTo>
                    <a:pt x="666" y="400"/>
                  </a:lnTo>
                  <a:lnTo>
                    <a:pt x="799" y="400"/>
                  </a:lnTo>
                  <a:lnTo>
                    <a:pt x="799" y="533"/>
                  </a:lnTo>
                  <a:close/>
                  <a:moveTo>
                    <a:pt x="999" y="932"/>
                  </a:moveTo>
                  <a:lnTo>
                    <a:pt x="866" y="932"/>
                  </a:lnTo>
                  <a:lnTo>
                    <a:pt x="866" y="799"/>
                  </a:lnTo>
                  <a:lnTo>
                    <a:pt x="999" y="799"/>
                  </a:lnTo>
                  <a:lnTo>
                    <a:pt x="999" y="932"/>
                  </a:lnTo>
                  <a:close/>
                  <a:moveTo>
                    <a:pt x="999" y="733"/>
                  </a:moveTo>
                  <a:lnTo>
                    <a:pt x="866" y="733"/>
                  </a:lnTo>
                  <a:lnTo>
                    <a:pt x="866" y="600"/>
                  </a:lnTo>
                  <a:lnTo>
                    <a:pt x="999" y="600"/>
                  </a:lnTo>
                  <a:lnTo>
                    <a:pt x="999" y="733"/>
                  </a:lnTo>
                  <a:close/>
                  <a:moveTo>
                    <a:pt x="999" y="533"/>
                  </a:moveTo>
                  <a:lnTo>
                    <a:pt x="866" y="533"/>
                  </a:lnTo>
                  <a:lnTo>
                    <a:pt x="866" y="400"/>
                  </a:lnTo>
                  <a:lnTo>
                    <a:pt x="999" y="400"/>
                  </a:lnTo>
                  <a:lnTo>
                    <a:pt x="999" y="533"/>
                  </a:lnTo>
                  <a:close/>
                </a:path>
              </a:pathLst>
            </a:custGeom>
            <a:solidFill>
              <a:schemeClr val="bg1">
                <a:lumMod val="50000"/>
              </a:schemeClr>
            </a:solidFill>
            <a:ln>
              <a:noFill/>
            </a:ln>
          </p:spPr>
          <p:txBody>
            <a:bodyPr vert="horz" wrap="square" lIns="68580" tIns="34290" rIns="68580" bIns="34290" numCol="1" anchor="t" anchorCtr="0" compatLnSpc="1"/>
            <a:lstStyle/>
            <a:p>
              <a:endParaRPr lang="id-ID" sz="1350"/>
            </a:p>
          </p:txBody>
        </p:sp>
      </p:grpSp>
      <p:grpSp>
        <p:nvGrpSpPr>
          <p:cNvPr id="175" name="Group 174"/>
          <p:cNvGrpSpPr/>
          <p:nvPr/>
        </p:nvGrpSpPr>
        <p:grpSpPr>
          <a:xfrm>
            <a:off x="6120848" y="1202860"/>
            <a:ext cx="1671701" cy="1333001"/>
            <a:chOff x="8785531" y="3539900"/>
            <a:chExt cx="2566682" cy="2046652"/>
          </a:xfrm>
        </p:grpSpPr>
        <p:grpSp>
          <p:nvGrpSpPr>
            <p:cNvPr id="147" name="Group 146"/>
            <p:cNvGrpSpPr/>
            <p:nvPr/>
          </p:nvGrpSpPr>
          <p:grpSpPr>
            <a:xfrm flipH="1">
              <a:off x="8785531" y="3539900"/>
              <a:ext cx="2566682" cy="2046652"/>
              <a:chOff x="3276600" y="1830373"/>
              <a:chExt cx="2172662" cy="1732464"/>
            </a:xfrm>
          </p:grpSpPr>
          <p:grpSp>
            <p:nvGrpSpPr>
              <p:cNvPr id="149" name="Group 148"/>
              <p:cNvGrpSpPr/>
              <p:nvPr/>
            </p:nvGrpSpPr>
            <p:grpSpPr>
              <a:xfrm>
                <a:off x="3276600" y="1830373"/>
                <a:ext cx="2172662" cy="1732464"/>
                <a:chOff x="4178065" y="1348201"/>
                <a:chExt cx="1582738" cy="1262063"/>
              </a:xfrm>
            </p:grpSpPr>
            <p:pic>
              <p:nvPicPr>
                <p:cNvPr id="151" name="Picture 5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13053" y="2421351"/>
                  <a:ext cx="461963"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 name="Picture 5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157553" y="2516601"/>
                  <a:ext cx="76200" cy="8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 name="Picture 58"/>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167078" y="2589626"/>
                  <a:ext cx="60325"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 name="Picture 59"/>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005153" y="2516601"/>
                  <a:ext cx="227013" cy="9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 name="Picture 60"/>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755915" y="2534064"/>
                  <a:ext cx="30163" cy="2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6" name="Picture 61"/>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762265" y="2599151"/>
                  <a:ext cx="26988" cy="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 name="Picture 62"/>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713053" y="2516601"/>
                  <a:ext cx="242888" cy="9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 name="Picture 63"/>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779728" y="2600739"/>
                  <a:ext cx="395288" cy="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9" name="Picture 64"/>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4178065" y="2286414"/>
                  <a:ext cx="1582738"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 name="Freeform 65"/>
                <p:cNvSpPr>
                  <a:spLocks noEditPoints="1"/>
                </p:cNvSpPr>
                <p:nvPr/>
              </p:nvSpPr>
              <p:spPr bwMode="auto">
                <a:xfrm>
                  <a:off x="4182828" y="1348201"/>
                  <a:ext cx="1577975" cy="942975"/>
                </a:xfrm>
                <a:custGeom>
                  <a:avLst/>
                  <a:gdLst>
                    <a:gd name="T0" fmla="*/ 1254 w 1292"/>
                    <a:gd name="T1" fmla="*/ 0 h 772"/>
                    <a:gd name="T2" fmla="*/ 658 w 1292"/>
                    <a:gd name="T3" fmla="*/ 0 h 772"/>
                    <a:gd name="T4" fmla="*/ 637 w 1292"/>
                    <a:gd name="T5" fmla="*/ 0 h 772"/>
                    <a:gd name="T6" fmla="*/ 41 w 1292"/>
                    <a:gd name="T7" fmla="*/ 0 h 772"/>
                    <a:gd name="T8" fmla="*/ 0 w 1292"/>
                    <a:gd name="T9" fmla="*/ 36 h 772"/>
                    <a:gd name="T10" fmla="*/ 0 w 1292"/>
                    <a:gd name="T11" fmla="*/ 772 h 772"/>
                    <a:gd name="T12" fmla="*/ 1292 w 1292"/>
                    <a:gd name="T13" fmla="*/ 772 h 772"/>
                    <a:gd name="T14" fmla="*/ 1292 w 1292"/>
                    <a:gd name="T15" fmla="*/ 36 h 772"/>
                    <a:gd name="T16" fmla="*/ 1254 w 1292"/>
                    <a:gd name="T17" fmla="*/ 0 h 772"/>
                    <a:gd name="T18" fmla="*/ 1236 w 1292"/>
                    <a:gd name="T19" fmla="*/ 716 h 772"/>
                    <a:gd name="T20" fmla="*/ 56 w 1292"/>
                    <a:gd name="T21" fmla="*/ 716 h 772"/>
                    <a:gd name="T22" fmla="*/ 56 w 1292"/>
                    <a:gd name="T23" fmla="*/ 48 h 772"/>
                    <a:gd name="T24" fmla="*/ 1236 w 1292"/>
                    <a:gd name="T25" fmla="*/ 48 h 772"/>
                    <a:gd name="T26" fmla="*/ 1236 w 1292"/>
                    <a:gd name="T27" fmla="*/ 716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92" h="772">
                      <a:moveTo>
                        <a:pt x="1254" y="0"/>
                      </a:moveTo>
                      <a:cubicBezTo>
                        <a:pt x="658" y="0"/>
                        <a:pt x="658" y="0"/>
                        <a:pt x="658" y="0"/>
                      </a:cubicBezTo>
                      <a:cubicBezTo>
                        <a:pt x="637" y="0"/>
                        <a:pt x="637" y="0"/>
                        <a:pt x="637" y="0"/>
                      </a:cubicBezTo>
                      <a:cubicBezTo>
                        <a:pt x="41" y="0"/>
                        <a:pt x="41" y="0"/>
                        <a:pt x="41" y="0"/>
                      </a:cubicBezTo>
                      <a:cubicBezTo>
                        <a:pt x="20" y="0"/>
                        <a:pt x="0" y="15"/>
                        <a:pt x="0" y="36"/>
                      </a:cubicBezTo>
                      <a:cubicBezTo>
                        <a:pt x="0" y="772"/>
                        <a:pt x="0" y="772"/>
                        <a:pt x="0" y="772"/>
                      </a:cubicBezTo>
                      <a:cubicBezTo>
                        <a:pt x="1292" y="772"/>
                        <a:pt x="1292" y="772"/>
                        <a:pt x="1292" y="772"/>
                      </a:cubicBezTo>
                      <a:cubicBezTo>
                        <a:pt x="1292" y="36"/>
                        <a:pt x="1292" y="36"/>
                        <a:pt x="1292" y="36"/>
                      </a:cubicBezTo>
                      <a:cubicBezTo>
                        <a:pt x="1292" y="15"/>
                        <a:pt x="1275" y="0"/>
                        <a:pt x="1254" y="0"/>
                      </a:cubicBezTo>
                      <a:close/>
                      <a:moveTo>
                        <a:pt x="1236" y="716"/>
                      </a:moveTo>
                      <a:cubicBezTo>
                        <a:pt x="56" y="716"/>
                        <a:pt x="56" y="716"/>
                        <a:pt x="56" y="716"/>
                      </a:cubicBezTo>
                      <a:cubicBezTo>
                        <a:pt x="56" y="48"/>
                        <a:pt x="56" y="48"/>
                        <a:pt x="56" y="48"/>
                      </a:cubicBezTo>
                      <a:cubicBezTo>
                        <a:pt x="1236" y="48"/>
                        <a:pt x="1236" y="48"/>
                        <a:pt x="1236" y="48"/>
                      </a:cubicBezTo>
                      <a:lnTo>
                        <a:pt x="1236" y="716"/>
                      </a:ln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pic>
              <p:nvPicPr>
                <p:cNvPr id="161" name="Picture 66"/>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4178065" y="2286414"/>
                  <a:ext cx="1582738"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0" name="Rectangle 68"/>
              <p:cNvSpPr>
                <a:spLocks noChangeArrowheads="1"/>
              </p:cNvSpPr>
              <p:nvPr/>
            </p:nvSpPr>
            <p:spPr bwMode="auto">
              <a:xfrm>
                <a:off x="3364908" y="1911686"/>
                <a:ext cx="1993392" cy="1137162"/>
              </a:xfrm>
              <a:prstGeom prst="rect">
                <a:avLst/>
              </a:prstGeom>
              <a:solidFill>
                <a:schemeClr val="bg1"/>
              </a:solidFill>
              <a:ln>
                <a:noFill/>
              </a:ln>
            </p:spPr>
            <p:txBody>
              <a:bodyPr vert="horz" wrap="square" lIns="91440" tIns="45720" rIns="91440" bIns="45720" numCol="1" anchor="t" anchorCtr="0" compatLnSpc="1"/>
              <a:lstStyle/>
              <a:p>
                <a:endParaRPr lang="en-US"/>
              </a:p>
            </p:txBody>
          </p:sp>
        </p:grpSp>
        <p:sp>
          <p:nvSpPr>
            <p:cNvPr id="174" name="Freeform 73"/>
            <p:cNvSpPr/>
            <p:nvPr/>
          </p:nvSpPr>
          <p:spPr bwMode="auto">
            <a:xfrm>
              <a:off x="9685830" y="3979282"/>
              <a:ext cx="675236" cy="672718"/>
            </a:xfrm>
            <a:custGeom>
              <a:avLst/>
              <a:gdLst>
                <a:gd name="T0" fmla="*/ 366 w 451"/>
                <a:gd name="T1" fmla="*/ 355 h 449"/>
                <a:gd name="T2" fmla="*/ 320 w 451"/>
                <a:gd name="T3" fmla="*/ 391 h 449"/>
                <a:gd name="T4" fmla="*/ 173 w 451"/>
                <a:gd name="T5" fmla="*/ 391 h 449"/>
                <a:gd name="T6" fmla="*/ 154 w 451"/>
                <a:gd name="T7" fmla="*/ 363 h 449"/>
                <a:gd name="T8" fmla="*/ 173 w 451"/>
                <a:gd name="T9" fmla="*/ 304 h 449"/>
                <a:gd name="T10" fmla="*/ 405 w 451"/>
                <a:gd name="T11" fmla="*/ 304 h 449"/>
                <a:gd name="T12" fmla="*/ 451 w 451"/>
                <a:gd name="T13" fmla="*/ 103 h 449"/>
                <a:gd name="T14" fmla="*/ 84 w 451"/>
                <a:gd name="T15" fmla="*/ 54 h 449"/>
                <a:gd name="T16" fmla="*/ 55 w 451"/>
                <a:gd name="T17" fmla="*/ 35 h 449"/>
                <a:gd name="T18" fmla="*/ 56 w 451"/>
                <a:gd name="T19" fmla="*/ 28 h 449"/>
                <a:gd name="T20" fmla="*/ 28 w 451"/>
                <a:gd name="T21" fmla="*/ 0 h 449"/>
                <a:gd name="T22" fmla="*/ 0 w 451"/>
                <a:gd name="T23" fmla="*/ 28 h 449"/>
                <a:gd name="T24" fmla="*/ 28 w 451"/>
                <a:gd name="T25" fmla="*/ 56 h 449"/>
                <a:gd name="T26" fmla="*/ 33 w 451"/>
                <a:gd name="T27" fmla="*/ 55 h 449"/>
                <a:gd name="T28" fmla="*/ 68 w 451"/>
                <a:gd name="T29" fmla="*/ 78 h 449"/>
                <a:gd name="T30" fmla="*/ 125 w 451"/>
                <a:gd name="T31" fmla="*/ 304 h 449"/>
                <a:gd name="T32" fmla="*/ 142 w 451"/>
                <a:gd name="T33" fmla="*/ 304 h 449"/>
                <a:gd name="T34" fmla="*/ 127 w 451"/>
                <a:gd name="T35" fmla="*/ 353 h 449"/>
                <a:gd name="T36" fmla="*/ 125 w 451"/>
                <a:gd name="T37" fmla="*/ 353 h 449"/>
                <a:gd name="T38" fmla="*/ 77 w 451"/>
                <a:gd name="T39" fmla="*/ 401 h 449"/>
                <a:gd name="T40" fmla="*/ 125 w 451"/>
                <a:gd name="T41" fmla="*/ 449 h 449"/>
                <a:gd name="T42" fmla="*/ 170 w 451"/>
                <a:gd name="T43" fmla="*/ 420 h 449"/>
                <a:gd name="T44" fmla="*/ 322 w 451"/>
                <a:gd name="T45" fmla="*/ 420 h 449"/>
                <a:gd name="T46" fmla="*/ 366 w 451"/>
                <a:gd name="T47" fmla="*/ 449 h 449"/>
                <a:gd name="T48" fmla="*/ 413 w 451"/>
                <a:gd name="T49" fmla="*/ 402 h 449"/>
                <a:gd name="T50" fmla="*/ 366 w 451"/>
                <a:gd name="T51" fmla="*/ 3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51" h="449">
                  <a:moveTo>
                    <a:pt x="366" y="355"/>
                  </a:moveTo>
                  <a:cubicBezTo>
                    <a:pt x="343" y="355"/>
                    <a:pt x="325" y="371"/>
                    <a:pt x="320" y="391"/>
                  </a:cubicBezTo>
                  <a:cubicBezTo>
                    <a:pt x="173" y="391"/>
                    <a:pt x="173" y="391"/>
                    <a:pt x="173" y="391"/>
                  </a:cubicBezTo>
                  <a:cubicBezTo>
                    <a:pt x="170" y="380"/>
                    <a:pt x="164" y="370"/>
                    <a:pt x="154" y="363"/>
                  </a:cubicBezTo>
                  <a:cubicBezTo>
                    <a:pt x="173" y="304"/>
                    <a:pt x="173" y="304"/>
                    <a:pt x="173" y="304"/>
                  </a:cubicBezTo>
                  <a:cubicBezTo>
                    <a:pt x="405" y="304"/>
                    <a:pt x="405" y="304"/>
                    <a:pt x="405" y="304"/>
                  </a:cubicBezTo>
                  <a:cubicBezTo>
                    <a:pt x="451" y="103"/>
                    <a:pt x="451" y="103"/>
                    <a:pt x="451" y="103"/>
                  </a:cubicBezTo>
                  <a:cubicBezTo>
                    <a:pt x="84" y="54"/>
                    <a:pt x="84" y="54"/>
                    <a:pt x="84" y="54"/>
                  </a:cubicBezTo>
                  <a:cubicBezTo>
                    <a:pt x="55" y="35"/>
                    <a:pt x="55" y="35"/>
                    <a:pt x="55" y="35"/>
                  </a:cubicBezTo>
                  <a:cubicBezTo>
                    <a:pt x="56" y="28"/>
                    <a:pt x="56" y="28"/>
                    <a:pt x="56" y="28"/>
                  </a:cubicBezTo>
                  <a:cubicBezTo>
                    <a:pt x="56" y="13"/>
                    <a:pt x="43" y="0"/>
                    <a:pt x="28" y="0"/>
                  </a:cubicBezTo>
                  <a:cubicBezTo>
                    <a:pt x="12" y="0"/>
                    <a:pt x="0" y="13"/>
                    <a:pt x="0" y="28"/>
                  </a:cubicBezTo>
                  <a:cubicBezTo>
                    <a:pt x="0" y="44"/>
                    <a:pt x="12" y="56"/>
                    <a:pt x="28" y="56"/>
                  </a:cubicBezTo>
                  <a:cubicBezTo>
                    <a:pt x="33" y="55"/>
                    <a:pt x="33" y="55"/>
                    <a:pt x="33" y="55"/>
                  </a:cubicBezTo>
                  <a:cubicBezTo>
                    <a:pt x="68" y="78"/>
                    <a:pt x="68" y="78"/>
                    <a:pt x="68" y="78"/>
                  </a:cubicBezTo>
                  <a:cubicBezTo>
                    <a:pt x="125" y="304"/>
                    <a:pt x="125" y="304"/>
                    <a:pt x="125" y="304"/>
                  </a:cubicBezTo>
                  <a:cubicBezTo>
                    <a:pt x="142" y="304"/>
                    <a:pt x="142" y="304"/>
                    <a:pt x="142" y="304"/>
                  </a:cubicBezTo>
                  <a:cubicBezTo>
                    <a:pt x="127" y="353"/>
                    <a:pt x="127" y="353"/>
                    <a:pt x="127" y="353"/>
                  </a:cubicBezTo>
                  <a:cubicBezTo>
                    <a:pt x="125" y="353"/>
                    <a:pt x="125" y="353"/>
                    <a:pt x="125" y="353"/>
                  </a:cubicBezTo>
                  <a:cubicBezTo>
                    <a:pt x="99" y="353"/>
                    <a:pt x="77" y="374"/>
                    <a:pt x="77" y="401"/>
                  </a:cubicBezTo>
                  <a:cubicBezTo>
                    <a:pt x="77" y="428"/>
                    <a:pt x="99" y="449"/>
                    <a:pt x="125" y="449"/>
                  </a:cubicBezTo>
                  <a:cubicBezTo>
                    <a:pt x="145" y="449"/>
                    <a:pt x="162" y="437"/>
                    <a:pt x="170" y="420"/>
                  </a:cubicBezTo>
                  <a:cubicBezTo>
                    <a:pt x="322" y="420"/>
                    <a:pt x="322" y="420"/>
                    <a:pt x="322" y="420"/>
                  </a:cubicBezTo>
                  <a:cubicBezTo>
                    <a:pt x="329" y="437"/>
                    <a:pt x="346" y="449"/>
                    <a:pt x="366" y="449"/>
                  </a:cubicBezTo>
                  <a:cubicBezTo>
                    <a:pt x="392" y="449"/>
                    <a:pt x="413" y="428"/>
                    <a:pt x="413" y="402"/>
                  </a:cubicBezTo>
                  <a:cubicBezTo>
                    <a:pt x="413" y="376"/>
                    <a:pt x="392" y="355"/>
                    <a:pt x="366" y="355"/>
                  </a:cubicBezTo>
                  <a:close/>
                </a:path>
              </a:pathLst>
            </a:custGeom>
            <a:solidFill>
              <a:schemeClr val="bg1">
                <a:lumMod val="50000"/>
              </a:schemeClr>
            </a:solidFill>
            <a:ln>
              <a:noFill/>
            </a:ln>
          </p:spPr>
          <p:txBody>
            <a:bodyPr vert="horz" wrap="square" lIns="68580" tIns="34290" rIns="68580" bIns="34290" numCol="1" anchor="t" anchorCtr="0" compatLnSpc="1"/>
            <a:lstStyle/>
            <a:p>
              <a:endParaRPr lang="id-ID" sz="1350"/>
            </a:p>
          </p:txBody>
        </p:sp>
      </p:grpSp>
      <p:sp>
        <p:nvSpPr>
          <p:cNvPr id="255" name="Text Placeholder 8"/>
          <p:cNvSpPr>
            <a:spLocks noGrp="1"/>
          </p:cNvSpPr>
          <p:nvPr>
            <p:ph type="body" sz="quarter" idx="18"/>
          </p:nvPr>
        </p:nvSpPr>
        <p:spPr>
          <a:xfrm>
            <a:off x="1594389" y="1545693"/>
            <a:ext cx="674705" cy="553036"/>
          </a:xfrm>
        </p:spPr>
        <p:txBody>
          <a:bodyPr>
            <a:normAutofit lnSpcReduction="10000"/>
          </a:bodyPr>
          <a:lstStyle/>
          <a:p>
            <a:pPr algn="ctr">
              <a:lnSpc>
                <a:spcPct val="120000"/>
              </a:lnSpc>
              <a:spcBef>
                <a:spcPts val="0"/>
              </a:spcBef>
            </a:pPr>
            <a:r>
              <a:rPr lang="id-ID" dirty="0">
                <a:solidFill>
                  <a:schemeClr val="bg1"/>
                </a:solidFill>
              </a:rPr>
              <a:t>122</a:t>
            </a:r>
          </a:p>
          <a:p>
            <a:pPr algn="ctr">
              <a:lnSpc>
                <a:spcPct val="120000"/>
              </a:lnSpc>
              <a:spcBef>
                <a:spcPts val="0"/>
              </a:spcBef>
            </a:pPr>
            <a:r>
              <a:rPr lang="id-ID" dirty="0">
                <a:solidFill>
                  <a:schemeClr val="bg1"/>
                </a:solidFill>
              </a:rPr>
              <a:t>Sales</a:t>
            </a:r>
            <a:endParaRPr lang="en-AU" dirty="0">
              <a:solidFill>
                <a:schemeClr val="bg1"/>
              </a:solidFill>
            </a:endParaRPr>
          </a:p>
        </p:txBody>
      </p:sp>
      <p:sp>
        <p:nvSpPr>
          <p:cNvPr id="256" name="Text Placeholder 9"/>
          <p:cNvSpPr>
            <a:spLocks noGrp="1"/>
          </p:cNvSpPr>
          <p:nvPr>
            <p:ph type="body" sz="quarter" idx="19"/>
          </p:nvPr>
        </p:nvSpPr>
        <p:spPr>
          <a:xfrm>
            <a:off x="1555910" y="2425067"/>
            <a:ext cx="781765" cy="517857"/>
          </a:xfrm>
        </p:spPr>
        <p:txBody>
          <a:bodyPr>
            <a:normAutofit fontScale="92500" lnSpcReduction="20000"/>
          </a:bodyPr>
          <a:lstStyle/>
          <a:p>
            <a:r>
              <a:rPr lang="zh-CN" altLang="en-US" dirty="0">
                <a:solidFill>
                  <a:schemeClr val="bg1"/>
                </a:solidFill>
              </a:rPr>
              <a:t>单击此处添加文本单击此处添加文本</a:t>
            </a:r>
            <a:endParaRPr lang="en-AU" dirty="0">
              <a:solidFill>
                <a:schemeClr val="bg1"/>
              </a:solidFill>
            </a:endParaRPr>
          </a:p>
        </p:txBody>
      </p:sp>
      <p:sp>
        <p:nvSpPr>
          <p:cNvPr id="299" name="Text Placeholder 8"/>
          <p:cNvSpPr>
            <a:spLocks noGrp="1"/>
          </p:cNvSpPr>
          <p:nvPr>
            <p:ph type="body" sz="quarter" idx="18"/>
          </p:nvPr>
        </p:nvSpPr>
        <p:spPr>
          <a:xfrm>
            <a:off x="1594389" y="3332583"/>
            <a:ext cx="674705" cy="553036"/>
          </a:xfrm>
        </p:spPr>
        <p:txBody>
          <a:bodyPr>
            <a:normAutofit lnSpcReduction="10000"/>
          </a:bodyPr>
          <a:lstStyle/>
          <a:p>
            <a:pPr algn="ctr">
              <a:lnSpc>
                <a:spcPct val="120000"/>
              </a:lnSpc>
              <a:spcBef>
                <a:spcPts val="0"/>
              </a:spcBef>
            </a:pPr>
            <a:r>
              <a:rPr lang="id-ID" dirty="0">
                <a:solidFill>
                  <a:schemeClr val="bg1"/>
                </a:solidFill>
              </a:rPr>
              <a:t>455</a:t>
            </a:r>
          </a:p>
          <a:p>
            <a:pPr algn="ctr">
              <a:lnSpc>
                <a:spcPct val="120000"/>
              </a:lnSpc>
              <a:spcBef>
                <a:spcPts val="0"/>
              </a:spcBef>
            </a:pPr>
            <a:r>
              <a:rPr lang="id-ID" dirty="0">
                <a:solidFill>
                  <a:schemeClr val="bg1"/>
                </a:solidFill>
              </a:rPr>
              <a:t>Sales</a:t>
            </a:r>
            <a:endParaRPr lang="en-AU" dirty="0">
              <a:solidFill>
                <a:schemeClr val="bg1"/>
              </a:solidFill>
            </a:endParaRPr>
          </a:p>
        </p:txBody>
      </p:sp>
      <p:sp>
        <p:nvSpPr>
          <p:cNvPr id="300" name="Text Placeholder 9"/>
          <p:cNvSpPr>
            <a:spLocks noGrp="1"/>
          </p:cNvSpPr>
          <p:nvPr>
            <p:ph type="body" sz="quarter" idx="19"/>
          </p:nvPr>
        </p:nvSpPr>
        <p:spPr>
          <a:xfrm>
            <a:off x="1555910" y="4211956"/>
            <a:ext cx="781765" cy="517857"/>
          </a:xfrm>
        </p:spPr>
        <p:txBody>
          <a:bodyPr>
            <a:normAutofit fontScale="92500" lnSpcReduction="20000"/>
          </a:bodyPr>
          <a:lstStyle/>
          <a:p>
            <a:r>
              <a:rPr lang="zh-CN" altLang="en-US" dirty="0">
                <a:solidFill>
                  <a:schemeClr val="bg1"/>
                </a:solidFill>
              </a:rPr>
              <a:t>单击此处添加文本单击此处添加文本</a:t>
            </a:r>
            <a:endParaRPr lang="en-AU" dirty="0">
              <a:solidFill>
                <a:schemeClr val="bg1"/>
              </a:solidFill>
            </a:endParaRPr>
          </a:p>
        </p:txBody>
      </p:sp>
      <p:grpSp>
        <p:nvGrpSpPr>
          <p:cNvPr id="301" name="Group 300"/>
          <p:cNvGrpSpPr/>
          <p:nvPr/>
        </p:nvGrpSpPr>
        <p:grpSpPr>
          <a:xfrm>
            <a:off x="2713955" y="1366285"/>
            <a:ext cx="999998" cy="1668884"/>
            <a:chOff x="702188" y="1830784"/>
            <a:chExt cx="1333331" cy="2225178"/>
          </a:xfrm>
        </p:grpSpPr>
        <p:sp>
          <p:nvSpPr>
            <p:cNvPr id="302" name="Oval 301"/>
            <p:cNvSpPr/>
            <p:nvPr/>
          </p:nvSpPr>
          <p:spPr>
            <a:xfrm>
              <a:off x="702188" y="1830784"/>
              <a:ext cx="1323941" cy="13239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03" name="Content Placeholder 2"/>
            <p:cNvSpPr txBox="1"/>
            <p:nvPr/>
          </p:nvSpPr>
          <p:spPr>
            <a:xfrm>
              <a:off x="711578" y="2934068"/>
              <a:ext cx="1323941" cy="363628"/>
            </a:xfrm>
            <a:prstGeom prst="roundRect">
              <a:avLst/>
            </a:prstGeom>
            <a:solidFill>
              <a:schemeClr val="accent2"/>
            </a:solid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endParaRPr lang="en-US" sz="1600" dirty="0">
                <a:solidFill>
                  <a:schemeClr val="bg1">
                    <a:lumMod val="95000"/>
                  </a:schemeClr>
                </a:solidFill>
                <a:ea typeface="Open Sans" pitchFamily="34" charset="0"/>
                <a:cs typeface="Open Sans" pitchFamily="34" charset="0"/>
              </a:endParaRPr>
            </a:p>
          </p:txBody>
        </p:sp>
        <p:sp>
          <p:nvSpPr>
            <p:cNvPr id="304" name="Content Placeholder 2"/>
            <p:cNvSpPr txBox="1"/>
            <p:nvPr/>
          </p:nvSpPr>
          <p:spPr>
            <a:xfrm>
              <a:off x="711578" y="3129840"/>
              <a:ext cx="1323941" cy="926122"/>
            </a:xfrm>
            <a:prstGeom prst="roundRect">
              <a:avLst/>
            </a:prstGeom>
            <a:solidFill>
              <a:schemeClr val="accent2">
                <a:lumMod val="60000"/>
                <a:lumOff val="40000"/>
              </a:schemeClr>
            </a:solid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endParaRPr lang="en-US" sz="1600" dirty="0">
                <a:solidFill>
                  <a:schemeClr val="bg1">
                    <a:lumMod val="95000"/>
                  </a:schemeClr>
                </a:solidFill>
                <a:ea typeface="Open Sans" pitchFamily="34" charset="0"/>
                <a:cs typeface="Open Sans" pitchFamily="34" charset="0"/>
              </a:endParaRPr>
            </a:p>
          </p:txBody>
        </p:sp>
      </p:grpSp>
      <p:sp>
        <p:nvSpPr>
          <p:cNvPr id="305" name="Text Placeholder 8"/>
          <p:cNvSpPr>
            <a:spLocks noGrp="1"/>
          </p:cNvSpPr>
          <p:nvPr>
            <p:ph type="body" sz="quarter" idx="18"/>
          </p:nvPr>
        </p:nvSpPr>
        <p:spPr>
          <a:xfrm>
            <a:off x="2855634" y="1543391"/>
            <a:ext cx="674705" cy="553036"/>
          </a:xfrm>
        </p:spPr>
        <p:txBody>
          <a:bodyPr>
            <a:normAutofit lnSpcReduction="10000"/>
          </a:bodyPr>
          <a:lstStyle/>
          <a:p>
            <a:pPr algn="ctr">
              <a:lnSpc>
                <a:spcPct val="120000"/>
              </a:lnSpc>
              <a:spcBef>
                <a:spcPts val="0"/>
              </a:spcBef>
            </a:pPr>
            <a:r>
              <a:rPr lang="id-ID" dirty="0">
                <a:solidFill>
                  <a:schemeClr val="bg1"/>
                </a:solidFill>
              </a:rPr>
              <a:t>233</a:t>
            </a:r>
          </a:p>
          <a:p>
            <a:pPr algn="ctr">
              <a:lnSpc>
                <a:spcPct val="120000"/>
              </a:lnSpc>
              <a:spcBef>
                <a:spcPts val="0"/>
              </a:spcBef>
            </a:pPr>
            <a:r>
              <a:rPr lang="id-ID" dirty="0">
                <a:solidFill>
                  <a:schemeClr val="bg1"/>
                </a:solidFill>
              </a:rPr>
              <a:t>Sales</a:t>
            </a:r>
            <a:endParaRPr lang="en-AU" dirty="0">
              <a:solidFill>
                <a:schemeClr val="bg1"/>
              </a:solidFill>
            </a:endParaRPr>
          </a:p>
        </p:txBody>
      </p:sp>
      <p:sp>
        <p:nvSpPr>
          <p:cNvPr id="306" name="Text Placeholder 9"/>
          <p:cNvSpPr>
            <a:spLocks noGrp="1"/>
          </p:cNvSpPr>
          <p:nvPr>
            <p:ph type="body" sz="quarter" idx="19"/>
          </p:nvPr>
        </p:nvSpPr>
        <p:spPr>
          <a:xfrm>
            <a:off x="2817155" y="2422764"/>
            <a:ext cx="781765" cy="517857"/>
          </a:xfrm>
        </p:spPr>
        <p:txBody>
          <a:bodyPr>
            <a:normAutofit fontScale="92500" lnSpcReduction="20000"/>
          </a:bodyPr>
          <a:lstStyle/>
          <a:p>
            <a:r>
              <a:rPr lang="zh-CN" altLang="en-US" dirty="0">
                <a:solidFill>
                  <a:schemeClr val="bg1"/>
                </a:solidFill>
              </a:rPr>
              <a:t>单击此处添加文本单击此处添加文本</a:t>
            </a:r>
            <a:endParaRPr lang="en-AU" dirty="0">
              <a:solidFill>
                <a:schemeClr val="bg1"/>
              </a:solidFill>
            </a:endParaRPr>
          </a:p>
        </p:txBody>
      </p:sp>
      <p:grpSp>
        <p:nvGrpSpPr>
          <p:cNvPr id="307" name="Group 306"/>
          <p:cNvGrpSpPr/>
          <p:nvPr/>
        </p:nvGrpSpPr>
        <p:grpSpPr>
          <a:xfrm>
            <a:off x="1046311" y="1468870"/>
            <a:ext cx="999998" cy="1668884"/>
            <a:chOff x="702188" y="1830784"/>
            <a:chExt cx="1333331" cy="2225178"/>
          </a:xfrm>
        </p:grpSpPr>
        <p:sp>
          <p:nvSpPr>
            <p:cNvPr id="308" name="Oval 307"/>
            <p:cNvSpPr/>
            <p:nvPr/>
          </p:nvSpPr>
          <p:spPr>
            <a:xfrm>
              <a:off x="702188" y="1830784"/>
              <a:ext cx="1323941" cy="1323941"/>
            </a:xfrm>
            <a:prstGeom prst="ellipse">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09" name="Content Placeholder 2"/>
            <p:cNvSpPr txBox="1"/>
            <p:nvPr/>
          </p:nvSpPr>
          <p:spPr>
            <a:xfrm>
              <a:off x="711578" y="2934068"/>
              <a:ext cx="1323941" cy="363628"/>
            </a:xfrm>
            <a:prstGeom prst="roundRect">
              <a:avLst/>
            </a:prstGeom>
            <a:solidFill>
              <a:schemeClr val="accent4"/>
            </a:solid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endParaRPr lang="en-US" sz="1600" dirty="0">
                <a:solidFill>
                  <a:schemeClr val="bg1">
                    <a:lumMod val="95000"/>
                  </a:schemeClr>
                </a:solidFill>
                <a:ea typeface="Open Sans" pitchFamily="34" charset="0"/>
                <a:cs typeface="Open Sans" pitchFamily="34" charset="0"/>
              </a:endParaRPr>
            </a:p>
          </p:txBody>
        </p:sp>
        <p:sp>
          <p:nvSpPr>
            <p:cNvPr id="310" name="Content Placeholder 2"/>
            <p:cNvSpPr txBox="1"/>
            <p:nvPr/>
          </p:nvSpPr>
          <p:spPr>
            <a:xfrm>
              <a:off x="711578" y="3129840"/>
              <a:ext cx="1323941" cy="926122"/>
            </a:xfrm>
            <a:prstGeom prst="roundRect">
              <a:avLst/>
            </a:prstGeom>
            <a:solidFill>
              <a:schemeClr val="accent4">
                <a:lumMod val="50000"/>
              </a:schemeClr>
            </a:solidFill>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endParaRPr lang="en-US" sz="1600" dirty="0">
                <a:solidFill>
                  <a:schemeClr val="bg1">
                    <a:lumMod val="95000"/>
                  </a:schemeClr>
                </a:solidFill>
                <a:ea typeface="Open Sans" pitchFamily="34" charset="0"/>
                <a:cs typeface="Open Sans" pitchFamily="34" charset="0"/>
              </a:endParaRPr>
            </a:p>
          </p:txBody>
        </p:sp>
      </p:grpSp>
      <p:sp>
        <p:nvSpPr>
          <p:cNvPr id="311" name="Text Placeholder 8"/>
          <p:cNvSpPr>
            <a:spLocks noGrp="1"/>
          </p:cNvSpPr>
          <p:nvPr>
            <p:ph type="body" sz="quarter" idx="18"/>
          </p:nvPr>
        </p:nvSpPr>
        <p:spPr>
          <a:xfrm>
            <a:off x="1187990" y="1645976"/>
            <a:ext cx="674705" cy="553036"/>
          </a:xfrm>
        </p:spPr>
        <p:txBody>
          <a:bodyPr>
            <a:normAutofit lnSpcReduction="10000"/>
          </a:bodyPr>
          <a:lstStyle/>
          <a:p>
            <a:pPr algn="ctr">
              <a:lnSpc>
                <a:spcPct val="120000"/>
              </a:lnSpc>
              <a:spcBef>
                <a:spcPts val="0"/>
              </a:spcBef>
            </a:pPr>
            <a:r>
              <a:rPr lang="id-ID" dirty="0">
                <a:solidFill>
                  <a:schemeClr val="bg1"/>
                </a:solidFill>
              </a:rPr>
              <a:t>677</a:t>
            </a:r>
          </a:p>
          <a:p>
            <a:pPr algn="ctr">
              <a:lnSpc>
                <a:spcPct val="120000"/>
              </a:lnSpc>
              <a:spcBef>
                <a:spcPts val="0"/>
              </a:spcBef>
            </a:pPr>
            <a:r>
              <a:rPr lang="id-ID" dirty="0">
                <a:solidFill>
                  <a:schemeClr val="bg1"/>
                </a:solidFill>
              </a:rPr>
              <a:t>Sales</a:t>
            </a:r>
            <a:endParaRPr lang="en-AU" dirty="0">
              <a:solidFill>
                <a:schemeClr val="bg1"/>
              </a:solidFill>
            </a:endParaRPr>
          </a:p>
        </p:txBody>
      </p:sp>
      <p:sp>
        <p:nvSpPr>
          <p:cNvPr id="312" name="Text Placeholder 9"/>
          <p:cNvSpPr>
            <a:spLocks noGrp="1"/>
          </p:cNvSpPr>
          <p:nvPr>
            <p:ph type="body" sz="quarter" idx="19"/>
          </p:nvPr>
        </p:nvSpPr>
        <p:spPr>
          <a:xfrm>
            <a:off x="1149511" y="2525349"/>
            <a:ext cx="781765" cy="517857"/>
          </a:xfrm>
        </p:spPr>
        <p:txBody>
          <a:bodyPr>
            <a:normAutofit fontScale="92500" lnSpcReduction="20000"/>
          </a:bodyPr>
          <a:lstStyle/>
          <a:p>
            <a:r>
              <a:rPr lang="zh-CN" altLang="en-US" dirty="0">
                <a:solidFill>
                  <a:schemeClr val="bg1"/>
                </a:solidFill>
              </a:rPr>
              <a:t>单击此处添加文本单击此处添加文本</a:t>
            </a:r>
            <a:endParaRPr lang="en-AU" dirty="0">
              <a:solidFill>
                <a:schemeClr val="bg1"/>
              </a:solidFill>
            </a:endParaRPr>
          </a:p>
        </p:txBody>
      </p:sp>
      <p:cxnSp>
        <p:nvCxnSpPr>
          <p:cNvPr id="313" name="Straight Connector 312"/>
          <p:cNvCxnSpPr/>
          <p:nvPr/>
        </p:nvCxnSpPr>
        <p:spPr>
          <a:xfrm>
            <a:off x="4157945" y="1202861"/>
            <a:ext cx="0" cy="3053234"/>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107504" y="123478"/>
            <a:ext cx="8856984" cy="4896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peelOff"/>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3"/>
                                        </p:tgtEl>
                                        <p:attrNameLst>
                                          <p:attrName>style.visibility</p:attrName>
                                        </p:attrNameLst>
                                      </p:cBhvr>
                                      <p:to>
                                        <p:strVal val="visible"/>
                                      </p:to>
                                    </p:set>
                                    <p:animEffect transition="in" filter="fade">
                                      <p:cBhvr>
                                        <p:cTn id="7" dur="500"/>
                                        <p:tgtEl>
                                          <p:spTgt spid="3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55">
                                            <p:txEl>
                                              <p:pRg st="0" end="0"/>
                                            </p:txEl>
                                          </p:spTgt>
                                        </p:tgtEl>
                                        <p:attrNameLst>
                                          <p:attrName>style.visibility</p:attrName>
                                        </p:attrNameLst>
                                      </p:cBhvr>
                                      <p:to>
                                        <p:strVal val="visible"/>
                                      </p:to>
                                    </p:set>
                                    <p:animEffect transition="in" filter="fade">
                                      <p:cBhvr>
                                        <p:cTn id="11" dur="500"/>
                                        <p:tgtEl>
                                          <p:spTgt spid="255">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55">
                                            <p:txEl>
                                              <p:pRg st="1" end="1"/>
                                            </p:txEl>
                                          </p:spTgt>
                                        </p:tgtEl>
                                        <p:attrNameLst>
                                          <p:attrName>style.visibility</p:attrName>
                                        </p:attrNameLst>
                                      </p:cBhvr>
                                      <p:to>
                                        <p:strVal val="visible"/>
                                      </p:to>
                                    </p:set>
                                    <p:animEffect transition="in" filter="fade">
                                      <p:cBhvr>
                                        <p:cTn id="15" dur="500"/>
                                        <p:tgtEl>
                                          <p:spTgt spid="255">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56">
                                            <p:txEl>
                                              <p:pRg st="0" end="0"/>
                                            </p:txEl>
                                          </p:spTgt>
                                        </p:tgtEl>
                                        <p:attrNameLst>
                                          <p:attrName>style.visibility</p:attrName>
                                        </p:attrNameLst>
                                      </p:cBhvr>
                                      <p:to>
                                        <p:strVal val="visible"/>
                                      </p:to>
                                    </p:set>
                                    <p:animEffect transition="in" filter="fade">
                                      <p:cBhvr>
                                        <p:cTn id="19" dur="500"/>
                                        <p:tgtEl>
                                          <p:spTgt spid="256">
                                            <p:txEl>
                                              <p:pRg st="0" end="0"/>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67"/>
                                        </p:tgtEl>
                                        <p:attrNameLst>
                                          <p:attrName>style.visibility</p:attrName>
                                        </p:attrNameLst>
                                      </p:cBhvr>
                                      <p:to>
                                        <p:strVal val="visible"/>
                                      </p:to>
                                    </p:set>
                                    <p:animEffect transition="in" filter="fade">
                                      <p:cBhvr>
                                        <p:cTn id="23" dur="500"/>
                                        <p:tgtEl>
                                          <p:spTgt spid="167"/>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299">
                                            <p:txEl>
                                              <p:pRg st="0" end="0"/>
                                            </p:txEl>
                                          </p:spTgt>
                                        </p:tgtEl>
                                        <p:attrNameLst>
                                          <p:attrName>style.visibility</p:attrName>
                                        </p:attrNameLst>
                                      </p:cBhvr>
                                      <p:to>
                                        <p:strVal val="visible"/>
                                      </p:to>
                                    </p:set>
                                    <p:animEffect transition="in" filter="fade">
                                      <p:cBhvr>
                                        <p:cTn id="27" dur="500"/>
                                        <p:tgtEl>
                                          <p:spTgt spid="299">
                                            <p:txEl>
                                              <p:pRg st="0" end="0"/>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299">
                                            <p:txEl>
                                              <p:pRg st="1" end="1"/>
                                            </p:txEl>
                                          </p:spTgt>
                                        </p:tgtEl>
                                        <p:attrNameLst>
                                          <p:attrName>style.visibility</p:attrName>
                                        </p:attrNameLst>
                                      </p:cBhvr>
                                      <p:to>
                                        <p:strVal val="visible"/>
                                      </p:to>
                                    </p:set>
                                    <p:animEffect transition="in" filter="fade">
                                      <p:cBhvr>
                                        <p:cTn id="31" dur="500"/>
                                        <p:tgtEl>
                                          <p:spTgt spid="299">
                                            <p:txEl>
                                              <p:pRg st="1" end="1"/>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300">
                                            <p:txEl>
                                              <p:pRg st="0" end="0"/>
                                            </p:txEl>
                                          </p:spTgt>
                                        </p:tgtEl>
                                        <p:attrNameLst>
                                          <p:attrName>style.visibility</p:attrName>
                                        </p:attrNameLst>
                                      </p:cBhvr>
                                      <p:to>
                                        <p:strVal val="visible"/>
                                      </p:to>
                                    </p:set>
                                    <p:animEffect transition="in" filter="fade">
                                      <p:cBhvr>
                                        <p:cTn id="35" dur="500"/>
                                        <p:tgtEl>
                                          <p:spTgt spid="300">
                                            <p:txEl>
                                              <p:pRg st="0" end="0"/>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66"/>
                                        </p:tgtEl>
                                        <p:attrNameLst>
                                          <p:attrName>style.visibility</p:attrName>
                                        </p:attrNameLst>
                                      </p:cBhvr>
                                      <p:to>
                                        <p:strVal val="visible"/>
                                      </p:to>
                                    </p:set>
                                    <p:animEffect transition="in" filter="fade">
                                      <p:cBhvr>
                                        <p:cTn id="39" dur="500"/>
                                        <p:tgtEl>
                                          <p:spTgt spid="166"/>
                                        </p:tgtEl>
                                      </p:cBhvr>
                                    </p:animEffect>
                                  </p:childTnLst>
                                </p:cTn>
                              </p:par>
                            </p:childTnLst>
                          </p:cTn>
                        </p:par>
                        <p:par>
                          <p:cTn id="40" fill="hold">
                            <p:stCondLst>
                              <p:cond delay="4500"/>
                            </p:stCondLst>
                            <p:childTnLst>
                              <p:par>
                                <p:cTn id="41" presetID="22" presetClass="entr" presetSubtype="4" fill="hold" nodeType="afterEffect">
                                  <p:stCondLst>
                                    <p:cond delay="0"/>
                                  </p:stCondLst>
                                  <p:childTnLst>
                                    <p:set>
                                      <p:cBhvr>
                                        <p:cTn id="42" dur="1" fill="hold">
                                          <p:stCondLst>
                                            <p:cond delay="0"/>
                                          </p:stCondLst>
                                        </p:cTn>
                                        <p:tgtEl>
                                          <p:spTgt spid="301"/>
                                        </p:tgtEl>
                                        <p:attrNameLst>
                                          <p:attrName>style.visibility</p:attrName>
                                        </p:attrNameLst>
                                      </p:cBhvr>
                                      <p:to>
                                        <p:strVal val="visible"/>
                                      </p:to>
                                    </p:set>
                                    <p:animEffect transition="in" filter="wipe(down)">
                                      <p:cBhvr>
                                        <p:cTn id="43" dur="500"/>
                                        <p:tgtEl>
                                          <p:spTgt spid="301"/>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305">
                                            <p:txEl>
                                              <p:pRg st="0" end="0"/>
                                            </p:txEl>
                                          </p:spTgt>
                                        </p:tgtEl>
                                        <p:attrNameLst>
                                          <p:attrName>style.visibility</p:attrName>
                                        </p:attrNameLst>
                                      </p:cBhvr>
                                      <p:to>
                                        <p:strVal val="visible"/>
                                      </p:to>
                                    </p:set>
                                    <p:animEffect transition="in" filter="fade">
                                      <p:cBhvr>
                                        <p:cTn id="47" dur="500"/>
                                        <p:tgtEl>
                                          <p:spTgt spid="305">
                                            <p:txEl>
                                              <p:pRg st="0" end="0"/>
                                            </p:txEl>
                                          </p:spTgt>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305">
                                            <p:txEl>
                                              <p:pRg st="1" end="1"/>
                                            </p:txEl>
                                          </p:spTgt>
                                        </p:tgtEl>
                                        <p:attrNameLst>
                                          <p:attrName>style.visibility</p:attrName>
                                        </p:attrNameLst>
                                      </p:cBhvr>
                                      <p:to>
                                        <p:strVal val="visible"/>
                                      </p:to>
                                    </p:set>
                                    <p:animEffect transition="in" filter="fade">
                                      <p:cBhvr>
                                        <p:cTn id="51" dur="500"/>
                                        <p:tgtEl>
                                          <p:spTgt spid="305">
                                            <p:txEl>
                                              <p:pRg st="1" end="1"/>
                                            </p:txEl>
                                          </p:spTgt>
                                        </p:tgtEl>
                                      </p:cBhvr>
                                    </p:animEffect>
                                  </p:childTnLst>
                                </p:cTn>
                              </p:par>
                            </p:childTnLst>
                          </p:cTn>
                        </p:par>
                        <p:par>
                          <p:cTn id="52" fill="hold">
                            <p:stCondLst>
                              <p:cond delay="6000"/>
                            </p:stCondLst>
                            <p:childTnLst>
                              <p:par>
                                <p:cTn id="53" presetID="10" presetClass="entr" presetSubtype="0" fill="hold" grpId="0" nodeType="afterEffect">
                                  <p:stCondLst>
                                    <p:cond delay="0"/>
                                  </p:stCondLst>
                                  <p:childTnLst>
                                    <p:set>
                                      <p:cBhvr>
                                        <p:cTn id="54" dur="1" fill="hold">
                                          <p:stCondLst>
                                            <p:cond delay="0"/>
                                          </p:stCondLst>
                                        </p:cTn>
                                        <p:tgtEl>
                                          <p:spTgt spid="306">
                                            <p:txEl>
                                              <p:pRg st="0" end="0"/>
                                            </p:txEl>
                                          </p:spTgt>
                                        </p:tgtEl>
                                        <p:attrNameLst>
                                          <p:attrName>style.visibility</p:attrName>
                                        </p:attrNameLst>
                                      </p:cBhvr>
                                      <p:to>
                                        <p:strVal val="visible"/>
                                      </p:to>
                                    </p:set>
                                    <p:animEffect transition="in" filter="fade">
                                      <p:cBhvr>
                                        <p:cTn id="55" dur="500"/>
                                        <p:tgtEl>
                                          <p:spTgt spid="306">
                                            <p:txEl>
                                              <p:pRg st="0" end="0"/>
                                            </p:txEl>
                                          </p:spTgt>
                                        </p:tgtEl>
                                      </p:cBhvr>
                                    </p:animEffect>
                                  </p:childTnLst>
                                </p:cTn>
                              </p:par>
                            </p:childTnLst>
                          </p:cTn>
                        </p:par>
                        <p:par>
                          <p:cTn id="56" fill="hold">
                            <p:stCondLst>
                              <p:cond delay="6500"/>
                            </p:stCondLst>
                            <p:childTnLst>
                              <p:par>
                                <p:cTn id="57" presetID="10" presetClass="entr" presetSubtype="0" fill="hold" nodeType="afterEffect">
                                  <p:stCondLst>
                                    <p:cond delay="0"/>
                                  </p:stCondLst>
                                  <p:childTnLst>
                                    <p:set>
                                      <p:cBhvr>
                                        <p:cTn id="58" dur="1" fill="hold">
                                          <p:stCondLst>
                                            <p:cond delay="0"/>
                                          </p:stCondLst>
                                        </p:cTn>
                                        <p:tgtEl>
                                          <p:spTgt spid="175"/>
                                        </p:tgtEl>
                                        <p:attrNameLst>
                                          <p:attrName>style.visibility</p:attrName>
                                        </p:attrNameLst>
                                      </p:cBhvr>
                                      <p:to>
                                        <p:strVal val="visible"/>
                                      </p:to>
                                    </p:set>
                                    <p:animEffect transition="in" filter="fade">
                                      <p:cBhvr>
                                        <p:cTn id="59" dur="500"/>
                                        <p:tgtEl>
                                          <p:spTgt spid="175"/>
                                        </p:tgtEl>
                                      </p:cBhvr>
                                    </p:animEffect>
                                  </p:childTnLst>
                                </p:cTn>
                              </p:par>
                            </p:childTnLst>
                          </p:cTn>
                        </p:par>
                        <p:par>
                          <p:cTn id="60" fill="hold">
                            <p:stCondLst>
                              <p:cond delay="7000"/>
                            </p:stCondLst>
                            <p:childTnLst>
                              <p:par>
                                <p:cTn id="61" presetID="22" presetClass="entr" presetSubtype="4" fill="hold" nodeType="afterEffect">
                                  <p:stCondLst>
                                    <p:cond delay="0"/>
                                  </p:stCondLst>
                                  <p:childTnLst>
                                    <p:set>
                                      <p:cBhvr>
                                        <p:cTn id="62" dur="1" fill="hold">
                                          <p:stCondLst>
                                            <p:cond delay="0"/>
                                          </p:stCondLst>
                                        </p:cTn>
                                        <p:tgtEl>
                                          <p:spTgt spid="307"/>
                                        </p:tgtEl>
                                        <p:attrNameLst>
                                          <p:attrName>style.visibility</p:attrName>
                                        </p:attrNameLst>
                                      </p:cBhvr>
                                      <p:to>
                                        <p:strVal val="visible"/>
                                      </p:to>
                                    </p:set>
                                    <p:animEffect transition="in" filter="wipe(down)">
                                      <p:cBhvr>
                                        <p:cTn id="63" dur="500"/>
                                        <p:tgtEl>
                                          <p:spTgt spid="307"/>
                                        </p:tgtEl>
                                      </p:cBhvr>
                                    </p:animEffect>
                                  </p:childTnLst>
                                </p:cTn>
                              </p:par>
                            </p:childTnLst>
                          </p:cTn>
                        </p:par>
                        <p:par>
                          <p:cTn id="64" fill="hold">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311">
                                            <p:txEl>
                                              <p:pRg st="0" end="0"/>
                                            </p:txEl>
                                          </p:spTgt>
                                        </p:tgtEl>
                                        <p:attrNameLst>
                                          <p:attrName>style.visibility</p:attrName>
                                        </p:attrNameLst>
                                      </p:cBhvr>
                                      <p:to>
                                        <p:strVal val="visible"/>
                                      </p:to>
                                    </p:set>
                                    <p:animEffect transition="in" filter="fade">
                                      <p:cBhvr>
                                        <p:cTn id="67" dur="500"/>
                                        <p:tgtEl>
                                          <p:spTgt spid="311">
                                            <p:txEl>
                                              <p:pRg st="0" end="0"/>
                                            </p:txEl>
                                          </p:spTgt>
                                        </p:tgtEl>
                                      </p:cBhvr>
                                    </p:animEffect>
                                  </p:childTnLst>
                                </p:cTn>
                              </p:par>
                            </p:childTnLst>
                          </p:cTn>
                        </p:par>
                        <p:par>
                          <p:cTn id="68" fill="hold">
                            <p:stCondLst>
                              <p:cond delay="8000"/>
                            </p:stCondLst>
                            <p:childTnLst>
                              <p:par>
                                <p:cTn id="69" presetID="10" presetClass="entr" presetSubtype="0" fill="hold" grpId="0" nodeType="afterEffect">
                                  <p:stCondLst>
                                    <p:cond delay="0"/>
                                  </p:stCondLst>
                                  <p:childTnLst>
                                    <p:set>
                                      <p:cBhvr>
                                        <p:cTn id="70" dur="1" fill="hold">
                                          <p:stCondLst>
                                            <p:cond delay="0"/>
                                          </p:stCondLst>
                                        </p:cTn>
                                        <p:tgtEl>
                                          <p:spTgt spid="311">
                                            <p:txEl>
                                              <p:pRg st="1" end="1"/>
                                            </p:txEl>
                                          </p:spTgt>
                                        </p:tgtEl>
                                        <p:attrNameLst>
                                          <p:attrName>style.visibility</p:attrName>
                                        </p:attrNameLst>
                                      </p:cBhvr>
                                      <p:to>
                                        <p:strVal val="visible"/>
                                      </p:to>
                                    </p:set>
                                    <p:animEffect transition="in" filter="fade">
                                      <p:cBhvr>
                                        <p:cTn id="71" dur="500"/>
                                        <p:tgtEl>
                                          <p:spTgt spid="311">
                                            <p:txEl>
                                              <p:pRg st="1" end="1"/>
                                            </p:txEl>
                                          </p:spTgt>
                                        </p:tgtEl>
                                      </p:cBhvr>
                                    </p:animEffect>
                                  </p:childTnLst>
                                </p:cTn>
                              </p:par>
                            </p:childTnLst>
                          </p:cTn>
                        </p:par>
                        <p:par>
                          <p:cTn id="72" fill="hold">
                            <p:stCondLst>
                              <p:cond delay="8500"/>
                            </p:stCondLst>
                            <p:childTnLst>
                              <p:par>
                                <p:cTn id="73" presetID="10" presetClass="entr" presetSubtype="0" fill="hold" grpId="0" nodeType="afterEffect">
                                  <p:stCondLst>
                                    <p:cond delay="0"/>
                                  </p:stCondLst>
                                  <p:childTnLst>
                                    <p:set>
                                      <p:cBhvr>
                                        <p:cTn id="74" dur="1" fill="hold">
                                          <p:stCondLst>
                                            <p:cond delay="0"/>
                                          </p:stCondLst>
                                        </p:cTn>
                                        <p:tgtEl>
                                          <p:spTgt spid="312">
                                            <p:txEl>
                                              <p:pRg st="0" end="0"/>
                                            </p:txEl>
                                          </p:spTgt>
                                        </p:tgtEl>
                                        <p:attrNameLst>
                                          <p:attrName>style.visibility</p:attrName>
                                        </p:attrNameLst>
                                      </p:cBhvr>
                                      <p:to>
                                        <p:strVal val="visible"/>
                                      </p:to>
                                    </p:set>
                                    <p:animEffect transition="in" filter="fade">
                                      <p:cBhvr>
                                        <p:cTn id="75" dur="500"/>
                                        <p:tgtEl>
                                          <p:spTgt spid="312">
                                            <p:txEl>
                                              <p:pRg st="0" end="0"/>
                                            </p:txEl>
                                          </p:spTgt>
                                        </p:tgtEl>
                                      </p:cBhvr>
                                    </p:animEffect>
                                  </p:childTnLst>
                                </p:cTn>
                              </p:par>
                            </p:childTnLst>
                          </p:cTn>
                        </p:par>
                        <p:par>
                          <p:cTn id="76" fill="hold">
                            <p:stCondLst>
                              <p:cond delay="9000"/>
                            </p:stCondLst>
                            <p:childTnLst>
                              <p:par>
                                <p:cTn id="77" presetID="10" presetClass="entr" presetSubtype="0" fill="hold" nodeType="afterEffect">
                                  <p:stCondLst>
                                    <p:cond delay="0"/>
                                  </p:stCondLst>
                                  <p:childTnLst>
                                    <p:set>
                                      <p:cBhvr>
                                        <p:cTn id="78" dur="1" fill="hold">
                                          <p:stCondLst>
                                            <p:cond delay="0"/>
                                          </p:stCondLst>
                                        </p:cTn>
                                        <p:tgtEl>
                                          <p:spTgt spid="168"/>
                                        </p:tgtEl>
                                        <p:attrNameLst>
                                          <p:attrName>style.visibility</p:attrName>
                                        </p:attrNameLst>
                                      </p:cBhvr>
                                      <p:to>
                                        <p:strVal val="visible"/>
                                      </p:to>
                                    </p:set>
                                    <p:animEffect transition="in" filter="fade">
                                      <p:cBhvr>
                                        <p:cTn id="79" dur="500"/>
                                        <p:tgtEl>
                                          <p:spTgt spid="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 grpId="0" build="p"/>
      <p:bldP spid="256" grpId="0" build="p"/>
      <p:bldP spid="299" grpId="0" build="p"/>
      <p:bldP spid="300" grpId="0" build="p"/>
      <p:bldP spid="305" grpId="0" build="p"/>
      <p:bldP spid="306" grpId="0" build="p"/>
      <p:bldP spid="311" grpId="0" build="p"/>
      <p:bldP spid="31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7504" y="123478"/>
            <a:ext cx="8856984" cy="489654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9668" y="-468395"/>
            <a:ext cx="5805592" cy="5805592"/>
          </a:xfrm>
          <a:prstGeom prst="rect">
            <a:avLst/>
          </a:prstGeom>
        </p:spPr>
      </p:pic>
      <p:sp>
        <p:nvSpPr>
          <p:cNvPr id="52" name="标题 1"/>
          <p:cNvSpPr txBox="1"/>
          <p:nvPr/>
        </p:nvSpPr>
        <p:spPr>
          <a:xfrm>
            <a:off x="3388549" y="1479517"/>
            <a:ext cx="6120680" cy="57606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defTabSz="914400" rtl="0" eaLnBrk="1" fontAlgn="auto" latinLnBrk="0" hangingPunct="1">
              <a:lnSpc>
                <a:spcPct val="100000"/>
              </a:lnSpc>
              <a:spcBef>
                <a:spcPct val="0"/>
              </a:spcBef>
              <a:spcAft>
                <a:spcPts val="0"/>
              </a:spcAft>
              <a:buClrTx/>
              <a:buSzTx/>
              <a:buFontTx/>
              <a:buNone/>
              <a:defRPr/>
            </a:pPr>
            <a:r>
              <a:rPr lang="zh-CN" altLang="en-US" sz="6000" b="1" spc="300" noProof="0" dirty="0">
                <a:solidFill>
                  <a:srgbClr val="FF0000"/>
                </a:solidFill>
              </a:rPr>
              <a:t>谢 谢 </a:t>
            </a:r>
            <a:r>
              <a:rPr lang="zh-CN" altLang="en-US" sz="6000" b="1" spc="300" noProof="0" dirty="0">
                <a:solidFill>
                  <a:schemeClr val="accent1"/>
                </a:solidFill>
              </a:rPr>
              <a:t>收 看</a:t>
            </a:r>
            <a:endParaRPr kumimoji="0" lang="zh-CN" altLang="en-US" sz="6000" b="1" i="0" u="none" strike="noStrike" kern="1200" cap="none" spc="300" normalizeH="0" baseline="0" noProof="0" dirty="0">
              <a:ln>
                <a:noFill/>
              </a:ln>
              <a:solidFill>
                <a:schemeClr val="accent1"/>
              </a:solidFill>
              <a:effectLst/>
              <a:uLnTx/>
              <a:uFillTx/>
            </a:endParaRPr>
          </a:p>
        </p:txBody>
      </p:sp>
      <p:sp>
        <p:nvSpPr>
          <p:cNvPr id="53" name="标题 1"/>
          <p:cNvSpPr txBox="1"/>
          <p:nvPr/>
        </p:nvSpPr>
        <p:spPr>
          <a:xfrm>
            <a:off x="3371549" y="2146369"/>
            <a:ext cx="3963194" cy="57606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│框架完整│内容实用│可以编辑│动态</a:t>
            </a:r>
            <a:r>
              <a:rPr kumimoji="0" lang="en-US" altLang="zh-CN"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PPT</a:t>
            </a:r>
            <a:r>
              <a:rPr kumimoji="0" lang="zh-CN" altLang="en-US"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a:t>
            </a:r>
          </a:p>
        </p:txBody>
      </p:sp>
      <p:sp>
        <p:nvSpPr>
          <p:cNvPr id="54" name="标题 1"/>
          <p:cNvSpPr txBox="1"/>
          <p:nvPr/>
        </p:nvSpPr>
        <p:spPr>
          <a:xfrm>
            <a:off x="3371549" y="2540857"/>
            <a:ext cx="4128520" cy="57606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defTabSz="914400" rtl="0" eaLnBrk="1" fontAlgn="auto" latinLnBrk="0" hangingPunct="1">
              <a:lnSpc>
                <a:spcPct val="100000"/>
              </a:lnSpc>
              <a:spcBef>
                <a:spcPct val="0"/>
              </a:spcBef>
              <a:spcAft>
                <a:spcPts val="0"/>
              </a:spcAft>
              <a:buClrTx/>
              <a:buSzTx/>
              <a:buFontTx/>
              <a:buNone/>
              <a:defRPr/>
            </a:pPr>
            <a:r>
              <a:rPr kumimoji="0" lang="en-US" altLang="zh-CN" sz="1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Dynamic ppt</a:t>
            </a:r>
            <a:r>
              <a:rPr kumimoji="0" lang="zh-CN" altLang="en-US" sz="1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 </a:t>
            </a:r>
            <a:r>
              <a:rPr kumimoji="0" lang="en-US" altLang="zh-CN" sz="1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framework to complete the fine atmosphere can be </a:t>
            </a:r>
            <a:r>
              <a:rPr kumimoji="0" lang="en-US" altLang="zh-CN" sz="1000" b="0" i="0" u="none" strike="noStrike" kern="120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mj-cs"/>
              </a:rPr>
              <a:t>downloaded</a:t>
            </a:r>
            <a:r>
              <a:rPr kumimoji="0" lang="zh-CN" altLang="en-US" sz="1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 </a:t>
            </a:r>
            <a:r>
              <a:rPr kumimoji="0" lang="en-US" altLang="zh-CN" sz="1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at ease</a:t>
            </a:r>
            <a:endParaRPr kumimoji="0" lang="zh-CN" altLang="en-US" sz="1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endParaRPr>
          </a:p>
        </p:txBody>
      </p:sp>
      <p:grpSp>
        <p:nvGrpSpPr>
          <p:cNvPr id="55" name="组合 54"/>
          <p:cNvGrpSpPr/>
          <p:nvPr/>
        </p:nvGrpSpPr>
        <p:grpSpPr>
          <a:xfrm>
            <a:off x="3411924" y="3207709"/>
            <a:ext cx="1524000" cy="288032"/>
            <a:chOff x="4420394" y="3200241"/>
            <a:chExt cx="1524000" cy="288032"/>
          </a:xfrm>
        </p:grpSpPr>
        <p:sp>
          <p:nvSpPr>
            <p:cNvPr id="56" name="矩形 55"/>
            <p:cNvSpPr/>
            <p:nvPr/>
          </p:nvSpPr>
          <p:spPr bwMode="auto">
            <a:xfrm>
              <a:off x="4420394" y="3212108"/>
              <a:ext cx="1524000" cy="274836"/>
            </a:xfrm>
            <a:prstGeom prst="rect">
              <a:avLst/>
            </a:prstGeom>
            <a:solidFill>
              <a:schemeClr val="accent1"/>
            </a:solidFill>
            <a:ln>
              <a:noFill/>
            </a:ln>
            <a:effectLst>
              <a:outerShdw blurRad="50800" dist="88900" dir="2880000" algn="ctr" rotWithShape="0">
                <a:srgbClr val="FFFFFF">
                  <a:lumMod val="65000"/>
                </a:srgbClr>
              </a:outerShdw>
            </a:effectLst>
          </p:spPr>
          <p:txBody>
            <a:bodyPr lIns="91446" tIns="45723" rIns="91446" bIns="45723"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chemeClr val="bg1"/>
                </a:solidFill>
                <a:effectLst/>
                <a:uLnTx/>
                <a:uFillTx/>
                <a:latin typeface="方正兰亭黑_GBK" pitchFamily="2" charset="-122"/>
                <a:ea typeface="方正兰亭黑_GBK" pitchFamily="2" charset="-122"/>
                <a:sym typeface="方正兰亭黑_GBK" pitchFamily="2" charset="-122"/>
              </a:endParaRPr>
            </a:p>
          </p:txBody>
        </p:sp>
        <p:sp>
          <p:nvSpPr>
            <p:cNvPr id="57" name="标题 1"/>
            <p:cNvSpPr txBox="1"/>
            <p:nvPr/>
          </p:nvSpPr>
          <p:spPr>
            <a:xfrm>
              <a:off x="4420394" y="3200241"/>
              <a:ext cx="1524000" cy="28803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outerShdw blurRad="50800" dist="50800" dir="5400000" algn="ctr" rotWithShape="0">
                      <a:srgbClr val="000000">
                        <a:lumMod val="75000"/>
                        <a:lumOff val="25000"/>
                      </a:srgbClr>
                    </a:outerShdw>
                  </a:effectLst>
                  <a:uLnTx/>
                  <a:uFillTx/>
                  <a:latin typeface="微软雅黑" panose="020B0503020204020204" pitchFamily="34" charset="-122"/>
                  <a:ea typeface="微软雅黑" panose="020B0503020204020204" pitchFamily="34" charset="-122"/>
                  <a:cs typeface="+mj-cs"/>
                </a:rPr>
                <a:t>可以输入公司名称</a:t>
              </a:r>
            </a:p>
          </p:txBody>
        </p:sp>
      </p:grpSp>
      <p:grpSp>
        <p:nvGrpSpPr>
          <p:cNvPr id="58" name="组合 57"/>
          <p:cNvGrpSpPr/>
          <p:nvPr/>
        </p:nvGrpSpPr>
        <p:grpSpPr>
          <a:xfrm>
            <a:off x="5228024" y="3210249"/>
            <a:ext cx="1524000" cy="288032"/>
            <a:chOff x="4420394" y="3200241"/>
            <a:chExt cx="1524000" cy="288032"/>
          </a:xfrm>
        </p:grpSpPr>
        <p:sp>
          <p:nvSpPr>
            <p:cNvPr id="59" name="矩形 58"/>
            <p:cNvSpPr/>
            <p:nvPr/>
          </p:nvSpPr>
          <p:spPr bwMode="auto">
            <a:xfrm>
              <a:off x="4420394" y="3212108"/>
              <a:ext cx="1524000" cy="274836"/>
            </a:xfrm>
            <a:prstGeom prst="rect">
              <a:avLst/>
            </a:prstGeom>
            <a:solidFill>
              <a:schemeClr val="accent1"/>
            </a:solidFill>
            <a:ln>
              <a:noFill/>
            </a:ln>
            <a:effectLst>
              <a:outerShdw blurRad="50800" dist="88900" dir="2880000" algn="ctr" rotWithShape="0">
                <a:srgbClr val="FFFFFF">
                  <a:lumMod val="65000"/>
                </a:srgbClr>
              </a:outerShdw>
            </a:effectLst>
          </p:spPr>
          <p:txBody>
            <a:bodyPr lIns="91446" tIns="45723" rIns="91446" bIns="45723"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chemeClr val="bg1"/>
                </a:solidFill>
                <a:effectLst/>
                <a:uLnTx/>
                <a:uFillTx/>
                <a:latin typeface="方正兰亭黑_GBK" pitchFamily="2" charset="-122"/>
                <a:ea typeface="方正兰亭黑_GBK" pitchFamily="2" charset="-122"/>
                <a:sym typeface="方正兰亭黑_GBK" pitchFamily="2" charset="-122"/>
              </a:endParaRPr>
            </a:p>
          </p:txBody>
        </p:sp>
        <p:sp>
          <p:nvSpPr>
            <p:cNvPr id="60" name="标题 1"/>
            <p:cNvSpPr txBox="1"/>
            <p:nvPr/>
          </p:nvSpPr>
          <p:spPr>
            <a:xfrm>
              <a:off x="4420394" y="3200241"/>
              <a:ext cx="1524000" cy="28803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outerShdw blurRad="50800" dist="50800" dir="5400000" algn="ctr" rotWithShape="0">
                      <a:srgbClr val="000000">
                        <a:lumMod val="75000"/>
                        <a:lumOff val="25000"/>
                      </a:srgbClr>
                    </a:outerShdw>
                  </a:effectLst>
                  <a:uLnTx/>
                  <a:uFillTx/>
                  <a:latin typeface="微软雅黑" panose="020B0503020204020204" pitchFamily="34" charset="-122"/>
                  <a:ea typeface="微软雅黑" panose="020B0503020204020204" pitchFamily="34" charset="-122"/>
                  <a:cs typeface="+mj-cs"/>
                </a:rPr>
                <a:t>汇报人：</a:t>
              </a:r>
              <a:r>
                <a:rPr kumimoji="0" lang="en-US" altLang="zh-CN" sz="1200" b="0" i="0" u="none" strike="noStrike" kern="1200" cap="none" spc="0" normalizeH="0" baseline="0" noProof="0" dirty="0">
                  <a:ln>
                    <a:noFill/>
                  </a:ln>
                  <a:solidFill>
                    <a:schemeClr val="bg1"/>
                  </a:solidFill>
                  <a:effectLst>
                    <a:outerShdw blurRad="50800" dist="50800" dir="5400000" algn="ctr" rotWithShape="0">
                      <a:srgbClr val="000000">
                        <a:lumMod val="75000"/>
                        <a:lumOff val="25000"/>
                      </a:srgbClr>
                    </a:outerShdw>
                  </a:effectLst>
                  <a:uLnTx/>
                  <a:uFillTx/>
                  <a:latin typeface="微软雅黑" panose="020B0503020204020204" pitchFamily="34" charset="-122"/>
                  <a:ea typeface="微软雅黑" panose="020B0503020204020204" pitchFamily="34" charset="-122"/>
                  <a:cs typeface="+mj-cs"/>
                </a:rPr>
                <a:t>XXX</a:t>
              </a:r>
            </a:p>
          </p:txBody>
        </p:sp>
      </p:gr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30" presetClass="entr" presetSubtype="0" fill="hold" grpId="0" nodeType="afterEffect">
                                  <p:stCondLst>
                                    <p:cond delay="0"/>
                                  </p:stCondLst>
                                  <p:iterate type="lt">
                                    <p:tmPct val="10000"/>
                                  </p:iterate>
                                  <p:childTnLst>
                                    <p:set>
                                      <p:cBhvr>
                                        <p:cTn id="10" dur="1" fill="hold">
                                          <p:stCondLst>
                                            <p:cond delay="0"/>
                                          </p:stCondLst>
                                        </p:cTn>
                                        <p:tgtEl>
                                          <p:spTgt spid="52"/>
                                        </p:tgtEl>
                                        <p:attrNameLst>
                                          <p:attrName>style.visibility</p:attrName>
                                        </p:attrNameLst>
                                      </p:cBhvr>
                                      <p:to>
                                        <p:strVal val="visible"/>
                                      </p:to>
                                    </p:set>
                                    <p:animEffect transition="in" filter="fade">
                                      <p:cBhvr>
                                        <p:cTn id="11" dur="1600" decel="100000"/>
                                        <p:tgtEl>
                                          <p:spTgt spid="52"/>
                                        </p:tgtEl>
                                      </p:cBhvr>
                                    </p:animEffect>
                                    <p:anim calcmode="lin" valueType="num">
                                      <p:cBhvr>
                                        <p:cTn id="12" dur="1600" decel="100000" fill="hold"/>
                                        <p:tgtEl>
                                          <p:spTgt spid="52"/>
                                        </p:tgtEl>
                                        <p:attrNameLst>
                                          <p:attrName>style.rotation</p:attrName>
                                        </p:attrNameLst>
                                      </p:cBhvr>
                                      <p:tavLst>
                                        <p:tav tm="0">
                                          <p:val>
                                            <p:fltVal val="-90"/>
                                          </p:val>
                                        </p:tav>
                                        <p:tav tm="100000">
                                          <p:val>
                                            <p:fltVal val="0"/>
                                          </p:val>
                                        </p:tav>
                                      </p:tavLst>
                                    </p:anim>
                                    <p:anim calcmode="lin" valueType="num">
                                      <p:cBhvr>
                                        <p:cTn id="13" dur="1600" decel="100000" fill="hold"/>
                                        <p:tgtEl>
                                          <p:spTgt spid="52"/>
                                        </p:tgtEl>
                                        <p:attrNameLst>
                                          <p:attrName>ppt_x</p:attrName>
                                        </p:attrNameLst>
                                      </p:cBhvr>
                                      <p:tavLst>
                                        <p:tav tm="0">
                                          <p:val>
                                            <p:strVal val="#ppt_x+0.4"/>
                                          </p:val>
                                        </p:tav>
                                        <p:tav tm="100000">
                                          <p:val>
                                            <p:strVal val="#ppt_x-0.05"/>
                                          </p:val>
                                        </p:tav>
                                      </p:tavLst>
                                    </p:anim>
                                    <p:anim calcmode="lin" valueType="num">
                                      <p:cBhvr>
                                        <p:cTn id="14" dur="1600" decel="100000" fill="hold"/>
                                        <p:tgtEl>
                                          <p:spTgt spid="52"/>
                                        </p:tgtEl>
                                        <p:attrNameLst>
                                          <p:attrName>ppt_y</p:attrName>
                                        </p:attrNameLst>
                                      </p:cBhvr>
                                      <p:tavLst>
                                        <p:tav tm="0">
                                          <p:val>
                                            <p:strVal val="#ppt_y-0.4"/>
                                          </p:val>
                                        </p:tav>
                                        <p:tav tm="100000">
                                          <p:val>
                                            <p:strVal val="#ppt_y+0.1"/>
                                          </p:val>
                                        </p:tav>
                                      </p:tavLst>
                                    </p:anim>
                                    <p:anim calcmode="lin" valueType="num">
                                      <p:cBhvr>
                                        <p:cTn id="15" dur="400" accel="100000" fill="hold">
                                          <p:stCondLst>
                                            <p:cond delay="1600"/>
                                          </p:stCondLst>
                                        </p:cTn>
                                        <p:tgtEl>
                                          <p:spTgt spid="52"/>
                                        </p:tgtEl>
                                        <p:attrNameLst>
                                          <p:attrName>ppt_x</p:attrName>
                                        </p:attrNameLst>
                                      </p:cBhvr>
                                      <p:tavLst>
                                        <p:tav tm="0">
                                          <p:val>
                                            <p:strVal val="#ppt_x-0.05"/>
                                          </p:val>
                                        </p:tav>
                                        <p:tav tm="100000">
                                          <p:val>
                                            <p:strVal val="#ppt_x"/>
                                          </p:val>
                                        </p:tav>
                                      </p:tavLst>
                                    </p:anim>
                                    <p:anim calcmode="lin" valueType="num">
                                      <p:cBhvr>
                                        <p:cTn id="16" dur="400" accel="100000" fill="hold">
                                          <p:stCondLst>
                                            <p:cond delay="1600"/>
                                          </p:stCondLst>
                                        </p:cTn>
                                        <p:tgtEl>
                                          <p:spTgt spid="52"/>
                                        </p:tgtEl>
                                        <p:attrNameLst>
                                          <p:attrName>ppt_y</p:attrName>
                                        </p:attrNameLst>
                                      </p:cBhvr>
                                      <p:tavLst>
                                        <p:tav tm="0">
                                          <p:val>
                                            <p:strVal val="#ppt_y+0.1"/>
                                          </p:val>
                                        </p:tav>
                                        <p:tav tm="100000">
                                          <p:val>
                                            <p:strVal val="#ppt_y"/>
                                          </p:val>
                                        </p:tav>
                                      </p:tavLst>
                                    </p:anim>
                                  </p:childTnLst>
                                </p:cTn>
                              </p:par>
                            </p:childTnLst>
                          </p:cTn>
                        </p:par>
                        <p:par>
                          <p:cTn id="17" fill="hold">
                            <p:stCondLst>
                              <p:cond delay="3700"/>
                            </p:stCondLst>
                            <p:childTnLst>
                              <p:par>
                                <p:cTn id="18" presetID="23" presetClass="entr" presetSubtype="16" fill="hold" grpId="0" nodeType="afterEffect">
                                  <p:stCondLst>
                                    <p:cond delay="0"/>
                                  </p:stCondLst>
                                  <p:childTnLst>
                                    <p:set>
                                      <p:cBhvr>
                                        <p:cTn id="19" dur="1" fill="hold">
                                          <p:stCondLst>
                                            <p:cond delay="0"/>
                                          </p:stCondLst>
                                        </p:cTn>
                                        <p:tgtEl>
                                          <p:spTgt spid="53"/>
                                        </p:tgtEl>
                                        <p:attrNameLst>
                                          <p:attrName>style.visibility</p:attrName>
                                        </p:attrNameLst>
                                      </p:cBhvr>
                                      <p:to>
                                        <p:strVal val="visible"/>
                                      </p:to>
                                    </p:set>
                                    <p:anim calcmode="lin" valueType="num">
                                      <p:cBhvr>
                                        <p:cTn id="20" dur="500" fill="hold"/>
                                        <p:tgtEl>
                                          <p:spTgt spid="53"/>
                                        </p:tgtEl>
                                        <p:attrNameLst>
                                          <p:attrName>ppt_w</p:attrName>
                                        </p:attrNameLst>
                                      </p:cBhvr>
                                      <p:tavLst>
                                        <p:tav tm="0">
                                          <p:val>
                                            <p:fltVal val="0"/>
                                          </p:val>
                                        </p:tav>
                                        <p:tav tm="100000">
                                          <p:val>
                                            <p:strVal val="#ppt_w"/>
                                          </p:val>
                                        </p:tav>
                                      </p:tavLst>
                                    </p:anim>
                                    <p:anim calcmode="lin" valueType="num">
                                      <p:cBhvr>
                                        <p:cTn id="21" dur="500" fill="hold"/>
                                        <p:tgtEl>
                                          <p:spTgt spid="53"/>
                                        </p:tgtEl>
                                        <p:attrNameLst>
                                          <p:attrName>ppt_h</p:attrName>
                                        </p:attrNameLst>
                                      </p:cBhvr>
                                      <p:tavLst>
                                        <p:tav tm="0">
                                          <p:val>
                                            <p:fltVal val="0"/>
                                          </p:val>
                                        </p:tav>
                                        <p:tav tm="100000">
                                          <p:val>
                                            <p:strVal val="#ppt_h"/>
                                          </p:val>
                                        </p:tav>
                                      </p:tavLst>
                                    </p:anim>
                                  </p:childTnLst>
                                </p:cTn>
                              </p:par>
                            </p:childTnLst>
                          </p:cTn>
                        </p:par>
                        <p:par>
                          <p:cTn id="22" fill="hold">
                            <p:stCondLst>
                              <p:cond delay="4200"/>
                            </p:stCondLst>
                            <p:childTnLst>
                              <p:par>
                                <p:cTn id="23" presetID="22" presetClass="entr" presetSubtype="8" fill="hold" grpId="0" nodeType="after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wipe(left)">
                                      <p:cBhvr>
                                        <p:cTn id="25" dur="500"/>
                                        <p:tgtEl>
                                          <p:spTgt spid="54"/>
                                        </p:tgtEl>
                                      </p:cBhvr>
                                    </p:animEffect>
                                  </p:childTnLst>
                                </p:cTn>
                              </p:par>
                            </p:childTnLst>
                          </p:cTn>
                        </p:par>
                        <p:par>
                          <p:cTn id="26" fill="hold">
                            <p:stCondLst>
                              <p:cond delay="4700"/>
                            </p:stCondLst>
                            <p:childTnLst>
                              <p:par>
                                <p:cTn id="27" presetID="23" presetClass="entr" presetSubtype="16" fill="hold" nodeType="afterEffect">
                                  <p:stCondLst>
                                    <p:cond delay="0"/>
                                  </p:stCondLst>
                                  <p:childTnLst>
                                    <p:set>
                                      <p:cBhvr>
                                        <p:cTn id="28" dur="1" fill="hold">
                                          <p:stCondLst>
                                            <p:cond delay="0"/>
                                          </p:stCondLst>
                                        </p:cTn>
                                        <p:tgtEl>
                                          <p:spTgt spid="55"/>
                                        </p:tgtEl>
                                        <p:attrNameLst>
                                          <p:attrName>style.visibility</p:attrName>
                                        </p:attrNameLst>
                                      </p:cBhvr>
                                      <p:to>
                                        <p:strVal val="visible"/>
                                      </p:to>
                                    </p:set>
                                    <p:anim calcmode="lin" valueType="num">
                                      <p:cBhvr>
                                        <p:cTn id="29" dur="750" fill="hold"/>
                                        <p:tgtEl>
                                          <p:spTgt spid="55"/>
                                        </p:tgtEl>
                                        <p:attrNameLst>
                                          <p:attrName>ppt_w</p:attrName>
                                        </p:attrNameLst>
                                      </p:cBhvr>
                                      <p:tavLst>
                                        <p:tav tm="0">
                                          <p:val>
                                            <p:fltVal val="0"/>
                                          </p:val>
                                        </p:tav>
                                        <p:tav tm="100000">
                                          <p:val>
                                            <p:strVal val="#ppt_w"/>
                                          </p:val>
                                        </p:tav>
                                      </p:tavLst>
                                    </p:anim>
                                    <p:anim calcmode="lin" valueType="num">
                                      <p:cBhvr>
                                        <p:cTn id="30" dur="750" fill="hold"/>
                                        <p:tgtEl>
                                          <p:spTgt spid="55"/>
                                        </p:tgtEl>
                                        <p:attrNameLst>
                                          <p:attrName>ppt_h</p:attrName>
                                        </p:attrNameLst>
                                      </p:cBhvr>
                                      <p:tavLst>
                                        <p:tav tm="0">
                                          <p:val>
                                            <p:fltVal val="0"/>
                                          </p:val>
                                        </p:tav>
                                        <p:tav tm="100000">
                                          <p:val>
                                            <p:strVal val="#ppt_h"/>
                                          </p:val>
                                        </p:tav>
                                      </p:tavLst>
                                    </p:anim>
                                  </p:childTnLst>
                                </p:cTn>
                              </p:par>
                            </p:childTnLst>
                          </p:cTn>
                        </p:par>
                        <p:par>
                          <p:cTn id="31" fill="hold">
                            <p:stCondLst>
                              <p:cond delay="5700"/>
                            </p:stCondLst>
                            <p:childTnLst>
                              <p:par>
                                <p:cTn id="32" presetID="23" presetClass="entr" presetSubtype="16" fill="hold" nodeType="afterEffect">
                                  <p:stCondLst>
                                    <p:cond delay="0"/>
                                  </p:stCondLst>
                                  <p:childTnLst>
                                    <p:set>
                                      <p:cBhvr>
                                        <p:cTn id="33" dur="1" fill="hold">
                                          <p:stCondLst>
                                            <p:cond delay="0"/>
                                          </p:stCondLst>
                                        </p:cTn>
                                        <p:tgtEl>
                                          <p:spTgt spid="58"/>
                                        </p:tgtEl>
                                        <p:attrNameLst>
                                          <p:attrName>style.visibility</p:attrName>
                                        </p:attrNameLst>
                                      </p:cBhvr>
                                      <p:to>
                                        <p:strVal val="visible"/>
                                      </p:to>
                                    </p:set>
                                    <p:anim calcmode="lin" valueType="num">
                                      <p:cBhvr>
                                        <p:cTn id="34" dur="750" fill="hold"/>
                                        <p:tgtEl>
                                          <p:spTgt spid="58"/>
                                        </p:tgtEl>
                                        <p:attrNameLst>
                                          <p:attrName>ppt_w</p:attrName>
                                        </p:attrNameLst>
                                      </p:cBhvr>
                                      <p:tavLst>
                                        <p:tav tm="0">
                                          <p:val>
                                            <p:fltVal val="0"/>
                                          </p:val>
                                        </p:tav>
                                        <p:tav tm="100000">
                                          <p:val>
                                            <p:strVal val="#ppt_w"/>
                                          </p:val>
                                        </p:tav>
                                      </p:tavLst>
                                    </p:anim>
                                    <p:anim calcmode="lin" valueType="num">
                                      <p:cBhvr>
                                        <p:cTn id="35" dur="750" fill="hold"/>
                                        <p:tgtEl>
                                          <p:spTgt spid="5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54" grpId="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2276C58-29D8-1E15-34B5-4E6BB030D41E}"/>
              </a:ext>
            </a:extLst>
          </p:cNvPr>
          <p:cNvSpPr>
            <a:spLocks noGrp="1"/>
          </p:cNvSpPr>
          <p:nvPr>
            <p:ph type="body" sz="quarter" idx="14"/>
          </p:nvPr>
        </p:nvSpPr>
        <p:spPr/>
        <p:txBody>
          <a:bodyPr/>
          <a:lstStyle/>
          <a:p>
            <a:endParaRPr lang="zh-CN" altLang="en-US"/>
          </a:p>
        </p:txBody>
      </p:sp>
    </p:spTree>
    <p:extLst>
      <p:ext uri="{BB962C8B-B14F-4D97-AF65-F5344CB8AC3E}">
        <p14:creationId xmlns:p14="http://schemas.microsoft.com/office/powerpoint/2010/main" val="633130730"/>
      </p:ext>
    </p:extLst>
  </p:cSld>
  <p:clrMapOvr>
    <a:masterClrMapping/>
  </p:clrMapOvr>
</p:sld>
</file>

<file path=ppt/theme/theme1.xml><?xml version="1.0" encoding="utf-8"?>
<a:theme xmlns:a="http://schemas.openxmlformats.org/drawingml/2006/main" name="1_Office 主题​​">
  <a:themeElements>
    <a:clrScheme name="自定义 22">
      <a:dk1>
        <a:sysClr val="windowText" lastClr="000000"/>
      </a:dk1>
      <a:lt1>
        <a:sysClr val="window" lastClr="FFFFFF"/>
      </a:lt1>
      <a:dk2>
        <a:srgbClr val="323232"/>
      </a:dk2>
      <a:lt2>
        <a:srgbClr val="E3DED1"/>
      </a:lt2>
      <a:accent1>
        <a:srgbClr val="14425D"/>
      </a:accent1>
      <a:accent2>
        <a:srgbClr val="C00000"/>
      </a:accent2>
      <a:accent3>
        <a:srgbClr val="1B587C"/>
      </a:accent3>
      <a:accent4>
        <a:srgbClr val="C00000"/>
      </a:accent4>
      <a:accent5>
        <a:srgbClr val="14425D"/>
      </a:accent5>
      <a:accent6>
        <a:srgbClr val="C00000"/>
      </a:accent6>
      <a:hlink>
        <a:srgbClr val="14425D"/>
      </a:hlink>
      <a:folHlink>
        <a:srgbClr val="C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关于我们 - 副本 (2).pptxtempThemeColor">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1279</Words>
  <Application>Microsoft Office PowerPoint</Application>
  <PresentationFormat>全屏显示(16:9)</PresentationFormat>
  <Paragraphs>276</Paragraphs>
  <Slides>27</Slides>
  <Notes>26</Notes>
  <HiddenSlides>1</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27</vt:i4>
      </vt:variant>
    </vt:vector>
  </HeadingPairs>
  <TitlesOfParts>
    <vt:vector size="38" baseType="lpstr">
      <vt:lpstr>FontAwesome</vt:lpstr>
      <vt:lpstr>方正兰亭黑_GBK</vt:lpstr>
      <vt:lpstr>微软雅黑</vt:lpstr>
      <vt:lpstr>Arial</vt:lpstr>
      <vt:lpstr>Calibri</vt:lpstr>
      <vt:lpstr>Lato Black</vt:lpstr>
      <vt:lpstr>Lato Light</vt:lpstr>
      <vt:lpstr>Open Sans</vt:lpstr>
      <vt:lpstr>Open Sans Light</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175</dc:title>
  <dc:creator>ddd</dc:creator>
  <cp:lastModifiedBy>jingtao hu</cp:lastModifiedBy>
  <cp:revision>1955</cp:revision>
  <dcterms:created xsi:type="dcterms:W3CDTF">2014-06-06T07:22:00Z</dcterms:created>
  <dcterms:modified xsi:type="dcterms:W3CDTF">2024-12-17T05:07:57Z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2052-10.1.0.7224</vt:lpwstr>
  </property>
</Properties>
</file>